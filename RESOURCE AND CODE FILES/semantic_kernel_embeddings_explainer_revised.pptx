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14"/>
  </p:notesMasterIdLst>
  <p:sldIdLst>
    <p:sldId id="317" r:id="rId10"/>
    <p:sldId id="318" r:id="rId11"/>
    <p:sldId id="543" r:id="rId12"/>
    <p:sldId id="542" r:id="rId13"/>
    <p:sldId id="489" r:id="rId14"/>
    <p:sldId id="497" r:id="rId17"/>
    <p:sldId id="548" r:id="rId18"/>
    <p:sldId id="544" r:id="rId19"/>
    <p:sldId id="545" r:id="rId20"/>
    <p:sldId id="496" r:id="rId22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15"/>
      <p:bold r:id="rId116"/>
      <p:italic r:id="rId117"/>
      <p:boldItalic r:id="rId118"/>
    </p:embeddedFont>
    <p:embeddedFont>
      <p:font typeface="Barlow Light" panose="00000400000000000000" pitchFamily="2" charset="0"/>
      <p:regular r:id="rId119"/>
      <p:bold r:id="rId120"/>
      <p:italic r:id="rId121"/>
      <p:boldItalic r:id="rId122"/>
    </p:embeddedFont>
    <p:embeddedFont>
      <p:font typeface="Barlow SemiBold" panose="00000700000000000000" pitchFamily="2" charset="0"/>
      <p:regular r:id="rId123"/>
      <p:bold r:id="rId124"/>
      <p:italic r:id="rId125"/>
      <p:boldItalic r:id="rId126"/>
    </p:embeddedFont>
    <p:embeddedFont>
      <p:font typeface="Montserrat" panose="00000500000000000000" pitchFamily="2" charset="0"/>
      <p:regular r:id="rId127"/>
      <p:bold r:id="rId128"/>
      <p:italic r:id="rId129"/>
      <p:boldItalic r:id="rId130"/>
    </p:embeddedFont>
    <p:embeddedFont>
      <p:font typeface="Raleway" pitchFamily="2" charset="0"/>
      <p:regular r:id="rId131"/>
      <p:bold r:id="rId132"/>
      <p:italic r:id="rId133"/>
      <p:boldItalic r:id="rId134"/>
    </p:embeddedFont>
    <p:embeddedFont>
      <p:font typeface="Raleway Thin" pitchFamily="2" charset="0"/>
      <p:regular r:id="rId135"/>
      <p:bold r:id="rId136"/>
      <p:italic r:id="rId137"/>
      <p:boldItalic r:id="rId138"/>
    </p:embeddedFont>
    <p:embeddedFont>
      <p:font typeface="Segoe UI" panose="020B0502040204020203" pitchFamily="34" charset="0"/>
      <p:regular r:id="rId139"/>
      <p:bold r:id="rId140"/>
      <p:italic r:id="rId141"/>
      <p:boldItalic r:id="rId1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tion" id="{1F58CDD1-FC47-4ECB-9943-A18C3153FCE7}">
          <p14:sldIdLst>
            <p14:sldId id="256"/>
            <p14:sldId id="258"/>
            <p14:sldId id="299"/>
            <p14:sldId id="655"/>
            <p14:sldId id="650"/>
            <p14:sldId id="656"/>
            <p14:sldId id="652"/>
            <p14:sldId id="654"/>
          </p14:sldIdLst>
        </p14:section>
        <p14:section name="Introduction to Semantic Kernel" id="{B926BB5B-3FD0-4D6B-A42F-6197FB4F8A81}">
          <p14:sldIdLst>
            <p14:sldId id="317"/>
            <p14:sldId id="318"/>
            <p14:sldId id="543"/>
            <p14:sldId id="542"/>
            <p14:sldId id="489"/>
            <p14:sldId id="500"/>
            <p14:sldId id="566"/>
            <p14:sldId id="497"/>
            <p14:sldId id="548"/>
            <p14:sldId id="544"/>
            <p14:sldId id="545"/>
            <p14:sldId id="501"/>
            <p14:sldId id="496"/>
          </p14:sldIdLst>
        </p14:section>
        <p14:section name="Environment Setup" id="{61BAFE6E-9FD7-402C-A761-E886CB896155}">
          <p14:sldIdLst>
            <p14:sldId id="511"/>
            <p14:sldId id="512"/>
            <p14:sldId id="513"/>
            <p14:sldId id="534"/>
            <p14:sldId id="574"/>
            <p14:sldId id="526"/>
            <p14:sldId id="514"/>
          </p14:sldIdLst>
        </p14:section>
        <p14:section name="Build Your Kernal" id="{4F5A4836-2DA6-4114-A54E-3724A05337DE}">
          <p14:sldIdLst>
            <p14:sldId id="549"/>
            <p14:sldId id="550"/>
            <p14:sldId id="546"/>
            <p14:sldId id="547"/>
            <p14:sldId id="551"/>
            <p14:sldId id="573"/>
            <p14:sldId id="518"/>
            <p14:sldId id="553"/>
            <p14:sldId id="552"/>
          </p14:sldIdLst>
        </p14:section>
        <p14:section name="Create plugins for semantic kernel" id="{7E8C9F36-FF3D-456E-9420-8B790E4D8FCB}">
          <p14:sldIdLst>
            <p14:sldId id="554"/>
            <p14:sldId id="555"/>
            <p14:sldId id="502"/>
            <p14:sldId id="565"/>
            <p14:sldId id="557"/>
            <p14:sldId id="558"/>
            <p14:sldId id="559"/>
            <p14:sldId id="560"/>
            <p14:sldId id="561"/>
            <p14:sldId id="562"/>
            <p14:sldId id="575"/>
            <p14:sldId id="576"/>
            <p14:sldId id="577"/>
            <p14:sldId id="578"/>
            <p14:sldId id="563"/>
            <p14:sldId id="564"/>
            <p14:sldId id="556"/>
          </p14:sldIdLst>
        </p14:section>
        <p14:section name="Plugins with Native Functions" id="{905D3569-B12C-4A00-9177-544F96C63794}">
          <p14:sldIdLst>
            <p14:sldId id="579"/>
            <p14:sldId id="580"/>
            <p14:sldId id="586"/>
            <p14:sldId id="587"/>
            <p14:sldId id="588"/>
            <p14:sldId id="589"/>
            <p14:sldId id="590"/>
            <p14:sldId id="591"/>
            <p14:sldId id="582"/>
          </p14:sldIdLst>
        </p14:section>
        <p14:section name="Create Web Chat Assistant" id="{D661DCA3-EB79-41DD-B90D-4BA5426C0DED}">
          <p14:sldIdLst>
            <p14:sldId id="657"/>
            <p14:sldId id="658"/>
            <p14:sldId id="660"/>
            <p14:sldId id="661"/>
            <p14:sldId id="662"/>
            <p14:sldId id="663"/>
            <p14:sldId id="659"/>
          </p14:sldIdLst>
        </p14:section>
        <p14:section name="Conclusion" id="{5E76EF12-603C-48E1-8720-058F9A733B24}">
          <p14:sldIdLst>
            <p14:sldId id="634"/>
            <p14:sldId id="635"/>
            <p14:sldId id="641"/>
            <p14:sldId id="636"/>
            <p14:sldId id="644"/>
          </p14:sldIdLst>
        </p14:section>
        <p14:section name="misc" id="{7242CC7C-D5BF-41FF-B0C8-C0AED96C2CB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57B84-6A4F-4162-A297-3FD6B4E66E5C}" v="1665" dt="2025-02-25T13:59:16.640"/>
  </p1510:revLst>
</p1510:revInfo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7" autoAdjust="0"/>
    <p:restoredTop sz="81767" autoAdjust="0"/>
  </p:normalViewPr>
  <p:slideViewPr>
    <p:cSldViewPr snapToGrid="0">
      <p:cViewPr varScale="1">
        <p:scale>
          <a:sx n="158" d="100"/>
          <a:sy n="158" d="100"/>
        </p:scale>
        <p:origin x="2268" y="3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2" Type="http://schemas.openxmlformats.org/officeDocument/2006/relationships/slide" Target="slides/slide10.xml"/><Relationship Id="rId114" Type="http://schemas.openxmlformats.org/officeDocument/2006/relationships/notesMaster" Target="notesMasters/notesMaster1.xml"/><Relationship Id="rId115" Type="http://schemas.openxmlformats.org/officeDocument/2006/relationships/font" Target="fonts/font1.fntdata"/><Relationship Id="rId116" Type="http://schemas.openxmlformats.org/officeDocument/2006/relationships/font" Target="fonts/font2.fntdata"/><Relationship Id="rId117" Type="http://schemas.openxmlformats.org/officeDocument/2006/relationships/font" Target="fonts/font3.fntdata"/><Relationship Id="rId118" Type="http://schemas.openxmlformats.org/officeDocument/2006/relationships/font" Target="fonts/font4.fntdata"/><Relationship Id="rId119" Type="http://schemas.openxmlformats.org/officeDocument/2006/relationships/font" Target="fonts/font5.fntdata"/><Relationship Id="rId120" Type="http://schemas.openxmlformats.org/officeDocument/2006/relationships/font" Target="fonts/font6.fntdata"/><Relationship Id="rId121" Type="http://schemas.openxmlformats.org/officeDocument/2006/relationships/font" Target="fonts/font7.fntdata"/><Relationship Id="rId122" Type="http://schemas.openxmlformats.org/officeDocument/2006/relationships/font" Target="fonts/font8.fntdata"/><Relationship Id="rId123" Type="http://schemas.openxmlformats.org/officeDocument/2006/relationships/font" Target="fonts/font9.fntdata"/><Relationship Id="rId124" Type="http://schemas.openxmlformats.org/officeDocument/2006/relationships/font" Target="fonts/font10.fntdata"/><Relationship Id="rId125" Type="http://schemas.openxmlformats.org/officeDocument/2006/relationships/font" Target="fonts/font11.fntdata"/><Relationship Id="rId126" Type="http://schemas.openxmlformats.org/officeDocument/2006/relationships/font" Target="fonts/font12.fntdata"/><Relationship Id="rId127" Type="http://schemas.openxmlformats.org/officeDocument/2006/relationships/font" Target="fonts/font13.fntdata"/><Relationship Id="rId128" Type="http://schemas.openxmlformats.org/officeDocument/2006/relationships/font" Target="fonts/font14.fntdata"/><Relationship Id="rId129" Type="http://schemas.openxmlformats.org/officeDocument/2006/relationships/font" Target="fonts/font15.fntdata"/><Relationship Id="rId130" Type="http://schemas.openxmlformats.org/officeDocument/2006/relationships/font" Target="fonts/font16.fntdata"/><Relationship Id="rId131" Type="http://schemas.openxmlformats.org/officeDocument/2006/relationships/font" Target="fonts/font17.fntdata"/><Relationship Id="rId132" Type="http://schemas.openxmlformats.org/officeDocument/2006/relationships/font" Target="fonts/font18.fntdata"/><Relationship Id="rId133" Type="http://schemas.openxmlformats.org/officeDocument/2006/relationships/font" Target="fonts/font19.fntdata"/><Relationship Id="rId134" Type="http://schemas.openxmlformats.org/officeDocument/2006/relationships/font" Target="fonts/font20.fntdata"/><Relationship Id="rId135" Type="http://schemas.openxmlformats.org/officeDocument/2006/relationships/font" Target="fonts/font21.fntdata"/><Relationship Id="rId136" Type="http://schemas.openxmlformats.org/officeDocument/2006/relationships/font" Target="fonts/font22.fntdata"/><Relationship Id="rId137" Type="http://schemas.openxmlformats.org/officeDocument/2006/relationships/font" Target="fonts/font23.fntdata"/><Relationship Id="rId138" Type="http://schemas.openxmlformats.org/officeDocument/2006/relationships/font" Target="fonts/font24.fntdata"/><Relationship Id="rId139" Type="http://schemas.openxmlformats.org/officeDocument/2006/relationships/font" Target="fonts/font25.fntdata"/><Relationship Id="rId140" Type="http://schemas.openxmlformats.org/officeDocument/2006/relationships/font" Target="fonts/font26.fntdata"/><Relationship Id="rId141" Type="http://schemas.openxmlformats.org/officeDocument/2006/relationships/font" Target="fonts/font27.fntdata"/><Relationship Id="rId142" Type="http://schemas.openxmlformats.org/officeDocument/2006/relationships/font" Target="fonts/font28.fntdata"/><Relationship Id="rId143" Type="http://schemas.openxmlformats.org/officeDocument/2006/relationships/presProps" Target="presProps.xml"/><Relationship Id="rId144" Type="http://schemas.openxmlformats.org/officeDocument/2006/relationships/viewProps" Target="viewProps.xml"/><Relationship Id="rId145" Type="http://schemas.openxmlformats.org/officeDocument/2006/relationships/theme" Target="theme/theme1.xml"/><Relationship Id="rId146" Type="http://schemas.openxmlformats.org/officeDocument/2006/relationships/tableStyles" Target="tableStyles.xml"/><Relationship Id="rId147" Type="http://schemas.microsoft.com/office/2016/11/relationships/changesInfo" Target="changesInfos/changesInfo1.xml"/><Relationship Id="rId14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evoir Williams" userId="6a45007046124a3d" providerId="LiveId" clId="{1172E971-BE95-41D8-8417-A8E96DC25A07}"/>
    <pc:docChg chg="undo custSel addSld delSld modSld sldOrd addSection delSection modSection">
      <pc:chgData name="Trevoir Williams" userId="6a45007046124a3d" providerId="LiveId" clId="{1172E971-BE95-41D8-8417-A8E96DC25A07}" dt="2024-11-20T18:59:40.467" v="4542" actId="20577"/>
      <pc:docMkLst>
        <pc:docMk/>
      </pc:docMkLst>
      <pc:sldChg chg="modSp mod">
        <pc:chgData name="Trevoir Williams" userId="6a45007046124a3d" providerId="LiveId" clId="{1172E971-BE95-41D8-8417-A8E96DC25A07}" dt="2024-11-20T18:41:34.474" v="4079" actId="20577"/>
        <pc:sldMkLst>
          <pc:docMk/>
          <pc:sldMk cId="0" sldId="256"/>
        </pc:sldMkLst>
      </pc:sldChg>
      <pc:sldChg chg="del">
        <pc:chgData name="Trevoir Williams" userId="6a45007046124a3d" providerId="LiveId" clId="{1172E971-BE95-41D8-8417-A8E96DC25A07}" dt="2024-11-20T18:42:32.528" v="4080" actId="47"/>
        <pc:sldMkLst>
          <pc:docMk/>
          <pc:sldMk cId="0" sldId="257"/>
        </pc:sldMkLst>
      </pc:sldChg>
      <pc:sldChg chg="add del">
        <pc:chgData name="Trevoir Williams" userId="6a45007046124a3d" providerId="LiveId" clId="{1172E971-BE95-41D8-8417-A8E96DC25A07}" dt="2024-11-20T18:54:19.631" v="4535"/>
        <pc:sldMkLst>
          <pc:docMk/>
          <pc:sldMk cId="0" sldId="258"/>
        </pc:sldMkLst>
      </pc:sldChg>
      <pc:sldChg chg="addSp modSp add mod modAnim modNotesTx">
        <pc:chgData name="Trevoir Williams" userId="6a45007046124a3d" providerId="LiveId" clId="{1172E971-BE95-41D8-8417-A8E96DC25A07}" dt="2024-11-20T18:55:00.263" v="4537"/>
        <pc:sldMkLst>
          <pc:docMk/>
          <pc:sldMk cId="400484706" sldId="299"/>
        </pc:sldMkLst>
      </pc:sldChg>
      <pc:sldChg chg="modSp mod modAnim">
        <pc:chgData name="Trevoir Williams" userId="6a45007046124a3d" providerId="LiveId" clId="{1172E971-BE95-41D8-8417-A8E96DC25A07}" dt="2024-11-12T21:06:10.302" v="795" actId="20577"/>
        <pc:sldMkLst>
          <pc:docMk/>
          <pc:sldMk cId="1272069701" sldId="318"/>
        </pc:sldMkLst>
      </pc:sldChg>
      <pc:sldChg chg="modSp">
        <pc:chgData name="Trevoir Williams" userId="6a45007046124a3d" providerId="LiveId" clId="{1172E971-BE95-41D8-8417-A8E96DC25A07}" dt="2024-11-12T20:54:19.263" v="547" actId="20577"/>
        <pc:sldMkLst>
          <pc:docMk/>
          <pc:sldMk cId="2126565633" sldId="489"/>
        </pc:sldMkLst>
      </pc:sldChg>
      <pc:sldChg chg="modSp modAnim">
        <pc:chgData name="Trevoir Williams" userId="6a45007046124a3d" providerId="LiveId" clId="{1172E971-BE95-41D8-8417-A8E96DC25A07}" dt="2024-11-12T21:07:57.258" v="1067" actId="20577"/>
        <pc:sldMkLst>
          <pc:docMk/>
          <pc:sldMk cId="2856495926" sldId="496"/>
        </pc:sldMkLst>
      </pc:sldChg>
      <pc:sldChg chg="modSp mod">
        <pc:chgData name="Trevoir Williams" userId="6a45007046124a3d" providerId="LiveId" clId="{1172E971-BE95-41D8-8417-A8E96DC25A07}" dt="2024-11-12T20:39:48.606" v="322" actId="20577"/>
        <pc:sldMkLst>
          <pc:docMk/>
          <pc:sldMk cId="3627038635" sldId="497"/>
        </pc:sldMkLst>
      </pc:sldChg>
      <pc:sldChg chg="modSp del modAnim">
        <pc:chgData name="Trevoir Williams" userId="6a45007046124a3d" providerId="LiveId" clId="{1172E971-BE95-41D8-8417-A8E96DC25A07}" dt="2024-11-12T21:06:21.849" v="796" actId="47"/>
        <pc:sldMkLst>
          <pc:docMk/>
          <pc:sldMk cId="2707485716" sldId="498"/>
        </pc:sldMkLst>
      </pc:sldChg>
      <pc:sldChg chg="modSp add del mod ord modAnim">
        <pc:chgData name="Trevoir Williams" userId="6a45007046124a3d" providerId="LiveId" clId="{1172E971-BE95-41D8-8417-A8E96DC25A07}" dt="2024-11-13T13:12:05.930" v="1068" actId="47"/>
        <pc:sldMkLst>
          <pc:docMk/>
          <pc:sldMk cId="3414626463" sldId="499"/>
        </pc:sldMkLst>
      </pc:sldChg>
      <pc:sldChg chg="addSp delSp modSp add mod modAnim modNotesTx">
        <pc:chgData name="Trevoir Williams" userId="6a45007046124a3d" providerId="LiveId" clId="{1172E971-BE95-41D8-8417-A8E96DC25A07}" dt="2024-11-12T20:27:48.805" v="194"/>
        <pc:sldMkLst>
          <pc:docMk/>
          <pc:sldMk cId="4039687005" sldId="500"/>
        </pc:sldMkLst>
      </pc:sldChg>
      <pc:sldChg chg="modSp add mod ord modAnim">
        <pc:chgData name="Trevoir Williams" userId="6a45007046124a3d" providerId="LiveId" clId="{1172E971-BE95-41D8-8417-A8E96DC25A07}" dt="2024-11-12T21:03:47.927" v="627"/>
        <pc:sldMkLst>
          <pc:docMk/>
          <pc:sldMk cId="629129461" sldId="501"/>
        </pc:sldMkLst>
      </pc:sldChg>
      <pc:sldChg chg="modSp add mod ord">
        <pc:chgData name="Trevoir Williams" userId="6a45007046124a3d" providerId="LiveId" clId="{1172E971-BE95-41D8-8417-A8E96DC25A07}" dt="2024-11-12T20:47:49.551" v="516" actId="20577"/>
        <pc:sldMkLst>
          <pc:docMk/>
          <pc:sldMk cId="3630796767" sldId="502"/>
        </pc:sldMkLst>
      </pc:sldChg>
      <pc:sldChg chg="modSp add del mod modAnim">
        <pc:chgData name="Trevoir Williams" userId="6a45007046124a3d" providerId="LiveId" clId="{1172E971-BE95-41D8-8417-A8E96DC25A07}" dt="2024-11-12T21:06:21.849" v="796" actId="47"/>
        <pc:sldMkLst>
          <pc:docMk/>
          <pc:sldMk cId="1174540763" sldId="503"/>
        </pc:sldMkLst>
      </pc:sldChg>
      <pc:sldChg chg="add del">
        <pc:chgData name="Trevoir Williams" userId="6a45007046124a3d" providerId="LiveId" clId="{1172E971-BE95-41D8-8417-A8E96DC25A07}" dt="2024-11-12T20:55:03.998" v="551"/>
        <pc:sldMkLst>
          <pc:docMk/>
          <pc:sldMk cId="1118549957" sldId="504"/>
        </pc:sldMkLst>
      </pc:sldChg>
      <pc:sldChg chg="add">
        <pc:chgData name="Trevoir Williams" userId="6a45007046124a3d" providerId="LiveId" clId="{1172E971-BE95-41D8-8417-A8E96DC25A07}" dt="2024-11-13T15:04:37.605" v="1360"/>
        <pc:sldMkLst>
          <pc:docMk/>
          <pc:sldMk cId="1222343819" sldId="511"/>
        </pc:sldMkLst>
      </pc:sldChg>
      <pc:sldChg chg="modSp add modAnim">
        <pc:chgData name="Trevoir Williams" userId="6a45007046124a3d" providerId="LiveId" clId="{1172E971-BE95-41D8-8417-A8E96DC25A07}" dt="2024-11-13T15:06:01.246" v="1400" actId="20577"/>
        <pc:sldMkLst>
          <pc:docMk/>
          <pc:sldMk cId="290559400" sldId="512"/>
        </pc:sldMkLst>
      </pc:sldChg>
      <pc:sldChg chg="modSp add">
        <pc:chgData name="Trevoir Williams" userId="6a45007046124a3d" providerId="LiveId" clId="{1172E971-BE95-41D8-8417-A8E96DC25A07}" dt="2024-11-13T15:05:03.398" v="1385" actId="20577"/>
        <pc:sldMkLst>
          <pc:docMk/>
          <pc:sldMk cId="3969985296" sldId="513"/>
        </pc:sldMkLst>
      </pc:sldChg>
      <pc:sldChg chg="modSp add modAnim">
        <pc:chgData name="Trevoir Williams" userId="6a45007046124a3d" providerId="LiveId" clId="{1172E971-BE95-41D8-8417-A8E96DC25A07}" dt="2024-11-13T15:22:48.876" v="1497" actId="20577"/>
        <pc:sldMkLst>
          <pc:docMk/>
          <pc:sldMk cId="739463832" sldId="514"/>
        </pc:sldMkLst>
      </pc:sldChg>
      <pc:sldChg chg="add ord">
        <pc:chgData name="Trevoir Williams" userId="6a45007046124a3d" providerId="LiveId" clId="{1172E971-BE95-41D8-8417-A8E96DC25A07}" dt="2024-11-13T15:21:55.859" v="1411"/>
        <pc:sldMkLst>
          <pc:docMk/>
          <pc:sldMk cId="1238696468" sldId="518"/>
        </pc:sldMkLst>
      </pc:sldChg>
      <pc:sldChg chg="add">
        <pc:chgData name="Trevoir Williams" userId="6a45007046124a3d" providerId="LiveId" clId="{1172E971-BE95-41D8-8417-A8E96DC25A07}" dt="2024-11-13T15:06:35.965" v="1401"/>
        <pc:sldMkLst>
          <pc:docMk/>
          <pc:sldMk cId="1334761478" sldId="526"/>
        </pc:sldMkLst>
      </pc:sldChg>
      <pc:sldChg chg="add">
        <pc:chgData name="Trevoir Williams" userId="6a45007046124a3d" providerId="LiveId" clId="{1172E971-BE95-41D8-8417-A8E96DC25A07}" dt="2024-11-13T15:04:37.605" v="1360"/>
        <pc:sldMkLst>
          <pc:docMk/>
          <pc:sldMk cId="433684688" sldId="534"/>
        </pc:sldMkLst>
      </pc:sldChg>
      <pc:sldChg chg="add ord">
        <pc:chgData name="Trevoir Williams" userId="6a45007046124a3d" providerId="LiveId" clId="{1172E971-BE95-41D8-8417-A8E96DC25A07}" dt="2024-11-12T21:03:30.098" v="625"/>
        <pc:sldMkLst>
          <pc:docMk/>
          <pc:sldMk cId="2162253639" sldId="542"/>
        </pc:sldMkLst>
      </pc:sldChg>
      <pc:sldChg chg="modSp add mod ord modAnim">
        <pc:chgData name="Trevoir Williams" userId="6a45007046124a3d" providerId="LiveId" clId="{1172E971-BE95-41D8-8417-A8E96DC25A07}" dt="2024-11-13T13:21:00.840" v="1185" actId="20577"/>
        <pc:sldMkLst>
          <pc:docMk/>
          <pc:sldMk cId="454991802" sldId="543"/>
        </pc:sldMkLst>
      </pc:sldChg>
      <pc:sldChg chg="modSp add mod modAnim">
        <pc:chgData name="Trevoir Williams" userId="6a45007046124a3d" providerId="LiveId" clId="{1172E971-BE95-41D8-8417-A8E96DC25A07}" dt="2024-11-12T21:01:23.961" v="590"/>
        <pc:sldMkLst>
          <pc:docMk/>
          <pc:sldMk cId="3586758904" sldId="544"/>
        </pc:sldMkLst>
      </pc:sldChg>
      <pc:sldChg chg="addSp modSp add mod modAnim modNotesTx">
        <pc:chgData name="Trevoir Williams" userId="6a45007046124a3d" providerId="LiveId" clId="{1172E971-BE95-41D8-8417-A8E96DC25A07}" dt="2024-11-12T21:02:32.898" v="623" actId="20577"/>
        <pc:sldMkLst>
          <pc:docMk/>
          <pc:sldMk cId="2742521212" sldId="545"/>
        </pc:sldMkLst>
      </pc:sldChg>
      <pc:sldChg chg="add del">
        <pc:chgData name="Trevoir Williams" userId="6a45007046124a3d" providerId="LiveId" clId="{1172E971-BE95-41D8-8417-A8E96DC25A07}" dt="2024-11-12T21:06:28.550" v="797" actId="47"/>
        <pc:sldMkLst>
          <pc:docMk/>
          <pc:sldMk cId="4100598655" sldId="546"/>
        </pc:sldMkLst>
      </pc:sldChg>
      <pc:sldChg chg="addSp modSp modAnim">
        <pc:chgData name="Trevoir Williams" userId="6a45007046124a3d" providerId="LiveId" clId="{1172E971-BE95-41D8-8417-A8E96DC25A07}" dt="2024-11-18T13:57:11.208" v="1526"/>
        <pc:sldMkLst>
          <pc:docMk/>
          <pc:sldMk cId="4053681741" sldId="547"/>
        </pc:sldMkLst>
      </pc:sldChg>
      <pc:sldChg chg="modSp mod modAnim">
        <pc:chgData name="Trevoir Williams" userId="6a45007046124a3d" providerId="LiveId" clId="{1172E971-BE95-41D8-8417-A8E96DC25A07}" dt="2024-11-13T14:09:20.077" v="1232" actId="20577"/>
        <pc:sldMkLst>
          <pc:docMk/>
          <pc:sldMk cId="1917539655" sldId="548"/>
        </pc:sldMkLst>
      </pc:sldChg>
      <pc:sldChg chg="modSp mod modAnim">
        <pc:chgData name="Trevoir Williams" userId="6a45007046124a3d" providerId="LiveId" clId="{1172E971-BE95-41D8-8417-A8E96DC25A07}" dt="2024-11-18T14:56:56.359" v="1720" actId="20577"/>
        <pc:sldMkLst>
          <pc:docMk/>
          <pc:sldMk cId="4226409406" sldId="552"/>
        </pc:sldMkLst>
      </pc:sldChg>
      <pc:sldChg chg="modSp modAnim">
        <pc:chgData name="Trevoir Williams" userId="6a45007046124a3d" providerId="LiveId" clId="{1172E971-BE95-41D8-8417-A8E96DC25A07}" dt="2024-11-18T20:16:56.152" v="2354" actId="20577"/>
        <pc:sldMkLst>
          <pc:docMk/>
          <pc:sldMk cId="4187166047" sldId="556"/>
        </pc:sldMkLst>
      </pc:sldChg>
      <pc:sldChg chg="modNotesTx">
        <pc:chgData name="Trevoir Williams" userId="6a45007046124a3d" providerId="LiveId" clId="{1172E971-BE95-41D8-8417-A8E96DC25A07}" dt="2024-11-18T18:21:37.198" v="2047"/>
        <pc:sldMkLst>
          <pc:docMk/>
          <pc:sldMk cId="1219890637" sldId="563"/>
        </pc:sldMkLst>
      </pc:sldChg>
      <pc:sldChg chg="modSp add del mod">
        <pc:chgData name="Trevoir Williams" userId="6a45007046124a3d" providerId="LiveId" clId="{1172E971-BE95-41D8-8417-A8E96DC25A07}" dt="2024-11-13T15:04:35.463" v="1359" actId="47"/>
        <pc:sldMkLst>
          <pc:docMk/>
          <pc:sldMk cId="1610172579" sldId="567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1882707441" sldId="567"/>
        </pc:sldMkLst>
      </pc:sldChg>
      <pc:sldChg chg="modSp add del modAnim">
        <pc:chgData name="Trevoir Williams" userId="6a45007046124a3d" providerId="LiveId" clId="{1172E971-BE95-41D8-8417-A8E96DC25A07}" dt="2024-11-13T15:04:35.463" v="1359" actId="47"/>
        <pc:sldMkLst>
          <pc:docMk/>
          <pc:sldMk cId="459242774" sldId="568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529811125" sldId="568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1368308737" sldId="569"/>
        </pc:sldMkLst>
      </pc:sldChg>
      <pc:sldChg chg="add del">
        <pc:chgData name="Trevoir Williams" userId="6a45007046124a3d" providerId="LiveId" clId="{1172E971-BE95-41D8-8417-A8E96DC25A07}" dt="2024-11-13T15:04:35.463" v="1359" actId="47"/>
        <pc:sldMkLst>
          <pc:docMk/>
          <pc:sldMk cId="1425337824" sldId="569"/>
        </pc:sldMkLst>
      </pc:sldChg>
      <pc:sldChg chg="add del">
        <pc:chgData name="Trevoir Williams" userId="6a45007046124a3d" providerId="LiveId" clId="{1172E971-BE95-41D8-8417-A8E96DC25A07}" dt="2024-11-13T15:04:35.463" v="1359" actId="47"/>
        <pc:sldMkLst>
          <pc:docMk/>
          <pc:sldMk cId="556114158" sldId="570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2306183071" sldId="570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305060886" sldId="571"/>
        </pc:sldMkLst>
      </pc:sldChg>
      <pc:sldChg chg="add del">
        <pc:chgData name="Trevoir Williams" userId="6a45007046124a3d" providerId="LiveId" clId="{1172E971-BE95-41D8-8417-A8E96DC25A07}" dt="2024-11-13T15:21:14.943" v="1405" actId="47"/>
        <pc:sldMkLst>
          <pc:docMk/>
          <pc:sldMk cId="535636877" sldId="572"/>
        </pc:sldMkLst>
      </pc:sldChg>
      <pc:sldChg chg="add ord">
        <pc:chgData name="Trevoir Williams" userId="6a45007046124a3d" providerId="LiveId" clId="{1172E971-BE95-41D8-8417-A8E96DC25A07}" dt="2024-11-13T15:21:55.859" v="1411"/>
        <pc:sldMkLst>
          <pc:docMk/>
          <pc:sldMk cId="2025007425" sldId="573"/>
        </pc:sldMkLst>
      </pc:sldChg>
      <pc:sldChg chg="add">
        <pc:chgData name="Trevoir Williams" userId="6a45007046124a3d" providerId="LiveId" clId="{1172E971-BE95-41D8-8417-A8E96DC25A07}" dt="2024-11-13T15:07:47.193" v="1404"/>
        <pc:sldMkLst>
          <pc:docMk/>
          <pc:sldMk cId="1723620810" sldId="574"/>
        </pc:sldMkLst>
      </pc:sldChg>
      <pc:sldChg chg="modSp add mod modAnim">
        <pc:chgData name="Trevoir Williams" userId="6a45007046124a3d" providerId="LiveId" clId="{1172E971-BE95-41D8-8417-A8E96DC25A07}" dt="2024-11-18T18:16:20.284" v="1996" actId="6549"/>
        <pc:sldMkLst>
          <pc:docMk/>
          <pc:sldMk cId="268392604" sldId="575"/>
        </pc:sldMkLst>
      </pc:sldChg>
      <pc:sldChg chg="addSp delSp modSp add mod modAnim">
        <pc:chgData name="Trevoir Williams" userId="6a45007046124a3d" providerId="LiveId" clId="{1172E971-BE95-41D8-8417-A8E96DC25A07}" dt="2024-11-18T18:20:51.703" v="2016" actId="20577"/>
        <pc:sldMkLst>
          <pc:docMk/>
          <pc:sldMk cId="2480859063" sldId="576"/>
        </pc:sldMkLst>
      </pc:sldChg>
      <pc:sldChg chg="addSp delSp modSp add modAnim modNotesTx">
        <pc:chgData name="Trevoir Williams" userId="6a45007046124a3d" providerId="LiveId" clId="{1172E971-BE95-41D8-8417-A8E96DC25A07}" dt="2024-11-18T18:22:09.466" v="2061"/>
        <pc:sldMkLst>
          <pc:docMk/>
          <pc:sldMk cId="1193052195" sldId="577"/>
        </pc:sldMkLst>
      </pc:sldChg>
      <pc:sldChg chg="add del">
        <pc:chgData name="Trevoir Williams" userId="6a45007046124a3d" providerId="LiveId" clId="{1172E971-BE95-41D8-8417-A8E96DC25A07}" dt="2024-11-18T18:08:48.350" v="1795"/>
        <pc:sldMkLst>
          <pc:docMk/>
          <pc:sldMk cId="1901112534" sldId="577"/>
        </pc:sldMkLst>
      </pc:sldChg>
      <pc:sldChg chg="addSp delSp modSp add modAnim">
        <pc:chgData name="Trevoir Williams" userId="6a45007046124a3d" providerId="LiveId" clId="{1172E971-BE95-41D8-8417-A8E96DC25A07}" dt="2024-11-18T18:24:19.021" v="2090" actId="113"/>
        <pc:sldMkLst>
          <pc:docMk/>
          <pc:sldMk cId="3585984959" sldId="578"/>
        </pc:sldMkLst>
      </pc:sldChg>
      <pc:sldChg chg="addSp delSp modSp add mod">
        <pc:chgData name="Trevoir Williams" userId="6a45007046124a3d" providerId="LiveId" clId="{1172E971-BE95-41D8-8417-A8E96DC25A07}" dt="2024-11-19T16:01:38.581" v="3309" actId="20577"/>
        <pc:sldMkLst>
          <pc:docMk/>
          <pc:sldMk cId="3371294077" sldId="579"/>
        </pc:sldMkLst>
      </pc:sldChg>
      <pc:sldChg chg="modSp add modAnim">
        <pc:chgData name="Trevoir Williams" userId="6a45007046124a3d" providerId="LiveId" clId="{1172E971-BE95-41D8-8417-A8E96DC25A07}" dt="2024-11-19T20:49:45.257" v="3652" actId="20577"/>
        <pc:sldMkLst>
          <pc:docMk/>
          <pc:sldMk cId="1371302944" sldId="580"/>
        </pc:sldMkLst>
      </pc:sldChg>
      <pc:sldChg chg="modSp add del mod ord modAnim">
        <pc:chgData name="Trevoir Williams" userId="6a45007046124a3d" providerId="LiveId" clId="{1172E971-BE95-41D8-8417-A8E96DC25A07}" dt="2024-11-19T20:48:28.474" v="3624" actId="47"/>
        <pc:sldMkLst>
          <pc:docMk/>
          <pc:sldMk cId="3752896572" sldId="581"/>
        </pc:sldMkLst>
      </pc:sldChg>
      <pc:sldChg chg="modSp add modAnim">
        <pc:chgData name="Trevoir Williams" userId="6a45007046124a3d" providerId="LiveId" clId="{1172E971-BE95-41D8-8417-A8E96DC25A07}" dt="2024-11-20T16:47:00.305" v="4063" actId="20577"/>
        <pc:sldMkLst>
          <pc:docMk/>
          <pc:sldMk cId="374816430" sldId="582"/>
        </pc:sldMkLst>
      </pc:sldChg>
      <pc:sldChg chg="modSp add del mod ord modAnim modNotesTx">
        <pc:chgData name="Trevoir Williams" userId="6a45007046124a3d" providerId="LiveId" clId="{1172E971-BE95-41D8-8417-A8E96DC25A07}" dt="2024-11-19T20:48:28.474" v="3624" actId="47"/>
        <pc:sldMkLst>
          <pc:docMk/>
          <pc:sldMk cId="3703264136" sldId="583"/>
        </pc:sldMkLst>
      </pc:sldChg>
      <pc:sldChg chg="modSp add del mod ord modAnim modNotesTx">
        <pc:chgData name="Trevoir Williams" userId="6a45007046124a3d" providerId="LiveId" clId="{1172E971-BE95-41D8-8417-A8E96DC25A07}" dt="2024-11-19T20:48:28.474" v="3624" actId="47"/>
        <pc:sldMkLst>
          <pc:docMk/>
          <pc:sldMk cId="2242639053" sldId="584"/>
        </pc:sldMkLst>
      </pc:sldChg>
      <pc:sldChg chg="addSp modSp add del mod ord modAnim modNotesTx">
        <pc:chgData name="Trevoir Williams" userId="6a45007046124a3d" providerId="LiveId" clId="{1172E971-BE95-41D8-8417-A8E96DC25A07}" dt="2024-11-19T16:44:06.197" v="3312" actId="47"/>
        <pc:sldMkLst>
          <pc:docMk/>
          <pc:sldMk cId="2103872325" sldId="585"/>
        </pc:sldMkLst>
      </pc:sldChg>
      <pc:sldChg chg="addSp modSp add mod ord modAnim modNotesTx">
        <pc:chgData name="Trevoir Williams" userId="6a45007046124a3d" providerId="LiveId" clId="{1172E971-BE95-41D8-8417-A8E96DC25A07}" dt="2024-11-19T20:53:41.610" v="3820" actId="113"/>
        <pc:sldMkLst>
          <pc:docMk/>
          <pc:sldMk cId="3289197478" sldId="586"/>
        </pc:sldMkLst>
      </pc:sldChg>
      <pc:sldChg chg="modSp add mod ord modAnim">
        <pc:chgData name="Trevoir Williams" userId="6a45007046124a3d" providerId="LiveId" clId="{1172E971-BE95-41D8-8417-A8E96DC25A07}" dt="2024-11-19T15:54:07.060" v="3251"/>
        <pc:sldMkLst>
          <pc:docMk/>
          <pc:sldMk cId="660513789" sldId="587"/>
        </pc:sldMkLst>
      </pc:sldChg>
      <pc:sldChg chg="addSp delSp modSp add mod modAnim modNotesTx">
        <pc:chgData name="Trevoir Williams" userId="6a45007046124a3d" providerId="LiveId" clId="{1172E971-BE95-41D8-8417-A8E96DC25A07}" dt="2024-11-19T16:51:41.105" v="3535"/>
        <pc:sldMkLst>
          <pc:docMk/>
          <pc:sldMk cId="2861756391" sldId="588"/>
        </pc:sldMkLst>
      </pc:sldChg>
      <pc:sldChg chg="modSp add modAnim">
        <pc:chgData name="Trevoir Williams" userId="6a45007046124a3d" providerId="LiveId" clId="{1172E971-BE95-41D8-8417-A8E96DC25A07}" dt="2024-11-19T16:52:29.811" v="3540"/>
        <pc:sldMkLst>
          <pc:docMk/>
          <pc:sldMk cId="1739585494" sldId="589"/>
        </pc:sldMkLst>
      </pc:sldChg>
      <pc:sldChg chg="modSp add modAnim">
        <pc:chgData name="Trevoir Williams" userId="6a45007046124a3d" providerId="LiveId" clId="{1172E971-BE95-41D8-8417-A8E96DC25A07}" dt="2024-11-19T17:04:43.063" v="3620" actId="20577"/>
        <pc:sldMkLst>
          <pc:docMk/>
          <pc:sldMk cId="1730795753" sldId="590"/>
        </pc:sldMkLst>
      </pc:sldChg>
      <pc:sldChg chg="modSp add modAnim">
        <pc:chgData name="Trevoir Williams" userId="6a45007046124a3d" providerId="LiveId" clId="{1172E971-BE95-41D8-8417-A8E96DC25A07}" dt="2024-11-19T17:04:56.740" v="3623"/>
        <pc:sldMkLst>
          <pc:docMk/>
          <pc:sldMk cId="30861721" sldId="591"/>
        </pc:sldMkLst>
      </pc:sldChg>
      <pc:sldChg chg="addSp modSp add mod modAnim modNotesTx">
        <pc:chgData name="Trevoir Williams" userId="6a45007046124a3d" providerId="LiveId" clId="{1172E971-BE95-41D8-8417-A8E96DC25A07}" dt="2024-11-20T18:48:02.629" v="4222" actId="20577"/>
        <pc:sldMkLst>
          <pc:docMk/>
          <pc:sldMk cId="1304305565" sldId="650"/>
        </pc:sldMkLst>
      </pc:sldChg>
      <pc:sldChg chg="modSp add mod modAnim">
        <pc:chgData name="Trevoir Williams" userId="6a45007046124a3d" providerId="LiveId" clId="{1172E971-BE95-41D8-8417-A8E96DC25A07}" dt="2024-11-20T18:59:40.467" v="4542" actId="20577"/>
        <pc:sldMkLst>
          <pc:docMk/>
          <pc:sldMk cId="2507848002" sldId="652"/>
        </pc:sldMkLst>
      </pc:sldChg>
      <pc:sldChg chg="addSp delSp modSp add mod">
        <pc:chgData name="Trevoir Williams" userId="6a45007046124a3d" providerId="LiveId" clId="{1172E971-BE95-41D8-8417-A8E96DC25A07}" dt="2024-11-20T18:53:36.891" v="4534" actId="1076"/>
        <pc:sldMkLst>
          <pc:docMk/>
          <pc:sldMk cId="0" sldId="654"/>
        </pc:sldMkLst>
      </pc:sldChg>
      <pc:sldChg chg="addSp modSp add modAnim">
        <pc:chgData name="Trevoir Williams" userId="6a45007046124a3d" providerId="LiveId" clId="{1172E971-BE95-41D8-8417-A8E96DC25A07}" dt="2024-11-20T18:55:09.817" v="4538"/>
        <pc:sldMkLst>
          <pc:docMk/>
          <pc:sldMk cId="1098737572" sldId="655"/>
        </pc:sldMkLst>
      </pc:sldChg>
      <pc:sldChg chg="modSp add modAnim">
        <pc:chgData name="Trevoir Williams" userId="6a45007046124a3d" providerId="LiveId" clId="{1172E971-BE95-41D8-8417-A8E96DC25A07}" dt="2024-11-20T18:50:46.863" v="4351" actId="20577"/>
        <pc:sldMkLst>
          <pc:docMk/>
          <pc:sldMk cId="2590145000" sldId="656"/>
        </pc:sldMkLst>
      </pc:sldChg>
    </pc:docChg>
  </pc:docChgLst>
  <pc:docChgLst>
    <pc:chgData name="Trevoir Williams" userId="6a45007046124a3d" providerId="LiveId" clId="{421331A7-A467-487F-B0A7-19DE7F1F6E67}"/>
    <pc:docChg chg="undo custSel addSld delSld modSld sldOrd addSection modSection">
      <pc:chgData name="Trevoir Williams" userId="6a45007046124a3d" providerId="LiveId" clId="{421331A7-A467-487F-B0A7-19DE7F1F6E67}" dt="2024-11-13T03:27:47.814" v="1115"/>
      <pc:docMkLst>
        <pc:docMk/>
      </pc:docMkLst>
      <pc:sldChg chg="delSp modSp mod">
        <pc:chgData name="Trevoir Williams" userId="6a45007046124a3d" providerId="LiveId" clId="{421331A7-A467-487F-B0A7-19DE7F1F6E67}" dt="2024-11-12T03:08:37.871" v="8" actId="403"/>
        <pc:sldMkLst>
          <pc:docMk/>
          <pc:sldMk cId="0" sldId="256"/>
        </pc:sldMkLst>
      </pc:sldChg>
      <pc:sldChg chg="modNotes">
        <pc:chgData name="Trevoir Williams" userId="6a45007046124a3d" providerId="LiveId" clId="{421331A7-A467-487F-B0A7-19DE7F1F6E67}" dt="2024-11-12T03:29:00.195" v="28"/>
        <pc:sldMkLst>
          <pc:docMk/>
          <pc:sldMk cId="0" sldId="257"/>
        </pc:sldMkLst>
      </pc:sldChg>
      <pc:sldChg chg="modNotes">
        <pc:chgData name="Trevoir Williams" userId="6a45007046124a3d" providerId="LiveId" clId="{421331A7-A467-487F-B0A7-19DE7F1F6E67}" dt="2024-11-12T03:29:00.195" v="28"/>
        <pc:sldMkLst>
          <pc:docMk/>
          <pc:sldMk cId="0" sldId="258"/>
        </pc:sldMkLst>
      </pc:sldChg>
      <pc:sldChg chg="del modNotes">
        <pc:chgData name="Trevoir Williams" userId="6a45007046124a3d" providerId="LiveId" clId="{421331A7-A467-487F-B0A7-19DE7F1F6E67}" dt="2024-11-12T03:30:32.744" v="30" actId="47"/>
        <pc:sldMkLst>
          <pc:docMk/>
          <pc:sldMk cId="0" sldId="25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949641813" sldId="26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1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846300772" sldId="26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2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075105321" sldId="26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7727685" sldId="26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640926790" sldId="26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291869277" sldId="26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6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183228358" sldId="266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7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559386285" sldId="267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8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626029734" sldId="268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9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249072639" sldId="26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381109713" sldId="27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1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365049917" sldId="27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2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934691335" sldId="27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749446084" sldId="27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930393583" sldId="27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625607916" sldId="27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6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824731030" sldId="276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7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028957224" sldId="277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8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110911952" sldId="278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9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299329008" sldId="27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4227866919" sldId="28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1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723522024" sldId="28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2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4229977496" sldId="28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806066309" sldId="28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557343195" sldId="28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860626756" sldId="28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6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2479799353" sldId="286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7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551329310" sldId="287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8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539045948" sldId="288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9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706872464" sldId="28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764096650" sldId="29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1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331783730" sldId="29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2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470785031" sldId="29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331151764" sldId="29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22082977" sldId="29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351949965" sldId="29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6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2501177308" sldId="296"/>
        </pc:sldMkLst>
      </pc:sldChg>
      <pc:sldChg chg="modSp add mod">
        <pc:chgData name="Trevoir Williams" userId="6a45007046124a3d" providerId="LiveId" clId="{421331A7-A467-487F-B0A7-19DE7F1F6E67}" dt="2024-11-12T03:30:49.033" v="46" actId="20577"/>
        <pc:sldMkLst>
          <pc:docMk/>
          <pc:sldMk cId="81327638" sldId="317"/>
        </pc:sldMkLst>
      </pc:sldChg>
      <pc:sldChg chg="addSp delSp modSp add modAnim modNotesTx">
        <pc:chgData name="Trevoir Williams" userId="6a45007046124a3d" providerId="LiveId" clId="{421331A7-A467-487F-B0A7-19DE7F1F6E67}" dt="2024-11-12T03:35:39.103" v="66" actId="20577"/>
        <pc:sldMkLst>
          <pc:docMk/>
          <pc:sldMk cId="1272069701" sldId="318"/>
        </pc:sldMkLst>
      </pc:sldChg>
      <pc:sldChg chg="modSp add del mod">
        <pc:chgData name="Trevoir Williams" userId="6a45007046124a3d" providerId="LiveId" clId="{421331A7-A467-487F-B0A7-19DE7F1F6E67}" dt="2024-11-12T03:42:46.881" v="138" actId="47"/>
        <pc:sldMkLst>
          <pc:docMk/>
          <pc:sldMk cId="811493021" sldId="319"/>
        </pc:sldMkLst>
      </pc:sldChg>
      <pc:sldChg chg="modSp add mod modAnim">
        <pc:chgData name="Trevoir Williams" userId="6a45007046124a3d" providerId="LiveId" clId="{421331A7-A467-487F-B0A7-19DE7F1F6E67}" dt="2024-11-13T02:09:52.514" v="234" actId="6549"/>
        <pc:sldMkLst>
          <pc:docMk/>
          <pc:sldMk cId="2126565633" sldId="489"/>
        </pc:sldMkLst>
      </pc:sldChg>
      <pc:sldChg chg="add">
        <pc:chgData name="Trevoir Williams" userId="6a45007046124a3d" providerId="LiveId" clId="{421331A7-A467-487F-B0A7-19DE7F1F6E67}" dt="2024-11-12T03:30:36.692" v="31"/>
        <pc:sldMkLst>
          <pc:docMk/>
          <pc:sldMk cId="2856495926" sldId="496"/>
        </pc:sldMkLst>
      </pc:sldChg>
      <pc:sldChg chg="modSp add ord modAnim">
        <pc:chgData name="Trevoir Williams" userId="6a45007046124a3d" providerId="LiveId" clId="{421331A7-A467-487F-B0A7-19DE7F1F6E67}" dt="2024-11-13T02:09:35.869" v="233"/>
        <pc:sldMkLst>
          <pc:docMk/>
          <pc:sldMk cId="3627038635" sldId="497"/>
        </pc:sldMkLst>
      </pc:sldChg>
      <pc:sldChg chg="modSp add mod modAnim">
        <pc:chgData name="Trevoir Williams" userId="6a45007046124a3d" providerId="LiveId" clId="{421331A7-A467-487F-B0A7-19DE7F1F6E67}" dt="2024-11-12T03:54:40.445" v="189" actId="20577"/>
        <pc:sldMkLst>
          <pc:docMk/>
          <pc:sldMk cId="2707485716" sldId="498"/>
        </pc:sldMkLst>
      </pc:sldChg>
      <pc:sldChg chg="addSp delSp modSp mod modAnim modNotesTx">
        <pc:chgData name="Trevoir Williams" userId="6a45007046124a3d" providerId="LiveId" clId="{421331A7-A467-487F-B0A7-19DE7F1F6E67}" dt="2024-11-13T02:07:54.726" v="231"/>
        <pc:sldMkLst>
          <pc:docMk/>
          <pc:sldMk cId="4039687005" sldId="500"/>
        </pc:sldMkLst>
      </pc:sldChg>
      <pc:sldChg chg="addSp delSp modSp ord modAnim">
        <pc:chgData name="Trevoir Williams" userId="6a45007046124a3d" providerId="LiveId" clId="{421331A7-A467-487F-B0A7-19DE7F1F6E67}" dt="2024-11-13T02:30:39.395" v="557"/>
        <pc:sldMkLst>
          <pc:docMk/>
          <pc:sldMk cId="3630796767" sldId="502"/>
        </pc:sldMkLst>
      </pc:sldChg>
      <pc:sldChg chg="modSp modAnim">
        <pc:chgData name="Trevoir Williams" userId="6a45007046124a3d" providerId="LiveId" clId="{421331A7-A467-487F-B0A7-19DE7F1F6E67}" dt="2024-11-13T02:15:52.637" v="256"/>
        <pc:sldMkLst>
          <pc:docMk/>
          <pc:sldMk cId="3586758904" sldId="544"/>
        </pc:sldMkLst>
      </pc:sldChg>
      <pc:sldChg chg="add ord">
        <pc:chgData name="Trevoir Williams" userId="6a45007046124a3d" providerId="LiveId" clId="{421331A7-A467-487F-B0A7-19DE7F1F6E67}" dt="2024-11-13T02:19:22.722" v="267"/>
        <pc:sldMkLst>
          <pc:docMk/>
          <pc:sldMk cId="945714194" sldId="546"/>
        </pc:sldMkLst>
      </pc:sldChg>
      <pc:sldChg chg="modSp add del mod">
        <pc:chgData name="Trevoir Williams" userId="6a45007046124a3d" providerId="LiveId" clId="{421331A7-A467-487F-B0A7-19DE7F1F6E67}" dt="2024-11-13T02:18:43.740" v="261" actId="2696"/>
        <pc:sldMkLst>
          <pc:docMk/>
          <pc:sldMk cId="3272612365" sldId="546"/>
        </pc:sldMkLst>
      </pc:sldChg>
      <pc:sldChg chg="add">
        <pc:chgData name="Trevoir Williams" userId="6a45007046124a3d" providerId="LiveId" clId="{421331A7-A467-487F-B0A7-19DE7F1F6E67}" dt="2024-11-13T02:22:09.276" v="436"/>
        <pc:sldMkLst>
          <pc:docMk/>
          <pc:sldMk cId="4053681741" sldId="547"/>
        </pc:sldMkLst>
      </pc:sldChg>
      <pc:sldChg chg="add del">
        <pc:chgData name="Trevoir Williams" userId="6a45007046124a3d" providerId="LiveId" clId="{421331A7-A467-487F-B0A7-19DE7F1F6E67}" dt="2024-11-13T02:22:05.272" v="435" actId="2696"/>
        <pc:sldMkLst>
          <pc:docMk/>
          <pc:sldMk cId="4093913321" sldId="547"/>
        </pc:sldMkLst>
      </pc:sldChg>
      <pc:sldChg chg="modSp add modAnim">
        <pc:chgData name="Trevoir Williams" userId="6a45007046124a3d" providerId="LiveId" clId="{421331A7-A467-487F-B0A7-19DE7F1F6E67}" dt="2024-11-13T02:11:32.054" v="254" actId="20577"/>
        <pc:sldMkLst>
          <pc:docMk/>
          <pc:sldMk cId="1917539655" sldId="548"/>
        </pc:sldMkLst>
      </pc:sldChg>
      <pc:sldChg chg="addSp delSp modSp add mod">
        <pc:chgData name="Trevoir Williams" userId="6a45007046124a3d" providerId="LiveId" clId="{421331A7-A467-487F-B0A7-19DE7F1F6E67}" dt="2024-11-13T02:19:50.058" v="273" actId="20577"/>
        <pc:sldMkLst>
          <pc:docMk/>
          <pc:sldMk cId="2844995838" sldId="549"/>
        </pc:sldMkLst>
      </pc:sldChg>
      <pc:sldChg chg="modSp add modAnim">
        <pc:chgData name="Trevoir Williams" userId="6a45007046124a3d" providerId="LiveId" clId="{421331A7-A467-487F-B0A7-19DE7F1F6E67}" dt="2024-11-13T02:21:01.094" v="428" actId="20577"/>
        <pc:sldMkLst>
          <pc:docMk/>
          <pc:sldMk cId="3459666013" sldId="550"/>
        </pc:sldMkLst>
      </pc:sldChg>
      <pc:sldChg chg="addSp delSp modSp add mod modAnim">
        <pc:chgData name="Trevoir Williams" userId="6a45007046124a3d" providerId="LiveId" clId="{421331A7-A467-487F-B0A7-19DE7F1F6E67}" dt="2024-11-13T02:24:26.981" v="530" actId="20577"/>
        <pc:sldMkLst>
          <pc:docMk/>
          <pc:sldMk cId="27612516" sldId="551"/>
        </pc:sldMkLst>
      </pc:sldChg>
      <pc:sldChg chg="modSp add modAnim">
        <pc:chgData name="Trevoir Williams" userId="6a45007046124a3d" providerId="LiveId" clId="{421331A7-A467-487F-B0A7-19DE7F1F6E67}" dt="2024-11-13T02:30:28.671" v="554" actId="20577"/>
        <pc:sldMkLst>
          <pc:docMk/>
          <pc:sldMk cId="4226409406" sldId="552"/>
        </pc:sldMkLst>
      </pc:sldChg>
      <pc:sldChg chg="modSp add modAnim">
        <pc:chgData name="Trevoir Williams" userId="6a45007046124a3d" providerId="LiveId" clId="{421331A7-A467-487F-B0A7-19DE7F1F6E67}" dt="2024-11-13T02:26:55.636" v="544" actId="20577"/>
        <pc:sldMkLst>
          <pc:docMk/>
          <pc:sldMk cId="4064511792" sldId="553"/>
        </pc:sldMkLst>
      </pc:sldChg>
      <pc:sldChg chg="modSp add mod">
        <pc:chgData name="Trevoir Williams" userId="6a45007046124a3d" providerId="LiveId" clId="{421331A7-A467-487F-B0A7-19DE7F1F6E67}" dt="2024-11-13T03:27:47.814" v="1115"/>
        <pc:sldMkLst>
          <pc:docMk/>
          <pc:sldMk cId="354311336" sldId="554"/>
        </pc:sldMkLst>
      </pc:sldChg>
      <pc:sldChg chg="modSp add modAnim">
        <pc:chgData name="Trevoir Williams" userId="6a45007046124a3d" providerId="LiveId" clId="{421331A7-A467-487F-B0A7-19DE7F1F6E67}" dt="2024-11-13T03:27:17.888" v="1108" actId="20577"/>
        <pc:sldMkLst>
          <pc:docMk/>
          <pc:sldMk cId="3212231218" sldId="555"/>
        </pc:sldMkLst>
      </pc:sldChg>
      <pc:sldChg chg="modSp add modAnim">
        <pc:chgData name="Trevoir Williams" userId="6a45007046124a3d" providerId="LiveId" clId="{421331A7-A467-487F-B0A7-19DE7F1F6E67}" dt="2024-11-13T03:27:31.433" v="1113" actId="20577"/>
        <pc:sldMkLst>
          <pc:docMk/>
          <pc:sldMk cId="4187166047" sldId="556"/>
        </pc:sldMkLst>
      </pc:sldChg>
      <pc:sldChg chg="addSp modSp add mod modAnim modNotesTx">
        <pc:chgData name="Trevoir Williams" userId="6a45007046124a3d" providerId="LiveId" clId="{421331A7-A467-487F-B0A7-19DE7F1F6E67}" dt="2024-11-13T02:34:40.357" v="601" actId="20577"/>
        <pc:sldMkLst>
          <pc:docMk/>
          <pc:sldMk cId="2215009632" sldId="557"/>
        </pc:sldMkLst>
      </pc:sldChg>
      <pc:sldChg chg="modSp add mod modAnim">
        <pc:chgData name="Trevoir Williams" userId="6a45007046124a3d" providerId="LiveId" clId="{421331A7-A467-487F-B0A7-19DE7F1F6E67}" dt="2024-11-13T02:35:45.911" v="609" actId="20577"/>
        <pc:sldMkLst>
          <pc:docMk/>
          <pc:sldMk cId="731399359" sldId="558"/>
        </pc:sldMkLst>
      </pc:sldChg>
      <pc:sldChg chg="modSp add mod modAnim">
        <pc:chgData name="Trevoir Williams" userId="6a45007046124a3d" providerId="LiveId" clId="{421331A7-A467-487F-B0A7-19DE7F1F6E67}" dt="2024-11-13T02:51:30.897" v="703" actId="20577"/>
        <pc:sldMkLst>
          <pc:docMk/>
          <pc:sldMk cId="270644259" sldId="559"/>
        </pc:sldMkLst>
      </pc:sldChg>
      <pc:sldChg chg="modSp add mod modAnim">
        <pc:chgData name="Trevoir Williams" userId="6a45007046124a3d" providerId="LiveId" clId="{421331A7-A467-487F-B0A7-19DE7F1F6E67}" dt="2024-11-13T03:00:30.524" v="740" actId="20577"/>
        <pc:sldMkLst>
          <pc:docMk/>
          <pc:sldMk cId="1028559546" sldId="560"/>
        </pc:sldMkLst>
      </pc:sldChg>
      <pc:sldChg chg="addSp delSp modSp add mod modAnim modNotesTx">
        <pc:chgData name="Trevoir Williams" userId="6a45007046124a3d" providerId="LiveId" clId="{421331A7-A467-487F-B0A7-19DE7F1F6E67}" dt="2024-11-13T03:07:19.072" v="785" actId="20577"/>
        <pc:sldMkLst>
          <pc:docMk/>
          <pc:sldMk cId="233549796" sldId="561"/>
        </pc:sldMkLst>
      </pc:sldChg>
      <pc:sldChg chg="modSp add modAnim">
        <pc:chgData name="Trevoir Williams" userId="6a45007046124a3d" providerId="LiveId" clId="{421331A7-A467-487F-B0A7-19DE7F1F6E67}" dt="2024-11-13T03:07:40.651" v="789" actId="20577"/>
        <pc:sldMkLst>
          <pc:docMk/>
          <pc:sldMk cId="3188853731" sldId="562"/>
        </pc:sldMkLst>
      </pc:sldChg>
      <pc:sldChg chg="addSp delSp modSp add del mod modAnim modNotesTx">
        <pc:chgData name="Trevoir Williams" userId="6a45007046124a3d" providerId="LiveId" clId="{421331A7-A467-487F-B0A7-19DE7F1F6E67}" dt="2024-11-13T03:12:26.270" v="870" actId="2696"/>
        <pc:sldMkLst>
          <pc:docMk/>
          <pc:sldMk cId="1219890637" sldId="563"/>
        </pc:sldMkLst>
      </pc:sldChg>
      <pc:sldChg chg="add del">
        <pc:chgData name="Trevoir Williams" userId="6a45007046124a3d" providerId="LiveId" clId="{421331A7-A467-487F-B0A7-19DE7F1F6E67}" dt="2024-11-13T03:12:20.883" v="869"/>
        <pc:sldMkLst>
          <pc:docMk/>
          <pc:sldMk cId="3898933169" sldId="563"/>
        </pc:sldMkLst>
      </pc:sldChg>
      <pc:sldChg chg="addSp delSp modSp add modAnim modNotesTx">
        <pc:chgData name="Trevoir Williams" userId="6a45007046124a3d" providerId="LiveId" clId="{421331A7-A467-487F-B0A7-19DE7F1F6E67}" dt="2024-11-13T03:18:29.731" v="972" actId="113"/>
        <pc:sldMkLst>
          <pc:docMk/>
          <pc:sldMk cId="4011402005" sldId="564"/>
        </pc:sldMkLst>
      </pc:sldChg>
      <pc:sldMasterChg chg="delSldLayout">
        <pc:chgData name="Trevoir Williams" userId="6a45007046124a3d" providerId="LiveId" clId="{421331A7-A467-487F-B0A7-19DE7F1F6E67}" dt="2024-11-12T03:29:00.191" v="27" actId="2696"/>
        <pc:sldMasterMkLst>
          <pc:docMk/>
          <pc:sldMasterMk cId="0" sldId="2147483658"/>
        </pc:sldMasterMkLst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0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1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3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4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5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7"/>
          </pc:sldLayoutMkLst>
        </pc:sldLayoutChg>
      </pc:sldMasterChg>
    </pc:docChg>
  </pc:docChgLst>
  <pc:docChgLst>
    <pc:chgData name="Trevoir Williams" userId="6a45007046124a3d" providerId="LiveId" clId="{17457B84-6A4F-4162-A297-3FD6B4E66E5C}"/>
    <pc:docChg chg="undo custSel addSld delSld modSld addSection modSection">
      <pc:chgData name="Trevoir Williams" userId="6a45007046124a3d" providerId="LiveId" clId="{17457B84-6A4F-4162-A297-3FD6B4E66E5C}" dt="2025-02-25T13:59:16.640" v="1750" actId="20577"/>
      <pc:docMkLst>
        <pc:docMk/>
      </pc:docMkLst>
      <pc:sldChg chg="add">
        <pc:chgData name="Trevoir Williams" userId="6a45007046124a3d" providerId="LiveId" clId="{17457B84-6A4F-4162-A297-3FD6B4E66E5C}" dt="2025-02-25T13:39:25.918" v="764"/>
        <pc:sldMkLst>
          <pc:docMk/>
          <pc:sldMk cId="1559820207" sldId="634"/>
        </pc:sldMkLst>
      </pc:sldChg>
      <pc:sldChg chg="modSp add mod modAnim">
        <pc:chgData name="Trevoir Williams" userId="6a45007046124a3d" providerId="LiveId" clId="{17457B84-6A4F-4162-A297-3FD6B4E66E5C}" dt="2025-02-25T13:59:16.640" v="1750" actId="20577"/>
        <pc:sldMkLst>
          <pc:docMk/>
          <pc:sldMk cId="3304467464" sldId="635"/>
        </pc:sldMkLst>
        <pc:spChg chg="mod">
          <ac:chgData name="Trevoir Williams" userId="6a45007046124a3d" providerId="LiveId" clId="{17457B84-6A4F-4162-A297-3FD6B4E66E5C}" dt="2025-02-25T13:39:38.296" v="782" actId="313"/>
          <ac:spMkLst>
            <pc:docMk/>
            <pc:sldMk cId="3304467464" sldId="635"/>
            <ac:spMk id="2" creationId="{6412B4F8-7E01-53CD-30EA-74A41A181384}"/>
          </ac:spMkLst>
        </pc:spChg>
        <pc:spChg chg="mod">
          <ac:chgData name="Trevoir Williams" userId="6a45007046124a3d" providerId="LiveId" clId="{17457B84-6A4F-4162-A297-3FD6B4E66E5C}" dt="2025-02-25T13:59:16.640" v="1750" actId="20577"/>
          <ac:spMkLst>
            <pc:docMk/>
            <pc:sldMk cId="3304467464" sldId="635"/>
            <ac:spMk id="3" creationId="{CCFEACEA-5554-6EF4-5BAB-4826DFA78B1B}"/>
          </ac:spMkLst>
        </pc:spChg>
      </pc:sldChg>
      <pc:sldChg chg="modSp add modAnim">
        <pc:chgData name="Trevoir Williams" userId="6a45007046124a3d" providerId="LiveId" clId="{17457B84-6A4F-4162-A297-3FD6B4E66E5C}" dt="2025-02-25T13:49:10.655" v="1665" actId="20577"/>
        <pc:sldMkLst>
          <pc:docMk/>
          <pc:sldMk cId="2234838712" sldId="636"/>
        </pc:sldMkLst>
        <pc:spChg chg="mod">
          <ac:chgData name="Trevoir Williams" userId="6a45007046124a3d" providerId="LiveId" clId="{17457B84-6A4F-4162-A297-3FD6B4E66E5C}" dt="2025-02-25T13:49:10.655" v="1665" actId="20577"/>
          <ac:spMkLst>
            <pc:docMk/>
            <pc:sldMk cId="2234838712" sldId="636"/>
            <ac:spMk id="595" creationId="{00000000-0000-0000-0000-000000000000}"/>
          </ac:spMkLst>
        </pc:spChg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985321075" sldId="637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2174749849" sldId="638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2853444685" sldId="639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4012679377" sldId="640"/>
        </pc:sldMkLst>
      </pc:sldChg>
      <pc:sldChg chg="modSp add modAnim">
        <pc:chgData name="Trevoir Williams" userId="6a45007046124a3d" providerId="LiveId" clId="{17457B84-6A4F-4162-A297-3FD6B4E66E5C}" dt="2025-02-25T13:47:35.913" v="1526" actId="20577"/>
        <pc:sldMkLst>
          <pc:docMk/>
          <pc:sldMk cId="347270093" sldId="641"/>
        </pc:sldMkLst>
        <pc:spChg chg="mod">
          <ac:chgData name="Trevoir Williams" userId="6a45007046124a3d" providerId="LiveId" clId="{17457B84-6A4F-4162-A297-3FD6B4E66E5C}" dt="2025-02-25T13:47:35.913" v="1526" actId="20577"/>
          <ac:spMkLst>
            <pc:docMk/>
            <pc:sldMk cId="347270093" sldId="641"/>
            <ac:spMk id="3" creationId="{CCFEACEA-5554-6EF4-5BAB-4826DFA78B1B}"/>
          </ac:spMkLst>
        </pc:spChg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1356793863" sldId="642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204145924" sldId="643"/>
        </pc:sldMkLst>
      </pc:sldChg>
      <pc:sldChg chg="add">
        <pc:chgData name="Trevoir Williams" userId="6a45007046124a3d" providerId="LiveId" clId="{17457B84-6A4F-4162-A297-3FD6B4E66E5C}" dt="2025-02-25T13:39:25.918" v="764"/>
        <pc:sldMkLst>
          <pc:docMk/>
          <pc:sldMk cId="3994195124" sldId="644"/>
        </pc:sldMkLst>
      </pc:sldChg>
      <pc:sldChg chg="addSp delSp modSp add mod">
        <pc:chgData name="Trevoir Williams" userId="6a45007046124a3d" providerId="LiveId" clId="{17457B84-6A4F-4162-A297-3FD6B4E66E5C}" dt="2025-02-12T13:05:21.370" v="7" actId="20577"/>
        <pc:sldMkLst>
          <pc:docMk/>
          <pc:sldMk cId="3375552927" sldId="657"/>
        </pc:sldMkLst>
        <pc:spChg chg="add mod">
          <ac:chgData name="Trevoir Williams" userId="6a45007046124a3d" providerId="LiveId" clId="{17457B84-6A4F-4162-A297-3FD6B4E66E5C}" dt="2025-02-12T13:05:13.562" v="1"/>
          <ac:spMkLst>
            <pc:docMk/>
            <pc:sldMk cId="3375552927" sldId="657"/>
            <ac:spMk id="3" creationId="{6CAC4073-8591-35FD-C6CF-0993FCB5C834}"/>
          </ac:spMkLst>
        </pc:spChg>
        <pc:spChg chg="add del mod">
          <ac:chgData name="Trevoir Williams" userId="6a45007046124a3d" providerId="LiveId" clId="{17457B84-6A4F-4162-A297-3FD6B4E66E5C}" dt="2025-02-12T13:05:21.370" v="7" actId="20577"/>
          <ac:spMkLst>
            <pc:docMk/>
            <pc:sldMk cId="3375552927" sldId="657"/>
            <ac:spMk id="338" creationId="{85A6E484-1739-3BFF-BF4D-BCC219F53E7C}"/>
          </ac:spMkLst>
        </pc:spChg>
      </pc:sldChg>
      <pc:sldChg chg="modSp add modAnim">
        <pc:chgData name="Trevoir Williams" userId="6a45007046124a3d" providerId="LiveId" clId="{17457B84-6A4F-4162-A297-3FD6B4E66E5C}" dt="2025-02-12T13:06:58.038" v="212" actId="20577"/>
        <pc:sldMkLst>
          <pc:docMk/>
          <pc:sldMk cId="784149586" sldId="658"/>
        </pc:sldMkLst>
        <pc:spChg chg="mod">
          <ac:chgData name="Trevoir Williams" userId="6a45007046124a3d" providerId="LiveId" clId="{17457B84-6A4F-4162-A297-3FD6B4E66E5C}" dt="2025-02-12T13:06:58.038" v="212" actId="20577"/>
          <ac:spMkLst>
            <pc:docMk/>
            <pc:sldMk cId="784149586" sldId="658"/>
            <ac:spMk id="595" creationId="{D8B3505D-BF12-2DFE-A480-D4074C60EE9A}"/>
          </ac:spMkLst>
        </pc:spChg>
      </pc:sldChg>
      <pc:sldChg chg="modSp add mod addAnim delAnim modAnim">
        <pc:chgData name="Trevoir Williams" userId="6a45007046124a3d" providerId="LiveId" clId="{17457B84-6A4F-4162-A297-3FD6B4E66E5C}" dt="2025-02-25T13:52:51.510" v="1749" actId="20577"/>
        <pc:sldMkLst>
          <pc:docMk/>
          <pc:sldMk cId="2091653724" sldId="659"/>
        </pc:sldMkLst>
        <pc:spChg chg="mod">
          <ac:chgData name="Trevoir Williams" userId="6a45007046124a3d" providerId="LiveId" clId="{17457B84-6A4F-4162-A297-3FD6B4E66E5C}" dt="2025-02-25T13:52:51.510" v="1749" actId="20577"/>
          <ac:spMkLst>
            <pc:docMk/>
            <pc:sldMk cId="2091653724" sldId="659"/>
            <ac:spMk id="595" creationId="{E69957F8-DC51-DBAF-B9FB-EC12264FDC0B}"/>
          </ac:spMkLst>
        </pc:spChg>
      </pc:sldChg>
      <pc:sldChg chg="modSp add mod modAnim">
        <pc:chgData name="Trevoir Williams" userId="6a45007046124a3d" providerId="LiveId" clId="{17457B84-6A4F-4162-A297-3FD6B4E66E5C}" dt="2025-02-19T14:06:16.767" v="333" actId="20577"/>
        <pc:sldMkLst>
          <pc:docMk/>
          <pc:sldMk cId="2471413720" sldId="660"/>
        </pc:sldMkLst>
        <pc:spChg chg="mod">
          <ac:chgData name="Trevoir Williams" userId="6a45007046124a3d" providerId="LiveId" clId="{17457B84-6A4F-4162-A297-3FD6B4E66E5C}" dt="2025-02-19T14:02:54.401" v="320" actId="20577"/>
          <ac:spMkLst>
            <pc:docMk/>
            <pc:sldMk cId="2471413720" sldId="660"/>
            <ac:spMk id="594" creationId="{00E7A4D5-01AF-5541-CBEC-E54E8FF80B12}"/>
          </ac:spMkLst>
        </pc:spChg>
        <pc:spChg chg="mod">
          <ac:chgData name="Trevoir Williams" userId="6a45007046124a3d" providerId="LiveId" clId="{17457B84-6A4F-4162-A297-3FD6B4E66E5C}" dt="2025-02-19T14:06:16.767" v="333" actId="20577"/>
          <ac:spMkLst>
            <pc:docMk/>
            <pc:sldMk cId="2471413720" sldId="660"/>
            <ac:spMk id="595" creationId="{C34A43A2-9C5C-B07B-372D-9901C2F6597D}"/>
          </ac:spMkLst>
        </pc:spChg>
      </pc:sldChg>
      <pc:sldChg chg="add del">
        <pc:chgData name="Trevoir Williams" userId="6a45007046124a3d" providerId="LiveId" clId="{17457B84-6A4F-4162-A297-3FD6B4E66E5C}" dt="2025-02-19T14:06:37.036" v="335" actId="47"/>
        <pc:sldMkLst>
          <pc:docMk/>
          <pc:sldMk cId="0" sldId="661"/>
        </pc:sldMkLst>
      </pc:sldChg>
      <pc:sldChg chg="modSp add mod modAnim">
        <pc:chgData name="Trevoir Williams" userId="6a45007046124a3d" providerId="LiveId" clId="{17457B84-6A4F-4162-A297-3FD6B4E66E5C}" dt="2025-02-19T14:49:05.474" v="473" actId="20577"/>
        <pc:sldMkLst>
          <pc:docMk/>
          <pc:sldMk cId="2632494580" sldId="661"/>
        </pc:sldMkLst>
        <pc:spChg chg="mod">
          <ac:chgData name="Trevoir Williams" userId="6a45007046124a3d" providerId="LiveId" clId="{17457B84-6A4F-4162-A297-3FD6B4E66E5C}" dt="2025-02-19T14:06:48.421" v="339" actId="20577"/>
          <ac:spMkLst>
            <pc:docMk/>
            <pc:sldMk cId="2632494580" sldId="661"/>
            <ac:spMk id="594" creationId="{A8116AB4-1DC9-F0B8-18FE-FF3FF3CF43B2}"/>
          </ac:spMkLst>
        </pc:spChg>
        <pc:spChg chg="mod">
          <ac:chgData name="Trevoir Williams" userId="6a45007046124a3d" providerId="LiveId" clId="{17457B84-6A4F-4162-A297-3FD6B4E66E5C}" dt="2025-02-19T14:49:05.474" v="473" actId="20577"/>
          <ac:spMkLst>
            <pc:docMk/>
            <pc:sldMk cId="2632494580" sldId="661"/>
            <ac:spMk id="595" creationId="{58F18798-84CF-6309-A484-F004C966F52D}"/>
          </ac:spMkLst>
        </pc:spChg>
      </pc:sldChg>
      <pc:sldChg chg="modSp add mod modAnim">
        <pc:chgData name="Trevoir Williams" userId="6a45007046124a3d" providerId="LiveId" clId="{17457B84-6A4F-4162-A297-3FD6B4E66E5C}" dt="2025-02-19T14:08:48.706" v="355"/>
        <pc:sldMkLst>
          <pc:docMk/>
          <pc:sldMk cId="2212495400" sldId="662"/>
        </pc:sldMkLst>
        <pc:spChg chg="mod">
          <ac:chgData name="Trevoir Williams" userId="6a45007046124a3d" providerId="LiveId" clId="{17457B84-6A4F-4162-A297-3FD6B4E66E5C}" dt="2025-02-19T14:07:42.807" v="349"/>
          <ac:spMkLst>
            <pc:docMk/>
            <pc:sldMk cId="2212495400" sldId="662"/>
            <ac:spMk id="594" creationId="{D87DA082-3C61-9D94-5F62-F25B4F95E0E6}"/>
          </ac:spMkLst>
        </pc:spChg>
        <pc:spChg chg="mod">
          <ac:chgData name="Trevoir Williams" userId="6a45007046124a3d" providerId="LiveId" clId="{17457B84-6A4F-4162-A297-3FD6B4E66E5C}" dt="2025-02-19T14:08:48.706" v="355"/>
          <ac:spMkLst>
            <pc:docMk/>
            <pc:sldMk cId="2212495400" sldId="662"/>
            <ac:spMk id="595" creationId="{3D269472-B572-ED64-CE37-10184368530C}"/>
          </ac:spMkLst>
        </pc:spChg>
      </pc:sldChg>
      <pc:sldChg chg="modSp add mod modAnim">
        <pc:chgData name="Trevoir Williams" userId="6a45007046124a3d" providerId="LiveId" clId="{17457B84-6A4F-4162-A297-3FD6B4E66E5C}" dt="2025-02-19T14:10:46.107" v="470" actId="20577"/>
        <pc:sldMkLst>
          <pc:docMk/>
          <pc:sldMk cId="3320196270" sldId="663"/>
        </pc:sldMkLst>
        <pc:spChg chg="mod">
          <ac:chgData name="Trevoir Williams" userId="6a45007046124a3d" providerId="LiveId" clId="{17457B84-6A4F-4162-A297-3FD6B4E66E5C}" dt="2025-02-19T14:09:28.739" v="395" actId="1035"/>
          <ac:spMkLst>
            <pc:docMk/>
            <pc:sldMk cId="3320196270" sldId="663"/>
            <ac:spMk id="594" creationId="{19CC3DB8-9EDF-146D-E896-182B4A4CA2DF}"/>
          </ac:spMkLst>
        </pc:spChg>
        <pc:spChg chg="mod">
          <ac:chgData name="Trevoir Williams" userId="6a45007046124a3d" providerId="LiveId" clId="{17457B84-6A4F-4162-A297-3FD6B4E66E5C}" dt="2025-02-19T14:10:46.107" v="470" actId="20577"/>
          <ac:spMkLst>
            <pc:docMk/>
            <pc:sldMk cId="3320196270" sldId="663"/>
            <ac:spMk id="595" creationId="{DC301D7A-AAE6-109E-5C3B-9658DE20EC96}"/>
          </ac:spMkLst>
        </pc:spChg>
      </pc:sldChg>
      <pc:sldChg chg="new del">
        <pc:chgData name="Trevoir Williams" userId="6a45007046124a3d" providerId="LiveId" clId="{17457B84-6A4F-4162-A297-3FD6B4E66E5C}" dt="2025-02-25T13:39:22.465" v="763" actId="47"/>
        <pc:sldMkLst>
          <pc:docMk/>
          <pc:sldMk cId="2643309021" sldId="664"/>
        </pc:sldMkLst>
      </pc:sldChg>
      <pc:sldChg chg="add del">
        <pc:chgData name="Trevoir Williams" userId="6a45007046124a3d" providerId="LiveId" clId="{17457B84-6A4F-4162-A297-3FD6B4E66E5C}" dt="2025-02-25T13:39:22.465" v="763" actId="47"/>
        <pc:sldMkLst>
          <pc:docMk/>
          <pc:sldMk cId="757112687" sldId="665"/>
        </pc:sldMkLst>
      </pc:sldChg>
      <pc:sldChg chg="add del">
        <pc:chgData name="Trevoir Williams" userId="6a45007046124a3d" providerId="LiveId" clId="{17457B84-6A4F-4162-A297-3FD6B4E66E5C}" dt="2025-02-25T13:39:22.465" v="763" actId="47"/>
        <pc:sldMkLst>
          <pc:docMk/>
          <pc:sldMk cId="3746025421" sldId="666"/>
        </pc:sldMkLst>
      </pc:sldChg>
      <pc:sldChg chg="add del">
        <pc:chgData name="Trevoir Williams" userId="6a45007046124a3d" providerId="LiveId" clId="{17457B84-6A4F-4162-A297-3FD6B4E66E5C}" dt="2025-02-25T13:39:22.465" v="763" actId="47"/>
        <pc:sldMkLst>
          <pc:docMk/>
          <pc:sldMk cId="3246003957" sldId="667"/>
        </pc:sldMkLst>
      </pc:sldChg>
      <pc:sldMasterChg chg="delSldLayout">
        <pc:chgData name="Trevoir Williams" userId="6a45007046124a3d" providerId="LiveId" clId="{17457B84-6A4F-4162-A297-3FD6B4E66E5C}" dt="2025-02-19T14:06:37.036" v="335" actId="47"/>
        <pc:sldMasterMkLst>
          <pc:docMk/>
          <pc:sldMasterMk cId="0" sldId="2147483658"/>
        </pc:sldMasterMkLst>
        <pc:sldLayoutChg chg="del">
          <pc:chgData name="Trevoir Williams" userId="6a45007046124a3d" providerId="LiveId" clId="{17457B84-6A4F-4162-A297-3FD6B4E66E5C}" dt="2025-02-19T14:06:37.036" v="335" actId="47"/>
          <pc:sldLayoutMkLst>
            <pc:docMk/>
            <pc:sldMasterMk cId="0" sldId="2147483658"/>
            <pc:sldLayoutMk cId="2864378423" sldId="2147483665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2621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>
                <a:effectLst/>
              </a:rPr>
              <a:t>Working with Prompts and Skills</a:t>
            </a:r>
          </a:p>
          <a:p>
            <a:r>
              <a:rPr lang="en-US">
                <a:effectLst/>
              </a:rPr>
              <a:t>Content</a:t>
            </a:r>
          </a:p>
          <a:p>
            <a:br>
              <a:rPr lang="en-US">
                <a:effectLst/>
              </a:rPr>
            </a:br>
            <a:endParaRPr/>
          </a:p>
        </p:txBody>
      </p:sp>
    </p:spTree>
    <p:extLst>
      <p:ext uri="{BB962C8B-B14F-4D97-AF65-F5344CB8AC3E}">
        <p14:creationId xmlns:p14="http://schemas.microsoft.com/office/powerpoint/2010/main" val="2389508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>
          <a:extLst>
            <a:ext uri="{FF2B5EF4-FFF2-40B4-BE49-F238E27FC236}">
              <a16:creationId xmlns:a16="http://schemas.microsoft.com/office/drawing/2014/main" id="{781B07F1-9946-298E-21FD-540383A3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5f391192_045:notes">
            <a:extLst>
              <a:ext uri="{FF2B5EF4-FFF2-40B4-BE49-F238E27FC236}">
                <a16:creationId xmlns:a16="http://schemas.microsoft.com/office/drawing/2014/main" id="{8721695F-91DA-3187-1FE1-A99942D908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5f391192_045:notes">
            <a:extLst>
              <a:ext uri="{FF2B5EF4-FFF2-40B4-BE49-F238E27FC236}">
                <a16:creationId xmlns:a16="http://schemas.microsoft.com/office/drawing/2014/main" id="{F06D0161-DAAF-8B1B-1F88-B346A232B7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955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>
          <a:extLst>
            <a:ext uri="{FF2B5EF4-FFF2-40B4-BE49-F238E27FC236}">
              <a16:creationId xmlns:a16="http://schemas.microsoft.com/office/drawing/2014/main" id="{C93078ED-0E55-96D7-C096-D17FA4DD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5f391192_045:notes">
            <a:extLst>
              <a:ext uri="{FF2B5EF4-FFF2-40B4-BE49-F238E27FC236}">
                <a16:creationId xmlns:a16="http://schemas.microsoft.com/office/drawing/2014/main" id="{C66B6EB8-21D3-153D-1324-7D6E9A7DB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5f391192_045:notes">
            <a:extLst>
              <a:ext uri="{FF2B5EF4-FFF2-40B4-BE49-F238E27FC236}">
                <a16:creationId xmlns:a16="http://schemas.microsoft.com/office/drawing/2014/main" id="{056929C7-94F7-94F8-48DA-0FF9F16A5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2563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Learn .NET Core and </a:t>
            </a:r>
            <a:r>
              <a:rPr lang="en-US" err="1"/>
              <a:t>Blazor</a:t>
            </a:r>
            <a:r>
              <a:rPr lang="en-US"/>
              <a:t> as opposed to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215748CC-448A-711D-7299-2485349A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>
            <a:extLst>
              <a:ext uri="{FF2B5EF4-FFF2-40B4-BE49-F238E27FC236}">
                <a16:creationId xmlns:a16="http://schemas.microsoft.com/office/drawing/2014/main" id="{074A4C3B-5DED-F29E-91C4-D36DA9C83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>
            <a:extLst>
              <a:ext uri="{FF2B5EF4-FFF2-40B4-BE49-F238E27FC236}">
                <a16:creationId xmlns:a16="http://schemas.microsoft.com/office/drawing/2014/main" id="{AF12AE81-4DC7-56C0-EEA7-FA6131C846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Learn .NET Core and </a:t>
            </a:r>
            <a:r>
              <a:rPr lang="en-US" err="1"/>
              <a:t>Blazor</a:t>
            </a:r>
            <a:r>
              <a:rPr lang="en-US"/>
              <a:t> as opposed to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011538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E5FF5A05-B986-5E89-C9E4-160A0F0A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>
            <a:extLst>
              <a:ext uri="{FF2B5EF4-FFF2-40B4-BE49-F238E27FC236}">
                <a16:creationId xmlns:a16="http://schemas.microsoft.com/office/drawing/2014/main" id="{D4494869-D266-354F-EA0D-DF64F6EF6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>
            <a:extLst>
              <a:ext uri="{FF2B5EF4-FFF2-40B4-BE49-F238E27FC236}">
                <a16:creationId xmlns:a16="http://schemas.microsoft.com/office/drawing/2014/main" id="{383A2B8E-561C-A708-D06E-3BB0FA9A22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Learn .NET Core and </a:t>
            </a:r>
            <a:r>
              <a:rPr lang="en-US" err="1"/>
              <a:t>Blazor</a:t>
            </a:r>
            <a:r>
              <a:rPr lang="en-US"/>
              <a:t> as opposed to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11376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>
          <a:extLst>
            <a:ext uri="{FF2B5EF4-FFF2-40B4-BE49-F238E27FC236}">
              <a16:creationId xmlns:a16="http://schemas.microsoft.com/office/drawing/2014/main" id="{CA053F64-B5A6-E052-D560-C292BB1B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5f391192_045:notes">
            <a:extLst>
              <a:ext uri="{FF2B5EF4-FFF2-40B4-BE49-F238E27FC236}">
                <a16:creationId xmlns:a16="http://schemas.microsoft.com/office/drawing/2014/main" id="{B14A8307-46B8-6662-82F1-F9ADFBC7D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5f391192_045:notes">
            <a:extLst>
              <a:ext uri="{FF2B5EF4-FFF2-40B4-BE49-F238E27FC236}">
                <a16:creationId xmlns:a16="http://schemas.microsoft.com/office/drawing/2014/main" id="{1BD521E1-8CEF-2164-6831-316D2FEE4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1179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>
          <a:extLst>
            <a:ext uri="{FF2B5EF4-FFF2-40B4-BE49-F238E27FC236}">
              <a16:creationId xmlns:a16="http://schemas.microsoft.com/office/drawing/2014/main" id="{D9DEDE84-508B-D0AE-C10E-EB92F510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5f391192_045:notes">
            <a:extLst>
              <a:ext uri="{FF2B5EF4-FFF2-40B4-BE49-F238E27FC236}">
                <a16:creationId xmlns:a16="http://schemas.microsoft.com/office/drawing/2014/main" id="{C8D89F42-BC64-707A-EA3D-BF34BB690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5f391192_045:notes">
            <a:extLst>
              <a:ext uri="{FF2B5EF4-FFF2-40B4-BE49-F238E27FC236}">
                <a16:creationId xmlns:a16="http://schemas.microsoft.com/office/drawing/2014/main" id="{CC482B0A-24E4-FB1A-3C7A-3B67C71CD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2791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9025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marL="914400" lvl="1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marL="1371600" lvl="2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marL="1828800" lvl="3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marL="2286000" lvl="4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marL="2743200" lvl="5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marL="3200400" lvl="6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marL="3657600" lvl="7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marL="4114800" lvl="8" indent="-431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0" b="1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8600" b="1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577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94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07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298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62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5437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6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964811" y="1863600"/>
            <a:ext cx="7859519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t>Embeddings and</a:t>
            </a:r>
          </a:p>
          <a:p>
            <a:r>
              <a:t>Searchable Knowledge</a:t>
            </a:r>
          </a:p>
        </p:txBody>
      </p:sp>
    </p:spTree>
    <p:extLst>
      <p:ext uri="{BB962C8B-B14F-4D97-AF65-F5344CB8AC3E}">
        <p14:creationId xmlns:p14="http://schemas.microsoft.com/office/powerpoint/2010/main" val="81327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68531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Section Overview</a:t>
            </a:r>
            <a:endParaRPr b="1"/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457199" y="1475853"/>
            <a:ext cx="8390965" cy="316079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800"/>
              <a:t>What embeddings are and why they matter</a:t>
            </a:r>
          </a:p>
          <a:p>
            <a:r>
              <a:rPr sz="1800"/>
              <a:t>Why document chunks need embeddings before semantic search</a:t>
            </a:r>
          </a:p>
          <a:p>
            <a:r>
              <a:rPr sz="1800"/>
              <a:t>How embeddings support retrieval-augmented generation (RAG)</a:t>
            </a:r>
          </a:p>
          <a:p>
            <a:r>
              <a:rPr sz="1800"/>
              <a:t>How SQLite stores vectors for local development</a:t>
            </a:r>
          </a:p>
          <a:p>
            <a:r>
              <a:rPr sz="1800"/>
              <a:t>How Azure OpenAI generates embeddings</a:t>
            </a:r>
          </a:p>
          <a:p>
            <a:r>
              <a:rPr sz="1800"/>
              <a:t>How the same pattern applies to other vector databases and cloud providers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sz="1200"/>
              <a:t>2</a:t>
            </a:r>
          </a:p>
        </p:txBody>
      </p:sp>
      <p:grpSp>
        <p:nvGrpSpPr>
          <p:cNvPr id="2" name="Google Shape;348;p13">
            <a:extLst>
              <a:ext uri="{FF2B5EF4-FFF2-40B4-BE49-F238E27FC236}">
                <a16:creationId xmlns:a16="http://schemas.microsoft.com/office/drawing/2014/main" id="{285E1ABB-89FA-F5A6-9502-282106EE541C}"/>
              </a:ext>
            </a:extLst>
          </p:cNvPr>
          <p:cNvGrpSpPr/>
          <p:nvPr/>
        </p:nvGrpSpPr>
        <p:grpSpPr>
          <a:xfrm>
            <a:off x="6642847" y="380988"/>
            <a:ext cx="2120154" cy="1082700"/>
            <a:chOff x="6986665" y="3298709"/>
            <a:chExt cx="1817809" cy="1077669"/>
          </a:xfrm>
        </p:grpSpPr>
        <p:sp>
          <p:nvSpPr>
            <p:cNvPr id="3" name="Google Shape;349;p13">
              <a:extLst>
                <a:ext uri="{FF2B5EF4-FFF2-40B4-BE49-F238E27FC236}">
                  <a16:creationId xmlns:a16="http://schemas.microsoft.com/office/drawing/2014/main" id="{AF39DCD7-CB8F-F5AD-9149-4F2BF929F8F2}"/>
                </a:ext>
              </a:extLst>
            </p:cNvPr>
            <p:cNvSpPr/>
            <p:nvPr/>
          </p:nvSpPr>
          <p:spPr>
            <a:xfrm>
              <a:off x="6986665" y="3342725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350;p13">
              <a:extLst>
                <a:ext uri="{FF2B5EF4-FFF2-40B4-BE49-F238E27FC236}">
                  <a16:creationId xmlns:a16="http://schemas.microsoft.com/office/drawing/2014/main" id="{9DDF34C8-AF2B-E58B-40C6-C80ADD355E80}"/>
                </a:ext>
              </a:extLst>
            </p:cNvPr>
            <p:cNvSpPr/>
            <p:nvPr/>
          </p:nvSpPr>
          <p:spPr>
            <a:xfrm>
              <a:off x="7014156" y="3327342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51;p13">
              <a:extLst>
                <a:ext uri="{FF2B5EF4-FFF2-40B4-BE49-F238E27FC236}">
                  <a16:creationId xmlns:a16="http://schemas.microsoft.com/office/drawing/2014/main" id="{D6F1F4C5-7AD4-7431-57BD-05039F928A38}"/>
                </a:ext>
              </a:extLst>
            </p:cNvPr>
            <p:cNvSpPr/>
            <p:nvPr/>
          </p:nvSpPr>
          <p:spPr>
            <a:xfrm>
              <a:off x="7014156" y="3298709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52;p13">
              <a:extLst>
                <a:ext uri="{FF2B5EF4-FFF2-40B4-BE49-F238E27FC236}">
                  <a16:creationId xmlns:a16="http://schemas.microsoft.com/office/drawing/2014/main" id="{B0030FF5-D524-4675-C466-D201F4A4940B}"/>
                </a:ext>
              </a:extLst>
            </p:cNvPr>
            <p:cNvSpPr/>
            <p:nvPr/>
          </p:nvSpPr>
          <p:spPr>
            <a:xfrm>
              <a:off x="7976493" y="3396565"/>
              <a:ext cx="664692" cy="383742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53;p13">
              <a:extLst>
                <a:ext uri="{FF2B5EF4-FFF2-40B4-BE49-F238E27FC236}">
                  <a16:creationId xmlns:a16="http://schemas.microsoft.com/office/drawing/2014/main" id="{EFF4E967-6B02-2594-388E-11088CDD7D9E}"/>
                </a:ext>
              </a:extLst>
            </p:cNvPr>
            <p:cNvSpPr/>
            <p:nvPr/>
          </p:nvSpPr>
          <p:spPr>
            <a:xfrm>
              <a:off x="7912754" y="3450709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54;p13">
              <a:extLst>
                <a:ext uri="{FF2B5EF4-FFF2-40B4-BE49-F238E27FC236}">
                  <a16:creationId xmlns:a16="http://schemas.microsoft.com/office/drawing/2014/main" id="{C320B7F2-9FC8-F37F-FCD1-18C7D824435C}"/>
                </a:ext>
              </a:extLst>
            </p:cNvPr>
            <p:cNvSpPr/>
            <p:nvPr/>
          </p:nvSpPr>
          <p:spPr>
            <a:xfrm>
              <a:off x="7863331" y="3479190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55;p13">
              <a:extLst>
                <a:ext uri="{FF2B5EF4-FFF2-40B4-BE49-F238E27FC236}">
                  <a16:creationId xmlns:a16="http://schemas.microsoft.com/office/drawing/2014/main" id="{133156AA-BAF4-9432-5151-022554244530}"/>
                </a:ext>
              </a:extLst>
            </p:cNvPr>
            <p:cNvSpPr/>
            <p:nvPr/>
          </p:nvSpPr>
          <p:spPr>
            <a:xfrm>
              <a:off x="7813984" y="3507747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56;p13">
              <a:extLst>
                <a:ext uri="{FF2B5EF4-FFF2-40B4-BE49-F238E27FC236}">
                  <a16:creationId xmlns:a16="http://schemas.microsoft.com/office/drawing/2014/main" id="{4D191B8A-C9F5-341D-A4CB-654B73FA8930}"/>
                </a:ext>
              </a:extLst>
            </p:cNvPr>
            <p:cNvSpPr/>
            <p:nvPr/>
          </p:nvSpPr>
          <p:spPr>
            <a:xfrm>
              <a:off x="7451727" y="3699575"/>
              <a:ext cx="664616" cy="38374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357;p13">
              <a:extLst>
                <a:ext uri="{FF2B5EF4-FFF2-40B4-BE49-F238E27FC236}">
                  <a16:creationId xmlns:a16="http://schemas.microsoft.com/office/drawing/2014/main" id="{41F1AECC-9AFB-42B4-12FB-99BBB5B3D063}"/>
                </a:ext>
              </a:extLst>
            </p:cNvPr>
            <p:cNvSpPr/>
            <p:nvPr/>
          </p:nvSpPr>
          <p:spPr>
            <a:xfrm>
              <a:off x="7387988" y="3753643"/>
              <a:ext cx="593293" cy="342595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358;p13">
              <a:extLst>
                <a:ext uri="{FF2B5EF4-FFF2-40B4-BE49-F238E27FC236}">
                  <a16:creationId xmlns:a16="http://schemas.microsoft.com/office/drawing/2014/main" id="{00A2655C-6D67-14E1-73AA-EDB753CBB442}"/>
                </a:ext>
              </a:extLst>
            </p:cNvPr>
            <p:cNvSpPr/>
            <p:nvPr/>
          </p:nvSpPr>
          <p:spPr>
            <a:xfrm>
              <a:off x="7338565" y="3782200"/>
              <a:ext cx="582091" cy="33604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59;p13">
              <a:extLst>
                <a:ext uri="{FF2B5EF4-FFF2-40B4-BE49-F238E27FC236}">
                  <a16:creationId xmlns:a16="http://schemas.microsoft.com/office/drawing/2014/main" id="{FE6BFB37-33C8-BFD1-2D3F-7D0BC855A8C9}"/>
                </a:ext>
              </a:extLst>
            </p:cNvPr>
            <p:cNvSpPr/>
            <p:nvPr/>
          </p:nvSpPr>
          <p:spPr>
            <a:xfrm>
              <a:off x="7289218" y="3810681"/>
              <a:ext cx="496671" cy="286816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60;p13">
              <a:extLst>
                <a:ext uri="{FF2B5EF4-FFF2-40B4-BE49-F238E27FC236}">
                  <a16:creationId xmlns:a16="http://schemas.microsoft.com/office/drawing/2014/main" id="{B634AF5A-02C4-24A1-1FDA-65C8B3A86C61}"/>
                </a:ext>
              </a:extLst>
            </p:cNvPr>
            <p:cNvSpPr/>
            <p:nvPr/>
          </p:nvSpPr>
          <p:spPr>
            <a:xfrm>
              <a:off x="7582329" y="3561435"/>
              <a:ext cx="337413" cy="194766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61;p13">
              <a:extLst>
                <a:ext uri="{FF2B5EF4-FFF2-40B4-BE49-F238E27FC236}">
                  <a16:creationId xmlns:a16="http://schemas.microsoft.com/office/drawing/2014/main" id="{54E23D11-2C64-AB6A-1822-6360915155B6}"/>
                </a:ext>
              </a:extLst>
            </p:cNvPr>
            <p:cNvSpPr/>
            <p:nvPr/>
          </p:nvSpPr>
          <p:spPr>
            <a:xfrm>
              <a:off x="7800200" y="3687162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62;p13">
              <a:extLst>
                <a:ext uri="{FF2B5EF4-FFF2-40B4-BE49-F238E27FC236}">
                  <a16:creationId xmlns:a16="http://schemas.microsoft.com/office/drawing/2014/main" id="{8F8134F3-E870-3366-DF81-5F918EE60C96}"/>
                </a:ext>
              </a:extLst>
            </p:cNvPr>
            <p:cNvSpPr/>
            <p:nvPr/>
          </p:nvSpPr>
          <p:spPr>
            <a:xfrm>
              <a:off x="8018073" y="3812966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63;p13">
              <a:extLst>
                <a:ext uri="{FF2B5EF4-FFF2-40B4-BE49-F238E27FC236}">
                  <a16:creationId xmlns:a16="http://schemas.microsoft.com/office/drawing/2014/main" id="{EA22C5EC-DE8C-E9E0-2AC4-FA5DF33A99F6}"/>
                </a:ext>
              </a:extLst>
            </p:cNvPr>
            <p:cNvSpPr/>
            <p:nvPr/>
          </p:nvSpPr>
          <p:spPr>
            <a:xfrm>
              <a:off x="7794459" y="3551002"/>
              <a:ext cx="540846" cy="312343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64;p13">
              <a:extLst>
                <a:ext uri="{FF2B5EF4-FFF2-40B4-BE49-F238E27FC236}">
                  <a16:creationId xmlns:a16="http://schemas.microsoft.com/office/drawing/2014/main" id="{B75EB968-68FC-C529-434F-B0F5AAB14EC7}"/>
                </a:ext>
              </a:extLst>
            </p:cNvPr>
            <p:cNvSpPr/>
            <p:nvPr/>
          </p:nvSpPr>
          <p:spPr>
            <a:xfrm>
              <a:off x="7824798" y="3491907"/>
              <a:ext cx="470058" cy="181410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65;p13">
              <a:extLst>
                <a:ext uri="{FF2B5EF4-FFF2-40B4-BE49-F238E27FC236}">
                  <a16:creationId xmlns:a16="http://schemas.microsoft.com/office/drawing/2014/main" id="{872E07D0-895A-A8F1-26C6-60FC3D73630F}"/>
                </a:ext>
              </a:extLst>
            </p:cNvPr>
            <p:cNvSpPr/>
            <p:nvPr/>
          </p:nvSpPr>
          <p:spPr>
            <a:xfrm>
              <a:off x="7794490" y="3623727"/>
              <a:ext cx="41071" cy="82677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66;p13">
              <a:extLst>
                <a:ext uri="{FF2B5EF4-FFF2-40B4-BE49-F238E27FC236}">
                  <a16:creationId xmlns:a16="http://schemas.microsoft.com/office/drawing/2014/main" id="{5F75BE79-5338-8390-3763-C28AA758D5F4}"/>
                </a:ext>
              </a:extLst>
            </p:cNvPr>
            <p:cNvSpPr/>
            <p:nvPr/>
          </p:nvSpPr>
          <p:spPr>
            <a:xfrm>
              <a:off x="8298847" y="3624184"/>
              <a:ext cx="36118" cy="82219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67;p13">
              <a:extLst>
                <a:ext uri="{FF2B5EF4-FFF2-40B4-BE49-F238E27FC236}">
                  <a16:creationId xmlns:a16="http://schemas.microsoft.com/office/drawing/2014/main" id="{AEB95E75-FB84-A124-0224-6C76B0934FAD}"/>
                </a:ext>
              </a:extLst>
            </p:cNvPr>
            <p:cNvSpPr/>
            <p:nvPr/>
          </p:nvSpPr>
          <p:spPr>
            <a:xfrm>
              <a:off x="7842237" y="3535238"/>
              <a:ext cx="450190" cy="259842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68;p13">
              <a:extLst>
                <a:ext uri="{FF2B5EF4-FFF2-40B4-BE49-F238E27FC236}">
                  <a16:creationId xmlns:a16="http://schemas.microsoft.com/office/drawing/2014/main" id="{6473FF23-B759-B8DA-1D0F-73AD28AE1BA0}"/>
                </a:ext>
              </a:extLst>
            </p:cNvPr>
            <p:cNvSpPr/>
            <p:nvPr/>
          </p:nvSpPr>
          <p:spPr>
            <a:xfrm>
              <a:off x="7815050" y="3673683"/>
              <a:ext cx="491790" cy="17643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69;p13">
              <a:extLst>
                <a:ext uri="{FF2B5EF4-FFF2-40B4-BE49-F238E27FC236}">
                  <a16:creationId xmlns:a16="http://schemas.microsoft.com/office/drawing/2014/main" id="{8E0A23AF-2E35-CBAE-D05A-F64517022BF0}"/>
                </a:ext>
              </a:extLst>
            </p:cNvPr>
            <p:cNvSpPr/>
            <p:nvPr/>
          </p:nvSpPr>
          <p:spPr>
            <a:xfrm>
              <a:off x="7794490" y="3472184"/>
              <a:ext cx="540791" cy="312391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370;p13">
              <a:extLst>
                <a:ext uri="{FF2B5EF4-FFF2-40B4-BE49-F238E27FC236}">
                  <a16:creationId xmlns:a16="http://schemas.microsoft.com/office/drawing/2014/main" id="{724A7C97-5CDE-1FE8-2796-472F07C1B08C}"/>
                </a:ext>
              </a:extLst>
            </p:cNvPr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371;p13">
              <a:extLst>
                <a:ext uri="{FF2B5EF4-FFF2-40B4-BE49-F238E27FC236}">
                  <a16:creationId xmlns:a16="http://schemas.microsoft.com/office/drawing/2014/main" id="{5B9D8821-CC7F-4C99-5E6B-A46067E737FB}"/>
                </a:ext>
              </a:extLst>
            </p:cNvPr>
            <p:cNvSpPr/>
            <p:nvPr/>
          </p:nvSpPr>
          <p:spPr>
            <a:xfrm>
              <a:off x="7752377" y="3752957"/>
              <a:ext cx="148970" cy="86030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372;p13">
              <a:extLst>
                <a:ext uri="{FF2B5EF4-FFF2-40B4-BE49-F238E27FC236}">
                  <a16:creationId xmlns:a16="http://schemas.microsoft.com/office/drawing/2014/main" id="{17127E95-EADA-EDAB-D312-34DC0BB691AE}"/>
                </a:ext>
              </a:extLst>
            </p:cNvPr>
            <p:cNvSpPr/>
            <p:nvPr/>
          </p:nvSpPr>
          <p:spPr>
            <a:xfrm>
              <a:off x="7787483" y="3773138"/>
              <a:ext cx="113842" cy="106298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373;p13">
              <a:extLst>
                <a:ext uri="{FF2B5EF4-FFF2-40B4-BE49-F238E27FC236}">
                  <a16:creationId xmlns:a16="http://schemas.microsoft.com/office/drawing/2014/main" id="{E88B4FEE-D7EE-5482-AB0B-611ED831D73B}"/>
                </a:ext>
              </a:extLst>
            </p:cNvPr>
            <p:cNvSpPr/>
            <p:nvPr/>
          </p:nvSpPr>
          <p:spPr>
            <a:xfrm>
              <a:off x="7465892" y="3799784"/>
              <a:ext cx="345033" cy="254286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374;p13">
              <a:extLst>
                <a:ext uri="{FF2B5EF4-FFF2-40B4-BE49-F238E27FC236}">
                  <a16:creationId xmlns:a16="http://schemas.microsoft.com/office/drawing/2014/main" id="{89A6484F-12F8-FB2C-D0E7-5AEAAF29E8A8}"/>
                </a:ext>
              </a:extLst>
            </p:cNvPr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Rectangle 2">
            <a:extLst>
              <a:ext uri="{FF2B5EF4-FFF2-40B4-BE49-F238E27FC236}">
                <a16:creationId xmlns:a16="http://schemas.microsoft.com/office/drawing/2014/main" id="{2CCD96E9-0965-03BF-9B26-6F678745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27206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>
          <a:extLst>
            <a:ext uri="{FF2B5EF4-FFF2-40B4-BE49-F238E27FC236}">
              <a16:creationId xmlns:a16="http://schemas.microsoft.com/office/drawing/2014/main" id="{522D79BA-5020-1F26-AF29-A1262485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95;p17">
            <a:extLst>
              <a:ext uri="{FF2B5EF4-FFF2-40B4-BE49-F238E27FC236}">
                <a16:creationId xmlns:a16="http://schemas.microsoft.com/office/drawing/2014/main" id="{2B916409-EC12-DD4E-0387-13B8B3E81F70}"/>
              </a:ext>
            </a:extLst>
          </p:cNvPr>
          <p:cNvSpPr txBox="1">
            <a:spLocks/>
          </p:cNvSpPr>
          <p:nvPr/>
        </p:nvSpPr>
        <p:spPr>
          <a:xfrm>
            <a:off x="457199" y="1152560"/>
            <a:ext cx="6511550" cy="3629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▸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sz="1900"/>
              <a:t>A numeric representation of content such as text, documents, images, or audio.</a:t>
            </a:r>
          </a:p>
          <a:p>
            <a:r>
              <a:rPr sz="1900"/>
              <a:t>For this course, a document chunk becomes a vector that software can compare.</a:t>
            </a:r>
          </a:p>
          <a:p>
            <a:r>
              <a:rPr sz="1900"/>
              <a:t>Similar ideas produce vectors that are closer together.</a:t>
            </a:r>
          </a:p>
          <a:p>
            <a:r>
              <a:rPr sz="1900"/>
              <a:t>The embedding model creates the vector; the vector store saves and searches it.</a:t>
            </a:r>
          </a:p>
        </p:txBody>
      </p:sp>
      <p:sp>
        <p:nvSpPr>
          <p:cNvPr id="997" name="Google Shape;997;p20">
            <a:extLst>
              <a:ext uri="{FF2B5EF4-FFF2-40B4-BE49-F238E27FC236}">
                <a16:creationId xmlns:a16="http://schemas.microsoft.com/office/drawing/2014/main" id="{FE50D741-6DA8-2363-0696-6986620671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5117" y="580215"/>
            <a:ext cx="7870171" cy="55804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/>
              <a:t>What Is an Embedding?</a:t>
            </a:r>
          </a:p>
        </p:txBody>
      </p:sp>
      <p:sp>
        <p:nvSpPr>
          <p:cNvPr id="1001" name="Google Shape;1001;p20">
            <a:extLst>
              <a:ext uri="{FF2B5EF4-FFF2-40B4-BE49-F238E27FC236}">
                <a16:creationId xmlns:a16="http://schemas.microsoft.com/office/drawing/2014/main" id="{7354AF4F-6A98-5BAD-E0B9-1A274589F2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sz="1200"/>
              <a:t>3</a:t>
            </a:r>
          </a:p>
        </p:txBody>
      </p:sp>
      <p:grpSp>
        <p:nvGrpSpPr>
          <p:cNvPr id="7" name="Google Shape;1047;p24">
            <a:extLst>
              <a:ext uri="{FF2B5EF4-FFF2-40B4-BE49-F238E27FC236}">
                <a16:creationId xmlns:a16="http://schemas.microsoft.com/office/drawing/2014/main" id="{349CA457-82D0-1125-7A5A-3E0A941921B7}"/>
              </a:ext>
            </a:extLst>
          </p:cNvPr>
          <p:cNvGrpSpPr/>
          <p:nvPr/>
        </p:nvGrpSpPr>
        <p:grpSpPr>
          <a:xfrm>
            <a:off x="6979640" y="1722359"/>
            <a:ext cx="2022130" cy="1616459"/>
            <a:chOff x="2012475" y="393272"/>
            <a:chExt cx="4440240" cy="4609126"/>
          </a:xfrm>
        </p:grpSpPr>
        <p:sp>
          <p:nvSpPr>
            <p:cNvPr id="8" name="Google Shape;1048;p24">
              <a:extLst>
                <a:ext uri="{FF2B5EF4-FFF2-40B4-BE49-F238E27FC236}">
                  <a16:creationId xmlns:a16="http://schemas.microsoft.com/office/drawing/2014/main" id="{13D4F5DE-D0AC-C4D3-3847-6D2AFF28660F}"/>
                </a:ext>
              </a:extLst>
            </p:cNvPr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049;p24">
              <a:extLst>
                <a:ext uri="{FF2B5EF4-FFF2-40B4-BE49-F238E27FC236}">
                  <a16:creationId xmlns:a16="http://schemas.microsoft.com/office/drawing/2014/main" id="{13467C3B-CD85-4187-9AE9-97DE53BE3EBA}"/>
                </a:ext>
              </a:extLst>
            </p:cNvPr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50;p24">
              <a:extLst>
                <a:ext uri="{FF2B5EF4-FFF2-40B4-BE49-F238E27FC236}">
                  <a16:creationId xmlns:a16="http://schemas.microsoft.com/office/drawing/2014/main" id="{1A75380E-375C-9BE8-FFA1-844A6B14D38D}"/>
                </a:ext>
              </a:extLst>
            </p:cNvPr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051;p24">
              <a:extLst>
                <a:ext uri="{FF2B5EF4-FFF2-40B4-BE49-F238E27FC236}">
                  <a16:creationId xmlns:a16="http://schemas.microsoft.com/office/drawing/2014/main" id="{6F283F98-BEE6-7177-3689-CEA8075BF39B}"/>
                </a:ext>
              </a:extLst>
            </p:cNvPr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052;p24">
              <a:extLst>
                <a:ext uri="{FF2B5EF4-FFF2-40B4-BE49-F238E27FC236}">
                  <a16:creationId xmlns:a16="http://schemas.microsoft.com/office/drawing/2014/main" id="{69AD6E05-99FF-FA62-B271-1DA0E4ABCD9D}"/>
                </a:ext>
              </a:extLst>
            </p:cNvPr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53;p24">
              <a:extLst>
                <a:ext uri="{FF2B5EF4-FFF2-40B4-BE49-F238E27FC236}">
                  <a16:creationId xmlns:a16="http://schemas.microsoft.com/office/drawing/2014/main" id="{A5E0951A-E680-D1E2-A511-0ECFA1BC1F6F}"/>
                </a:ext>
              </a:extLst>
            </p:cNvPr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054;p24">
              <a:extLst>
                <a:ext uri="{FF2B5EF4-FFF2-40B4-BE49-F238E27FC236}">
                  <a16:creationId xmlns:a16="http://schemas.microsoft.com/office/drawing/2014/main" id="{B5025BCE-ED6F-5603-0672-5C83BACB3019}"/>
                </a:ext>
              </a:extLst>
            </p:cNvPr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55;p24">
              <a:extLst>
                <a:ext uri="{FF2B5EF4-FFF2-40B4-BE49-F238E27FC236}">
                  <a16:creationId xmlns:a16="http://schemas.microsoft.com/office/drawing/2014/main" id="{D6739C7B-5AE4-2468-31BC-D00F3906CB50}"/>
                </a:ext>
              </a:extLst>
            </p:cNvPr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056;p24">
              <a:extLst>
                <a:ext uri="{FF2B5EF4-FFF2-40B4-BE49-F238E27FC236}">
                  <a16:creationId xmlns:a16="http://schemas.microsoft.com/office/drawing/2014/main" id="{8E6729F9-A02F-C373-D204-3F58B5DC37AD}"/>
                </a:ext>
              </a:extLst>
            </p:cNvPr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57;p24">
              <a:extLst>
                <a:ext uri="{FF2B5EF4-FFF2-40B4-BE49-F238E27FC236}">
                  <a16:creationId xmlns:a16="http://schemas.microsoft.com/office/drawing/2014/main" id="{EBF7609E-C8C4-387C-80B5-EEE09C160646}"/>
                </a:ext>
              </a:extLst>
            </p:cNvPr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058;p24">
              <a:extLst>
                <a:ext uri="{FF2B5EF4-FFF2-40B4-BE49-F238E27FC236}">
                  <a16:creationId xmlns:a16="http://schemas.microsoft.com/office/drawing/2014/main" id="{DBB01242-663A-6493-1721-D72CCF65AC29}"/>
                </a:ext>
              </a:extLst>
            </p:cNvPr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059;p24">
              <a:extLst>
                <a:ext uri="{FF2B5EF4-FFF2-40B4-BE49-F238E27FC236}">
                  <a16:creationId xmlns:a16="http://schemas.microsoft.com/office/drawing/2014/main" id="{F18BDFBF-E909-9C9B-245C-E5A704F3BDCE}"/>
                </a:ext>
              </a:extLst>
            </p:cNvPr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060;p24">
              <a:extLst>
                <a:ext uri="{FF2B5EF4-FFF2-40B4-BE49-F238E27FC236}">
                  <a16:creationId xmlns:a16="http://schemas.microsoft.com/office/drawing/2014/main" id="{9D9CCF42-D5E4-EED7-D966-9821EC1D7968}"/>
                </a:ext>
              </a:extLst>
            </p:cNvPr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61;p24">
              <a:extLst>
                <a:ext uri="{FF2B5EF4-FFF2-40B4-BE49-F238E27FC236}">
                  <a16:creationId xmlns:a16="http://schemas.microsoft.com/office/drawing/2014/main" id="{9CB03650-A836-E51D-B855-69F4DF9E8284}"/>
                </a:ext>
              </a:extLst>
            </p:cNvPr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62;p24">
              <a:extLst>
                <a:ext uri="{FF2B5EF4-FFF2-40B4-BE49-F238E27FC236}">
                  <a16:creationId xmlns:a16="http://schemas.microsoft.com/office/drawing/2014/main" id="{A578DA52-BE3F-2C60-09D5-3C99926D8FA2}"/>
                </a:ext>
              </a:extLst>
            </p:cNvPr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63;p24">
              <a:extLst>
                <a:ext uri="{FF2B5EF4-FFF2-40B4-BE49-F238E27FC236}">
                  <a16:creationId xmlns:a16="http://schemas.microsoft.com/office/drawing/2014/main" id="{F2697B81-9963-B51A-EFF3-AD7346C64FDA}"/>
                </a:ext>
              </a:extLst>
            </p:cNvPr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64;p24">
              <a:extLst>
                <a:ext uri="{FF2B5EF4-FFF2-40B4-BE49-F238E27FC236}">
                  <a16:creationId xmlns:a16="http://schemas.microsoft.com/office/drawing/2014/main" id="{0833274A-55EE-006B-95B3-0D8526B90C48}"/>
                </a:ext>
              </a:extLst>
            </p:cNvPr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65;p24">
              <a:extLst>
                <a:ext uri="{FF2B5EF4-FFF2-40B4-BE49-F238E27FC236}">
                  <a16:creationId xmlns:a16="http://schemas.microsoft.com/office/drawing/2014/main" id="{80056F33-944D-B991-2791-48341573F277}"/>
                </a:ext>
              </a:extLst>
            </p:cNvPr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066;p24">
              <a:extLst>
                <a:ext uri="{FF2B5EF4-FFF2-40B4-BE49-F238E27FC236}">
                  <a16:creationId xmlns:a16="http://schemas.microsoft.com/office/drawing/2014/main" id="{732BB212-E164-4577-E99A-3A6ECEDE07C1}"/>
                </a:ext>
              </a:extLst>
            </p:cNvPr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067;p24">
              <a:extLst>
                <a:ext uri="{FF2B5EF4-FFF2-40B4-BE49-F238E27FC236}">
                  <a16:creationId xmlns:a16="http://schemas.microsoft.com/office/drawing/2014/main" id="{940AF03B-9C88-2844-D151-2D7D1B4A4171}"/>
                </a:ext>
              </a:extLst>
            </p:cNvPr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68;p24">
              <a:extLst>
                <a:ext uri="{FF2B5EF4-FFF2-40B4-BE49-F238E27FC236}">
                  <a16:creationId xmlns:a16="http://schemas.microsoft.com/office/drawing/2014/main" id="{3706C942-6056-10FC-19B2-32FBC4509A62}"/>
                </a:ext>
              </a:extLst>
            </p:cNvPr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69;p24">
              <a:extLst>
                <a:ext uri="{FF2B5EF4-FFF2-40B4-BE49-F238E27FC236}">
                  <a16:creationId xmlns:a16="http://schemas.microsoft.com/office/drawing/2014/main" id="{A8FE5992-A151-2278-C3AF-F9B6C9BC2F80}"/>
                </a:ext>
              </a:extLst>
            </p:cNvPr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070;p24">
              <a:extLst>
                <a:ext uri="{FF2B5EF4-FFF2-40B4-BE49-F238E27FC236}">
                  <a16:creationId xmlns:a16="http://schemas.microsoft.com/office/drawing/2014/main" id="{111FEDFE-1F2B-1F73-3B5E-C2E48FC5D006}"/>
                </a:ext>
              </a:extLst>
            </p:cNvPr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071;p24">
              <a:extLst>
                <a:ext uri="{FF2B5EF4-FFF2-40B4-BE49-F238E27FC236}">
                  <a16:creationId xmlns:a16="http://schemas.microsoft.com/office/drawing/2014/main" id="{8FF50626-1255-60FF-91A2-D87D162DD37E}"/>
                </a:ext>
              </a:extLst>
            </p:cNvPr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072;p24">
              <a:extLst>
                <a:ext uri="{FF2B5EF4-FFF2-40B4-BE49-F238E27FC236}">
                  <a16:creationId xmlns:a16="http://schemas.microsoft.com/office/drawing/2014/main" id="{4DB2B0DF-9DC9-2969-9675-DE8367456939}"/>
                </a:ext>
              </a:extLst>
            </p:cNvPr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073;p24">
              <a:extLst>
                <a:ext uri="{FF2B5EF4-FFF2-40B4-BE49-F238E27FC236}">
                  <a16:creationId xmlns:a16="http://schemas.microsoft.com/office/drawing/2014/main" id="{FBD4F79D-4613-63EE-43B6-938F5A27B139}"/>
                </a:ext>
              </a:extLst>
            </p:cNvPr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074;p24">
              <a:extLst>
                <a:ext uri="{FF2B5EF4-FFF2-40B4-BE49-F238E27FC236}">
                  <a16:creationId xmlns:a16="http://schemas.microsoft.com/office/drawing/2014/main" id="{FED2F4C8-7089-19A0-6866-968AC46103BC}"/>
                </a:ext>
              </a:extLst>
            </p:cNvPr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075;p24">
              <a:extLst>
                <a:ext uri="{FF2B5EF4-FFF2-40B4-BE49-F238E27FC236}">
                  <a16:creationId xmlns:a16="http://schemas.microsoft.com/office/drawing/2014/main" id="{7F7EA71B-41D8-A492-23FB-E2720A8F9D9F}"/>
                </a:ext>
              </a:extLst>
            </p:cNvPr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076;p24">
              <a:extLst>
                <a:ext uri="{FF2B5EF4-FFF2-40B4-BE49-F238E27FC236}">
                  <a16:creationId xmlns:a16="http://schemas.microsoft.com/office/drawing/2014/main" id="{82FCD044-EF9C-B4CA-37C3-CBBA17FA5501}"/>
                </a:ext>
              </a:extLst>
            </p:cNvPr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077;p24">
              <a:extLst>
                <a:ext uri="{FF2B5EF4-FFF2-40B4-BE49-F238E27FC236}">
                  <a16:creationId xmlns:a16="http://schemas.microsoft.com/office/drawing/2014/main" id="{4CCFE7AC-F61A-AAF3-F718-57830F6D3B6D}"/>
                </a:ext>
              </a:extLst>
            </p:cNvPr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078;p24">
              <a:extLst>
                <a:ext uri="{FF2B5EF4-FFF2-40B4-BE49-F238E27FC236}">
                  <a16:creationId xmlns:a16="http://schemas.microsoft.com/office/drawing/2014/main" id="{50078C6C-544E-7CB2-093D-8993DF5FEE3B}"/>
                </a:ext>
              </a:extLst>
            </p:cNvPr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079;p24">
              <a:extLst>
                <a:ext uri="{FF2B5EF4-FFF2-40B4-BE49-F238E27FC236}">
                  <a16:creationId xmlns:a16="http://schemas.microsoft.com/office/drawing/2014/main" id="{438855ED-AA3F-2AF8-00BC-C3B121F13901}"/>
                </a:ext>
              </a:extLst>
            </p:cNvPr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080;p24">
              <a:extLst>
                <a:ext uri="{FF2B5EF4-FFF2-40B4-BE49-F238E27FC236}">
                  <a16:creationId xmlns:a16="http://schemas.microsoft.com/office/drawing/2014/main" id="{15E1D073-0857-9720-C4BE-48B9AE6AF7D3}"/>
                </a:ext>
              </a:extLst>
            </p:cNvPr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081;p24">
              <a:extLst>
                <a:ext uri="{FF2B5EF4-FFF2-40B4-BE49-F238E27FC236}">
                  <a16:creationId xmlns:a16="http://schemas.microsoft.com/office/drawing/2014/main" id="{3F0E6182-3580-665A-3736-6E6B38F30EB9}"/>
                </a:ext>
              </a:extLst>
            </p:cNvPr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082;p24">
              <a:extLst>
                <a:ext uri="{FF2B5EF4-FFF2-40B4-BE49-F238E27FC236}">
                  <a16:creationId xmlns:a16="http://schemas.microsoft.com/office/drawing/2014/main" id="{F4F8A463-A795-9581-D5C0-3FC4E240B61A}"/>
                </a:ext>
              </a:extLst>
            </p:cNvPr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083;p24">
              <a:extLst>
                <a:ext uri="{FF2B5EF4-FFF2-40B4-BE49-F238E27FC236}">
                  <a16:creationId xmlns:a16="http://schemas.microsoft.com/office/drawing/2014/main" id="{FC63E550-94CB-6139-6324-BF1C9FB9AE6A}"/>
                </a:ext>
              </a:extLst>
            </p:cNvPr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084;p24">
              <a:extLst>
                <a:ext uri="{FF2B5EF4-FFF2-40B4-BE49-F238E27FC236}">
                  <a16:creationId xmlns:a16="http://schemas.microsoft.com/office/drawing/2014/main" id="{81BC44CF-8180-73D8-3C39-D336147FC5EA}"/>
                </a:ext>
              </a:extLst>
            </p:cNvPr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085;p24">
              <a:extLst>
                <a:ext uri="{FF2B5EF4-FFF2-40B4-BE49-F238E27FC236}">
                  <a16:creationId xmlns:a16="http://schemas.microsoft.com/office/drawing/2014/main" id="{0B9C16F8-7BCA-9A01-B7DB-225D0DFBB543}"/>
                </a:ext>
              </a:extLst>
            </p:cNvPr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086;p24">
              <a:extLst>
                <a:ext uri="{FF2B5EF4-FFF2-40B4-BE49-F238E27FC236}">
                  <a16:creationId xmlns:a16="http://schemas.microsoft.com/office/drawing/2014/main" id="{4C17505D-E468-981E-3322-CD3ECFFC9AFE}"/>
                </a:ext>
              </a:extLst>
            </p:cNvPr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087;p24">
              <a:extLst>
                <a:ext uri="{FF2B5EF4-FFF2-40B4-BE49-F238E27FC236}">
                  <a16:creationId xmlns:a16="http://schemas.microsoft.com/office/drawing/2014/main" id="{F24770F8-0CEA-CBBE-132D-A26D9CB80A1D}"/>
                </a:ext>
              </a:extLst>
            </p:cNvPr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088;p24">
              <a:extLst>
                <a:ext uri="{FF2B5EF4-FFF2-40B4-BE49-F238E27FC236}">
                  <a16:creationId xmlns:a16="http://schemas.microsoft.com/office/drawing/2014/main" id="{B7FA0AFD-A508-8C5B-A071-62FD0AC74AEF}"/>
                </a:ext>
              </a:extLst>
            </p:cNvPr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089;p24">
              <a:extLst>
                <a:ext uri="{FF2B5EF4-FFF2-40B4-BE49-F238E27FC236}">
                  <a16:creationId xmlns:a16="http://schemas.microsoft.com/office/drawing/2014/main" id="{C66242DE-9E6E-166D-3E27-A520FD0F6123}"/>
                </a:ext>
              </a:extLst>
            </p:cNvPr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090;p24">
              <a:extLst>
                <a:ext uri="{FF2B5EF4-FFF2-40B4-BE49-F238E27FC236}">
                  <a16:creationId xmlns:a16="http://schemas.microsoft.com/office/drawing/2014/main" id="{FF5A2A67-2EE0-1A60-006A-AFD6130B5883}"/>
                </a:ext>
              </a:extLst>
            </p:cNvPr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091;p24">
              <a:extLst>
                <a:ext uri="{FF2B5EF4-FFF2-40B4-BE49-F238E27FC236}">
                  <a16:creationId xmlns:a16="http://schemas.microsoft.com/office/drawing/2014/main" id="{9F176A96-D3E2-CEEE-0D38-DB6500F9C10E}"/>
                </a:ext>
              </a:extLst>
            </p:cNvPr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092;p24">
              <a:extLst>
                <a:ext uri="{FF2B5EF4-FFF2-40B4-BE49-F238E27FC236}">
                  <a16:creationId xmlns:a16="http://schemas.microsoft.com/office/drawing/2014/main" id="{21C60E27-AB73-8B45-F5E6-2D81E23C0BCB}"/>
                </a:ext>
              </a:extLst>
            </p:cNvPr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93;p24">
              <a:extLst>
                <a:ext uri="{FF2B5EF4-FFF2-40B4-BE49-F238E27FC236}">
                  <a16:creationId xmlns:a16="http://schemas.microsoft.com/office/drawing/2014/main" id="{F86F8943-9E61-DA61-2E20-A0902E229C13}"/>
                </a:ext>
              </a:extLst>
            </p:cNvPr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94;p24">
              <a:extLst>
                <a:ext uri="{FF2B5EF4-FFF2-40B4-BE49-F238E27FC236}">
                  <a16:creationId xmlns:a16="http://schemas.microsoft.com/office/drawing/2014/main" id="{CDED3B34-99CA-EEB8-FFA3-CE2730EA6073}"/>
                </a:ext>
              </a:extLst>
            </p:cNvPr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095;p24">
              <a:extLst>
                <a:ext uri="{FF2B5EF4-FFF2-40B4-BE49-F238E27FC236}">
                  <a16:creationId xmlns:a16="http://schemas.microsoft.com/office/drawing/2014/main" id="{C9BC36B7-85BF-86DC-8550-FC7CFD7012DD}"/>
                </a:ext>
              </a:extLst>
            </p:cNvPr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096;p24">
              <a:extLst>
                <a:ext uri="{FF2B5EF4-FFF2-40B4-BE49-F238E27FC236}">
                  <a16:creationId xmlns:a16="http://schemas.microsoft.com/office/drawing/2014/main" id="{B5C65A02-FA87-8C7E-E979-AF839D33FEF4}"/>
                </a:ext>
              </a:extLst>
            </p:cNvPr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97;p24">
              <a:extLst>
                <a:ext uri="{FF2B5EF4-FFF2-40B4-BE49-F238E27FC236}">
                  <a16:creationId xmlns:a16="http://schemas.microsoft.com/office/drawing/2014/main" id="{5BA6F2D7-8B95-12C6-6DA0-1447DA5EB260}"/>
                </a:ext>
              </a:extLst>
            </p:cNvPr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98;p24">
              <a:extLst>
                <a:ext uri="{FF2B5EF4-FFF2-40B4-BE49-F238E27FC236}">
                  <a16:creationId xmlns:a16="http://schemas.microsoft.com/office/drawing/2014/main" id="{8ECB7F3F-AA40-1752-B0D3-F56E0EB9F2A0}"/>
                </a:ext>
              </a:extLst>
            </p:cNvPr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99;p24">
              <a:extLst>
                <a:ext uri="{FF2B5EF4-FFF2-40B4-BE49-F238E27FC236}">
                  <a16:creationId xmlns:a16="http://schemas.microsoft.com/office/drawing/2014/main" id="{EFC5F7B3-2DF5-EDCE-DA7A-48103F72AC4F}"/>
                </a:ext>
              </a:extLst>
            </p:cNvPr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100;p24">
              <a:extLst>
                <a:ext uri="{FF2B5EF4-FFF2-40B4-BE49-F238E27FC236}">
                  <a16:creationId xmlns:a16="http://schemas.microsoft.com/office/drawing/2014/main" id="{1C2F19D6-3F05-19AA-4687-6A862FE01658}"/>
                </a:ext>
              </a:extLst>
            </p:cNvPr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101;p24">
              <a:extLst>
                <a:ext uri="{FF2B5EF4-FFF2-40B4-BE49-F238E27FC236}">
                  <a16:creationId xmlns:a16="http://schemas.microsoft.com/office/drawing/2014/main" id="{92716D91-E60B-4B4A-85C6-26CCD12CBC11}"/>
                </a:ext>
              </a:extLst>
            </p:cNvPr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102;p24">
              <a:extLst>
                <a:ext uri="{FF2B5EF4-FFF2-40B4-BE49-F238E27FC236}">
                  <a16:creationId xmlns:a16="http://schemas.microsoft.com/office/drawing/2014/main" id="{A3EDFE73-3FA8-441A-A19C-2CACBAF174CB}"/>
                </a:ext>
              </a:extLst>
            </p:cNvPr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103;p24">
              <a:extLst>
                <a:ext uri="{FF2B5EF4-FFF2-40B4-BE49-F238E27FC236}">
                  <a16:creationId xmlns:a16="http://schemas.microsoft.com/office/drawing/2014/main" id="{6C8A95A4-12F7-32B4-261A-0AFA2BBDD70E}"/>
                </a:ext>
              </a:extLst>
            </p:cNvPr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104;p24">
              <a:extLst>
                <a:ext uri="{FF2B5EF4-FFF2-40B4-BE49-F238E27FC236}">
                  <a16:creationId xmlns:a16="http://schemas.microsoft.com/office/drawing/2014/main" id="{73D1B689-E426-60C7-16FF-2F1396016C83}"/>
                </a:ext>
              </a:extLst>
            </p:cNvPr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105;p24">
              <a:extLst>
                <a:ext uri="{FF2B5EF4-FFF2-40B4-BE49-F238E27FC236}">
                  <a16:creationId xmlns:a16="http://schemas.microsoft.com/office/drawing/2014/main" id="{7F19E74E-A9C3-F601-1588-C193DBFD21DD}"/>
                </a:ext>
              </a:extLst>
            </p:cNvPr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106;p24">
              <a:extLst>
                <a:ext uri="{FF2B5EF4-FFF2-40B4-BE49-F238E27FC236}">
                  <a16:creationId xmlns:a16="http://schemas.microsoft.com/office/drawing/2014/main" id="{70E12158-70E7-25BF-F7A4-2B0B46784921}"/>
                </a:ext>
              </a:extLst>
            </p:cNvPr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107;p24">
              <a:extLst>
                <a:ext uri="{FF2B5EF4-FFF2-40B4-BE49-F238E27FC236}">
                  <a16:creationId xmlns:a16="http://schemas.microsoft.com/office/drawing/2014/main" id="{2AEE1DA4-7E00-7F2F-6E2F-EC87E2991894}"/>
                </a:ext>
              </a:extLst>
            </p:cNvPr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108;p24">
              <a:extLst>
                <a:ext uri="{FF2B5EF4-FFF2-40B4-BE49-F238E27FC236}">
                  <a16:creationId xmlns:a16="http://schemas.microsoft.com/office/drawing/2014/main" id="{3B9D2500-7E7D-CED6-6A55-8D68F19D754C}"/>
                </a:ext>
              </a:extLst>
            </p:cNvPr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109;p24">
              <a:extLst>
                <a:ext uri="{FF2B5EF4-FFF2-40B4-BE49-F238E27FC236}">
                  <a16:creationId xmlns:a16="http://schemas.microsoft.com/office/drawing/2014/main" id="{4D4F6B94-85EF-5B9C-967A-19FEA63D12D2}"/>
                </a:ext>
              </a:extLst>
            </p:cNvPr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110;p24">
              <a:extLst>
                <a:ext uri="{FF2B5EF4-FFF2-40B4-BE49-F238E27FC236}">
                  <a16:creationId xmlns:a16="http://schemas.microsoft.com/office/drawing/2014/main" id="{56396714-D532-F01F-D4AA-95AD1F30B0C1}"/>
                </a:ext>
              </a:extLst>
            </p:cNvPr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111;p24">
              <a:extLst>
                <a:ext uri="{FF2B5EF4-FFF2-40B4-BE49-F238E27FC236}">
                  <a16:creationId xmlns:a16="http://schemas.microsoft.com/office/drawing/2014/main" id="{BAFC3FDF-E564-B657-B2AE-134DCF7F4017}"/>
                </a:ext>
              </a:extLst>
            </p:cNvPr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112;p24">
              <a:extLst>
                <a:ext uri="{FF2B5EF4-FFF2-40B4-BE49-F238E27FC236}">
                  <a16:creationId xmlns:a16="http://schemas.microsoft.com/office/drawing/2014/main" id="{A70FC2C6-A5EF-2302-BDC3-EB5B52F4F760}"/>
                </a:ext>
              </a:extLst>
            </p:cNvPr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1113;p24">
              <a:extLst>
                <a:ext uri="{FF2B5EF4-FFF2-40B4-BE49-F238E27FC236}">
                  <a16:creationId xmlns:a16="http://schemas.microsoft.com/office/drawing/2014/main" id="{19A9E594-D272-7BB4-6086-D21E7CCE0EEC}"/>
                </a:ext>
              </a:extLst>
            </p:cNvPr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1114;p24">
              <a:extLst>
                <a:ext uri="{FF2B5EF4-FFF2-40B4-BE49-F238E27FC236}">
                  <a16:creationId xmlns:a16="http://schemas.microsoft.com/office/drawing/2014/main" id="{DB6C599A-44E0-551A-6FB3-652444F618BA}"/>
                </a:ext>
              </a:extLst>
            </p:cNvPr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115;p24">
              <a:extLst>
                <a:ext uri="{FF2B5EF4-FFF2-40B4-BE49-F238E27FC236}">
                  <a16:creationId xmlns:a16="http://schemas.microsoft.com/office/drawing/2014/main" id="{E1F6FB5A-15D0-2481-B203-663A40F6BE93}"/>
                </a:ext>
              </a:extLst>
            </p:cNvPr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116;p24">
              <a:extLst>
                <a:ext uri="{FF2B5EF4-FFF2-40B4-BE49-F238E27FC236}">
                  <a16:creationId xmlns:a16="http://schemas.microsoft.com/office/drawing/2014/main" id="{874D1E2F-B6A0-A7DC-2778-14CD13CB3F23}"/>
                </a:ext>
              </a:extLst>
            </p:cNvPr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117;p24">
              <a:extLst>
                <a:ext uri="{FF2B5EF4-FFF2-40B4-BE49-F238E27FC236}">
                  <a16:creationId xmlns:a16="http://schemas.microsoft.com/office/drawing/2014/main" id="{5429BB27-6DCC-CC4D-DFC7-0CB21CDB1ED1}"/>
                </a:ext>
              </a:extLst>
            </p:cNvPr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118;p24">
              <a:extLst>
                <a:ext uri="{FF2B5EF4-FFF2-40B4-BE49-F238E27FC236}">
                  <a16:creationId xmlns:a16="http://schemas.microsoft.com/office/drawing/2014/main" id="{1A89804C-DA50-E8EB-62C8-78F232389D3A}"/>
                </a:ext>
              </a:extLst>
            </p:cNvPr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119;p24">
              <a:extLst>
                <a:ext uri="{FF2B5EF4-FFF2-40B4-BE49-F238E27FC236}">
                  <a16:creationId xmlns:a16="http://schemas.microsoft.com/office/drawing/2014/main" id="{B26806A0-2EBD-BD50-F3F4-BBBFE69415B2}"/>
                </a:ext>
              </a:extLst>
            </p:cNvPr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120;p24">
              <a:extLst>
                <a:ext uri="{FF2B5EF4-FFF2-40B4-BE49-F238E27FC236}">
                  <a16:creationId xmlns:a16="http://schemas.microsoft.com/office/drawing/2014/main" id="{6F5E4D6B-8FCA-FAD0-6094-7DD4481A5F7A}"/>
                </a:ext>
              </a:extLst>
            </p:cNvPr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121;p24">
              <a:extLst>
                <a:ext uri="{FF2B5EF4-FFF2-40B4-BE49-F238E27FC236}">
                  <a16:creationId xmlns:a16="http://schemas.microsoft.com/office/drawing/2014/main" id="{E63F116A-4951-0A5A-5FCA-CB2C965BE8DB}"/>
                </a:ext>
              </a:extLst>
            </p:cNvPr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122;p24">
              <a:extLst>
                <a:ext uri="{FF2B5EF4-FFF2-40B4-BE49-F238E27FC236}">
                  <a16:creationId xmlns:a16="http://schemas.microsoft.com/office/drawing/2014/main" id="{B7941F4B-5CAB-D4CA-3694-006BDD5DD183}"/>
                </a:ext>
              </a:extLst>
            </p:cNvPr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123;p24">
              <a:extLst>
                <a:ext uri="{FF2B5EF4-FFF2-40B4-BE49-F238E27FC236}">
                  <a16:creationId xmlns:a16="http://schemas.microsoft.com/office/drawing/2014/main" id="{E15E252B-001D-99D5-125E-E16E8FA93E86}"/>
                </a:ext>
              </a:extLst>
            </p:cNvPr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124;p24">
              <a:extLst>
                <a:ext uri="{FF2B5EF4-FFF2-40B4-BE49-F238E27FC236}">
                  <a16:creationId xmlns:a16="http://schemas.microsoft.com/office/drawing/2014/main" id="{42D8964A-507B-44C4-FEEE-AEB9104F14A7}"/>
                </a:ext>
              </a:extLst>
            </p:cNvPr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125;p24">
              <a:extLst>
                <a:ext uri="{FF2B5EF4-FFF2-40B4-BE49-F238E27FC236}">
                  <a16:creationId xmlns:a16="http://schemas.microsoft.com/office/drawing/2014/main" id="{DF4AFCFC-3E21-C385-2986-EA4EB72CAB47}"/>
                </a:ext>
              </a:extLst>
            </p:cNvPr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126;p24">
              <a:extLst>
                <a:ext uri="{FF2B5EF4-FFF2-40B4-BE49-F238E27FC236}">
                  <a16:creationId xmlns:a16="http://schemas.microsoft.com/office/drawing/2014/main" id="{91C590F5-DDB2-023B-842D-45B4CCDDE024}"/>
                </a:ext>
              </a:extLst>
            </p:cNvPr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127;p24">
              <a:extLst>
                <a:ext uri="{FF2B5EF4-FFF2-40B4-BE49-F238E27FC236}">
                  <a16:creationId xmlns:a16="http://schemas.microsoft.com/office/drawing/2014/main" id="{B52B8923-7DAA-190E-0297-1422502D0D90}"/>
                </a:ext>
              </a:extLst>
            </p:cNvPr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128;p24">
              <a:extLst>
                <a:ext uri="{FF2B5EF4-FFF2-40B4-BE49-F238E27FC236}">
                  <a16:creationId xmlns:a16="http://schemas.microsoft.com/office/drawing/2014/main" id="{99E8C381-A6C5-8C7E-1226-56D9C227EA23}"/>
                </a:ext>
              </a:extLst>
            </p:cNvPr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1129;p24">
              <a:extLst>
                <a:ext uri="{FF2B5EF4-FFF2-40B4-BE49-F238E27FC236}">
                  <a16:creationId xmlns:a16="http://schemas.microsoft.com/office/drawing/2014/main" id="{581758EC-47CA-3397-4FE7-2A7D6927E64C}"/>
                </a:ext>
              </a:extLst>
            </p:cNvPr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130;p24">
              <a:extLst>
                <a:ext uri="{FF2B5EF4-FFF2-40B4-BE49-F238E27FC236}">
                  <a16:creationId xmlns:a16="http://schemas.microsoft.com/office/drawing/2014/main" id="{D8A657EA-11CC-CB14-0E4E-2F0390815642}"/>
                </a:ext>
              </a:extLst>
            </p:cNvPr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1131;p24">
              <a:extLst>
                <a:ext uri="{FF2B5EF4-FFF2-40B4-BE49-F238E27FC236}">
                  <a16:creationId xmlns:a16="http://schemas.microsoft.com/office/drawing/2014/main" id="{F464EA1C-7BFD-5664-B6EF-B2C0F3D3E62D}"/>
                </a:ext>
              </a:extLst>
            </p:cNvPr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132;p24">
              <a:extLst>
                <a:ext uri="{FF2B5EF4-FFF2-40B4-BE49-F238E27FC236}">
                  <a16:creationId xmlns:a16="http://schemas.microsoft.com/office/drawing/2014/main" id="{6EE78538-8AEF-BA0A-778F-197C808D68FF}"/>
                </a:ext>
              </a:extLst>
            </p:cNvPr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133;p24">
              <a:extLst>
                <a:ext uri="{FF2B5EF4-FFF2-40B4-BE49-F238E27FC236}">
                  <a16:creationId xmlns:a16="http://schemas.microsoft.com/office/drawing/2014/main" id="{ACD60940-7F3C-910A-B803-09A3F7C548E2}"/>
                </a:ext>
              </a:extLst>
            </p:cNvPr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134;p24">
              <a:extLst>
                <a:ext uri="{FF2B5EF4-FFF2-40B4-BE49-F238E27FC236}">
                  <a16:creationId xmlns:a16="http://schemas.microsoft.com/office/drawing/2014/main" id="{3B0209B5-3209-0B77-301B-3DFCD36226FE}"/>
                </a:ext>
              </a:extLst>
            </p:cNvPr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1135;p24">
              <a:extLst>
                <a:ext uri="{FF2B5EF4-FFF2-40B4-BE49-F238E27FC236}">
                  <a16:creationId xmlns:a16="http://schemas.microsoft.com/office/drawing/2014/main" id="{49C15653-0AAC-9316-2C5A-CC34D93B522B}"/>
                </a:ext>
              </a:extLst>
            </p:cNvPr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1136;p24">
              <a:extLst>
                <a:ext uri="{FF2B5EF4-FFF2-40B4-BE49-F238E27FC236}">
                  <a16:creationId xmlns:a16="http://schemas.microsoft.com/office/drawing/2014/main" id="{647D7185-4909-9454-47A6-5C9638BDDFF8}"/>
                </a:ext>
              </a:extLst>
            </p:cNvPr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137;p24">
              <a:extLst>
                <a:ext uri="{FF2B5EF4-FFF2-40B4-BE49-F238E27FC236}">
                  <a16:creationId xmlns:a16="http://schemas.microsoft.com/office/drawing/2014/main" id="{CEA1DF07-58CF-A924-B3EE-52C0C4F99C89}"/>
                </a:ext>
              </a:extLst>
            </p:cNvPr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138;p24">
              <a:extLst>
                <a:ext uri="{FF2B5EF4-FFF2-40B4-BE49-F238E27FC236}">
                  <a16:creationId xmlns:a16="http://schemas.microsoft.com/office/drawing/2014/main" id="{3F8BBA92-72A1-A6B2-0E6C-8ED937345FCA}"/>
                </a:ext>
              </a:extLst>
            </p:cNvPr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139;p24">
              <a:extLst>
                <a:ext uri="{FF2B5EF4-FFF2-40B4-BE49-F238E27FC236}">
                  <a16:creationId xmlns:a16="http://schemas.microsoft.com/office/drawing/2014/main" id="{49D41568-AAB3-6375-4A13-0413AA69E9A6}"/>
                </a:ext>
              </a:extLst>
            </p:cNvPr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140;p24">
              <a:extLst>
                <a:ext uri="{FF2B5EF4-FFF2-40B4-BE49-F238E27FC236}">
                  <a16:creationId xmlns:a16="http://schemas.microsoft.com/office/drawing/2014/main" id="{5A55958E-5038-28B4-4060-9F12B424697C}"/>
                </a:ext>
              </a:extLst>
            </p:cNvPr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499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>
          <a:extLst>
            <a:ext uri="{FF2B5EF4-FFF2-40B4-BE49-F238E27FC236}">
              <a16:creationId xmlns:a16="http://schemas.microsoft.com/office/drawing/2014/main" id="{3459FDE7-5DE5-482D-E262-A5FDB0C5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95;p17">
            <a:extLst>
              <a:ext uri="{FF2B5EF4-FFF2-40B4-BE49-F238E27FC236}">
                <a16:creationId xmlns:a16="http://schemas.microsoft.com/office/drawing/2014/main" id="{C75C076B-773D-D033-830F-54A0161345CB}"/>
              </a:ext>
            </a:extLst>
          </p:cNvPr>
          <p:cNvSpPr txBox="1">
            <a:spLocks/>
          </p:cNvSpPr>
          <p:nvPr/>
        </p:nvSpPr>
        <p:spPr>
          <a:xfrm>
            <a:off x="457199" y="1152560"/>
            <a:ext cx="6511550" cy="3629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▸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sz="1900"/>
              <a:t>Raw text is useful for display, reading, and citation.</a:t>
            </a:r>
          </a:p>
          <a:p>
            <a:r>
              <a:rPr sz="1900"/>
              <a:t>Keyword search depends on matching terms. Embeddings compare meaning.</a:t>
            </a:r>
          </a:p>
          <a:p>
            <a:r>
              <a:rPr sz="1900"/>
              <a:t>Embeddings let a question match related document chunks even when wording differs.</a:t>
            </a:r>
          </a:p>
          <a:p>
            <a:r>
              <a:rPr sz="1900"/>
              <a:t>The portal creates embeddings during ingestion so chunks can be reused later.</a:t>
            </a:r>
          </a:p>
        </p:txBody>
      </p:sp>
      <p:sp>
        <p:nvSpPr>
          <p:cNvPr id="997" name="Google Shape;997;p20">
            <a:extLst>
              <a:ext uri="{FF2B5EF4-FFF2-40B4-BE49-F238E27FC236}">
                <a16:creationId xmlns:a16="http://schemas.microsoft.com/office/drawing/2014/main" id="{3E98BA0E-1A01-D06A-6E4D-22E681E1A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5117" y="580215"/>
            <a:ext cx="7870171" cy="55804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/>
              <a:t>Why Create Embeddings?</a:t>
            </a:r>
          </a:p>
        </p:txBody>
      </p:sp>
      <p:sp>
        <p:nvSpPr>
          <p:cNvPr id="1001" name="Google Shape;1001;p20">
            <a:extLst>
              <a:ext uri="{FF2B5EF4-FFF2-40B4-BE49-F238E27FC236}">
                <a16:creationId xmlns:a16="http://schemas.microsoft.com/office/drawing/2014/main" id="{FFF1FB4B-3C9C-E562-47E4-4EAAC066A6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sz="1200"/>
              <a:t>4</a:t>
            </a:r>
          </a:p>
        </p:txBody>
      </p:sp>
      <p:grpSp>
        <p:nvGrpSpPr>
          <p:cNvPr id="7" name="Google Shape;1047;p24">
            <a:extLst>
              <a:ext uri="{FF2B5EF4-FFF2-40B4-BE49-F238E27FC236}">
                <a16:creationId xmlns:a16="http://schemas.microsoft.com/office/drawing/2014/main" id="{4AACCBA4-8454-12AA-3CE9-5EBA636BAA50}"/>
              </a:ext>
            </a:extLst>
          </p:cNvPr>
          <p:cNvGrpSpPr/>
          <p:nvPr/>
        </p:nvGrpSpPr>
        <p:grpSpPr>
          <a:xfrm>
            <a:off x="6979640" y="1722359"/>
            <a:ext cx="2022130" cy="1616459"/>
            <a:chOff x="2012475" y="393272"/>
            <a:chExt cx="4440240" cy="4609126"/>
          </a:xfrm>
        </p:grpSpPr>
        <p:sp>
          <p:nvSpPr>
            <p:cNvPr id="8" name="Google Shape;1048;p24">
              <a:extLst>
                <a:ext uri="{FF2B5EF4-FFF2-40B4-BE49-F238E27FC236}">
                  <a16:creationId xmlns:a16="http://schemas.microsoft.com/office/drawing/2014/main" id="{EC98DB0C-6D0A-8105-1A9C-F6A0668E7EF5}"/>
                </a:ext>
              </a:extLst>
            </p:cNvPr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049;p24">
              <a:extLst>
                <a:ext uri="{FF2B5EF4-FFF2-40B4-BE49-F238E27FC236}">
                  <a16:creationId xmlns:a16="http://schemas.microsoft.com/office/drawing/2014/main" id="{36E1A411-9396-B403-7AC5-80A9B03EDC72}"/>
                </a:ext>
              </a:extLst>
            </p:cNvPr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50;p24">
              <a:extLst>
                <a:ext uri="{FF2B5EF4-FFF2-40B4-BE49-F238E27FC236}">
                  <a16:creationId xmlns:a16="http://schemas.microsoft.com/office/drawing/2014/main" id="{B156ACEB-2F6A-BA38-7E65-8900990C7123}"/>
                </a:ext>
              </a:extLst>
            </p:cNvPr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051;p24">
              <a:extLst>
                <a:ext uri="{FF2B5EF4-FFF2-40B4-BE49-F238E27FC236}">
                  <a16:creationId xmlns:a16="http://schemas.microsoft.com/office/drawing/2014/main" id="{68C9158A-F6B0-5F3A-80DA-D9BA24E32438}"/>
                </a:ext>
              </a:extLst>
            </p:cNvPr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052;p24">
              <a:extLst>
                <a:ext uri="{FF2B5EF4-FFF2-40B4-BE49-F238E27FC236}">
                  <a16:creationId xmlns:a16="http://schemas.microsoft.com/office/drawing/2014/main" id="{481B5191-8637-CEA0-B310-D02703128C70}"/>
                </a:ext>
              </a:extLst>
            </p:cNvPr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53;p24">
              <a:extLst>
                <a:ext uri="{FF2B5EF4-FFF2-40B4-BE49-F238E27FC236}">
                  <a16:creationId xmlns:a16="http://schemas.microsoft.com/office/drawing/2014/main" id="{263AA4BB-B92D-5A49-9C76-807309D411C7}"/>
                </a:ext>
              </a:extLst>
            </p:cNvPr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054;p24">
              <a:extLst>
                <a:ext uri="{FF2B5EF4-FFF2-40B4-BE49-F238E27FC236}">
                  <a16:creationId xmlns:a16="http://schemas.microsoft.com/office/drawing/2014/main" id="{80359F98-CC8C-2E72-5424-F030DC02CC72}"/>
                </a:ext>
              </a:extLst>
            </p:cNvPr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55;p24">
              <a:extLst>
                <a:ext uri="{FF2B5EF4-FFF2-40B4-BE49-F238E27FC236}">
                  <a16:creationId xmlns:a16="http://schemas.microsoft.com/office/drawing/2014/main" id="{6B1D719E-A799-FF77-ABB3-0C034A75B6A4}"/>
                </a:ext>
              </a:extLst>
            </p:cNvPr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056;p24">
              <a:extLst>
                <a:ext uri="{FF2B5EF4-FFF2-40B4-BE49-F238E27FC236}">
                  <a16:creationId xmlns:a16="http://schemas.microsoft.com/office/drawing/2014/main" id="{334B4CC8-5183-4FE1-D830-23E4706DF6B7}"/>
                </a:ext>
              </a:extLst>
            </p:cNvPr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57;p24">
              <a:extLst>
                <a:ext uri="{FF2B5EF4-FFF2-40B4-BE49-F238E27FC236}">
                  <a16:creationId xmlns:a16="http://schemas.microsoft.com/office/drawing/2014/main" id="{DBF8BC58-5327-C9A9-6AC6-DF351397B531}"/>
                </a:ext>
              </a:extLst>
            </p:cNvPr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058;p24">
              <a:extLst>
                <a:ext uri="{FF2B5EF4-FFF2-40B4-BE49-F238E27FC236}">
                  <a16:creationId xmlns:a16="http://schemas.microsoft.com/office/drawing/2014/main" id="{B1F8F396-2BF5-9087-824D-D5C3C2A17881}"/>
                </a:ext>
              </a:extLst>
            </p:cNvPr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059;p24">
              <a:extLst>
                <a:ext uri="{FF2B5EF4-FFF2-40B4-BE49-F238E27FC236}">
                  <a16:creationId xmlns:a16="http://schemas.microsoft.com/office/drawing/2014/main" id="{A46681B3-9762-D435-2F0E-596BAE7E109A}"/>
                </a:ext>
              </a:extLst>
            </p:cNvPr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060;p24">
              <a:extLst>
                <a:ext uri="{FF2B5EF4-FFF2-40B4-BE49-F238E27FC236}">
                  <a16:creationId xmlns:a16="http://schemas.microsoft.com/office/drawing/2014/main" id="{9F3DA4F0-A9CC-AE4B-DEB7-87E348B73673}"/>
                </a:ext>
              </a:extLst>
            </p:cNvPr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61;p24">
              <a:extLst>
                <a:ext uri="{FF2B5EF4-FFF2-40B4-BE49-F238E27FC236}">
                  <a16:creationId xmlns:a16="http://schemas.microsoft.com/office/drawing/2014/main" id="{0A37C96A-FDBF-CC08-16C6-CCB82CA3A631}"/>
                </a:ext>
              </a:extLst>
            </p:cNvPr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62;p24">
              <a:extLst>
                <a:ext uri="{FF2B5EF4-FFF2-40B4-BE49-F238E27FC236}">
                  <a16:creationId xmlns:a16="http://schemas.microsoft.com/office/drawing/2014/main" id="{243C7E0E-C718-6DC7-AE53-4EBFC66E388B}"/>
                </a:ext>
              </a:extLst>
            </p:cNvPr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63;p24">
              <a:extLst>
                <a:ext uri="{FF2B5EF4-FFF2-40B4-BE49-F238E27FC236}">
                  <a16:creationId xmlns:a16="http://schemas.microsoft.com/office/drawing/2014/main" id="{E2B892F3-592C-E705-F966-69418C8692C6}"/>
                </a:ext>
              </a:extLst>
            </p:cNvPr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64;p24">
              <a:extLst>
                <a:ext uri="{FF2B5EF4-FFF2-40B4-BE49-F238E27FC236}">
                  <a16:creationId xmlns:a16="http://schemas.microsoft.com/office/drawing/2014/main" id="{555659E5-F4BD-0B1D-0239-7CFCE782E0DE}"/>
                </a:ext>
              </a:extLst>
            </p:cNvPr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65;p24">
              <a:extLst>
                <a:ext uri="{FF2B5EF4-FFF2-40B4-BE49-F238E27FC236}">
                  <a16:creationId xmlns:a16="http://schemas.microsoft.com/office/drawing/2014/main" id="{930922E6-657C-715F-2BE4-09D2B823DE37}"/>
                </a:ext>
              </a:extLst>
            </p:cNvPr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066;p24">
              <a:extLst>
                <a:ext uri="{FF2B5EF4-FFF2-40B4-BE49-F238E27FC236}">
                  <a16:creationId xmlns:a16="http://schemas.microsoft.com/office/drawing/2014/main" id="{D37FDA12-FBEF-63F5-AECD-038CF021B946}"/>
                </a:ext>
              </a:extLst>
            </p:cNvPr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067;p24">
              <a:extLst>
                <a:ext uri="{FF2B5EF4-FFF2-40B4-BE49-F238E27FC236}">
                  <a16:creationId xmlns:a16="http://schemas.microsoft.com/office/drawing/2014/main" id="{D5159975-6D0C-F39A-FB93-D759A6BBF5F2}"/>
                </a:ext>
              </a:extLst>
            </p:cNvPr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68;p24">
              <a:extLst>
                <a:ext uri="{FF2B5EF4-FFF2-40B4-BE49-F238E27FC236}">
                  <a16:creationId xmlns:a16="http://schemas.microsoft.com/office/drawing/2014/main" id="{B06BCD03-9FA5-F9F0-83EE-CB9FC85A2568}"/>
                </a:ext>
              </a:extLst>
            </p:cNvPr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69;p24">
              <a:extLst>
                <a:ext uri="{FF2B5EF4-FFF2-40B4-BE49-F238E27FC236}">
                  <a16:creationId xmlns:a16="http://schemas.microsoft.com/office/drawing/2014/main" id="{3D348F9D-17F1-4436-0A67-28F0DF14CDAD}"/>
                </a:ext>
              </a:extLst>
            </p:cNvPr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070;p24">
              <a:extLst>
                <a:ext uri="{FF2B5EF4-FFF2-40B4-BE49-F238E27FC236}">
                  <a16:creationId xmlns:a16="http://schemas.microsoft.com/office/drawing/2014/main" id="{92F7C99C-B1EF-374A-EC3C-B3FD1C11A1E1}"/>
                </a:ext>
              </a:extLst>
            </p:cNvPr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071;p24">
              <a:extLst>
                <a:ext uri="{FF2B5EF4-FFF2-40B4-BE49-F238E27FC236}">
                  <a16:creationId xmlns:a16="http://schemas.microsoft.com/office/drawing/2014/main" id="{957CA53C-4C50-E1E1-E5A2-4EF6EF35AD4F}"/>
                </a:ext>
              </a:extLst>
            </p:cNvPr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072;p24">
              <a:extLst>
                <a:ext uri="{FF2B5EF4-FFF2-40B4-BE49-F238E27FC236}">
                  <a16:creationId xmlns:a16="http://schemas.microsoft.com/office/drawing/2014/main" id="{D927139F-163A-B304-02C6-4D985CF8D211}"/>
                </a:ext>
              </a:extLst>
            </p:cNvPr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073;p24">
              <a:extLst>
                <a:ext uri="{FF2B5EF4-FFF2-40B4-BE49-F238E27FC236}">
                  <a16:creationId xmlns:a16="http://schemas.microsoft.com/office/drawing/2014/main" id="{4E3BAAF6-F8F1-790B-166E-BD05A018DAC1}"/>
                </a:ext>
              </a:extLst>
            </p:cNvPr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074;p24">
              <a:extLst>
                <a:ext uri="{FF2B5EF4-FFF2-40B4-BE49-F238E27FC236}">
                  <a16:creationId xmlns:a16="http://schemas.microsoft.com/office/drawing/2014/main" id="{D9A27181-2D9D-94EB-0D59-07C5E0D377E1}"/>
                </a:ext>
              </a:extLst>
            </p:cNvPr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075;p24">
              <a:extLst>
                <a:ext uri="{FF2B5EF4-FFF2-40B4-BE49-F238E27FC236}">
                  <a16:creationId xmlns:a16="http://schemas.microsoft.com/office/drawing/2014/main" id="{769355E1-B2E5-9D04-9C0B-6BB272E50406}"/>
                </a:ext>
              </a:extLst>
            </p:cNvPr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076;p24">
              <a:extLst>
                <a:ext uri="{FF2B5EF4-FFF2-40B4-BE49-F238E27FC236}">
                  <a16:creationId xmlns:a16="http://schemas.microsoft.com/office/drawing/2014/main" id="{27669CFD-1550-C4C1-78DE-6F84E5AFDF90}"/>
                </a:ext>
              </a:extLst>
            </p:cNvPr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077;p24">
              <a:extLst>
                <a:ext uri="{FF2B5EF4-FFF2-40B4-BE49-F238E27FC236}">
                  <a16:creationId xmlns:a16="http://schemas.microsoft.com/office/drawing/2014/main" id="{8D4D2587-C9F2-6FC8-78E8-FF0D7274D9EB}"/>
                </a:ext>
              </a:extLst>
            </p:cNvPr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078;p24">
              <a:extLst>
                <a:ext uri="{FF2B5EF4-FFF2-40B4-BE49-F238E27FC236}">
                  <a16:creationId xmlns:a16="http://schemas.microsoft.com/office/drawing/2014/main" id="{E736BF38-9F0B-00AB-EC9B-298E24CBC888}"/>
                </a:ext>
              </a:extLst>
            </p:cNvPr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079;p24">
              <a:extLst>
                <a:ext uri="{FF2B5EF4-FFF2-40B4-BE49-F238E27FC236}">
                  <a16:creationId xmlns:a16="http://schemas.microsoft.com/office/drawing/2014/main" id="{2524352E-49E8-4F5D-2178-281A467EAEDB}"/>
                </a:ext>
              </a:extLst>
            </p:cNvPr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080;p24">
              <a:extLst>
                <a:ext uri="{FF2B5EF4-FFF2-40B4-BE49-F238E27FC236}">
                  <a16:creationId xmlns:a16="http://schemas.microsoft.com/office/drawing/2014/main" id="{1B23BC02-5CCD-B387-1560-03DF09308E6C}"/>
                </a:ext>
              </a:extLst>
            </p:cNvPr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081;p24">
              <a:extLst>
                <a:ext uri="{FF2B5EF4-FFF2-40B4-BE49-F238E27FC236}">
                  <a16:creationId xmlns:a16="http://schemas.microsoft.com/office/drawing/2014/main" id="{C6F89379-65DE-7867-9463-62B4149482F1}"/>
                </a:ext>
              </a:extLst>
            </p:cNvPr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082;p24">
              <a:extLst>
                <a:ext uri="{FF2B5EF4-FFF2-40B4-BE49-F238E27FC236}">
                  <a16:creationId xmlns:a16="http://schemas.microsoft.com/office/drawing/2014/main" id="{DC021B9D-530D-2205-0144-807B200E8473}"/>
                </a:ext>
              </a:extLst>
            </p:cNvPr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083;p24">
              <a:extLst>
                <a:ext uri="{FF2B5EF4-FFF2-40B4-BE49-F238E27FC236}">
                  <a16:creationId xmlns:a16="http://schemas.microsoft.com/office/drawing/2014/main" id="{145E1AFE-782F-60F0-68EA-F4A8056812AE}"/>
                </a:ext>
              </a:extLst>
            </p:cNvPr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084;p24">
              <a:extLst>
                <a:ext uri="{FF2B5EF4-FFF2-40B4-BE49-F238E27FC236}">
                  <a16:creationId xmlns:a16="http://schemas.microsoft.com/office/drawing/2014/main" id="{D8BABD9D-CC92-5118-EB08-20205E761A55}"/>
                </a:ext>
              </a:extLst>
            </p:cNvPr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085;p24">
              <a:extLst>
                <a:ext uri="{FF2B5EF4-FFF2-40B4-BE49-F238E27FC236}">
                  <a16:creationId xmlns:a16="http://schemas.microsoft.com/office/drawing/2014/main" id="{1268488B-C242-D9FE-7E3F-816418C876EB}"/>
                </a:ext>
              </a:extLst>
            </p:cNvPr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086;p24">
              <a:extLst>
                <a:ext uri="{FF2B5EF4-FFF2-40B4-BE49-F238E27FC236}">
                  <a16:creationId xmlns:a16="http://schemas.microsoft.com/office/drawing/2014/main" id="{0349DA5F-8FD5-4AA5-3041-2E0856FDB3BE}"/>
                </a:ext>
              </a:extLst>
            </p:cNvPr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087;p24">
              <a:extLst>
                <a:ext uri="{FF2B5EF4-FFF2-40B4-BE49-F238E27FC236}">
                  <a16:creationId xmlns:a16="http://schemas.microsoft.com/office/drawing/2014/main" id="{4DB20EFC-90B8-7F9B-79A3-D195F3F714B0}"/>
                </a:ext>
              </a:extLst>
            </p:cNvPr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088;p24">
              <a:extLst>
                <a:ext uri="{FF2B5EF4-FFF2-40B4-BE49-F238E27FC236}">
                  <a16:creationId xmlns:a16="http://schemas.microsoft.com/office/drawing/2014/main" id="{0206CEB9-16E1-544F-4AF8-91C1931CC728}"/>
                </a:ext>
              </a:extLst>
            </p:cNvPr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089;p24">
              <a:extLst>
                <a:ext uri="{FF2B5EF4-FFF2-40B4-BE49-F238E27FC236}">
                  <a16:creationId xmlns:a16="http://schemas.microsoft.com/office/drawing/2014/main" id="{D4E1EA27-E7AD-8BFC-8498-DB8D062EE440}"/>
                </a:ext>
              </a:extLst>
            </p:cNvPr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090;p24">
              <a:extLst>
                <a:ext uri="{FF2B5EF4-FFF2-40B4-BE49-F238E27FC236}">
                  <a16:creationId xmlns:a16="http://schemas.microsoft.com/office/drawing/2014/main" id="{9E4043CA-C5C8-8E68-E341-9FCBE6A579CE}"/>
                </a:ext>
              </a:extLst>
            </p:cNvPr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091;p24">
              <a:extLst>
                <a:ext uri="{FF2B5EF4-FFF2-40B4-BE49-F238E27FC236}">
                  <a16:creationId xmlns:a16="http://schemas.microsoft.com/office/drawing/2014/main" id="{9E5FD8EB-9C16-4903-6AF3-7A33FFA95255}"/>
                </a:ext>
              </a:extLst>
            </p:cNvPr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092;p24">
              <a:extLst>
                <a:ext uri="{FF2B5EF4-FFF2-40B4-BE49-F238E27FC236}">
                  <a16:creationId xmlns:a16="http://schemas.microsoft.com/office/drawing/2014/main" id="{0DCB3BFD-E4C1-A125-381F-17CC315E2BDF}"/>
                </a:ext>
              </a:extLst>
            </p:cNvPr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93;p24">
              <a:extLst>
                <a:ext uri="{FF2B5EF4-FFF2-40B4-BE49-F238E27FC236}">
                  <a16:creationId xmlns:a16="http://schemas.microsoft.com/office/drawing/2014/main" id="{9FA8EB9A-F9C2-0EA4-9721-D50CCF46A362}"/>
                </a:ext>
              </a:extLst>
            </p:cNvPr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94;p24">
              <a:extLst>
                <a:ext uri="{FF2B5EF4-FFF2-40B4-BE49-F238E27FC236}">
                  <a16:creationId xmlns:a16="http://schemas.microsoft.com/office/drawing/2014/main" id="{E9A2D24C-99DA-B25D-924D-C42DE82C359C}"/>
                </a:ext>
              </a:extLst>
            </p:cNvPr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095;p24">
              <a:extLst>
                <a:ext uri="{FF2B5EF4-FFF2-40B4-BE49-F238E27FC236}">
                  <a16:creationId xmlns:a16="http://schemas.microsoft.com/office/drawing/2014/main" id="{CB6CC626-7D9F-9FBC-5D46-64D608DE0E17}"/>
                </a:ext>
              </a:extLst>
            </p:cNvPr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096;p24">
              <a:extLst>
                <a:ext uri="{FF2B5EF4-FFF2-40B4-BE49-F238E27FC236}">
                  <a16:creationId xmlns:a16="http://schemas.microsoft.com/office/drawing/2014/main" id="{0D0849F1-929E-70C1-8594-65381C3EA19B}"/>
                </a:ext>
              </a:extLst>
            </p:cNvPr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97;p24">
              <a:extLst>
                <a:ext uri="{FF2B5EF4-FFF2-40B4-BE49-F238E27FC236}">
                  <a16:creationId xmlns:a16="http://schemas.microsoft.com/office/drawing/2014/main" id="{1881F828-00A4-916F-2FB7-C7FFBBBECED5}"/>
                </a:ext>
              </a:extLst>
            </p:cNvPr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98;p24">
              <a:extLst>
                <a:ext uri="{FF2B5EF4-FFF2-40B4-BE49-F238E27FC236}">
                  <a16:creationId xmlns:a16="http://schemas.microsoft.com/office/drawing/2014/main" id="{C1C7A31C-9AA0-BE1B-0E24-025292C0E835}"/>
                </a:ext>
              </a:extLst>
            </p:cNvPr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99;p24">
              <a:extLst>
                <a:ext uri="{FF2B5EF4-FFF2-40B4-BE49-F238E27FC236}">
                  <a16:creationId xmlns:a16="http://schemas.microsoft.com/office/drawing/2014/main" id="{BBE7082A-12E7-DE42-AFA0-405BD21589CC}"/>
                </a:ext>
              </a:extLst>
            </p:cNvPr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100;p24">
              <a:extLst>
                <a:ext uri="{FF2B5EF4-FFF2-40B4-BE49-F238E27FC236}">
                  <a16:creationId xmlns:a16="http://schemas.microsoft.com/office/drawing/2014/main" id="{F6E5E1B5-1EA1-3EA0-10C4-79D9625B722B}"/>
                </a:ext>
              </a:extLst>
            </p:cNvPr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101;p24">
              <a:extLst>
                <a:ext uri="{FF2B5EF4-FFF2-40B4-BE49-F238E27FC236}">
                  <a16:creationId xmlns:a16="http://schemas.microsoft.com/office/drawing/2014/main" id="{18035C7A-C846-3C89-A2E4-1687AEED6A5F}"/>
                </a:ext>
              </a:extLst>
            </p:cNvPr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102;p24">
              <a:extLst>
                <a:ext uri="{FF2B5EF4-FFF2-40B4-BE49-F238E27FC236}">
                  <a16:creationId xmlns:a16="http://schemas.microsoft.com/office/drawing/2014/main" id="{F724A84E-8C30-660B-9EE1-0089AAAAC622}"/>
                </a:ext>
              </a:extLst>
            </p:cNvPr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103;p24">
              <a:extLst>
                <a:ext uri="{FF2B5EF4-FFF2-40B4-BE49-F238E27FC236}">
                  <a16:creationId xmlns:a16="http://schemas.microsoft.com/office/drawing/2014/main" id="{6A96708C-1113-7220-B960-10003C1F8823}"/>
                </a:ext>
              </a:extLst>
            </p:cNvPr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104;p24">
              <a:extLst>
                <a:ext uri="{FF2B5EF4-FFF2-40B4-BE49-F238E27FC236}">
                  <a16:creationId xmlns:a16="http://schemas.microsoft.com/office/drawing/2014/main" id="{63377067-1B92-B2D0-0BD3-7A9D83EFD19A}"/>
                </a:ext>
              </a:extLst>
            </p:cNvPr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105;p24">
              <a:extLst>
                <a:ext uri="{FF2B5EF4-FFF2-40B4-BE49-F238E27FC236}">
                  <a16:creationId xmlns:a16="http://schemas.microsoft.com/office/drawing/2014/main" id="{FE960D5E-8FE3-2F44-2CDD-899746FAE07E}"/>
                </a:ext>
              </a:extLst>
            </p:cNvPr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106;p24">
              <a:extLst>
                <a:ext uri="{FF2B5EF4-FFF2-40B4-BE49-F238E27FC236}">
                  <a16:creationId xmlns:a16="http://schemas.microsoft.com/office/drawing/2014/main" id="{4CA8D725-302F-7BBA-C687-6038F41AACE4}"/>
                </a:ext>
              </a:extLst>
            </p:cNvPr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107;p24">
              <a:extLst>
                <a:ext uri="{FF2B5EF4-FFF2-40B4-BE49-F238E27FC236}">
                  <a16:creationId xmlns:a16="http://schemas.microsoft.com/office/drawing/2014/main" id="{A358A294-2787-9E55-FB77-39CD697116AE}"/>
                </a:ext>
              </a:extLst>
            </p:cNvPr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108;p24">
              <a:extLst>
                <a:ext uri="{FF2B5EF4-FFF2-40B4-BE49-F238E27FC236}">
                  <a16:creationId xmlns:a16="http://schemas.microsoft.com/office/drawing/2014/main" id="{875278CA-37E3-A9C4-956C-577631523F4D}"/>
                </a:ext>
              </a:extLst>
            </p:cNvPr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109;p24">
              <a:extLst>
                <a:ext uri="{FF2B5EF4-FFF2-40B4-BE49-F238E27FC236}">
                  <a16:creationId xmlns:a16="http://schemas.microsoft.com/office/drawing/2014/main" id="{1D2DC3BF-D550-F6F3-71E2-27E5124D7DA2}"/>
                </a:ext>
              </a:extLst>
            </p:cNvPr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110;p24">
              <a:extLst>
                <a:ext uri="{FF2B5EF4-FFF2-40B4-BE49-F238E27FC236}">
                  <a16:creationId xmlns:a16="http://schemas.microsoft.com/office/drawing/2014/main" id="{46A0198D-60B7-125B-B90B-198B5CD0AC62}"/>
                </a:ext>
              </a:extLst>
            </p:cNvPr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111;p24">
              <a:extLst>
                <a:ext uri="{FF2B5EF4-FFF2-40B4-BE49-F238E27FC236}">
                  <a16:creationId xmlns:a16="http://schemas.microsoft.com/office/drawing/2014/main" id="{CF48B82B-E546-0BCA-9E75-F27693851A18}"/>
                </a:ext>
              </a:extLst>
            </p:cNvPr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112;p24">
              <a:extLst>
                <a:ext uri="{FF2B5EF4-FFF2-40B4-BE49-F238E27FC236}">
                  <a16:creationId xmlns:a16="http://schemas.microsoft.com/office/drawing/2014/main" id="{2FE7EC13-CDE6-B786-6A3C-A329B4EA22A4}"/>
                </a:ext>
              </a:extLst>
            </p:cNvPr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1113;p24">
              <a:extLst>
                <a:ext uri="{FF2B5EF4-FFF2-40B4-BE49-F238E27FC236}">
                  <a16:creationId xmlns:a16="http://schemas.microsoft.com/office/drawing/2014/main" id="{5E7DFB33-9C47-B7ED-A7E9-BAE2E1814AEE}"/>
                </a:ext>
              </a:extLst>
            </p:cNvPr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1114;p24">
              <a:extLst>
                <a:ext uri="{FF2B5EF4-FFF2-40B4-BE49-F238E27FC236}">
                  <a16:creationId xmlns:a16="http://schemas.microsoft.com/office/drawing/2014/main" id="{9B96336F-8B7E-C3FA-092A-56C3D30F96F6}"/>
                </a:ext>
              </a:extLst>
            </p:cNvPr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115;p24">
              <a:extLst>
                <a:ext uri="{FF2B5EF4-FFF2-40B4-BE49-F238E27FC236}">
                  <a16:creationId xmlns:a16="http://schemas.microsoft.com/office/drawing/2014/main" id="{93560474-2C99-AB4A-02B5-6E76FDF8ADC0}"/>
                </a:ext>
              </a:extLst>
            </p:cNvPr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116;p24">
              <a:extLst>
                <a:ext uri="{FF2B5EF4-FFF2-40B4-BE49-F238E27FC236}">
                  <a16:creationId xmlns:a16="http://schemas.microsoft.com/office/drawing/2014/main" id="{BF899A2C-26D1-DFDE-A503-212696840390}"/>
                </a:ext>
              </a:extLst>
            </p:cNvPr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117;p24">
              <a:extLst>
                <a:ext uri="{FF2B5EF4-FFF2-40B4-BE49-F238E27FC236}">
                  <a16:creationId xmlns:a16="http://schemas.microsoft.com/office/drawing/2014/main" id="{8B01CF51-BDE7-2CB1-6B8F-DA0D70FDD380}"/>
                </a:ext>
              </a:extLst>
            </p:cNvPr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118;p24">
              <a:extLst>
                <a:ext uri="{FF2B5EF4-FFF2-40B4-BE49-F238E27FC236}">
                  <a16:creationId xmlns:a16="http://schemas.microsoft.com/office/drawing/2014/main" id="{F1B9A76A-7A15-790E-885A-9F53EC1DF303}"/>
                </a:ext>
              </a:extLst>
            </p:cNvPr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119;p24">
              <a:extLst>
                <a:ext uri="{FF2B5EF4-FFF2-40B4-BE49-F238E27FC236}">
                  <a16:creationId xmlns:a16="http://schemas.microsoft.com/office/drawing/2014/main" id="{D49376C0-99C8-375D-70BC-39C4900ABF90}"/>
                </a:ext>
              </a:extLst>
            </p:cNvPr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120;p24">
              <a:extLst>
                <a:ext uri="{FF2B5EF4-FFF2-40B4-BE49-F238E27FC236}">
                  <a16:creationId xmlns:a16="http://schemas.microsoft.com/office/drawing/2014/main" id="{7EE8F119-D4CD-6299-30E7-1E842C4B47C2}"/>
                </a:ext>
              </a:extLst>
            </p:cNvPr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121;p24">
              <a:extLst>
                <a:ext uri="{FF2B5EF4-FFF2-40B4-BE49-F238E27FC236}">
                  <a16:creationId xmlns:a16="http://schemas.microsoft.com/office/drawing/2014/main" id="{7606424E-A719-98A9-694C-05B1D385146D}"/>
                </a:ext>
              </a:extLst>
            </p:cNvPr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122;p24">
              <a:extLst>
                <a:ext uri="{FF2B5EF4-FFF2-40B4-BE49-F238E27FC236}">
                  <a16:creationId xmlns:a16="http://schemas.microsoft.com/office/drawing/2014/main" id="{966B3806-A62B-A309-C1BD-B0462D7062A4}"/>
                </a:ext>
              </a:extLst>
            </p:cNvPr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123;p24">
              <a:extLst>
                <a:ext uri="{FF2B5EF4-FFF2-40B4-BE49-F238E27FC236}">
                  <a16:creationId xmlns:a16="http://schemas.microsoft.com/office/drawing/2014/main" id="{B7FFEF56-C284-0046-58F0-AB0170F27C5A}"/>
                </a:ext>
              </a:extLst>
            </p:cNvPr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124;p24">
              <a:extLst>
                <a:ext uri="{FF2B5EF4-FFF2-40B4-BE49-F238E27FC236}">
                  <a16:creationId xmlns:a16="http://schemas.microsoft.com/office/drawing/2014/main" id="{8200DC48-814B-0052-5CE5-0B652A9630CE}"/>
                </a:ext>
              </a:extLst>
            </p:cNvPr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125;p24">
              <a:extLst>
                <a:ext uri="{FF2B5EF4-FFF2-40B4-BE49-F238E27FC236}">
                  <a16:creationId xmlns:a16="http://schemas.microsoft.com/office/drawing/2014/main" id="{739628AD-2FB5-20CB-0BF8-F56A21B2A7A9}"/>
                </a:ext>
              </a:extLst>
            </p:cNvPr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126;p24">
              <a:extLst>
                <a:ext uri="{FF2B5EF4-FFF2-40B4-BE49-F238E27FC236}">
                  <a16:creationId xmlns:a16="http://schemas.microsoft.com/office/drawing/2014/main" id="{EF28D0B3-7D24-63C2-32AA-826091484E78}"/>
                </a:ext>
              </a:extLst>
            </p:cNvPr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127;p24">
              <a:extLst>
                <a:ext uri="{FF2B5EF4-FFF2-40B4-BE49-F238E27FC236}">
                  <a16:creationId xmlns:a16="http://schemas.microsoft.com/office/drawing/2014/main" id="{B5641501-2C0A-C065-7089-338715A0E7AE}"/>
                </a:ext>
              </a:extLst>
            </p:cNvPr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128;p24">
              <a:extLst>
                <a:ext uri="{FF2B5EF4-FFF2-40B4-BE49-F238E27FC236}">
                  <a16:creationId xmlns:a16="http://schemas.microsoft.com/office/drawing/2014/main" id="{F2D8C220-EE08-6186-A5C5-E8BA8C49EC0F}"/>
                </a:ext>
              </a:extLst>
            </p:cNvPr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1129;p24">
              <a:extLst>
                <a:ext uri="{FF2B5EF4-FFF2-40B4-BE49-F238E27FC236}">
                  <a16:creationId xmlns:a16="http://schemas.microsoft.com/office/drawing/2014/main" id="{BAFC8D5C-9FD0-AA04-BCE7-503E13B65BE3}"/>
                </a:ext>
              </a:extLst>
            </p:cNvPr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130;p24">
              <a:extLst>
                <a:ext uri="{FF2B5EF4-FFF2-40B4-BE49-F238E27FC236}">
                  <a16:creationId xmlns:a16="http://schemas.microsoft.com/office/drawing/2014/main" id="{6BFC0D48-E430-1EA7-EF33-085F6AC9AFDE}"/>
                </a:ext>
              </a:extLst>
            </p:cNvPr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1131;p24">
              <a:extLst>
                <a:ext uri="{FF2B5EF4-FFF2-40B4-BE49-F238E27FC236}">
                  <a16:creationId xmlns:a16="http://schemas.microsoft.com/office/drawing/2014/main" id="{9C179159-AFE8-A075-AE26-2F012168E502}"/>
                </a:ext>
              </a:extLst>
            </p:cNvPr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132;p24">
              <a:extLst>
                <a:ext uri="{FF2B5EF4-FFF2-40B4-BE49-F238E27FC236}">
                  <a16:creationId xmlns:a16="http://schemas.microsoft.com/office/drawing/2014/main" id="{74547447-A84C-D539-C45B-51F1A7D87A40}"/>
                </a:ext>
              </a:extLst>
            </p:cNvPr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133;p24">
              <a:extLst>
                <a:ext uri="{FF2B5EF4-FFF2-40B4-BE49-F238E27FC236}">
                  <a16:creationId xmlns:a16="http://schemas.microsoft.com/office/drawing/2014/main" id="{337748C0-8075-AAAF-3686-8A244D908481}"/>
                </a:ext>
              </a:extLst>
            </p:cNvPr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134;p24">
              <a:extLst>
                <a:ext uri="{FF2B5EF4-FFF2-40B4-BE49-F238E27FC236}">
                  <a16:creationId xmlns:a16="http://schemas.microsoft.com/office/drawing/2014/main" id="{A028BC97-106D-A48A-2C65-97B687617BBE}"/>
                </a:ext>
              </a:extLst>
            </p:cNvPr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1135;p24">
              <a:extLst>
                <a:ext uri="{FF2B5EF4-FFF2-40B4-BE49-F238E27FC236}">
                  <a16:creationId xmlns:a16="http://schemas.microsoft.com/office/drawing/2014/main" id="{849AB303-CC3A-6C73-C55E-4E6247FAF060}"/>
                </a:ext>
              </a:extLst>
            </p:cNvPr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1136;p24">
              <a:extLst>
                <a:ext uri="{FF2B5EF4-FFF2-40B4-BE49-F238E27FC236}">
                  <a16:creationId xmlns:a16="http://schemas.microsoft.com/office/drawing/2014/main" id="{005CA171-9ABB-6559-3B63-8E4BDB6F5DBD}"/>
                </a:ext>
              </a:extLst>
            </p:cNvPr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137;p24">
              <a:extLst>
                <a:ext uri="{FF2B5EF4-FFF2-40B4-BE49-F238E27FC236}">
                  <a16:creationId xmlns:a16="http://schemas.microsoft.com/office/drawing/2014/main" id="{7DAB0A70-7197-51D4-4D29-0866C258B9D0}"/>
                </a:ext>
              </a:extLst>
            </p:cNvPr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138;p24">
              <a:extLst>
                <a:ext uri="{FF2B5EF4-FFF2-40B4-BE49-F238E27FC236}">
                  <a16:creationId xmlns:a16="http://schemas.microsoft.com/office/drawing/2014/main" id="{D346A214-DE1F-223D-3E77-502D094E7C32}"/>
                </a:ext>
              </a:extLst>
            </p:cNvPr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139;p24">
              <a:extLst>
                <a:ext uri="{FF2B5EF4-FFF2-40B4-BE49-F238E27FC236}">
                  <a16:creationId xmlns:a16="http://schemas.microsoft.com/office/drawing/2014/main" id="{A3CF4E29-34E3-C477-BB6C-BB8EBAD9CF28}"/>
                </a:ext>
              </a:extLst>
            </p:cNvPr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140;p24">
              <a:extLst>
                <a:ext uri="{FF2B5EF4-FFF2-40B4-BE49-F238E27FC236}">
                  <a16:creationId xmlns:a16="http://schemas.microsoft.com/office/drawing/2014/main" id="{16258C22-19A9-8770-E0CC-DE39CEBB5162}"/>
                </a:ext>
              </a:extLst>
            </p:cNvPr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225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437772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/>
              <a:t>Embeddings in a RAG Flow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368036" y="1205479"/>
            <a:ext cx="7219533" cy="365867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800"/>
              <a:t>Extract readable text from the uploaded PDF.</a:t>
            </a:r>
          </a:p>
          <a:p>
            <a:r>
              <a:rPr sz="1800"/>
              <a:t>Split the text into manageable chunks.</a:t>
            </a:r>
          </a:p>
          <a:p>
            <a:r>
              <a:rPr sz="1800"/>
              <a:t>Generate an embedding for each chunk.</a:t>
            </a:r>
          </a:p>
          <a:p>
            <a:r>
              <a:rPr sz="1800"/>
              <a:t>Store chunk text, metadata, and vectors in a vector store.</a:t>
            </a:r>
          </a:p>
          <a:p>
            <a:r>
              <a:rPr sz="1800"/>
              <a:t>Embed the user question and retrieve the nearest matching chunks.</a:t>
            </a:r>
          </a:p>
          <a:p>
            <a:r>
              <a:rPr sz="1800"/>
              <a:t>Send only relevant chunks to the chat model for a grounded answer.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sz="1200"/>
              <a:t>5</a:t>
            </a:r>
          </a:p>
        </p:txBody>
      </p:sp>
      <p:grpSp>
        <p:nvGrpSpPr>
          <p:cNvPr id="2" name="Google Shape;597;p17">
            <a:extLst>
              <a:ext uri="{FF2B5EF4-FFF2-40B4-BE49-F238E27FC236}">
                <a16:creationId xmlns:a16="http://schemas.microsoft.com/office/drawing/2014/main" id="{B2489946-0143-51C4-979E-8F84F530946A}"/>
              </a:ext>
            </a:extLst>
          </p:cNvPr>
          <p:cNvGrpSpPr/>
          <p:nvPr/>
        </p:nvGrpSpPr>
        <p:grpSpPr>
          <a:xfrm>
            <a:off x="7409156" y="2323577"/>
            <a:ext cx="1664229" cy="1781658"/>
            <a:chOff x="2183550" y="65875"/>
            <a:chExt cx="4483981" cy="4807045"/>
          </a:xfrm>
        </p:grpSpPr>
        <p:sp>
          <p:nvSpPr>
            <p:cNvPr id="4" name="Google Shape;598;p17">
              <a:extLst>
                <a:ext uri="{FF2B5EF4-FFF2-40B4-BE49-F238E27FC236}">
                  <a16:creationId xmlns:a16="http://schemas.microsoft.com/office/drawing/2014/main" id="{4FFCF48B-92F3-D88E-F9A1-09C24411A794}"/>
                </a:ext>
              </a:extLst>
            </p:cNvPr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599;p17">
              <a:extLst>
                <a:ext uri="{FF2B5EF4-FFF2-40B4-BE49-F238E27FC236}">
                  <a16:creationId xmlns:a16="http://schemas.microsoft.com/office/drawing/2014/main" id="{3F091D7B-D307-9D0C-98D9-BF3B0FD0CACD}"/>
                </a:ext>
              </a:extLst>
            </p:cNvPr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600;p17">
              <a:extLst>
                <a:ext uri="{FF2B5EF4-FFF2-40B4-BE49-F238E27FC236}">
                  <a16:creationId xmlns:a16="http://schemas.microsoft.com/office/drawing/2014/main" id="{F63F798B-2C53-77BC-1B8B-BBDD26783B0B}"/>
                </a:ext>
              </a:extLst>
            </p:cNvPr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01;p17">
              <a:extLst>
                <a:ext uri="{FF2B5EF4-FFF2-40B4-BE49-F238E27FC236}">
                  <a16:creationId xmlns:a16="http://schemas.microsoft.com/office/drawing/2014/main" id="{7619247A-F38D-952D-EBE9-3E1BB5F9F0F5}"/>
                </a:ext>
              </a:extLst>
            </p:cNvPr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02;p17">
              <a:extLst>
                <a:ext uri="{FF2B5EF4-FFF2-40B4-BE49-F238E27FC236}">
                  <a16:creationId xmlns:a16="http://schemas.microsoft.com/office/drawing/2014/main" id="{A88FD916-1849-83D5-5312-7AA2A13473A1}"/>
                </a:ext>
              </a:extLst>
            </p:cNvPr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603;p17">
              <a:extLst>
                <a:ext uri="{FF2B5EF4-FFF2-40B4-BE49-F238E27FC236}">
                  <a16:creationId xmlns:a16="http://schemas.microsoft.com/office/drawing/2014/main" id="{2D298AFA-E6D1-BDBC-18FC-5E8BC6D3952E}"/>
                </a:ext>
              </a:extLst>
            </p:cNvPr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604;p17">
              <a:extLst>
                <a:ext uri="{FF2B5EF4-FFF2-40B4-BE49-F238E27FC236}">
                  <a16:creationId xmlns:a16="http://schemas.microsoft.com/office/drawing/2014/main" id="{4E586AB4-198E-E16D-A313-9159F24A1DBD}"/>
                </a:ext>
              </a:extLst>
            </p:cNvPr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605;p17">
              <a:extLst>
                <a:ext uri="{FF2B5EF4-FFF2-40B4-BE49-F238E27FC236}">
                  <a16:creationId xmlns:a16="http://schemas.microsoft.com/office/drawing/2014/main" id="{DB52489E-DB7F-1709-EA2A-80C0890D873B}"/>
                </a:ext>
              </a:extLst>
            </p:cNvPr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606;p17">
              <a:extLst>
                <a:ext uri="{FF2B5EF4-FFF2-40B4-BE49-F238E27FC236}">
                  <a16:creationId xmlns:a16="http://schemas.microsoft.com/office/drawing/2014/main" id="{0D8C1E15-A035-0B88-1C36-FE5E1E7E7D67}"/>
                </a:ext>
              </a:extLst>
            </p:cNvPr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607;p17">
              <a:extLst>
                <a:ext uri="{FF2B5EF4-FFF2-40B4-BE49-F238E27FC236}">
                  <a16:creationId xmlns:a16="http://schemas.microsoft.com/office/drawing/2014/main" id="{B09821FE-1715-B11A-0AB7-A92BDB43C686}"/>
                </a:ext>
              </a:extLst>
            </p:cNvPr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608;p17">
              <a:extLst>
                <a:ext uri="{FF2B5EF4-FFF2-40B4-BE49-F238E27FC236}">
                  <a16:creationId xmlns:a16="http://schemas.microsoft.com/office/drawing/2014/main" id="{C010F280-80A8-D47E-2603-33C50F5E0F2C}"/>
                </a:ext>
              </a:extLst>
            </p:cNvPr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609;p17">
              <a:extLst>
                <a:ext uri="{FF2B5EF4-FFF2-40B4-BE49-F238E27FC236}">
                  <a16:creationId xmlns:a16="http://schemas.microsoft.com/office/drawing/2014/main" id="{0945DD83-0110-6AA8-0C1C-CB3E367699C9}"/>
                </a:ext>
              </a:extLst>
            </p:cNvPr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610;p17">
              <a:extLst>
                <a:ext uri="{FF2B5EF4-FFF2-40B4-BE49-F238E27FC236}">
                  <a16:creationId xmlns:a16="http://schemas.microsoft.com/office/drawing/2014/main" id="{11D0E172-50B7-54F0-9A74-D68D09C1F29C}"/>
                </a:ext>
              </a:extLst>
            </p:cNvPr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611;p17">
              <a:extLst>
                <a:ext uri="{FF2B5EF4-FFF2-40B4-BE49-F238E27FC236}">
                  <a16:creationId xmlns:a16="http://schemas.microsoft.com/office/drawing/2014/main" id="{39CA41AB-E905-5D30-2722-26BC4A9BF481}"/>
                </a:ext>
              </a:extLst>
            </p:cNvPr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612;p17">
              <a:extLst>
                <a:ext uri="{FF2B5EF4-FFF2-40B4-BE49-F238E27FC236}">
                  <a16:creationId xmlns:a16="http://schemas.microsoft.com/office/drawing/2014/main" id="{AC4A5F66-A08A-3218-D7AA-FA6F116AE7B5}"/>
                </a:ext>
              </a:extLst>
            </p:cNvPr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613;p17">
              <a:extLst>
                <a:ext uri="{FF2B5EF4-FFF2-40B4-BE49-F238E27FC236}">
                  <a16:creationId xmlns:a16="http://schemas.microsoft.com/office/drawing/2014/main" id="{36E25D9E-F02F-7E38-5C20-DBCE398E75DD}"/>
                </a:ext>
              </a:extLst>
            </p:cNvPr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614;p17">
              <a:extLst>
                <a:ext uri="{FF2B5EF4-FFF2-40B4-BE49-F238E27FC236}">
                  <a16:creationId xmlns:a16="http://schemas.microsoft.com/office/drawing/2014/main" id="{0441E982-9776-C0B1-B887-A3897268B772}"/>
                </a:ext>
              </a:extLst>
            </p:cNvPr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615;p17">
              <a:extLst>
                <a:ext uri="{FF2B5EF4-FFF2-40B4-BE49-F238E27FC236}">
                  <a16:creationId xmlns:a16="http://schemas.microsoft.com/office/drawing/2014/main" id="{7E9E88E1-A49F-8598-B796-DC7E28241EC5}"/>
                </a:ext>
              </a:extLst>
            </p:cNvPr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616;p17">
              <a:extLst>
                <a:ext uri="{FF2B5EF4-FFF2-40B4-BE49-F238E27FC236}">
                  <a16:creationId xmlns:a16="http://schemas.microsoft.com/office/drawing/2014/main" id="{12D1C793-4262-6966-272E-F44F6B4AA8D6}"/>
                </a:ext>
              </a:extLst>
            </p:cNvPr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17;p17">
              <a:extLst>
                <a:ext uri="{FF2B5EF4-FFF2-40B4-BE49-F238E27FC236}">
                  <a16:creationId xmlns:a16="http://schemas.microsoft.com/office/drawing/2014/main" id="{DE630A4B-050F-1A91-01FA-BA46447C9B1B}"/>
                </a:ext>
              </a:extLst>
            </p:cNvPr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618;p17">
              <a:extLst>
                <a:ext uri="{FF2B5EF4-FFF2-40B4-BE49-F238E27FC236}">
                  <a16:creationId xmlns:a16="http://schemas.microsoft.com/office/drawing/2014/main" id="{E57B92F0-E84B-5430-7DEB-19626ADFDB67}"/>
                </a:ext>
              </a:extLst>
            </p:cNvPr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619;p17">
              <a:extLst>
                <a:ext uri="{FF2B5EF4-FFF2-40B4-BE49-F238E27FC236}">
                  <a16:creationId xmlns:a16="http://schemas.microsoft.com/office/drawing/2014/main" id="{F864D01F-B99B-E60F-AE5F-31D6D617C0AC}"/>
                </a:ext>
              </a:extLst>
            </p:cNvPr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620;p17">
              <a:extLst>
                <a:ext uri="{FF2B5EF4-FFF2-40B4-BE49-F238E27FC236}">
                  <a16:creationId xmlns:a16="http://schemas.microsoft.com/office/drawing/2014/main" id="{56104086-48A3-069A-D481-31CEB7FBE29E}"/>
                </a:ext>
              </a:extLst>
            </p:cNvPr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2" name="Google Shape;621;p17">
                <a:extLst>
                  <a:ext uri="{FF2B5EF4-FFF2-40B4-BE49-F238E27FC236}">
                    <a16:creationId xmlns:a16="http://schemas.microsoft.com/office/drawing/2014/main" id="{FE6E3E4E-CC49-ABB7-1479-3EF89D93DF94}"/>
                  </a:ext>
                </a:extLst>
              </p:cNvPr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585" name="Google Shape;622;p17">
                  <a:extLst>
                    <a:ext uri="{FF2B5EF4-FFF2-40B4-BE49-F238E27FC236}">
                      <a16:creationId xmlns:a16="http://schemas.microsoft.com/office/drawing/2014/main" id="{F3271E5A-856A-3CAF-CDFB-B5E9ADBEC0EA}"/>
                    </a:ext>
                  </a:extLst>
                </p:cNvPr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623;p17">
                  <a:extLst>
                    <a:ext uri="{FF2B5EF4-FFF2-40B4-BE49-F238E27FC236}">
                      <a16:creationId xmlns:a16="http://schemas.microsoft.com/office/drawing/2014/main" id="{0509AD49-FA74-CEC9-E761-E59308C48992}"/>
                    </a:ext>
                  </a:extLst>
                </p:cNvPr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624;p17">
                  <a:extLst>
                    <a:ext uri="{FF2B5EF4-FFF2-40B4-BE49-F238E27FC236}">
                      <a16:creationId xmlns:a16="http://schemas.microsoft.com/office/drawing/2014/main" id="{F219CA9A-4B50-0A01-C72B-91679ADEC699}"/>
                    </a:ext>
                  </a:extLst>
                </p:cNvPr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8" name="Google Shape;625;p17">
                  <a:extLst>
                    <a:ext uri="{FF2B5EF4-FFF2-40B4-BE49-F238E27FC236}">
                      <a16:creationId xmlns:a16="http://schemas.microsoft.com/office/drawing/2014/main" id="{A9A69342-775A-E729-91CF-8400A5175E41}"/>
                    </a:ext>
                  </a:extLst>
                </p:cNvPr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56" name="Google Shape;626;p17">
                    <a:extLst>
                      <a:ext uri="{FF2B5EF4-FFF2-40B4-BE49-F238E27FC236}">
                        <a16:creationId xmlns:a16="http://schemas.microsoft.com/office/drawing/2014/main" id="{5620AA62-8D67-5686-62C6-FCCFB87A6EA0}"/>
                      </a:ext>
                    </a:extLst>
                  </p:cNvPr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27;p17">
                    <a:extLst>
                      <a:ext uri="{FF2B5EF4-FFF2-40B4-BE49-F238E27FC236}">
                        <a16:creationId xmlns:a16="http://schemas.microsoft.com/office/drawing/2014/main" id="{11B45F9C-6F30-71F4-1EE1-C581AF93031E}"/>
                      </a:ext>
                    </a:extLst>
                  </p:cNvPr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89" name="Google Shape;628;p17">
                  <a:extLst>
                    <a:ext uri="{FF2B5EF4-FFF2-40B4-BE49-F238E27FC236}">
                      <a16:creationId xmlns:a16="http://schemas.microsoft.com/office/drawing/2014/main" id="{3B908257-30FD-3D96-DC60-B4F26DE0922C}"/>
                    </a:ext>
                  </a:extLst>
                </p:cNvPr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629;p17">
                  <a:extLst>
                    <a:ext uri="{FF2B5EF4-FFF2-40B4-BE49-F238E27FC236}">
                      <a16:creationId xmlns:a16="http://schemas.microsoft.com/office/drawing/2014/main" id="{611D86C9-D7B2-AB5D-60A0-1499A4F09FA6}"/>
                    </a:ext>
                  </a:extLst>
                </p:cNvPr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630;p17">
                  <a:extLst>
                    <a:ext uri="{FF2B5EF4-FFF2-40B4-BE49-F238E27FC236}">
                      <a16:creationId xmlns:a16="http://schemas.microsoft.com/office/drawing/2014/main" id="{F66D0B22-389B-31CF-36EC-C2F9BC0CDD02}"/>
                    </a:ext>
                  </a:extLst>
                </p:cNvPr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631;p17">
                  <a:extLst>
                    <a:ext uri="{FF2B5EF4-FFF2-40B4-BE49-F238E27FC236}">
                      <a16:creationId xmlns:a16="http://schemas.microsoft.com/office/drawing/2014/main" id="{51AA7325-CD4B-252F-E52D-7F5F41142195}"/>
                    </a:ext>
                  </a:extLst>
                </p:cNvPr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632;p17">
                  <a:extLst>
                    <a:ext uri="{FF2B5EF4-FFF2-40B4-BE49-F238E27FC236}">
                      <a16:creationId xmlns:a16="http://schemas.microsoft.com/office/drawing/2014/main" id="{FB7397C4-7100-67D5-A38C-14B6EA477656}"/>
                    </a:ext>
                  </a:extLst>
                </p:cNvPr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633;p17">
                  <a:extLst>
                    <a:ext uri="{FF2B5EF4-FFF2-40B4-BE49-F238E27FC236}">
                      <a16:creationId xmlns:a16="http://schemas.microsoft.com/office/drawing/2014/main" id="{156EA495-8E37-EE64-9B2D-23B720923BD7}"/>
                    </a:ext>
                  </a:extLst>
                </p:cNvPr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634;p17">
                  <a:extLst>
                    <a:ext uri="{FF2B5EF4-FFF2-40B4-BE49-F238E27FC236}">
                      <a16:creationId xmlns:a16="http://schemas.microsoft.com/office/drawing/2014/main" id="{CB20EC6F-E76A-AA60-0053-C100E8079E88}"/>
                    </a:ext>
                  </a:extLst>
                </p:cNvPr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635;p17">
                  <a:extLst>
                    <a:ext uri="{FF2B5EF4-FFF2-40B4-BE49-F238E27FC236}">
                      <a16:creationId xmlns:a16="http://schemas.microsoft.com/office/drawing/2014/main" id="{CDE7B966-9BDD-A95F-8C2A-7D5F8C51870B}"/>
                    </a:ext>
                  </a:extLst>
                </p:cNvPr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36;p17">
                  <a:extLst>
                    <a:ext uri="{FF2B5EF4-FFF2-40B4-BE49-F238E27FC236}">
                      <a16:creationId xmlns:a16="http://schemas.microsoft.com/office/drawing/2014/main" id="{966AE480-B59F-9396-06E4-74098D0BB96B}"/>
                    </a:ext>
                  </a:extLst>
                </p:cNvPr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37;p17">
                  <a:extLst>
                    <a:ext uri="{FF2B5EF4-FFF2-40B4-BE49-F238E27FC236}">
                      <a16:creationId xmlns:a16="http://schemas.microsoft.com/office/drawing/2014/main" id="{51CC9F5F-BF31-1605-337F-9018F245BE7A}"/>
                    </a:ext>
                  </a:extLst>
                </p:cNvPr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38;p17">
                  <a:extLst>
                    <a:ext uri="{FF2B5EF4-FFF2-40B4-BE49-F238E27FC236}">
                      <a16:creationId xmlns:a16="http://schemas.microsoft.com/office/drawing/2014/main" id="{DD92005A-3B37-F974-758C-7DB187D03F92}"/>
                    </a:ext>
                  </a:extLst>
                </p:cNvPr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39;p17">
                  <a:extLst>
                    <a:ext uri="{FF2B5EF4-FFF2-40B4-BE49-F238E27FC236}">
                      <a16:creationId xmlns:a16="http://schemas.microsoft.com/office/drawing/2014/main" id="{B4F7A286-78D9-4BC1-A573-5BEBA3A6EF77}"/>
                    </a:ext>
                  </a:extLst>
                </p:cNvPr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40;p17">
                  <a:extLst>
                    <a:ext uri="{FF2B5EF4-FFF2-40B4-BE49-F238E27FC236}">
                      <a16:creationId xmlns:a16="http://schemas.microsoft.com/office/drawing/2014/main" id="{E73FF50E-B014-3DFD-294F-8E4BEAC83457}"/>
                    </a:ext>
                  </a:extLst>
                </p:cNvPr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41;p17">
                  <a:extLst>
                    <a:ext uri="{FF2B5EF4-FFF2-40B4-BE49-F238E27FC236}">
                      <a16:creationId xmlns:a16="http://schemas.microsoft.com/office/drawing/2014/main" id="{8B105639-288B-F2D1-AFEC-B0FEFD581031}"/>
                    </a:ext>
                  </a:extLst>
                </p:cNvPr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42;p17">
                  <a:extLst>
                    <a:ext uri="{FF2B5EF4-FFF2-40B4-BE49-F238E27FC236}">
                      <a16:creationId xmlns:a16="http://schemas.microsoft.com/office/drawing/2014/main" id="{B49B7DB2-8590-4238-6747-ACDDD22E2EF0}"/>
                    </a:ext>
                  </a:extLst>
                </p:cNvPr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43;p17">
                  <a:extLst>
                    <a:ext uri="{FF2B5EF4-FFF2-40B4-BE49-F238E27FC236}">
                      <a16:creationId xmlns:a16="http://schemas.microsoft.com/office/drawing/2014/main" id="{4172159D-EEBB-E45D-3026-4FB9AB5C5A72}"/>
                    </a:ext>
                  </a:extLst>
                </p:cNvPr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44;p17">
                  <a:extLst>
                    <a:ext uri="{FF2B5EF4-FFF2-40B4-BE49-F238E27FC236}">
                      <a16:creationId xmlns:a16="http://schemas.microsoft.com/office/drawing/2014/main" id="{D521E723-4C5E-9CE8-241A-545C4DB0FCCA}"/>
                    </a:ext>
                  </a:extLst>
                </p:cNvPr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45;p17">
                  <a:extLst>
                    <a:ext uri="{FF2B5EF4-FFF2-40B4-BE49-F238E27FC236}">
                      <a16:creationId xmlns:a16="http://schemas.microsoft.com/office/drawing/2014/main" id="{547AB4D2-75EE-6AF4-8FB0-F5FC6680A19F}"/>
                    </a:ext>
                  </a:extLst>
                </p:cNvPr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46;p17">
                  <a:extLst>
                    <a:ext uri="{FF2B5EF4-FFF2-40B4-BE49-F238E27FC236}">
                      <a16:creationId xmlns:a16="http://schemas.microsoft.com/office/drawing/2014/main" id="{D1023FBF-FB91-BEC5-3A1A-D65AE913E3F9}"/>
                    </a:ext>
                  </a:extLst>
                </p:cNvPr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47;p17">
                  <a:extLst>
                    <a:ext uri="{FF2B5EF4-FFF2-40B4-BE49-F238E27FC236}">
                      <a16:creationId xmlns:a16="http://schemas.microsoft.com/office/drawing/2014/main" id="{230F032D-B86E-197C-1AF9-BC1A16513CBC}"/>
                    </a:ext>
                  </a:extLst>
                </p:cNvPr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48;p17">
                  <a:extLst>
                    <a:ext uri="{FF2B5EF4-FFF2-40B4-BE49-F238E27FC236}">
                      <a16:creationId xmlns:a16="http://schemas.microsoft.com/office/drawing/2014/main" id="{1820BE62-DB63-4DCE-2302-3B1030A315FB}"/>
                    </a:ext>
                  </a:extLst>
                </p:cNvPr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49;p17">
                  <a:extLst>
                    <a:ext uri="{FF2B5EF4-FFF2-40B4-BE49-F238E27FC236}">
                      <a16:creationId xmlns:a16="http://schemas.microsoft.com/office/drawing/2014/main" id="{BE5993EE-E134-1AA5-E155-EAD3521BAD8A}"/>
                    </a:ext>
                  </a:extLst>
                </p:cNvPr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50;p17">
                  <a:extLst>
                    <a:ext uri="{FF2B5EF4-FFF2-40B4-BE49-F238E27FC236}">
                      <a16:creationId xmlns:a16="http://schemas.microsoft.com/office/drawing/2014/main" id="{ABF22916-6E02-E993-6A5C-859C89B0CF0C}"/>
                    </a:ext>
                  </a:extLst>
                </p:cNvPr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51;p17">
                  <a:extLst>
                    <a:ext uri="{FF2B5EF4-FFF2-40B4-BE49-F238E27FC236}">
                      <a16:creationId xmlns:a16="http://schemas.microsoft.com/office/drawing/2014/main" id="{C099BB16-0A30-5D4D-844C-D1F6021232DC}"/>
                    </a:ext>
                  </a:extLst>
                </p:cNvPr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52;p17">
                  <a:extLst>
                    <a:ext uri="{FF2B5EF4-FFF2-40B4-BE49-F238E27FC236}">
                      <a16:creationId xmlns:a16="http://schemas.microsoft.com/office/drawing/2014/main" id="{CC24DA68-3E98-184D-9847-A92DD474F526}"/>
                    </a:ext>
                  </a:extLst>
                </p:cNvPr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53;p17">
                  <a:extLst>
                    <a:ext uri="{FF2B5EF4-FFF2-40B4-BE49-F238E27FC236}">
                      <a16:creationId xmlns:a16="http://schemas.microsoft.com/office/drawing/2014/main" id="{F6FE404A-8198-FAF6-575A-A0BDAB0493A0}"/>
                    </a:ext>
                  </a:extLst>
                </p:cNvPr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54;p17">
                  <a:extLst>
                    <a:ext uri="{FF2B5EF4-FFF2-40B4-BE49-F238E27FC236}">
                      <a16:creationId xmlns:a16="http://schemas.microsoft.com/office/drawing/2014/main" id="{94691410-5737-91B2-1B8D-ADBFECC78AFE}"/>
                    </a:ext>
                  </a:extLst>
                </p:cNvPr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55;p17">
                  <a:extLst>
                    <a:ext uri="{FF2B5EF4-FFF2-40B4-BE49-F238E27FC236}">
                      <a16:creationId xmlns:a16="http://schemas.microsoft.com/office/drawing/2014/main" id="{DBD63EEB-03B3-CEAF-9CBA-3BAFFB3507B2}"/>
                    </a:ext>
                  </a:extLst>
                </p:cNvPr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56;p17">
                  <a:extLst>
                    <a:ext uri="{FF2B5EF4-FFF2-40B4-BE49-F238E27FC236}">
                      <a16:creationId xmlns:a16="http://schemas.microsoft.com/office/drawing/2014/main" id="{40DF1859-CAFC-4E71-9A89-2449B3E26F73}"/>
                    </a:ext>
                  </a:extLst>
                </p:cNvPr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57;p17">
                  <a:extLst>
                    <a:ext uri="{FF2B5EF4-FFF2-40B4-BE49-F238E27FC236}">
                      <a16:creationId xmlns:a16="http://schemas.microsoft.com/office/drawing/2014/main" id="{70792928-0018-2A08-FEDF-BAB10DA26F58}"/>
                    </a:ext>
                  </a:extLst>
                </p:cNvPr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58;p17">
                  <a:extLst>
                    <a:ext uri="{FF2B5EF4-FFF2-40B4-BE49-F238E27FC236}">
                      <a16:creationId xmlns:a16="http://schemas.microsoft.com/office/drawing/2014/main" id="{6CF59B8D-9871-9ACA-F233-60765DD4CC46}"/>
                    </a:ext>
                  </a:extLst>
                </p:cNvPr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59;p17">
                  <a:extLst>
                    <a:ext uri="{FF2B5EF4-FFF2-40B4-BE49-F238E27FC236}">
                      <a16:creationId xmlns:a16="http://schemas.microsoft.com/office/drawing/2014/main" id="{4222D6A2-1F02-415C-3F39-BC29012E7CB4}"/>
                    </a:ext>
                  </a:extLst>
                </p:cNvPr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60;p17">
                  <a:extLst>
                    <a:ext uri="{FF2B5EF4-FFF2-40B4-BE49-F238E27FC236}">
                      <a16:creationId xmlns:a16="http://schemas.microsoft.com/office/drawing/2014/main" id="{173D17AF-ECE0-6B45-99DF-3C3D2AC64D9D}"/>
                    </a:ext>
                  </a:extLst>
                </p:cNvPr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61;p17">
                  <a:extLst>
                    <a:ext uri="{FF2B5EF4-FFF2-40B4-BE49-F238E27FC236}">
                      <a16:creationId xmlns:a16="http://schemas.microsoft.com/office/drawing/2014/main" id="{A76FCA3D-42EE-D806-9084-5FE3CDCCB802}"/>
                    </a:ext>
                  </a:extLst>
                </p:cNvPr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62;p17">
                  <a:extLst>
                    <a:ext uri="{FF2B5EF4-FFF2-40B4-BE49-F238E27FC236}">
                      <a16:creationId xmlns:a16="http://schemas.microsoft.com/office/drawing/2014/main" id="{B54C283A-7D50-6A79-1BE8-ECD6F0D41342}"/>
                    </a:ext>
                  </a:extLst>
                </p:cNvPr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63;p17">
                  <a:extLst>
                    <a:ext uri="{FF2B5EF4-FFF2-40B4-BE49-F238E27FC236}">
                      <a16:creationId xmlns:a16="http://schemas.microsoft.com/office/drawing/2014/main" id="{73C1CCD2-D8CF-25FB-6E9B-9B5D1CFCD5EE}"/>
                    </a:ext>
                  </a:extLst>
                </p:cNvPr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64;p17">
                  <a:extLst>
                    <a:ext uri="{FF2B5EF4-FFF2-40B4-BE49-F238E27FC236}">
                      <a16:creationId xmlns:a16="http://schemas.microsoft.com/office/drawing/2014/main" id="{47029F5C-E9BD-7065-7048-1F5B6115943C}"/>
                    </a:ext>
                  </a:extLst>
                </p:cNvPr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65;p17">
                  <a:extLst>
                    <a:ext uri="{FF2B5EF4-FFF2-40B4-BE49-F238E27FC236}">
                      <a16:creationId xmlns:a16="http://schemas.microsoft.com/office/drawing/2014/main" id="{DCD08F05-279C-6C31-D8C0-AACE266F33E2}"/>
                    </a:ext>
                  </a:extLst>
                </p:cNvPr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66;p17">
                  <a:extLst>
                    <a:ext uri="{FF2B5EF4-FFF2-40B4-BE49-F238E27FC236}">
                      <a16:creationId xmlns:a16="http://schemas.microsoft.com/office/drawing/2014/main" id="{A3D859ED-7715-BCA5-F3B1-67901A7D9627}"/>
                    </a:ext>
                  </a:extLst>
                </p:cNvPr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67;p17">
                  <a:extLst>
                    <a:ext uri="{FF2B5EF4-FFF2-40B4-BE49-F238E27FC236}">
                      <a16:creationId xmlns:a16="http://schemas.microsoft.com/office/drawing/2014/main" id="{7DDA4607-6933-D5F9-20CD-E01AEADD4ACC}"/>
                    </a:ext>
                  </a:extLst>
                </p:cNvPr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68;p17">
                  <a:extLst>
                    <a:ext uri="{FF2B5EF4-FFF2-40B4-BE49-F238E27FC236}">
                      <a16:creationId xmlns:a16="http://schemas.microsoft.com/office/drawing/2014/main" id="{C1D99684-D835-54A2-B5AF-E49C692A9F46}"/>
                    </a:ext>
                  </a:extLst>
                </p:cNvPr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69;p17">
                  <a:extLst>
                    <a:ext uri="{FF2B5EF4-FFF2-40B4-BE49-F238E27FC236}">
                      <a16:creationId xmlns:a16="http://schemas.microsoft.com/office/drawing/2014/main" id="{1A81F177-72BA-8FC9-D98A-9FEB20F63F6E}"/>
                    </a:ext>
                  </a:extLst>
                </p:cNvPr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70;p17">
                  <a:extLst>
                    <a:ext uri="{FF2B5EF4-FFF2-40B4-BE49-F238E27FC236}">
                      <a16:creationId xmlns:a16="http://schemas.microsoft.com/office/drawing/2014/main" id="{C594CA3A-EE76-1BDA-B916-2F827F15BA51}"/>
                    </a:ext>
                  </a:extLst>
                </p:cNvPr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71;p17">
                  <a:extLst>
                    <a:ext uri="{FF2B5EF4-FFF2-40B4-BE49-F238E27FC236}">
                      <a16:creationId xmlns:a16="http://schemas.microsoft.com/office/drawing/2014/main" id="{7D32FFCF-DD09-589E-0432-FB63B7F4215A}"/>
                    </a:ext>
                  </a:extLst>
                </p:cNvPr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72;p17">
                  <a:extLst>
                    <a:ext uri="{FF2B5EF4-FFF2-40B4-BE49-F238E27FC236}">
                      <a16:creationId xmlns:a16="http://schemas.microsoft.com/office/drawing/2014/main" id="{BAF377B9-92D2-4A22-6DFE-8912FF85EB62}"/>
                    </a:ext>
                  </a:extLst>
                </p:cNvPr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73;p17">
                  <a:extLst>
                    <a:ext uri="{FF2B5EF4-FFF2-40B4-BE49-F238E27FC236}">
                      <a16:creationId xmlns:a16="http://schemas.microsoft.com/office/drawing/2014/main" id="{354A37BA-AD88-9803-182E-869FE54A6C3F}"/>
                    </a:ext>
                  </a:extLst>
                </p:cNvPr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74;p17">
                  <a:extLst>
                    <a:ext uri="{FF2B5EF4-FFF2-40B4-BE49-F238E27FC236}">
                      <a16:creationId xmlns:a16="http://schemas.microsoft.com/office/drawing/2014/main" id="{901FBCDB-7630-E563-B3C5-2EA25221528A}"/>
                    </a:ext>
                  </a:extLst>
                </p:cNvPr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75;p17">
                  <a:extLst>
                    <a:ext uri="{FF2B5EF4-FFF2-40B4-BE49-F238E27FC236}">
                      <a16:creationId xmlns:a16="http://schemas.microsoft.com/office/drawing/2014/main" id="{800DE444-9AB8-B323-0566-1C9BD8D2A717}"/>
                    </a:ext>
                  </a:extLst>
                </p:cNvPr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76;p17">
                  <a:extLst>
                    <a:ext uri="{FF2B5EF4-FFF2-40B4-BE49-F238E27FC236}">
                      <a16:creationId xmlns:a16="http://schemas.microsoft.com/office/drawing/2014/main" id="{29936CC5-433B-F908-29CC-F1985AC13299}"/>
                    </a:ext>
                  </a:extLst>
                </p:cNvPr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77;p17">
                  <a:extLst>
                    <a:ext uri="{FF2B5EF4-FFF2-40B4-BE49-F238E27FC236}">
                      <a16:creationId xmlns:a16="http://schemas.microsoft.com/office/drawing/2014/main" id="{DAC990FC-CAFE-E5E2-F554-7C63F9896807}"/>
                    </a:ext>
                  </a:extLst>
                </p:cNvPr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78;p17">
                  <a:extLst>
                    <a:ext uri="{FF2B5EF4-FFF2-40B4-BE49-F238E27FC236}">
                      <a16:creationId xmlns:a16="http://schemas.microsoft.com/office/drawing/2014/main" id="{AD9BBD27-9F30-C2A3-96B0-EACA40089C24}"/>
                    </a:ext>
                  </a:extLst>
                </p:cNvPr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79;p17">
                  <a:extLst>
                    <a:ext uri="{FF2B5EF4-FFF2-40B4-BE49-F238E27FC236}">
                      <a16:creationId xmlns:a16="http://schemas.microsoft.com/office/drawing/2014/main" id="{18F4557F-86BC-0A9B-14EF-587262D3BF64}"/>
                    </a:ext>
                  </a:extLst>
                </p:cNvPr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80;p17">
                  <a:extLst>
                    <a:ext uri="{FF2B5EF4-FFF2-40B4-BE49-F238E27FC236}">
                      <a16:creationId xmlns:a16="http://schemas.microsoft.com/office/drawing/2014/main" id="{C5925D36-2785-CA09-05FF-B6B8F75FDF59}"/>
                    </a:ext>
                  </a:extLst>
                </p:cNvPr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81;p17">
                  <a:extLst>
                    <a:ext uri="{FF2B5EF4-FFF2-40B4-BE49-F238E27FC236}">
                      <a16:creationId xmlns:a16="http://schemas.microsoft.com/office/drawing/2014/main" id="{0D08B4B7-0775-D21C-1029-DE60E9B101C7}"/>
                    </a:ext>
                  </a:extLst>
                </p:cNvPr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82;p17">
                  <a:extLst>
                    <a:ext uri="{FF2B5EF4-FFF2-40B4-BE49-F238E27FC236}">
                      <a16:creationId xmlns:a16="http://schemas.microsoft.com/office/drawing/2014/main" id="{840C1A9A-DF88-B240-5CA1-6F4EA058FA10}"/>
                    </a:ext>
                  </a:extLst>
                </p:cNvPr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83;p17">
                  <a:extLst>
                    <a:ext uri="{FF2B5EF4-FFF2-40B4-BE49-F238E27FC236}">
                      <a16:creationId xmlns:a16="http://schemas.microsoft.com/office/drawing/2014/main" id="{D7B64CFA-415D-5024-F897-280B4CC73D76}"/>
                    </a:ext>
                  </a:extLst>
                </p:cNvPr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84;p17">
                  <a:extLst>
                    <a:ext uri="{FF2B5EF4-FFF2-40B4-BE49-F238E27FC236}">
                      <a16:creationId xmlns:a16="http://schemas.microsoft.com/office/drawing/2014/main" id="{D1D2E609-3234-61E4-0CDA-9BF0139F896A}"/>
                    </a:ext>
                  </a:extLst>
                </p:cNvPr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85;p17">
                  <a:extLst>
                    <a:ext uri="{FF2B5EF4-FFF2-40B4-BE49-F238E27FC236}">
                      <a16:creationId xmlns:a16="http://schemas.microsoft.com/office/drawing/2014/main" id="{DF5F1783-6E12-2D2B-2DC6-C2A13A91FA67}"/>
                    </a:ext>
                  </a:extLst>
                </p:cNvPr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86;p17">
                  <a:extLst>
                    <a:ext uri="{FF2B5EF4-FFF2-40B4-BE49-F238E27FC236}">
                      <a16:creationId xmlns:a16="http://schemas.microsoft.com/office/drawing/2014/main" id="{88D4A86A-CB19-144E-43DC-5523CD01DBEB}"/>
                    </a:ext>
                  </a:extLst>
                </p:cNvPr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87;p17">
                  <a:extLst>
                    <a:ext uri="{FF2B5EF4-FFF2-40B4-BE49-F238E27FC236}">
                      <a16:creationId xmlns:a16="http://schemas.microsoft.com/office/drawing/2014/main" id="{3D3639EF-C176-AB37-F4C7-B597532C16B5}"/>
                    </a:ext>
                  </a:extLst>
                </p:cNvPr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88;p17">
                  <a:extLst>
                    <a:ext uri="{FF2B5EF4-FFF2-40B4-BE49-F238E27FC236}">
                      <a16:creationId xmlns:a16="http://schemas.microsoft.com/office/drawing/2014/main" id="{7989E480-0B3B-0D32-A839-03943D3DD282}"/>
                    </a:ext>
                  </a:extLst>
                </p:cNvPr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89;p17">
                  <a:extLst>
                    <a:ext uri="{FF2B5EF4-FFF2-40B4-BE49-F238E27FC236}">
                      <a16:creationId xmlns:a16="http://schemas.microsoft.com/office/drawing/2014/main" id="{40FCC814-E704-699F-0F3C-1377B3ECD436}"/>
                    </a:ext>
                  </a:extLst>
                </p:cNvPr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90;p17">
                  <a:extLst>
                    <a:ext uri="{FF2B5EF4-FFF2-40B4-BE49-F238E27FC236}">
                      <a16:creationId xmlns:a16="http://schemas.microsoft.com/office/drawing/2014/main" id="{ECE42AD8-AF5B-C80E-456D-EED625A5D085}"/>
                    </a:ext>
                  </a:extLst>
                </p:cNvPr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91;p17">
                  <a:extLst>
                    <a:ext uri="{FF2B5EF4-FFF2-40B4-BE49-F238E27FC236}">
                      <a16:creationId xmlns:a16="http://schemas.microsoft.com/office/drawing/2014/main" id="{4E881EC7-0933-EE34-2D45-BB59F37FFC65}"/>
                    </a:ext>
                  </a:extLst>
                </p:cNvPr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" name="Google Shape;692;p17">
                <a:extLst>
                  <a:ext uri="{FF2B5EF4-FFF2-40B4-BE49-F238E27FC236}">
                    <a16:creationId xmlns:a16="http://schemas.microsoft.com/office/drawing/2014/main" id="{41E29B52-C65C-730B-177A-F4A34CA8A9CB}"/>
                  </a:ext>
                </a:extLst>
              </p:cNvPr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576" name="Google Shape;693;p17">
                  <a:extLst>
                    <a:ext uri="{FF2B5EF4-FFF2-40B4-BE49-F238E27FC236}">
                      <a16:creationId xmlns:a16="http://schemas.microsoft.com/office/drawing/2014/main" id="{F17AA061-B033-838E-8C85-24D620719D55}"/>
                    </a:ext>
                  </a:extLst>
                </p:cNvPr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580" name="Google Shape;694;p17">
                    <a:extLst>
                      <a:ext uri="{FF2B5EF4-FFF2-40B4-BE49-F238E27FC236}">
                        <a16:creationId xmlns:a16="http://schemas.microsoft.com/office/drawing/2014/main" id="{B033183F-FA2C-98FE-E227-0EE181184941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1" name="Google Shape;695;p17">
                    <a:extLst>
                      <a:ext uri="{FF2B5EF4-FFF2-40B4-BE49-F238E27FC236}">
                        <a16:creationId xmlns:a16="http://schemas.microsoft.com/office/drawing/2014/main" id="{D9793C91-B3B0-3EDA-F22A-6E0762A1A323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2" name="Google Shape;696;p17">
                    <a:extLst>
                      <a:ext uri="{FF2B5EF4-FFF2-40B4-BE49-F238E27FC236}">
                        <a16:creationId xmlns:a16="http://schemas.microsoft.com/office/drawing/2014/main" id="{28FC1E45-9735-8A17-2B59-1D2CE5913BAD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3" name="Google Shape;697;p17">
                    <a:extLst>
                      <a:ext uri="{FF2B5EF4-FFF2-40B4-BE49-F238E27FC236}">
                        <a16:creationId xmlns:a16="http://schemas.microsoft.com/office/drawing/2014/main" id="{B39E33DF-90EC-D344-DFEF-89E29CDCBE3A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4" name="Google Shape;698;p17">
                    <a:extLst>
                      <a:ext uri="{FF2B5EF4-FFF2-40B4-BE49-F238E27FC236}">
                        <a16:creationId xmlns:a16="http://schemas.microsoft.com/office/drawing/2014/main" id="{8D2F5E7D-0C7B-5A9A-B089-D4E909EB6B70}"/>
                      </a:ext>
                    </a:extLst>
                  </p:cNvPr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77" name="Google Shape;699;p17">
                  <a:extLst>
                    <a:ext uri="{FF2B5EF4-FFF2-40B4-BE49-F238E27FC236}">
                      <a16:creationId xmlns:a16="http://schemas.microsoft.com/office/drawing/2014/main" id="{1EA8EE6C-4778-4462-76ED-DE52008C0188}"/>
                    </a:ext>
                  </a:extLst>
                </p:cNvPr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700;p17">
                  <a:extLst>
                    <a:ext uri="{FF2B5EF4-FFF2-40B4-BE49-F238E27FC236}">
                      <a16:creationId xmlns:a16="http://schemas.microsoft.com/office/drawing/2014/main" id="{787C3F03-9927-458B-61C4-FBD55C924BA7}"/>
                    </a:ext>
                  </a:extLst>
                </p:cNvPr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701;p17">
                  <a:extLst>
                    <a:ext uri="{FF2B5EF4-FFF2-40B4-BE49-F238E27FC236}">
                      <a16:creationId xmlns:a16="http://schemas.microsoft.com/office/drawing/2014/main" id="{E0702664-2A4E-A422-EB86-79DA066B87A1}"/>
                    </a:ext>
                  </a:extLst>
                </p:cNvPr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7" name="Google Shape;702;p17">
              <a:extLst>
                <a:ext uri="{FF2B5EF4-FFF2-40B4-BE49-F238E27FC236}">
                  <a16:creationId xmlns:a16="http://schemas.microsoft.com/office/drawing/2014/main" id="{AF55C108-012B-ACED-9496-82820538F17F}"/>
                </a:ext>
              </a:extLst>
            </p:cNvPr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03;p17">
              <a:extLst>
                <a:ext uri="{FF2B5EF4-FFF2-40B4-BE49-F238E27FC236}">
                  <a16:creationId xmlns:a16="http://schemas.microsoft.com/office/drawing/2014/main" id="{47750979-AE25-E8F5-D605-2FB28460A889}"/>
                </a:ext>
              </a:extLst>
            </p:cNvPr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704;p17">
              <a:extLst>
                <a:ext uri="{FF2B5EF4-FFF2-40B4-BE49-F238E27FC236}">
                  <a16:creationId xmlns:a16="http://schemas.microsoft.com/office/drawing/2014/main" id="{C9043CDE-644C-050C-590C-ABE04DAEDC8B}"/>
                </a:ext>
              </a:extLst>
            </p:cNvPr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705;p17">
              <a:extLst>
                <a:ext uri="{FF2B5EF4-FFF2-40B4-BE49-F238E27FC236}">
                  <a16:creationId xmlns:a16="http://schemas.microsoft.com/office/drawing/2014/main" id="{B3C66915-E58E-407C-F0DE-52E30BE2B001}"/>
                </a:ext>
              </a:extLst>
            </p:cNvPr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706;p17">
              <a:extLst>
                <a:ext uri="{FF2B5EF4-FFF2-40B4-BE49-F238E27FC236}">
                  <a16:creationId xmlns:a16="http://schemas.microsoft.com/office/drawing/2014/main" id="{7D6702B4-8B2A-F0FD-6CF6-6669D91DA7EF}"/>
                </a:ext>
              </a:extLst>
            </p:cNvPr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07;p17">
              <a:extLst>
                <a:ext uri="{FF2B5EF4-FFF2-40B4-BE49-F238E27FC236}">
                  <a16:creationId xmlns:a16="http://schemas.microsoft.com/office/drawing/2014/main" id="{104ADCD3-402C-1E11-B73B-DC5862A98092}"/>
                </a:ext>
              </a:extLst>
            </p:cNvPr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08;p17">
              <a:extLst>
                <a:ext uri="{FF2B5EF4-FFF2-40B4-BE49-F238E27FC236}">
                  <a16:creationId xmlns:a16="http://schemas.microsoft.com/office/drawing/2014/main" id="{6CA00205-6CD6-2123-0AF1-51293977E096}"/>
                </a:ext>
              </a:extLst>
            </p:cNvPr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709;p17">
              <a:extLst>
                <a:ext uri="{FF2B5EF4-FFF2-40B4-BE49-F238E27FC236}">
                  <a16:creationId xmlns:a16="http://schemas.microsoft.com/office/drawing/2014/main" id="{FC3C84C9-A3EA-8FC6-24D3-09CA994145AA}"/>
                </a:ext>
              </a:extLst>
            </p:cNvPr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710;p17">
              <a:extLst>
                <a:ext uri="{FF2B5EF4-FFF2-40B4-BE49-F238E27FC236}">
                  <a16:creationId xmlns:a16="http://schemas.microsoft.com/office/drawing/2014/main" id="{3C2D72E4-35CC-2F07-3224-BA8092578CB9}"/>
                </a:ext>
              </a:extLst>
            </p:cNvPr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711;p17">
              <a:extLst>
                <a:ext uri="{FF2B5EF4-FFF2-40B4-BE49-F238E27FC236}">
                  <a16:creationId xmlns:a16="http://schemas.microsoft.com/office/drawing/2014/main" id="{94F5D6CE-8464-8F3F-E394-D3DECEDE05B1}"/>
                </a:ext>
              </a:extLst>
            </p:cNvPr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712;p17">
              <a:extLst>
                <a:ext uri="{FF2B5EF4-FFF2-40B4-BE49-F238E27FC236}">
                  <a16:creationId xmlns:a16="http://schemas.microsoft.com/office/drawing/2014/main" id="{602D3657-3A0B-F246-E9AD-A9C1C74C8369}"/>
                </a:ext>
              </a:extLst>
            </p:cNvPr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713;p17">
              <a:extLst>
                <a:ext uri="{FF2B5EF4-FFF2-40B4-BE49-F238E27FC236}">
                  <a16:creationId xmlns:a16="http://schemas.microsoft.com/office/drawing/2014/main" id="{4A7284A3-92C2-A56F-2049-A8726EA98610}"/>
                </a:ext>
              </a:extLst>
            </p:cNvPr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714;p17">
              <a:extLst>
                <a:ext uri="{FF2B5EF4-FFF2-40B4-BE49-F238E27FC236}">
                  <a16:creationId xmlns:a16="http://schemas.microsoft.com/office/drawing/2014/main" id="{B5488915-CE89-49F0-C597-25FBF4154D52}"/>
                </a:ext>
              </a:extLst>
            </p:cNvPr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715;p17">
              <a:extLst>
                <a:ext uri="{FF2B5EF4-FFF2-40B4-BE49-F238E27FC236}">
                  <a16:creationId xmlns:a16="http://schemas.microsoft.com/office/drawing/2014/main" id="{1A681A4C-E709-7FFB-D697-E142B5361270}"/>
                </a:ext>
              </a:extLst>
            </p:cNvPr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716;p17">
              <a:extLst>
                <a:ext uri="{FF2B5EF4-FFF2-40B4-BE49-F238E27FC236}">
                  <a16:creationId xmlns:a16="http://schemas.microsoft.com/office/drawing/2014/main" id="{A0FDB57E-8780-935B-3192-691FDBD9C40F}"/>
                </a:ext>
              </a:extLst>
            </p:cNvPr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717;p17">
              <a:extLst>
                <a:ext uri="{FF2B5EF4-FFF2-40B4-BE49-F238E27FC236}">
                  <a16:creationId xmlns:a16="http://schemas.microsoft.com/office/drawing/2014/main" id="{C38E7312-9DF4-4A1C-2E1F-D3FC10ABF514}"/>
                </a:ext>
              </a:extLst>
            </p:cNvPr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718;p17">
              <a:extLst>
                <a:ext uri="{FF2B5EF4-FFF2-40B4-BE49-F238E27FC236}">
                  <a16:creationId xmlns:a16="http://schemas.microsoft.com/office/drawing/2014/main" id="{78BA52F5-C1B5-E5D4-7C7F-8430CFE88452}"/>
                </a:ext>
              </a:extLst>
            </p:cNvPr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719;p17">
              <a:extLst>
                <a:ext uri="{FF2B5EF4-FFF2-40B4-BE49-F238E27FC236}">
                  <a16:creationId xmlns:a16="http://schemas.microsoft.com/office/drawing/2014/main" id="{B8783DBD-843B-2C42-0D85-27C1D7A386DA}"/>
                </a:ext>
              </a:extLst>
            </p:cNvPr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720;p17">
              <a:extLst>
                <a:ext uri="{FF2B5EF4-FFF2-40B4-BE49-F238E27FC236}">
                  <a16:creationId xmlns:a16="http://schemas.microsoft.com/office/drawing/2014/main" id="{23E75C28-957F-D1AD-2B1C-88544777D35D}"/>
                </a:ext>
              </a:extLst>
            </p:cNvPr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721;p17">
              <a:extLst>
                <a:ext uri="{FF2B5EF4-FFF2-40B4-BE49-F238E27FC236}">
                  <a16:creationId xmlns:a16="http://schemas.microsoft.com/office/drawing/2014/main" id="{E23C5B70-E4D1-6122-9856-67A7F093643E}"/>
                </a:ext>
              </a:extLst>
            </p:cNvPr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722;p17">
              <a:extLst>
                <a:ext uri="{FF2B5EF4-FFF2-40B4-BE49-F238E27FC236}">
                  <a16:creationId xmlns:a16="http://schemas.microsoft.com/office/drawing/2014/main" id="{71D01BFF-A798-61A9-FC4C-DA1764D12CF3}"/>
                </a:ext>
              </a:extLst>
            </p:cNvPr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723;p17">
              <a:extLst>
                <a:ext uri="{FF2B5EF4-FFF2-40B4-BE49-F238E27FC236}">
                  <a16:creationId xmlns:a16="http://schemas.microsoft.com/office/drawing/2014/main" id="{5BDD133A-95F3-FEBA-97FD-8E3EBECC9ECA}"/>
                </a:ext>
              </a:extLst>
            </p:cNvPr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724;p17">
              <a:extLst>
                <a:ext uri="{FF2B5EF4-FFF2-40B4-BE49-F238E27FC236}">
                  <a16:creationId xmlns:a16="http://schemas.microsoft.com/office/drawing/2014/main" id="{C91813A8-1EE0-DDD9-2BD5-3E90945B8BB3}"/>
                </a:ext>
              </a:extLst>
            </p:cNvPr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725;p17">
              <a:extLst>
                <a:ext uri="{FF2B5EF4-FFF2-40B4-BE49-F238E27FC236}">
                  <a16:creationId xmlns:a16="http://schemas.microsoft.com/office/drawing/2014/main" id="{1C071AC3-F9C4-BE4F-4643-68365911B36C}"/>
                </a:ext>
              </a:extLst>
            </p:cNvPr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726;p17">
              <a:extLst>
                <a:ext uri="{FF2B5EF4-FFF2-40B4-BE49-F238E27FC236}">
                  <a16:creationId xmlns:a16="http://schemas.microsoft.com/office/drawing/2014/main" id="{7D99973D-A2DF-9D92-3FDF-B8FC9D8D9ECF}"/>
                </a:ext>
              </a:extLst>
            </p:cNvPr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727;p17">
              <a:extLst>
                <a:ext uri="{FF2B5EF4-FFF2-40B4-BE49-F238E27FC236}">
                  <a16:creationId xmlns:a16="http://schemas.microsoft.com/office/drawing/2014/main" id="{D9710F52-6768-B2D9-C78B-D1CE78EB892F}"/>
                </a:ext>
              </a:extLst>
            </p:cNvPr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728;p17">
              <a:extLst>
                <a:ext uri="{FF2B5EF4-FFF2-40B4-BE49-F238E27FC236}">
                  <a16:creationId xmlns:a16="http://schemas.microsoft.com/office/drawing/2014/main" id="{31C5537A-DD1B-379F-33EE-CDEA3E746C6C}"/>
                </a:ext>
              </a:extLst>
            </p:cNvPr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729;p17">
              <a:extLst>
                <a:ext uri="{FF2B5EF4-FFF2-40B4-BE49-F238E27FC236}">
                  <a16:creationId xmlns:a16="http://schemas.microsoft.com/office/drawing/2014/main" id="{0E7A7F95-5116-BE95-3C1D-46CB0EA9B85A}"/>
                </a:ext>
              </a:extLst>
            </p:cNvPr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730;p17">
              <a:extLst>
                <a:ext uri="{FF2B5EF4-FFF2-40B4-BE49-F238E27FC236}">
                  <a16:creationId xmlns:a16="http://schemas.microsoft.com/office/drawing/2014/main" id="{EBBDCB97-724B-D9E9-B090-E641B1ECF6FD}"/>
                </a:ext>
              </a:extLst>
            </p:cNvPr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" name="Google Shape;731;p17">
              <a:extLst>
                <a:ext uri="{FF2B5EF4-FFF2-40B4-BE49-F238E27FC236}">
                  <a16:creationId xmlns:a16="http://schemas.microsoft.com/office/drawing/2014/main" id="{DFF35097-0767-9629-C765-B32C205DE9E9}"/>
                </a:ext>
              </a:extLst>
            </p:cNvPr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57" name="Google Shape;732;p17">
                <a:extLst>
                  <a:ext uri="{FF2B5EF4-FFF2-40B4-BE49-F238E27FC236}">
                    <a16:creationId xmlns:a16="http://schemas.microsoft.com/office/drawing/2014/main" id="{8D225802-EAB4-4925-FC79-E02001688271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733;p17">
                <a:extLst>
                  <a:ext uri="{FF2B5EF4-FFF2-40B4-BE49-F238E27FC236}">
                    <a16:creationId xmlns:a16="http://schemas.microsoft.com/office/drawing/2014/main" id="{F2F56AB1-7B06-1D73-675F-503E0A097A06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734;p17">
                <a:extLst>
                  <a:ext uri="{FF2B5EF4-FFF2-40B4-BE49-F238E27FC236}">
                    <a16:creationId xmlns:a16="http://schemas.microsoft.com/office/drawing/2014/main" id="{15F9A8B5-F24D-2321-681E-3BEA94B274D4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735;p17">
                <a:extLst>
                  <a:ext uri="{FF2B5EF4-FFF2-40B4-BE49-F238E27FC236}">
                    <a16:creationId xmlns:a16="http://schemas.microsoft.com/office/drawing/2014/main" id="{E2E8F670-7828-1220-BAA0-A0DFD6B21D14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736;p17">
                <a:extLst>
                  <a:ext uri="{FF2B5EF4-FFF2-40B4-BE49-F238E27FC236}">
                    <a16:creationId xmlns:a16="http://schemas.microsoft.com/office/drawing/2014/main" id="{ECDE3FFD-DBAC-5300-C761-7EC12CD01E54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656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846A6670-BFFC-079F-6EF3-1E2F780D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>
            <a:extLst>
              <a:ext uri="{FF2B5EF4-FFF2-40B4-BE49-F238E27FC236}">
                <a16:creationId xmlns:a16="http://schemas.microsoft.com/office/drawing/2014/main" id="{F21B2492-66CE-31D2-597B-146C98C56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437772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/>
              <a:t>How SQLite Stores Searchable Knowledge</a:t>
            </a:r>
          </a:p>
        </p:txBody>
      </p:sp>
      <p:sp>
        <p:nvSpPr>
          <p:cNvPr id="595" name="Google Shape;595;p17">
            <a:extLst>
              <a:ext uri="{FF2B5EF4-FFF2-40B4-BE49-F238E27FC236}">
                <a16:creationId xmlns:a16="http://schemas.microsoft.com/office/drawing/2014/main" id="{5FA57D37-097C-81B2-ABF9-3AA1B9D12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8036" y="1205479"/>
            <a:ext cx="7219533" cy="365867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800"/>
              <a:t>SQLite is useful here because the portal already uses SQLite for persistence.</a:t>
            </a:r>
          </a:p>
          <a:p>
            <a:r>
              <a:rPr sz="1800"/>
              <a:t>A vector collection maps to SQLite storage.</a:t>
            </a:r>
          </a:p>
          <a:p>
            <a:r>
              <a:rPr sz="1800"/>
              <a:t>Normal fields store document ID, chunk ID, filename, tags, and text.</a:t>
            </a:r>
          </a:p>
          <a:p>
            <a:r>
              <a:rPr sz="1800"/>
              <a:t>Vector support stores searchable vector data separately.</a:t>
            </a:r>
          </a:p>
          <a:p>
            <a:r>
              <a:rPr sz="1800"/>
              <a:t>Similarity search compares the query vector with stored chunk vectors.</a:t>
            </a:r>
          </a:p>
        </p:txBody>
      </p:sp>
      <p:sp>
        <p:nvSpPr>
          <p:cNvPr id="596" name="Google Shape;596;p17">
            <a:extLst>
              <a:ext uri="{FF2B5EF4-FFF2-40B4-BE49-F238E27FC236}">
                <a16:creationId xmlns:a16="http://schemas.microsoft.com/office/drawing/2014/main" id="{3B264E5D-517C-9C39-8816-CEB94975C3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sz="1200"/>
              <a:t>6</a:t>
            </a:r>
          </a:p>
        </p:txBody>
      </p:sp>
      <p:grpSp>
        <p:nvGrpSpPr>
          <p:cNvPr id="2" name="Google Shape;597;p17">
            <a:extLst>
              <a:ext uri="{FF2B5EF4-FFF2-40B4-BE49-F238E27FC236}">
                <a16:creationId xmlns:a16="http://schemas.microsoft.com/office/drawing/2014/main" id="{5C4533F8-9C28-44FD-9FE6-B37DF3FF784C}"/>
              </a:ext>
            </a:extLst>
          </p:cNvPr>
          <p:cNvGrpSpPr/>
          <p:nvPr/>
        </p:nvGrpSpPr>
        <p:grpSpPr>
          <a:xfrm>
            <a:off x="7409156" y="2323577"/>
            <a:ext cx="1664229" cy="1781658"/>
            <a:chOff x="2183550" y="65875"/>
            <a:chExt cx="4483981" cy="4807045"/>
          </a:xfrm>
        </p:grpSpPr>
        <p:sp>
          <p:nvSpPr>
            <p:cNvPr id="4" name="Google Shape;598;p17">
              <a:extLst>
                <a:ext uri="{FF2B5EF4-FFF2-40B4-BE49-F238E27FC236}">
                  <a16:creationId xmlns:a16="http://schemas.microsoft.com/office/drawing/2014/main" id="{F9D98D68-2E2D-D4A5-05AC-789D1E064527}"/>
                </a:ext>
              </a:extLst>
            </p:cNvPr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599;p17">
              <a:extLst>
                <a:ext uri="{FF2B5EF4-FFF2-40B4-BE49-F238E27FC236}">
                  <a16:creationId xmlns:a16="http://schemas.microsoft.com/office/drawing/2014/main" id="{E1BBF5AF-5AAB-05B1-9D3F-14BE38D3DC14}"/>
                </a:ext>
              </a:extLst>
            </p:cNvPr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600;p17">
              <a:extLst>
                <a:ext uri="{FF2B5EF4-FFF2-40B4-BE49-F238E27FC236}">
                  <a16:creationId xmlns:a16="http://schemas.microsoft.com/office/drawing/2014/main" id="{FC147A2B-04F9-A61E-EF61-8F9D86BB31F5}"/>
                </a:ext>
              </a:extLst>
            </p:cNvPr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01;p17">
              <a:extLst>
                <a:ext uri="{FF2B5EF4-FFF2-40B4-BE49-F238E27FC236}">
                  <a16:creationId xmlns:a16="http://schemas.microsoft.com/office/drawing/2014/main" id="{50C5D4E7-C8E4-16BE-B171-1EE703E7FCEB}"/>
                </a:ext>
              </a:extLst>
            </p:cNvPr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02;p17">
              <a:extLst>
                <a:ext uri="{FF2B5EF4-FFF2-40B4-BE49-F238E27FC236}">
                  <a16:creationId xmlns:a16="http://schemas.microsoft.com/office/drawing/2014/main" id="{3D3F6E03-06F9-A6CF-919B-A1CC805031F1}"/>
                </a:ext>
              </a:extLst>
            </p:cNvPr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603;p17">
              <a:extLst>
                <a:ext uri="{FF2B5EF4-FFF2-40B4-BE49-F238E27FC236}">
                  <a16:creationId xmlns:a16="http://schemas.microsoft.com/office/drawing/2014/main" id="{BD7A6119-8476-3065-B98B-1262ABE0F362}"/>
                </a:ext>
              </a:extLst>
            </p:cNvPr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604;p17">
              <a:extLst>
                <a:ext uri="{FF2B5EF4-FFF2-40B4-BE49-F238E27FC236}">
                  <a16:creationId xmlns:a16="http://schemas.microsoft.com/office/drawing/2014/main" id="{BD446CFE-2A7B-685C-7BC0-6C7FE46854CE}"/>
                </a:ext>
              </a:extLst>
            </p:cNvPr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605;p17">
              <a:extLst>
                <a:ext uri="{FF2B5EF4-FFF2-40B4-BE49-F238E27FC236}">
                  <a16:creationId xmlns:a16="http://schemas.microsoft.com/office/drawing/2014/main" id="{A7647871-83B5-E042-B2AC-956890E26CD5}"/>
                </a:ext>
              </a:extLst>
            </p:cNvPr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606;p17">
              <a:extLst>
                <a:ext uri="{FF2B5EF4-FFF2-40B4-BE49-F238E27FC236}">
                  <a16:creationId xmlns:a16="http://schemas.microsoft.com/office/drawing/2014/main" id="{D160F78A-877A-9BD0-D1D1-1EF6A6DF9A83}"/>
                </a:ext>
              </a:extLst>
            </p:cNvPr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607;p17">
              <a:extLst>
                <a:ext uri="{FF2B5EF4-FFF2-40B4-BE49-F238E27FC236}">
                  <a16:creationId xmlns:a16="http://schemas.microsoft.com/office/drawing/2014/main" id="{EBAF1303-194E-A5DB-A8A1-F692809A91DB}"/>
                </a:ext>
              </a:extLst>
            </p:cNvPr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608;p17">
              <a:extLst>
                <a:ext uri="{FF2B5EF4-FFF2-40B4-BE49-F238E27FC236}">
                  <a16:creationId xmlns:a16="http://schemas.microsoft.com/office/drawing/2014/main" id="{C196E430-2F2C-F169-F218-D05A40991022}"/>
                </a:ext>
              </a:extLst>
            </p:cNvPr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609;p17">
              <a:extLst>
                <a:ext uri="{FF2B5EF4-FFF2-40B4-BE49-F238E27FC236}">
                  <a16:creationId xmlns:a16="http://schemas.microsoft.com/office/drawing/2014/main" id="{F659A208-ADE4-BD74-5FEA-59A4BBEB3D7A}"/>
                </a:ext>
              </a:extLst>
            </p:cNvPr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610;p17">
              <a:extLst>
                <a:ext uri="{FF2B5EF4-FFF2-40B4-BE49-F238E27FC236}">
                  <a16:creationId xmlns:a16="http://schemas.microsoft.com/office/drawing/2014/main" id="{08601986-E931-B4A2-D629-BBEB0F93EEE2}"/>
                </a:ext>
              </a:extLst>
            </p:cNvPr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611;p17">
              <a:extLst>
                <a:ext uri="{FF2B5EF4-FFF2-40B4-BE49-F238E27FC236}">
                  <a16:creationId xmlns:a16="http://schemas.microsoft.com/office/drawing/2014/main" id="{A68FEF0E-385C-8DB1-8356-3DBD60A35626}"/>
                </a:ext>
              </a:extLst>
            </p:cNvPr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612;p17">
              <a:extLst>
                <a:ext uri="{FF2B5EF4-FFF2-40B4-BE49-F238E27FC236}">
                  <a16:creationId xmlns:a16="http://schemas.microsoft.com/office/drawing/2014/main" id="{69118F42-62A8-7791-8712-6BD75F39840C}"/>
                </a:ext>
              </a:extLst>
            </p:cNvPr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613;p17">
              <a:extLst>
                <a:ext uri="{FF2B5EF4-FFF2-40B4-BE49-F238E27FC236}">
                  <a16:creationId xmlns:a16="http://schemas.microsoft.com/office/drawing/2014/main" id="{12A81296-F340-6C9B-7DCD-F0D7BF191F6D}"/>
                </a:ext>
              </a:extLst>
            </p:cNvPr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614;p17">
              <a:extLst>
                <a:ext uri="{FF2B5EF4-FFF2-40B4-BE49-F238E27FC236}">
                  <a16:creationId xmlns:a16="http://schemas.microsoft.com/office/drawing/2014/main" id="{E99D84A4-A7FA-CCE8-174B-376359A88A3B}"/>
                </a:ext>
              </a:extLst>
            </p:cNvPr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615;p17">
              <a:extLst>
                <a:ext uri="{FF2B5EF4-FFF2-40B4-BE49-F238E27FC236}">
                  <a16:creationId xmlns:a16="http://schemas.microsoft.com/office/drawing/2014/main" id="{26B2AB0A-D372-22D0-6DBA-ACBB61B7680E}"/>
                </a:ext>
              </a:extLst>
            </p:cNvPr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616;p17">
              <a:extLst>
                <a:ext uri="{FF2B5EF4-FFF2-40B4-BE49-F238E27FC236}">
                  <a16:creationId xmlns:a16="http://schemas.microsoft.com/office/drawing/2014/main" id="{2A9F05F3-AA2B-9CFA-B6E3-310D36324983}"/>
                </a:ext>
              </a:extLst>
            </p:cNvPr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17;p17">
              <a:extLst>
                <a:ext uri="{FF2B5EF4-FFF2-40B4-BE49-F238E27FC236}">
                  <a16:creationId xmlns:a16="http://schemas.microsoft.com/office/drawing/2014/main" id="{557D6D8D-25E1-BF94-55F6-4937785BA409}"/>
                </a:ext>
              </a:extLst>
            </p:cNvPr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618;p17">
              <a:extLst>
                <a:ext uri="{FF2B5EF4-FFF2-40B4-BE49-F238E27FC236}">
                  <a16:creationId xmlns:a16="http://schemas.microsoft.com/office/drawing/2014/main" id="{DFBF651A-DA62-A204-43E9-2662931683E1}"/>
                </a:ext>
              </a:extLst>
            </p:cNvPr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619;p17">
              <a:extLst>
                <a:ext uri="{FF2B5EF4-FFF2-40B4-BE49-F238E27FC236}">
                  <a16:creationId xmlns:a16="http://schemas.microsoft.com/office/drawing/2014/main" id="{C417C248-7495-35AB-0C99-6A4518FC1AD0}"/>
                </a:ext>
              </a:extLst>
            </p:cNvPr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620;p17">
              <a:extLst>
                <a:ext uri="{FF2B5EF4-FFF2-40B4-BE49-F238E27FC236}">
                  <a16:creationId xmlns:a16="http://schemas.microsoft.com/office/drawing/2014/main" id="{B9D4933E-E834-A57C-C144-04BA96E09E04}"/>
                </a:ext>
              </a:extLst>
            </p:cNvPr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2" name="Google Shape;621;p17">
                <a:extLst>
                  <a:ext uri="{FF2B5EF4-FFF2-40B4-BE49-F238E27FC236}">
                    <a16:creationId xmlns:a16="http://schemas.microsoft.com/office/drawing/2014/main" id="{B6697BDE-B8F3-3EC4-03D8-77ADAD2B31A1}"/>
                  </a:ext>
                </a:extLst>
              </p:cNvPr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585" name="Google Shape;622;p17">
                  <a:extLst>
                    <a:ext uri="{FF2B5EF4-FFF2-40B4-BE49-F238E27FC236}">
                      <a16:creationId xmlns:a16="http://schemas.microsoft.com/office/drawing/2014/main" id="{A00B8291-F765-6A58-E293-C4EDC86141A4}"/>
                    </a:ext>
                  </a:extLst>
                </p:cNvPr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623;p17">
                  <a:extLst>
                    <a:ext uri="{FF2B5EF4-FFF2-40B4-BE49-F238E27FC236}">
                      <a16:creationId xmlns:a16="http://schemas.microsoft.com/office/drawing/2014/main" id="{AFFF7AAA-89EA-726B-3A44-CA28C0C296A4}"/>
                    </a:ext>
                  </a:extLst>
                </p:cNvPr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624;p17">
                  <a:extLst>
                    <a:ext uri="{FF2B5EF4-FFF2-40B4-BE49-F238E27FC236}">
                      <a16:creationId xmlns:a16="http://schemas.microsoft.com/office/drawing/2014/main" id="{7D9946BA-DED3-FDF1-DC58-4C534D6E5B1C}"/>
                    </a:ext>
                  </a:extLst>
                </p:cNvPr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8" name="Google Shape;625;p17">
                  <a:extLst>
                    <a:ext uri="{FF2B5EF4-FFF2-40B4-BE49-F238E27FC236}">
                      <a16:creationId xmlns:a16="http://schemas.microsoft.com/office/drawing/2014/main" id="{92567929-C600-1F2D-090A-13F6732FACB7}"/>
                    </a:ext>
                  </a:extLst>
                </p:cNvPr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56" name="Google Shape;626;p17">
                    <a:extLst>
                      <a:ext uri="{FF2B5EF4-FFF2-40B4-BE49-F238E27FC236}">
                        <a16:creationId xmlns:a16="http://schemas.microsoft.com/office/drawing/2014/main" id="{7E28F76E-EA61-E22C-8BCC-D871077A865F}"/>
                      </a:ext>
                    </a:extLst>
                  </p:cNvPr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27;p17">
                    <a:extLst>
                      <a:ext uri="{FF2B5EF4-FFF2-40B4-BE49-F238E27FC236}">
                        <a16:creationId xmlns:a16="http://schemas.microsoft.com/office/drawing/2014/main" id="{21452AE1-9996-AB1C-D826-110C9966F4A4}"/>
                      </a:ext>
                    </a:extLst>
                  </p:cNvPr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89" name="Google Shape;628;p17">
                  <a:extLst>
                    <a:ext uri="{FF2B5EF4-FFF2-40B4-BE49-F238E27FC236}">
                      <a16:creationId xmlns:a16="http://schemas.microsoft.com/office/drawing/2014/main" id="{6F76D038-EE82-9AC4-003E-2D86F9C0D12A}"/>
                    </a:ext>
                  </a:extLst>
                </p:cNvPr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629;p17">
                  <a:extLst>
                    <a:ext uri="{FF2B5EF4-FFF2-40B4-BE49-F238E27FC236}">
                      <a16:creationId xmlns:a16="http://schemas.microsoft.com/office/drawing/2014/main" id="{FCF588E4-201D-3815-C54D-257A858ED927}"/>
                    </a:ext>
                  </a:extLst>
                </p:cNvPr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630;p17">
                  <a:extLst>
                    <a:ext uri="{FF2B5EF4-FFF2-40B4-BE49-F238E27FC236}">
                      <a16:creationId xmlns:a16="http://schemas.microsoft.com/office/drawing/2014/main" id="{D13A351C-7A38-2636-9DF5-233C2DD9B422}"/>
                    </a:ext>
                  </a:extLst>
                </p:cNvPr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631;p17">
                  <a:extLst>
                    <a:ext uri="{FF2B5EF4-FFF2-40B4-BE49-F238E27FC236}">
                      <a16:creationId xmlns:a16="http://schemas.microsoft.com/office/drawing/2014/main" id="{87D1C7FF-1132-8A4F-4F20-16A54D11B2C2}"/>
                    </a:ext>
                  </a:extLst>
                </p:cNvPr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632;p17">
                  <a:extLst>
                    <a:ext uri="{FF2B5EF4-FFF2-40B4-BE49-F238E27FC236}">
                      <a16:creationId xmlns:a16="http://schemas.microsoft.com/office/drawing/2014/main" id="{51B9D8A1-1E92-9266-9421-63B40D467D62}"/>
                    </a:ext>
                  </a:extLst>
                </p:cNvPr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633;p17">
                  <a:extLst>
                    <a:ext uri="{FF2B5EF4-FFF2-40B4-BE49-F238E27FC236}">
                      <a16:creationId xmlns:a16="http://schemas.microsoft.com/office/drawing/2014/main" id="{CE7F35D2-5AFE-5C2A-44CC-E8F5D63EC63A}"/>
                    </a:ext>
                  </a:extLst>
                </p:cNvPr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634;p17">
                  <a:extLst>
                    <a:ext uri="{FF2B5EF4-FFF2-40B4-BE49-F238E27FC236}">
                      <a16:creationId xmlns:a16="http://schemas.microsoft.com/office/drawing/2014/main" id="{8CB14BC3-564A-A1FC-73D4-3F6F1576A549}"/>
                    </a:ext>
                  </a:extLst>
                </p:cNvPr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635;p17">
                  <a:extLst>
                    <a:ext uri="{FF2B5EF4-FFF2-40B4-BE49-F238E27FC236}">
                      <a16:creationId xmlns:a16="http://schemas.microsoft.com/office/drawing/2014/main" id="{5ED7854E-1417-8632-AD23-B5DFC9E86CBE}"/>
                    </a:ext>
                  </a:extLst>
                </p:cNvPr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36;p17">
                  <a:extLst>
                    <a:ext uri="{FF2B5EF4-FFF2-40B4-BE49-F238E27FC236}">
                      <a16:creationId xmlns:a16="http://schemas.microsoft.com/office/drawing/2014/main" id="{28D13B39-D1B1-30B0-9A0F-BD21CA4B7795}"/>
                    </a:ext>
                  </a:extLst>
                </p:cNvPr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37;p17">
                  <a:extLst>
                    <a:ext uri="{FF2B5EF4-FFF2-40B4-BE49-F238E27FC236}">
                      <a16:creationId xmlns:a16="http://schemas.microsoft.com/office/drawing/2014/main" id="{74822A40-AF80-B19F-B5A4-2D47144E1F99}"/>
                    </a:ext>
                  </a:extLst>
                </p:cNvPr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38;p17">
                  <a:extLst>
                    <a:ext uri="{FF2B5EF4-FFF2-40B4-BE49-F238E27FC236}">
                      <a16:creationId xmlns:a16="http://schemas.microsoft.com/office/drawing/2014/main" id="{11543D94-FA01-2CD7-4057-12EE39BAAFAA}"/>
                    </a:ext>
                  </a:extLst>
                </p:cNvPr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39;p17">
                  <a:extLst>
                    <a:ext uri="{FF2B5EF4-FFF2-40B4-BE49-F238E27FC236}">
                      <a16:creationId xmlns:a16="http://schemas.microsoft.com/office/drawing/2014/main" id="{684E72B1-5CC3-0FC3-3A52-5A7EEF61E543}"/>
                    </a:ext>
                  </a:extLst>
                </p:cNvPr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40;p17">
                  <a:extLst>
                    <a:ext uri="{FF2B5EF4-FFF2-40B4-BE49-F238E27FC236}">
                      <a16:creationId xmlns:a16="http://schemas.microsoft.com/office/drawing/2014/main" id="{C082D327-5011-98D4-1775-AF76274664ED}"/>
                    </a:ext>
                  </a:extLst>
                </p:cNvPr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41;p17">
                  <a:extLst>
                    <a:ext uri="{FF2B5EF4-FFF2-40B4-BE49-F238E27FC236}">
                      <a16:creationId xmlns:a16="http://schemas.microsoft.com/office/drawing/2014/main" id="{FA6A46FE-9F7D-DA2A-5911-597FBC5062B6}"/>
                    </a:ext>
                  </a:extLst>
                </p:cNvPr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42;p17">
                  <a:extLst>
                    <a:ext uri="{FF2B5EF4-FFF2-40B4-BE49-F238E27FC236}">
                      <a16:creationId xmlns:a16="http://schemas.microsoft.com/office/drawing/2014/main" id="{E2B0B705-C692-D97A-AFFD-1782147DB8AB}"/>
                    </a:ext>
                  </a:extLst>
                </p:cNvPr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43;p17">
                  <a:extLst>
                    <a:ext uri="{FF2B5EF4-FFF2-40B4-BE49-F238E27FC236}">
                      <a16:creationId xmlns:a16="http://schemas.microsoft.com/office/drawing/2014/main" id="{3EBD19CD-575B-5EF5-D055-F95626EA531A}"/>
                    </a:ext>
                  </a:extLst>
                </p:cNvPr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44;p17">
                  <a:extLst>
                    <a:ext uri="{FF2B5EF4-FFF2-40B4-BE49-F238E27FC236}">
                      <a16:creationId xmlns:a16="http://schemas.microsoft.com/office/drawing/2014/main" id="{EA5A0E27-B16E-68BB-A5AD-AD7A74F1D737}"/>
                    </a:ext>
                  </a:extLst>
                </p:cNvPr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45;p17">
                  <a:extLst>
                    <a:ext uri="{FF2B5EF4-FFF2-40B4-BE49-F238E27FC236}">
                      <a16:creationId xmlns:a16="http://schemas.microsoft.com/office/drawing/2014/main" id="{7B71E678-1B27-980A-C337-45A7A0FA0175}"/>
                    </a:ext>
                  </a:extLst>
                </p:cNvPr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46;p17">
                  <a:extLst>
                    <a:ext uri="{FF2B5EF4-FFF2-40B4-BE49-F238E27FC236}">
                      <a16:creationId xmlns:a16="http://schemas.microsoft.com/office/drawing/2014/main" id="{3B0D733E-07A4-52F0-C9F9-C3EFDEB831C3}"/>
                    </a:ext>
                  </a:extLst>
                </p:cNvPr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47;p17">
                  <a:extLst>
                    <a:ext uri="{FF2B5EF4-FFF2-40B4-BE49-F238E27FC236}">
                      <a16:creationId xmlns:a16="http://schemas.microsoft.com/office/drawing/2014/main" id="{89F2B49F-22FE-7B90-1EFC-36C2D5FCC26A}"/>
                    </a:ext>
                  </a:extLst>
                </p:cNvPr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48;p17">
                  <a:extLst>
                    <a:ext uri="{FF2B5EF4-FFF2-40B4-BE49-F238E27FC236}">
                      <a16:creationId xmlns:a16="http://schemas.microsoft.com/office/drawing/2014/main" id="{0A75CBF0-A1D7-93D2-D9B1-31406C8C2BE8}"/>
                    </a:ext>
                  </a:extLst>
                </p:cNvPr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49;p17">
                  <a:extLst>
                    <a:ext uri="{FF2B5EF4-FFF2-40B4-BE49-F238E27FC236}">
                      <a16:creationId xmlns:a16="http://schemas.microsoft.com/office/drawing/2014/main" id="{CEA7C827-7D42-C000-8AD4-11BEE5EA9344}"/>
                    </a:ext>
                  </a:extLst>
                </p:cNvPr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50;p17">
                  <a:extLst>
                    <a:ext uri="{FF2B5EF4-FFF2-40B4-BE49-F238E27FC236}">
                      <a16:creationId xmlns:a16="http://schemas.microsoft.com/office/drawing/2014/main" id="{7B911D0E-A147-1C4F-99F4-60CC391C6777}"/>
                    </a:ext>
                  </a:extLst>
                </p:cNvPr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51;p17">
                  <a:extLst>
                    <a:ext uri="{FF2B5EF4-FFF2-40B4-BE49-F238E27FC236}">
                      <a16:creationId xmlns:a16="http://schemas.microsoft.com/office/drawing/2014/main" id="{5DBE68F7-04E9-A0A9-408D-AE6DB63AFB80}"/>
                    </a:ext>
                  </a:extLst>
                </p:cNvPr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52;p17">
                  <a:extLst>
                    <a:ext uri="{FF2B5EF4-FFF2-40B4-BE49-F238E27FC236}">
                      <a16:creationId xmlns:a16="http://schemas.microsoft.com/office/drawing/2014/main" id="{69AD3644-3E7C-360F-15E4-10ABA1FAC423}"/>
                    </a:ext>
                  </a:extLst>
                </p:cNvPr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53;p17">
                  <a:extLst>
                    <a:ext uri="{FF2B5EF4-FFF2-40B4-BE49-F238E27FC236}">
                      <a16:creationId xmlns:a16="http://schemas.microsoft.com/office/drawing/2014/main" id="{4849CD2E-9B15-374A-65C4-208B4AE1DA6D}"/>
                    </a:ext>
                  </a:extLst>
                </p:cNvPr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54;p17">
                  <a:extLst>
                    <a:ext uri="{FF2B5EF4-FFF2-40B4-BE49-F238E27FC236}">
                      <a16:creationId xmlns:a16="http://schemas.microsoft.com/office/drawing/2014/main" id="{6A38A863-621F-93FE-9DDF-B5AB506F7D19}"/>
                    </a:ext>
                  </a:extLst>
                </p:cNvPr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55;p17">
                  <a:extLst>
                    <a:ext uri="{FF2B5EF4-FFF2-40B4-BE49-F238E27FC236}">
                      <a16:creationId xmlns:a16="http://schemas.microsoft.com/office/drawing/2014/main" id="{71E4018E-44C6-E57A-DA9C-E962291A17C0}"/>
                    </a:ext>
                  </a:extLst>
                </p:cNvPr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56;p17">
                  <a:extLst>
                    <a:ext uri="{FF2B5EF4-FFF2-40B4-BE49-F238E27FC236}">
                      <a16:creationId xmlns:a16="http://schemas.microsoft.com/office/drawing/2014/main" id="{72934503-F760-783D-3274-0A73C1415A9B}"/>
                    </a:ext>
                  </a:extLst>
                </p:cNvPr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57;p17">
                  <a:extLst>
                    <a:ext uri="{FF2B5EF4-FFF2-40B4-BE49-F238E27FC236}">
                      <a16:creationId xmlns:a16="http://schemas.microsoft.com/office/drawing/2014/main" id="{08C95FD9-E2E8-44FE-C49E-606F9A93AD39}"/>
                    </a:ext>
                  </a:extLst>
                </p:cNvPr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58;p17">
                  <a:extLst>
                    <a:ext uri="{FF2B5EF4-FFF2-40B4-BE49-F238E27FC236}">
                      <a16:creationId xmlns:a16="http://schemas.microsoft.com/office/drawing/2014/main" id="{326BBA27-D0BD-C622-383C-620AB07B76B7}"/>
                    </a:ext>
                  </a:extLst>
                </p:cNvPr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59;p17">
                  <a:extLst>
                    <a:ext uri="{FF2B5EF4-FFF2-40B4-BE49-F238E27FC236}">
                      <a16:creationId xmlns:a16="http://schemas.microsoft.com/office/drawing/2014/main" id="{2E5D6DAF-5A1A-1EC4-2D1F-CDE797DEE461}"/>
                    </a:ext>
                  </a:extLst>
                </p:cNvPr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60;p17">
                  <a:extLst>
                    <a:ext uri="{FF2B5EF4-FFF2-40B4-BE49-F238E27FC236}">
                      <a16:creationId xmlns:a16="http://schemas.microsoft.com/office/drawing/2014/main" id="{173DB334-8394-1755-88AE-BBBB52308655}"/>
                    </a:ext>
                  </a:extLst>
                </p:cNvPr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61;p17">
                  <a:extLst>
                    <a:ext uri="{FF2B5EF4-FFF2-40B4-BE49-F238E27FC236}">
                      <a16:creationId xmlns:a16="http://schemas.microsoft.com/office/drawing/2014/main" id="{72DE4B83-03F1-FAF9-407E-F688407FBE2D}"/>
                    </a:ext>
                  </a:extLst>
                </p:cNvPr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62;p17">
                  <a:extLst>
                    <a:ext uri="{FF2B5EF4-FFF2-40B4-BE49-F238E27FC236}">
                      <a16:creationId xmlns:a16="http://schemas.microsoft.com/office/drawing/2014/main" id="{BD51EED3-64F2-10D1-FE2D-3C9D32516625}"/>
                    </a:ext>
                  </a:extLst>
                </p:cNvPr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63;p17">
                  <a:extLst>
                    <a:ext uri="{FF2B5EF4-FFF2-40B4-BE49-F238E27FC236}">
                      <a16:creationId xmlns:a16="http://schemas.microsoft.com/office/drawing/2014/main" id="{C50C1784-E548-55E0-E5AC-29D49583BC6A}"/>
                    </a:ext>
                  </a:extLst>
                </p:cNvPr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64;p17">
                  <a:extLst>
                    <a:ext uri="{FF2B5EF4-FFF2-40B4-BE49-F238E27FC236}">
                      <a16:creationId xmlns:a16="http://schemas.microsoft.com/office/drawing/2014/main" id="{725E5865-7CD1-059D-D5D6-749E60F0E807}"/>
                    </a:ext>
                  </a:extLst>
                </p:cNvPr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65;p17">
                  <a:extLst>
                    <a:ext uri="{FF2B5EF4-FFF2-40B4-BE49-F238E27FC236}">
                      <a16:creationId xmlns:a16="http://schemas.microsoft.com/office/drawing/2014/main" id="{84E74D3E-FAD7-25F7-7931-ECD26871F79B}"/>
                    </a:ext>
                  </a:extLst>
                </p:cNvPr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66;p17">
                  <a:extLst>
                    <a:ext uri="{FF2B5EF4-FFF2-40B4-BE49-F238E27FC236}">
                      <a16:creationId xmlns:a16="http://schemas.microsoft.com/office/drawing/2014/main" id="{97EADF5A-A5C8-9BC7-FA37-3D9ECBF6551A}"/>
                    </a:ext>
                  </a:extLst>
                </p:cNvPr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67;p17">
                  <a:extLst>
                    <a:ext uri="{FF2B5EF4-FFF2-40B4-BE49-F238E27FC236}">
                      <a16:creationId xmlns:a16="http://schemas.microsoft.com/office/drawing/2014/main" id="{72DA3967-32AB-397B-D663-E72AD266CAB6}"/>
                    </a:ext>
                  </a:extLst>
                </p:cNvPr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68;p17">
                  <a:extLst>
                    <a:ext uri="{FF2B5EF4-FFF2-40B4-BE49-F238E27FC236}">
                      <a16:creationId xmlns:a16="http://schemas.microsoft.com/office/drawing/2014/main" id="{09075F16-BBEF-FFD6-7FD3-1E0F91425247}"/>
                    </a:ext>
                  </a:extLst>
                </p:cNvPr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69;p17">
                  <a:extLst>
                    <a:ext uri="{FF2B5EF4-FFF2-40B4-BE49-F238E27FC236}">
                      <a16:creationId xmlns:a16="http://schemas.microsoft.com/office/drawing/2014/main" id="{8EF56ADF-AB4F-8A1E-5A10-05A67B275159}"/>
                    </a:ext>
                  </a:extLst>
                </p:cNvPr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70;p17">
                  <a:extLst>
                    <a:ext uri="{FF2B5EF4-FFF2-40B4-BE49-F238E27FC236}">
                      <a16:creationId xmlns:a16="http://schemas.microsoft.com/office/drawing/2014/main" id="{439CFBB3-0968-11AB-27D0-BF64CA8C7D06}"/>
                    </a:ext>
                  </a:extLst>
                </p:cNvPr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71;p17">
                  <a:extLst>
                    <a:ext uri="{FF2B5EF4-FFF2-40B4-BE49-F238E27FC236}">
                      <a16:creationId xmlns:a16="http://schemas.microsoft.com/office/drawing/2014/main" id="{3BEB5774-DBDF-826C-F5E0-6EA82DB451D1}"/>
                    </a:ext>
                  </a:extLst>
                </p:cNvPr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72;p17">
                  <a:extLst>
                    <a:ext uri="{FF2B5EF4-FFF2-40B4-BE49-F238E27FC236}">
                      <a16:creationId xmlns:a16="http://schemas.microsoft.com/office/drawing/2014/main" id="{726F9A20-BED0-C877-D29F-1516AF447D0A}"/>
                    </a:ext>
                  </a:extLst>
                </p:cNvPr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73;p17">
                  <a:extLst>
                    <a:ext uri="{FF2B5EF4-FFF2-40B4-BE49-F238E27FC236}">
                      <a16:creationId xmlns:a16="http://schemas.microsoft.com/office/drawing/2014/main" id="{6FC58EE0-B0F3-29E2-C82B-32D9C7B24B9C}"/>
                    </a:ext>
                  </a:extLst>
                </p:cNvPr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74;p17">
                  <a:extLst>
                    <a:ext uri="{FF2B5EF4-FFF2-40B4-BE49-F238E27FC236}">
                      <a16:creationId xmlns:a16="http://schemas.microsoft.com/office/drawing/2014/main" id="{5E3D73CB-471C-8CB6-E4EC-96AFFB2A77A1}"/>
                    </a:ext>
                  </a:extLst>
                </p:cNvPr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75;p17">
                  <a:extLst>
                    <a:ext uri="{FF2B5EF4-FFF2-40B4-BE49-F238E27FC236}">
                      <a16:creationId xmlns:a16="http://schemas.microsoft.com/office/drawing/2014/main" id="{90363468-2D77-2E1B-EF6C-E6E643A4FEF1}"/>
                    </a:ext>
                  </a:extLst>
                </p:cNvPr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76;p17">
                  <a:extLst>
                    <a:ext uri="{FF2B5EF4-FFF2-40B4-BE49-F238E27FC236}">
                      <a16:creationId xmlns:a16="http://schemas.microsoft.com/office/drawing/2014/main" id="{6664AC99-241E-1008-43E5-A553584C6406}"/>
                    </a:ext>
                  </a:extLst>
                </p:cNvPr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77;p17">
                  <a:extLst>
                    <a:ext uri="{FF2B5EF4-FFF2-40B4-BE49-F238E27FC236}">
                      <a16:creationId xmlns:a16="http://schemas.microsoft.com/office/drawing/2014/main" id="{2A4DA59A-54D2-7782-EB10-87344BBCDA6A}"/>
                    </a:ext>
                  </a:extLst>
                </p:cNvPr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78;p17">
                  <a:extLst>
                    <a:ext uri="{FF2B5EF4-FFF2-40B4-BE49-F238E27FC236}">
                      <a16:creationId xmlns:a16="http://schemas.microsoft.com/office/drawing/2014/main" id="{50B930B6-3A3C-6F8D-61A4-B94E867F5523}"/>
                    </a:ext>
                  </a:extLst>
                </p:cNvPr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79;p17">
                  <a:extLst>
                    <a:ext uri="{FF2B5EF4-FFF2-40B4-BE49-F238E27FC236}">
                      <a16:creationId xmlns:a16="http://schemas.microsoft.com/office/drawing/2014/main" id="{C14C82D2-1C43-2D30-5A14-25113B2CBB88}"/>
                    </a:ext>
                  </a:extLst>
                </p:cNvPr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80;p17">
                  <a:extLst>
                    <a:ext uri="{FF2B5EF4-FFF2-40B4-BE49-F238E27FC236}">
                      <a16:creationId xmlns:a16="http://schemas.microsoft.com/office/drawing/2014/main" id="{BF2DAD22-6B8C-FA68-E59D-04680A100452}"/>
                    </a:ext>
                  </a:extLst>
                </p:cNvPr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81;p17">
                  <a:extLst>
                    <a:ext uri="{FF2B5EF4-FFF2-40B4-BE49-F238E27FC236}">
                      <a16:creationId xmlns:a16="http://schemas.microsoft.com/office/drawing/2014/main" id="{DDDF7131-C41C-19AA-FB49-8B5EFE6BAEB2}"/>
                    </a:ext>
                  </a:extLst>
                </p:cNvPr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82;p17">
                  <a:extLst>
                    <a:ext uri="{FF2B5EF4-FFF2-40B4-BE49-F238E27FC236}">
                      <a16:creationId xmlns:a16="http://schemas.microsoft.com/office/drawing/2014/main" id="{C3A0058F-E848-5938-DCF7-EB2334A7BB74}"/>
                    </a:ext>
                  </a:extLst>
                </p:cNvPr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83;p17">
                  <a:extLst>
                    <a:ext uri="{FF2B5EF4-FFF2-40B4-BE49-F238E27FC236}">
                      <a16:creationId xmlns:a16="http://schemas.microsoft.com/office/drawing/2014/main" id="{9B42DC7B-7C09-4271-99D5-0543D7465B5D}"/>
                    </a:ext>
                  </a:extLst>
                </p:cNvPr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84;p17">
                  <a:extLst>
                    <a:ext uri="{FF2B5EF4-FFF2-40B4-BE49-F238E27FC236}">
                      <a16:creationId xmlns:a16="http://schemas.microsoft.com/office/drawing/2014/main" id="{6140F01A-565E-9250-A683-2FC86E4373BE}"/>
                    </a:ext>
                  </a:extLst>
                </p:cNvPr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85;p17">
                  <a:extLst>
                    <a:ext uri="{FF2B5EF4-FFF2-40B4-BE49-F238E27FC236}">
                      <a16:creationId xmlns:a16="http://schemas.microsoft.com/office/drawing/2014/main" id="{9CE2FC81-8549-15F4-DBFE-47AE44D3DD14}"/>
                    </a:ext>
                  </a:extLst>
                </p:cNvPr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86;p17">
                  <a:extLst>
                    <a:ext uri="{FF2B5EF4-FFF2-40B4-BE49-F238E27FC236}">
                      <a16:creationId xmlns:a16="http://schemas.microsoft.com/office/drawing/2014/main" id="{BE648216-AA3F-5621-778F-2926DA29CBD5}"/>
                    </a:ext>
                  </a:extLst>
                </p:cNvPr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87;p17">
                  <a:extLst>
                    <a:ext uri="{FF2B5EF4-FFF2-40B4-BE49-F238E27FC236}">
                      <a16:creationId xmlns:a16="http://schemas.microsoft.com/office/drawing/2014/main" id="{41F40F9F-7391-8D68-F113-BABFC6566B14}"/>
                    </a:ext>
                  </a:extLst>
                </p:cNvPr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88;p17">
                  <a:extLst>
                    <a:ext uri="{FF2B5EF4-FFF2-40B4-BE49-F238E27FC236}">
                      <a16:creationId xmlns:a16="http://schemas.microsoft.com/office/drawing/2014/main" id="{DC8C4BDE-84CF-117B-6861-FEC72D4C94E7}"/>
                    </a:ext>
                  </a:extLst>
                </p:cNvPr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89;p17">
                  <a:extLst>
                    <a:ext uri="{FF2B5EF4-FFF2-40B4-BE49-F238E27FC236}">
                      <a16:creationId xmlns:a16="http://schemas.microsoft.com/office/drawing/2014/main" id="{B148CE33-8711-01EB-B98D-BCC5B1FA1D57}"/>
                    </a:ext>
                  </a:extLst>
                </p:cNvPr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90;p17">
                  <a:extLst>
                    <a:ext uri="{FF2B5EF4-FFF2-40B4-BE49-F238E27FC236}">
                      <a16:creationId xmlns:a16="http://schemas.microsoft.com/office/drawing/2014/main" id="{49E14C9A-9779-4483-1483-05D386459DB5}"/>
                    </a:ext>
                  </a:extLst>
                </p:cNvPr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91;p17">
                  <a:extLst>
                    <a:ext uri="{FF2B5EF4-FFF2-40B4-BE49-F238E27FC236}">
                      <a16:creationId xmlns:a16="http://schemas.microsoft.com/office/drawing/2014/main" id="{D1730892-0172-420C-2803-DBB5D4D2C5F5}"/>
                    </a:ext>
                  </a:extLst>
                </p:cNvPr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" name="Google Shape;692;p17">
                <a:extLst>
                  <a:ext uri="{FF2B5EF4-FFF2-40B4-BE49-F238E27FC236}">
                    <a16:creationId xmlns:a16="http://schemas.microsoft.com/office/drawing/2014/main" id="{3397074A-4B33-27EE-8098-14C15B6AD913}"/>
                  </a:ext>
                </a:extLst>
              </p:cNvPr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576" name="Google Shape;693;p17">
                  <a:extLst>
                    <a:ext uri="{FF2B5EF4-FFF2-40B4-BE49-F238E27FC236}">
                      <a16:creationId xmlns:a16="http://schemas.microsoft.com/office/drawing/2014/main" id="{5F1B2D3A-39AD-D5A2-43B7-7238CCBA538F}"/>
                    </a:ext>
                  </a:extLst>
                </p:cNvPr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580" name="Google Shape;694;p17">
                    <a:extLst>
                      <a:ext uri="{FF2B5EF4-FFF2-40B4-BE49-F238E27FC236}">
                        <a16:creationId xmlns:a16="http://schemas.microsoft.com/office/drawing/2014/main" id="{2FAE372B-A7BF-A87C-B22B-D9CB041D2BD1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1" name="Google Shape;695;p17">
                    <a:extLst>
                      <a:ext uri="{FF2B5EF4-FFF2-40B4-BE49-F238E27FC236}">
                        <a16:creationId xmlns:a16="http://schemas.microsoft.com/office/drawing/2014/main" id="{4FF22E08-BAF2-AECE-F5AE-59F149F90DD3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2" name="Google Shape;696;p17">
                    <a:extLst>
                      <a:ext uri="{FF2B5EF4-FFF2-40B4-BE49-F238E27FC236}">
                        <a16:creationId xmlns:a16="http://schemas.microsoft.com/office/drawing/2014/main" id="{E4305E90-15F3-037E-4CBB-FA1007F12D55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3" name="Google Shape;697;p17">
                    <a:extLst>
                      <a:ext uri="{FF2B5EF4-FFF2-40B4-BE49-F238E27FC236}">
                        <a16:creationId xmlns:a16="http://schemas.microsoft.com/office/drawing/2014/main" id="{1561FAE7-4243-1E52-D5C1-3787EBBDD4B2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4" name="Google Shape;698;p17">
                    <a:extLst>
                      <a:ext uri="{FF2B5EF4-FFF2-40B4-BE49-F238E27FC236}">
                        <a16:creationId xmlns:a16="http://schemas.microsoft.com/office/drawing/2014/main" id="{94E304CB-83CF-CED6-B173-CDD73F5B78A2}"/>
                      </a:ext>
                    </a:extLst>
                  </p:cNvPr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77" name="Google Shape;699;p17">
                  <a:extLst>
                    <a:ext uri="{FF2B5EF4-FFF2-40B4-BE49-F238E27FC236}">
                      <a16:creationId xmlns:a16="http://schemas.microsoft.com/office/drawing/2014/main" id="{D1DA9CC2-4710-A953-84BA-3462800BD039}"/>
                    </a:ext>
                  </a:extLst>
                </p:cNvPr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700;p17">
                  <a:extLst>
                    <a:ext uri="{FF2B5EF4-FFF2-40B4-BE49-F238E27FC236}">
                      <a16:creationId xmlns:a16="http://schemas.microsoft.com/office/drawing/2014/main" id="{8616542C-8DD1-7689-42C1-AFB42692F6D2}"/>
                    </a:ext>
                  </a:extLst>
                </p:cNvPr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701;p17">
                  <a:extLst>
                    <a:ext uri="{FF2B5EF4-FFF2-40B4-BE49-F238E27FC236}">
                      <a16:creationId xmlns:a16="http://schemas.microsoft.com/office/drawing/2014/main" id="{7C289BCE-0C7D-B0B7-BF53-C7EF7D1DC377}"/>
                    </a:ext>
                  </a:extLst>
                </p:cNvPr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7" name="Google Shape;702;p17">
              <a:extLst>
                <a:ext uri="{FF2B5EF4-FFF2-40B4-BE49-F238E27FC236}">
                  <a16:creationId xmlns:a16="http://schemas.microsoft.com/office/drawing/2014/main" id="{7E81C9EF-6151-A974-1485-9F97645A37CC}"/>
                </a:ext>
              </a:extLst>
            </p:cNvPr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03;p17">
              <a:extLst>
                <a:ext uri="{FF2B5EF4-FFF2-40B4-BE49-F238E27FC236}">
                  <a16:creationId xmlns:a16="http://schemas.microsoft.com/office/drawing/2014/main" id="{CFE1ECC9-D62C-B400-0F48-8FA33ABE7D10}"/>
                </a:ext>
              </a:extLst>
            </p:cNvPr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704;p17">
              <a:extLst>
                <a:ext uri="{FF2B5EF4-FFF2-40B4-BE49-F238E27FC236}">
                  <a16:creationId xmlns:a16="http://schemas.microsoft.com/office/drawing/2014/main" id="{0E1458B3-100E-5218-FE05-D34DFF28A48F}"/>
                </a:ext>
              </a:extLst>
            </p:cNvPr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705;p17">
              <a:extLst>
                <a:ext uri="{FF2B5EF4-FFF2-40B4-BE49-F238E27FC236}">
                  <a16:creationId xmlns:a16="http://schemas.microsoft.com/office/drawing/2014/main" id="{48A7D722-AA57-E34D-F9DC-467643F6E7D6}"/>
                </a:ext>
              </a:extLst>
            </p:cNvPr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706;p17">
              <a:extLst>
                <a:ext uri="{FF2B5EF4-FFF2-40B4-BE49-F238E27FC236}">
                  <a16:creationId xmlns:a16="http://schemas.microsoft.com/office/drawing/2014/main" id="{E55CAFDA-B0DE-BD23-F5E5-44A157D493B7}"/>
                </a:ext>
              </a:extLst>
            </p:cNvPr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07;p17">
              <a:extLst>
                <a:ext uri="{FF2B5EF4-FFF2-40B4-BE49-F238E27FC236}">
                  <a16:creationId xmlns:a16="http://schemas.microsoft.com/office/drawing/2014/main" id="{A075DB4B-3C86-F7A7-F5E8-1CD854695CAB}"/>
                </a:ext>
              </a:extLst>
            </p:cNvPr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08;p17">
              <a:extLst>
                <a:ext uri="{FF2B5EF4-FFF2-40B4-BE49-F238E27FC236}">
                  <a16:creationId xmlns:a16="http://schemas.microsoft.com/office/drawing/2014/main" id="{AA29E795-C5F6-5A0C-CED6-B4E3642B6E10}"/>
                </a:ext>
              </a:extLst>
            </p:cNvPr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709;p17">
              <a:extLst>
                <a:ext uri="{FF2B5EF4-FFF2-40B4-BE49-F238E27FC236}">
                  <a16:creationId xmlns:a16="http://schemas.microsoft.com/office/drawing/2014/main" id="{EF296AF5-0649-AD8A-448C-54CEAC891549}"/>
                </a:ext>
              </a:extLst>
            </p:cNvPr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710;p17">
              <a:extLst>
                <a:ext uri="{FF2B5EF4-FFF2-40B4-BE49-F238E27FC236}">
                  <a16:creationId xmlns:a16="http://schemas.microsoft.com/office/drawing/2014/main" id="{D0146762-6A68-1860-4BB3-B0807232F98E}"/>
                </a:ext>
              </a:extLst>
            </p:cNvPr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711;p17">
              <a:extLst>
                <a:ext uri="{FF2B5EF4-FFF2-40B4-BE49-F238E27FC236}">
                  <a16:creationId xmlns:a16="http://schemas.microsoft.com/office/drawing/2014/main" id="{D97E7BA4-43A3-19EA-08F3-4F67F4DE67A1}"/>
                </a:ext>
              </a:extLst>
            </p:cNvPr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712;p17">
              <a:extLst>
                <a:ext uri="{FF2B5EF4-FFF2-40B4-BE49-F238E27FC236}">
                  <a16:creationId xmlns:a16="http://schemas.microsoft.com/office/drawing/2014/main" id="{0C691801-D534-B4F7-73FB-7D5C24D782D5}"/>
                </a:ext>
              </a:extLst>
            </p:cNvPr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713;p17">
              <a:extLst>
                <a:ext uri="{FF2B5EF4-FFF2-40B4-BE49-F238E27FC236}">
                  <a16:creationId xmlns:a16="http://schemas.microsoft.com/office/drawing/2014/main" id="{81D26871-1206-51FE-1B2D-F99B0A6D944E}"/>
                </a:ext>
              </a:extLst>
            </p:cNvPr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714;p17">
              <a:extLst>
                <a:ext uri="{FF2B5EF4-FFF2-40B4-BE49-F238E27FC236}">
                  <a16:creationId xmlns:a16="http://schemas.microsoft.com/office/drawing/2014/main" id="{F8EEF8A7-2A44-328C-5DDB-D18835FF19AE}"/>
                </a:ext>
              </a:extLst>
            </p:cNvPr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715;p17">
              <a:extLst>
                <a:ext uri="{FF2B5EF4-FFF2-40B4-BE49-F238E27FC236}">
                  <a16:creationId xmlns:a16="http://schemas.microsoft.com/office/drawing/2014/main" id="{38BC8EA1-6C12-833E-D3B6-0C501BE053BD}"/>
                </a:ext>
              </a:extLst>
            </p:cNvPr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716;p17">
              <a:extLst>
                <a:ext uri="{FF2B5EF4-FFF2-40B4-BE49-F238E27FC236}">
                  <a16:creationId xmlns:a16="http://schemas.microsoft.com/office/drawing/2014/main" id="{17D399FF-B012-E67C-2A28-23CB8E0B5CEA}"/>
                </a:ext>
              </a:extLst>
            </p:cNvPr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717;p17">
              <a:extLst>
                <a:ext uri="{FF2B5EF4-FFF2-40B4-BE49-F238E27FC236}">
                  <a16:creationId xmlns:a16="http://schemas.microsoft.com/office/drawing/2014/main" id="{81CA35D1-DB53-DA73-B245-B67E3B7A004C}"/>
                </a:ext>
              </a:extLst>
            </p:cNvPr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718;p17">
              <a:extLst>
                <a:ext uri="{FF2B5EF4-FFF2-40B4-BE49-F238E27FC236}">
                  <a16:creationId xmlns:a16="http://schemas.microsoft.com/office/drawing/2014/main" id="{F7D249BE-AE6B-1A8A-2B85-A68DC9F642E7}"/>
                </a:ext>
              </a:extLst>
            </p:cNvPr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719;p17">
              <a:extLst>
                <a:ext uri="{FF2B5EF4-FFF2-40B4-BE49-F238E27FC236}">
                  <a16:creationId xmlns:a16="http://schemas.microsoft.com/office/drawing/2014/main" id="{1F09C5D3-403A-6D2E-7FB9-6B4A024906BB}"/>
                </a:ext>
              </a:extLst>
            </p:cNvPr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720;p17">
              <a:extLst>
                <a:ext uri="{FF2B5EF4-FFF2-40B4-BE49-F238E27FC236}">
                  <a16:creationId xmlns:a16="http://schemas.microsoft.com/office/drawing/2014/main" id="{5F2E724A-9466-2A7E-B4C3-7F4DE8FDE777}"/>
                </a:ext>
              </a:extLst>
            </p:cNvPr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721;p17">
              <a:extLst>
                <a:ext uri="{FF2B5EF4-FFF2-40B4-BE49-F238E27FC236}">
                  <a16:creationId xmlns:a16="http://schemas.microsoft.com/office/drawing/2014/main" id="{E6173648-4CF2-A1C2-4836-C13CD7DADF6B}"/>
                </a:ext>
              </a:extLst>
            </p:cNvPr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722;p17">
              <a:extLst>
                <a:ext uri="{FF2B5EF4-FFF2-40B4-BE49-F238E27FC236}">
                  <a16:creationId xmlns:a16="http://schemas.microsoft.com/office/drawing/2014/main" id="{BABE4F5C-958B-4DD4-505D-EA9E1140C4C5}"/>
                </a:ext>
              </a:extLst>
            </p:cNvPr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723;p17">
              <a:extLst>
                <a:ext uri="{FF2B5EF4-FFF2-40B4-BE49-F238E27FC236}">
                  <a16:creationId xmlns:a16="http://schemas.microsoft.com/office/drawing/2014/main" id="{EE690B78-03EF-229E-007F-DFD016306B22}"/>
                </a:ext>
              </a:extLst>
            </p:cNvPr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724;p17">
              <a:extLst>
                <a:ext uri="{FF2B5EF4-FFF2-40B4-BE49-F238E27FC236}">
                  <a16:creationId xmlns:a16="http://schemas.microsoft.com/office/drawing/2014/main" id="{9D1B8C90-BE6F-6C75-B21E-880AF124D790}"/>
                </a:ext>
              </a:extLst>
            </p:cNvPr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725;p17">
              <a:extLst>
                <a:ext uri="{FF2B5EF4-FFF2-40B4-BE49-F238E27FC236}">
                  <a16:creationId xmlns:a16="http://schemas.microsoft.com/office/drawing/2014/main" id="{445BD50E-8259-EEDD-935F-A7982B255F44}"/>
                </a:ext>
              </a:extLst>
            </p:cNvPr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726;p17">
              <a:extLst>
                <a:ext uri="{FF2B5EF4-FFF2-40B4-BE49-F238E27FC236}">
                  <a16:creationId xmlns:a16="http://schemas.microsoft.com/office/drawing/2014/main" id="{4B2D56EC-6F0A-E832-F4F2-E31A4B67B3A1}"/>
                </a:ext>
              </a:extLst>
            </p:cNvPr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727;p17">
              <a:extLst>
                <a:ext uri="{FF2B5EF4-FFF2-40B4-BE49-F238E27FC236}">
                  <a16:creationId xmlns:a16="http://schemas.microsoft.com/office/drawing/2014/main" id="{F1E710E1-C0CD-4774-C416-06F55641A050}"/>
                </a:ext>
              </a:extLst>
            </p:cNvPr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728;p17">
              <a:extLst>
                <a:ext uri="{FF2B5EF4-FFF2-40B4-BE49-F238E27FC236}">
                  <a16:creationId xmlns:a16="http://schemas.microsoft.com/office/drawing/2014/main" id="{2527DD59-3DED-884A-7A6C-E3B25C06B09E}"/>
                </a:ext>
              </a:extLst>
            </p:cNvPr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729;p17">
              <a:extLst>
                <a:ext uri="{FF2B5EF4-FFF2-40B4-BE49-F238E27FC236}">
                  <a16:creationId xmlns:a16="http://schemas.microsoft.com/office/drawing/2014/main" id="{37D474B3-8324-5068-3A92-96EA920037D4}"/>
                </a:ext>
              </a:extLst>
            </p:cNvPr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730;p17">
              <a:extLst>
                <a:ext uri="{FF2B5EF4-FFF2-40B4-BE49-F238E27FC236}">
                  <a16:creationId xmlns:a16="http://schemas.microsoft.com/office/drawing/2014/main" id="{DCDC5AF6-B008-801D-CF7D-D145C6B37D30}"/>
                </a:ext>
              </a:extLst>
            </p:cNvPr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" name="Google Shape;731;p17">
              <a:extLst>
                <a:ext uri="{FF2B5EF4-FFF2-40B4-BE49-F238E27FC236}">
                  <a16:creationId xmlns:a16="http://schemas.microsoft.com/office/drawing/2014/main" id="{805CAFA3-6B38-284C-56D6-8FB3B254B6D0}"/>
                </a:ext>
              </a:extLst>
            </p:cNvPr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57" name="Google Shape;732;p17">
                <a:extLst>
                  <a:ext uri="{FF2B5EF4-FFF2-40B4-BE49-F238E27FC236}">
                    <a16:creationId xmlns:a16="http://schemas.microsoft.com/office/drawing/2014/main" id="{14AEAC36-7796-AEB7-4678-6534FE85A014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733;p17">
                <a:extLst>
                  <a:ext uri="{FF2B5EF4-FFF2-40B4-BE49-F238E27FC236}">
                    <a16:creationId xmlns:a16="http://schemas.microsoft.com/office/drawing/2014/main" id="{99004CFE-8AE0-5731-4355-C2CF585F1AD3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734;p17">
                <a:extLst>
                  <a:ext uri="{FF2B5EF4-FFF2-40B4-BE49-F238E27FC236}">
                    <a16:creationId xmlns:a16="http://schemas.microsoft.com/office/drawing/2014/main" id="{F5583A7C-5DA4-6CA4-34ED-B7C98D338361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735;p17">
                <a:extLst>
                  <a:ext uri="{FF2B5EF4-FFF2-40B4-BE49-F238E27FC236}">
                    <a16:creationId xmlns:a16="http://schemas.microsoft.com/office/drawing/2014/main" id="{13CAF4A5-E0AE-6D45-45BC-4BB94A9F0A06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736;p17">
                <a:extLst>
                  <a:ext uri="{FF2B5EF4-FFF2-40B4-BE49-F238E27FC236}">
                    <a16:creationId xmlns:a16="http://schemas.microsoft.com/office/drawing/2014/main" id="{8BE7D249-26F1-EF13-D825-D8A369F2E8F6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703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50A20B8E-6610-3F69-C159-ECAD8AEA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>
            <a:extLst>
              <a:ext uri="{FF2B5EF4-FFF2-40B4-BE49-F238E27FC236}">
                <a16:creationId xmlns:a16="http://schemas.microsoft.com/office/drawing/2014/main" id="{5411BB50-6307-251B-FD0E-9A293B6D25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437772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/>
              <a:t>How Azure Fits into the Architecture</a:t>
            </a:r>
          </a:p>
        </p:txBody>
      </p:sp>
      <p:sp>
        <p:nvSpPr>
          <p:cNvPr id="595" name="Google Shape;595;p17">
            <a:extLst>
              <a:ext uri="{FF2B5EF4-FFF2-40B4-BE49-F238E27FC236}">
                <a16:creationId xmlns:a16="http://schemas.microsoft.com/office/drawing/2014/main" id="{E6B23E37-A918-DF61-A128-9A1D9F93C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8036" y="1205479"/>
            <a:ext cx="7219533" cy="365867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800"/>
              <a:t>Azure OpenAI provides the embedding model deployment.</a:t>
            </a:r>
          </a:p>
          <a:p>
            <a:r>
              <a:rPr sz="1800"/>
              <a:t>The embedding deployment is separate from the chat deployment.</a:t>
            </a:r>
          </a:p>
          <a:p>
            <a:r>
              <a:rPr sz="1800"/>
              <a:t>The app can register an IEmbeddingGenerator so embeddings are created during upsert and search.</a:t>
            </a:r>
          </a:p>
          <a:p>
            <a:r>
              <a:rPr sz="1800"/>
              <a:t>Azure can also host production vector search through Azure AI Search, Cosmos DB, or SQL-based options.</a:t>
            </a:r>
          </a:p>
        </p:txBody>
      </p:sp>
      <p:sp>
        <p:nvSpPr>
          <p:cNvPr id="596" name="Google Shape;596;p17">
            <a:extLst>
              <a:ext uri="{FF2B5EF4-FFF2-40B4-BE49-F238E27FC236}">
                <a16:creationId xmlns:a16="http://schemas.microsoft.com/office/drawing/2014/main" id="{527F47D0-28A9-CAAD-BB2A-E4946DA922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sz="1200"/>
              <a:t>7</a:t>
            </a:r>
          </a:p>
        </p:txBody>
      </p:sp>
      <p:grpSp>
        <p:nvGrpSpPr>
          <p:cNvPr id="2" name="Google Shape;597;p17">
            <a:extLst>
              <a:ext uri="{FF2B5EF4-FFF2-40B4-BE49-F238E27FC236}">
                <a16:creationId xmlns:a16="http://schemas.microsoft.com/office/drawing/2014/main" id="{E3FB1B02-D0CF-23F3-0612-199EBCF37A40}"/>
              </a:ext>
            </a:extLst>
          </p:cNvPr>
          <p:cNvGrpSpPr/>
          <p:nvPr/>
        </p:nvGrpSpPr>
        <p:grpSpPr>
          <a:xfrm>
            <a:off x="7479771" y="1680921"/>
            <a:ext cx="1664229" cy="1781658"/>
            <a:chOff x="2183550" y="65875"/>
            <a:chExt cx="4483981" cy="4807045"/>
          </a:xfrm>
        </p:grpSpPr>
        <p:sp>
          <p:nvSpPr>
            <p:cNvPr id="4" name="Google Shape;598;p17">
              <a:extLst>
                <a:ext uri="{FF2B5EF4-FFF2-40B4-BE49-F238E27FC236}">
                  <a16:creationId xmlns:a16="http://schemas.microsoft.com/office/drawing/2014/main" id="{3ADF4066-D826-7DD2-6359-1FA6D16DE893}"/>
                </a:ext>
              </a:extLst>
            </p:cNvPr>
            <p:cNvSpPr/>
            <p:nvPr/>
          </p:nvSpPr>
          <p:spPr>
            <a:xfrm>
              <a:off x="3889897" y="3280283"/>
              <a:ext cx="998038" cy="577710"/>
            </a:xfrm>
            <a:custGeom>
              <a:avLst/>
              <a:gdLst/>
              <a:ahLst/>
              <a:cxnLst/>
              <a:rect l="l" t="t" r="r" b="b"/>
              <a:pathLst>
                <a:path w="998038" h="577710" extrusionOk="0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599;p17">
              <a:extLst>
                <a:ext uri="{FF2B5EF4-FFF2-40B4-BE49-F238E27FC236}">
                  <a16:creationId xmlns:a16="http://schemas.microsoft.com/office/drawing/2014/main" id="{4A916422-7C46-321D-0EF7-C05B4F9F99EC}"/>
                </a:ext>
              </a:extLst>
            </p:cNvPr>
            <p:cNvSpPr/>
            <p:nvPr/>
          </p:nvSpPr>
          <p:spPr>
            <a:xfrm>
              <a:off x="2372415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600;p17">
              <a:extLst>
                <a:ext uri="{FF2B5EF4-FFF2-40B4-BE49-F238E27FC236}">
                  <a16:creationId xmlns:a16="http://schemas.microsoft.com/office/drawing/2014/main" id="{321F109D-D6D7-6B6A-B9A6-FEA198A62867}"/>
                </a:ext>
              </a:extLst>
            </p:cNvPr>
            <p:cNvSpPr/>
            <p:nvPr/>
          </p:nvSpPr>
          <p:spPr>
            <a:xfrm>
              <a:off x="3921527" y="3261804"/>
              <a:ext cx="998857" cy="577329"/>
            </a:xfrm>
            <a:custGeom>
              <a:avLst/>
              <a:gdLst/>
              <a:ahLst/>
              <a:cxnLst/>
              <a:rect l="l" t="t" r="r" b="b"/>
              <a:pathLst>
                <a:path w="998857" h="577329" extrusionOk="0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01;p17">
              <a:extLst>
                <a:ext uri="{FF2B5EF4-FFF2-40B4-BE49-F238E27FC236}">
                  <a16:creationId xmlns:a16="http://schemas.microsoft.com/office/drawing/2014/main" id="{14661573-FED4-18F5-F3FA-D7D6EAC10AAC}"/>
                </a:ext>
              </a:extLst>
            </p:cNvPr>
            <p:cNvSpPr/>
            <p:nvPr/>
          </p:nvSpPr>
          <p:spPr>
            <a:xfrm>
              <a:off x="3922039" y="3231825"/>
              <a:ext cx="998054" cy="577388"/>
            </a:xfrm>
            <a:custGeom>
              <a:avLst/>
              <a:gdLst/>
              <a:ahLst/>
              <a:cxnLst/>
              <a:rect l="l" t="t" r="r" b="b"/>
              <a:pathLst>
                <a:path w="998054" h="577388" extrusionOk="0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02;p17">
              <a:extLst>
                <a:ext uri="{FF2B5EF4-FFF2-40B4-BE49-F238E27FC236}">
                  <a16:creationId xmlns:a16="http://schemas.microsoft.com/office/drawing/2014/main" id="{EE124D53-B215-E9E2-6CD9-B374C7A12010}"/>
                </a:ext>
              </a:extLst>
            </p:cNvPr>
            <p:cNvSpPr/>
            <p:nvPr/>
          </p:nvSpPr>
          <p:spPr>
            <a:xfrm>
              <a:off x="4231770" y="3400376"/>
              <a:ext cx="378145" cy="218912"/>
            </a:xfrm>
            <a:custGeom>
              <a:avLst/>
              <a:gdLst/>
              <a:ahLst/>
              <a:cxnLst/>
              <a:rect l="l" t="t" r="r" b="b"/>
              <a:pathLst>
                <a:path w="378145" h="218912" extrusionOk="0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603;p17">
              <a:extLst>
                <a:ext uri="{FF2B5EF4-FFF2-40B4-BE49-F238E27FC236}">
                  <a16:creationId xmlns:a16="http://schemas.microsoft.com/office/drawing/2014/main" id="{1E8C9121-AF9A-1683-EA11-B578EF07D131}"/>
                </a:ext>
              </a:extLst>
            </p:cNvPr>
            <p:cNvSpPr/>
            <p:nvPr/>
          </p:nvSpPr>
          <p:spPr>
            <a:xfrm>
              <a:off x="4231502" y="3348848"/>
              <a:ext cx="378432" cy="218803"/>
            </a:xfrm>
            <a:custGeom>
              <a:avLst/>
              <a:gdLst/>
              <a:ahLst/>
              <a:cxnLst/>
              <a:rect l="l" t="t" r="r" b="b"/>
              <a:pathLst>
                <a:path w="378432" h="218803" extrusionOk="0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604;p17">
              <a:extLst>
                <a:ext uri="{FF2B5EF4-FFF2-40B4-BE49-F238E27FC236}">
                  <a16:creationId xmlns:a16="http://schemas.microsoft.com/office/drawing/2014/main" id="{ABE17813-C9B0-04ED-1875-5DE19142B7CC}"/>
                </a:ext>
              </a:extLst>
            </p:cNvPr>
            <p:cNvSpPr/>
            <p:nvPr/>
          </p:nvSpPr>
          <p:spPr>
            <a:xfrm>
              <a:off x="3409843" y="2513133"/>
              <a:ext cx="2024410" cy="945165"/>
            </a:xfrm>
            <a:custGeom>
              <a:avLst/>
              <a:gdLst/>
              <a:ahLst/>
              <a:cxnLst/>
              <a:rect l="l" t="t" r="r" b="b"/>
              <a:pathLst>
                <a:path w="2024410" h="945165" extrusionOk="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605;p17">
              <a:extLst>
                <a:ext uri="{FF2B5EF4-FFF2-40B4-BE49-F238E27FC236}">
                  <a16:creationId xmlns:a16="http://schemas.microsoft.com/office/drawing/2014/main" id="{8E92543E-9875-23CE-00E6-5F3E98267119}"/>
                </a:ext>
              </a:extLst>
            </p:cNvPr>
            <p:cNvSpPr/>
            <p:nvPr/>
          </p:nvSpPr>
          <p:spPr>
            <a:xfrm>
              <a:off x="2963426" y="65875"/>
              <a:ext cx="2875158" cy="2882646"/>
            </a:xfrm>
            <a:custGeom>
              <a:avLst/>
              <a:gdLst/>
              <a:ahLst/>
              <a:cxnLst/>
              <a:rect l="l" t="t" r="r" b="b"/>
              <a:pathLst>
                <a:path w="2875158" h="2882646" extrusionOk="0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606;p17">
              <a:extLst>
                <a:ext uri="{FF2B5EF4-FFF2-40B4-BE49-F238E27FC236}">
                  <a16:creationId xmlns:a16="http://schemas.microsoft.com/office/drawing/2014/main" id="{7AD10908-1DF1-C105-D9BE-9A25487CF54E}"/>
                </a:ext>
              </a:extLst>
            </p:cNvPr>
            <p:cNvSpPr/>
            <p:nvPr/>
          </p:nvSpPr>
          <p:spPr>
            <a:xfrm>
              <a:off x="2986102" y="165506"/>
              <a:ext cx="2752826" cy="2463451"/>
            </a:xfrm>
            <a:custGeom>
              <a:avLst/>
              <a:gdLst/>
              <a:ahLst/>
              <a:cxnLst/>
              <a:rect l="l" t="t" r="r" b="b"/>
              <a:pathLst>
                <a:path w="2752826" h="2463451" extrusionOk="0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607;p17">
              <a:extLst>
                <a:ext uri="{FF2B5EF4-FFF2-40B4-BE49-F238E27FC236}">
                  <a16:creationId xmlns:a16="http://schemas.microsoft.com/office/drawing/2014/main" id="{62E4EBDE-E6D1-1CC6-F271-92821D5207EC}"/>
                </a:ext>
              </a:extLst>
            </p:cNvPr>
            <p:cNvSpPr/>
            <p:nvPr/>
          </p:nvSpPr>
          <p:spPr>
            <a:xfrm>
              <a:off x="2963026" y="773963"/>
              <a:ext cx="2815611" cy="2175092"/>
            </a:xfrm>
            <a:custGeom>
              <a:avLst/>
              <a:gdLst/>
              <a:ahLst/>
              <a:cxnLst/>
              <a:rect l="l" t="t" r="r" b="b"/>
              <a:pathLst>
                <a:path w="2815611" h="2175092" extrusionOk="0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608;p17">
              <a:extLst>
                <a:ext uri="{FF2B5EF4-FFF2-40B4-BE49-F238E27FC236}">
                  <a16:creationId xmlns:a16="http://schemas.microsoft.com/office/drawing/2014/main" id="{A7D19649-42F5-9DE8-30F4-260E1BCD417C}"/>
                </a:ext>
              </a:extLst>
            </p:cNvPr>
            <p:cNvSpPr/>
            <p:nvPr/>
          </p:nvSpPr>
          <p:spPr>
            <a:xfrm>
              <a:off x="2183550" y="4458424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609;p17">
              <a:extLst>
                <a:ext uri="{FF2B5EF4-FFF2-40B4-BE49-F238E27FC236}">
                  <a16:creationId xmlns:a16="http://schemas.microsoft.com/office/drawing/2014/main" id="{7A15F625-BD30-ED07-3DD2-C2560063CDBD}"/>
                </a:ext>
              </a:extLst>
            </p:cNvPr>
            <p:cNvSpPr/>
            <p:nvPr/>
          </p:nvSpPr>
          <p:spPr>
            <a:xfrm>
              <a:off x="2233331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610;p17">
              <a:extLst>
                <a:ext uri="{FF2B5EF4-FFF2-40B4-BE49-F238E27FC236}">
                  <a16:creationId xmlns:a16="http://schemas.microsoft.com/office/drawing/2014/main" id="{59B51A3C-310A-5FAC-EFE6-734E7F01DBF0}"/>
                </a:ext>
              </a:extLst>
            </p:cNvPr>
            <p:cNvSpPr/>
            <p:nvPr/>
          </p:nvSpPr>
          <p:spPr>
            <a:xfrm>
              <a:off x="2233331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611;p17">
              <a:extLst>
                <a:ext uri="{FF2B5EF4-FFF2-40B4-BE49-F238E27FC236}">
                  <a16:creationId xmlns:a16="http://schemas.microsoft.com/office/drawing/2014/main" id="{B43A55D6-EFC3-06C0-69DA-5B34087C893C}"/>
                </a:ext>
              </a:extLst>
            </p:cNvPr>
            <p:cNvSpPr/>
            <p:nvPr/>
          </p:nvSpPr>
          <p:spPr>
            <a:xfrm>
              <a:off x="2447182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612;p17">
              <a:extLst>
                <a:ext uri="{FF2B5EF4-FFF2-40B4-BE49-F238E27FC236}">
                  <a16:creationId xmlns:a16="http://schemas.microsoft.com/office/drawing/2014/main" id="{242F8C9E-10A8-12BB-3FB9-CBA3B0932DB0}"/>
                </a:ext>
              </a:extLst>
            </p:cNvPr>
            <p:cNvSpPr/>
            <p:nvPr/>
          </p:nvSpPr>
          <p:spPr>
            <a:xfrm>
              <a:off x="2726476" y="4553957"/>
              <a:ext cx="159649" cy="89989"/>
            </a:xfrm>
            <a:custGeom>
              <a:avLst/>
              <a:gdLst/>
              <a:ahLst/>
              <a:cxnLst/>
              <a:rect l="l" t="t" r="r" b="b"/>
              <a:pathLst>
                <a:path w="159649" h="89989" extrusionOk="0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613;p17">
              <a:extLst>
                <a:ext uri="{FF2B5EF4-FFF2-40B4-BE49-F238E27FC236}">
                  <a16:creationId xmlns:a16="http://schemas.microsoft.com/office/drawing/2014/main" id="{0663D49A-8196-851E-6514-A53BA319392F}"/>
                </a:ext>
              </a:extLst>
            </p:cNvPr>
            <p:cNvSpPr/>
            <p:nvPr/>
          </p:nvSpPr>
          <p:spPr>
            <a:xfrm>
              <a:off x="2729149" y="4569009"/>
              <a:ext cx="157010" cy="75128"/>
            </a:xfrm>
            <a:custGeom>
              <a:avLst/>
              <a:gdLst/>
              <a:ahLst/>
              <a:cxnLst/>
              <a:rect l="l" t="t" r="r" b="b"/>
              <a:pathLst>
                <a:path w="157010" h="75128" extrusionOk="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614;p17">
              <a:extLst>
                <a:ext uri="{FF2B5EF4-FFF2-40B4-BE49-F238E27FC236}">
                  <a16:creationId xmlns:a16="http://schemas.microsoft.com/office/drawing/2014/main" id="{ADECA436-25B0-6F90-FDAC-EFF225289667}"/>
                </a:ext>
              </a:extLst>
            </p:cNvPr>
            <p:cNvSpPr/>
            <p:nvPr/>
          </p:nvSpPr>
          <p:spPr>
            <a:xfrm>
              <a:off x="2596621" y="4484615"/>
              <a:ext cx="159662" cy="89989"/>
            </a:xfrm>
            <a:custGeom>
              <a:avLst/>
              <a:gdLst/>
              <a:ahLst/>
              <a:cxnLst/>
              <a:rect l="l" t="t" r="r" b="b"/>
              <a:pathLst>
                <a:path w="159662" h="89989" extrusionOk="0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615;p17">
              <a:extLst>
                <a:ext uri="{FF2B5EF4-FFF2-40B4-BE49-F238E27FC236}">
                  <a16:creationId xmlns:a16="http://schemas.microsoft.com/office/drawing/2014/main" id="{93A1634F-4DAF-082C-4D2A-007C001253AA}"/>
                </a:ext>
              </a:extLst>
            </p:cNvPr>
            <p:cNvSpPr/>
            <p:nvPr/>
          </p:nvSpPr>
          <p:spPr>
            <a:xfrm>
              <a:off x="2599186" y="4499667"/>
              <a:ext cx="157105" cy="75128"/>
            </a:xfrm>
            <a:custGeom>
              <a:avLst/>
              <a:gdLst/>
              <a:ahLst/>
              <a:cxnLst/>
              <a:rect l="l" t="t" r="r" b="b"/>
              <a:pathLst>
                <a:path w="157105" h="75128" extrusionOk="0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616;p17">
              <a:extLst>
                <a:ext uri="{FF2B5EF4-FFF2-40B4-BE49-F238E27FC236}">
                  <a16:creationId xmlns:a16="http://schemas.microsoft.com/office/drawing/2014/main" id="{38334F20-6EEE-5E0B-77FF-1E218E65599A}"/>
                </a:ext>
              </a:extLst>
            </p:cNvPr>
            <p:cNvSpPr/>
            <p:nvPr/>
          </p:nvSpPr>
          <p:spPr>
            <a:xfrm>
              <a:off x="2302147" y="4142110"/>
              <a:ext cx="514696" cy="443940"/>
            </a:xfrm>
            <a:custGeom>
              <a:avLst/>
              <a:gdLst/>
              <a:ahLst/>
              <a:cxnLst/>
              <a:rect l="l" t="t" r="r" b="b"/>
              <a:pathLst>
                <a:path w="514696" h="443940" extrusionOk="0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17;p17">
              <a:extLst>
                <a:ext uri="{FF2B5EF4-FFF2-40B4-BE49-F238E27FC236}">
                  <a16:creationId xmlns:a16="http://schemas.microsoft.com/office/drawing/2014/main" id="{8FBBD9E4-3743-C7BE-4479-D1DDCE2AB263}"/>
                </a:ext>
              </a:extLst>
            </p:cNvPr>
            <p:cNvSpPr/>
            <p:nvPr/>
          </p:nvSpPr>
          <p:spPr>
            <a:xfrm>
              <a:off x="2258507" y="4054849"/>
              <a:ext cx="110678" cy="194691"/>
            </a:xfrm>
            <a:custGeom>
              <a:avLst/>
              <a:gdLst/>
              <a:ahLst/>
              <a:cxnLst/>
              <a:rect l="l" t="t" r="r" b="b"/>
              <a:pathLst>
                <a:path w="110678" h="194691" extrusionOk="0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618;p17">
              <a:extLst>
                <a:ext uri="{FF2B5EF4-FFF2-40B4-BE49-F238E27FC236}">
                  <a16:creationId xmlns:a16="http://schemas.microsoft.com/office/drawing/2014/main" id="{A319518F-EF78-EAC5-CAAF-98F278CE1FEC}"/>
                </a:ext>
              </a:extLst>
            </p:cNvPr>
            <p:cNvSpPr/>
            <p:nvPr/>
          </p:nvSpPr>
          <p:spPr>
            <a:xfrm>
              <a:off x="2250051" y="3940511"/>
              <a:ext cx="73912" cy="142900"/>
            </a:xfrm>
            <a:custGeom>
              <a:avLst/>
              <a:gdLst/>
              <a:ahLst/>
              <a:cxnLst/>
              <a:rect l="l" t="t" r="r" b="b"/>
              <a:pathLst>
                <a:path w="73912" h="142900" extrusionOk="0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619;p17">
              <a:extLst>
                <a:ext uri="{FF2B5EF4-FFF2-40B4-BE49-F238E27FC236}">
                  <a16:creationId xmlns:a16="http://schemas.microsoft.com/office/drawing/2014/main" id="{873A7D7B-49FA-714E-C583-A8B0A6741CC8}"/>
                </a:ext>
              </a:extLst>
            </p:cNvPr>
            <p:cNvSpPr/>
            <p:nvPr/>
          </p:nvSpPr>
          <p:spPr>
            <a:xfrm>
              <a:off x="2326123" y="3751123"/>
              <a:ext cx="169201" cy="272154"/>
            </a:xfrm>
            <a:custGeom>
              <a:avLst/>
              <a:gdLst/>
              <a:ahLst/>
              <a:cxnLst/>
              <a:rect l="l" t="t" r="r" b="b"/>
              <a:pathLst>
                <a:path w="169201" h="272154" extrusionOk="0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620;p17">
              <a:extLst>
                <a:ext uri="{FF2B5EF4-FFF2-40B4-BE49-F238E27FC236}">
                  <a16:creationId xmlns:a16="http://schemas.microsoft.com/office/drawing/2014/main" id="{BCB903D7-97FE-E791-1FE0-BE92195128D4}"/>
                </a:ext>
              </a:extLst>
            </p:cNvPr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2" name="Google Shape;621;p17">
                <a:extLst>
                  <a:ext uri="{FF2B5EF4-FFF2-40B4-BE49-F238E27FC236}">
                    <a16:creationId xmlns:a16="http://schemas.microsoft.com/office/drawing/2014/main" id="{23C2A2F2-F67C-2054-AE40-24CA9A5BB26B}"/>
                  </a:ext>
                </a:extLst>
              </p:cNvPr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585" name="Google Shape;622;p17">
                  <a:extLst>
                    <a:ext uri="{FF2B5EF4-FFF2-40B4-BE49-F238E27FC236}">
                      <a16:creationId xmlns:a16="http://schemas.microsoft.com/office/drawing/2014/main" id="{276BA5BE-EB25-25BE-1B65-2FCFAD442FE6}"/>
                    </a:ext>
                  </a:extLst>
                </p:cNvPr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54" h="122070" extrusionOk="0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6" name="Google Shape;623;p17">
                  <a:extLst>
                    <a:ext uri="{FF2B5EF4-FFF2-40B4-BE49-F238E27FC236}">
                      <a16:creationId xmlns:a16="http://schemas.microsoft.com/office/drawing/2014/main" id="{611D01FB-3797-57C2-0AD1-AC0B8525B93D}"/>
                    </a:ext>
                  </a:extLst>
                </p:cNvPr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163" h="89916" extrusionOk="0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7" name="Google Shape;624;p17">
                  <a:extLst>
                    <a:ext uri="{FF2B5EF4-FFF2-40B4-BE49-F238E27FC236}">
                      <a16:creationId xmlns:a16="http://schemas.microsoft.com/office/drawing/2014/main" id="{6126864D-0250-08CE-1A26-52E925BDF208}"/>
                    </a:ext>
                  </a:extLst>
                </p:cNvPr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06" h="198541" extrusionOk="0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8" name="Google Shape;625;p17">
                  <a:extLst>
                    <a:ext uri="{FF2B5EF4-FFF2-40B4-BE49-F238E27FC236}">
                      <a16:creationId xmlns:a16="http://schemas.microsoft.com/office/drawing/2014/main" id="{8551E0F2-59F7-8CA3-1680-41A783778CAE}"/>
                    </a:ext>
                  </a:extLst>
                </p:cNvPr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56" name="Google Shape;626;p17">
                    <a:extLst>
                      <a:ext uri="{FF2B5EF4-FFF2-40B4-BE49-F238E27FC236}">
                        <a16:creationId xmlns:a16="http://schemas.microsoft.com/office/drawing/2014/main" id="{4DA5D8D2-5F10-23FA-363E-A8B1AB0AF2F5}"/>
                      </a:ext>
                    </a:extLst>
                  </p:cNvPr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07" h="56007" extrusionOk="0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27;p17">
                    <a:extLst>
                      <a:ext uri="{FF2B5EF4-FFF2-40B4-BE49-F238E27FC236}">
                        <a16:creationId xmlns:a16="http://schemas.microsoft.com/office/drawing/2014/main" id="{B9508217-B1CB-410A-AFB8-AC17E4AC13CD}"/>
                      </a:ext>
                    </a:extLst>
                  </p:cNvPr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07" h="54959" extrusionOk="0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89" name="Google Shape;628;p17">
                  <a:extLst>
                    <a:ext uri="{FF2B5EF4-FFF2-40B4-BE49-F238E27FC236}">
                      <a16:creationId xmlns:a16="http://schemas.microsoft.com/office/drawing/2014/main" id="{4B8C7D24-76FF-3C75-4182-3851D6A3E065}"/>
                    </a:ext>
                  </a:extLst>
                </p:cNvPr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629;p17">
                  <a:extLst>
                    <a:ext uri="{FF2B5EF4-FFF2-40B4-BE49-F238E27FC236}">
                      <a16:creationId xmlns:a16="http://schemas.microsoft.com/office/drawing/2014/main" id="{69DB8A14-7CE4-C377-A1A0-15CF7052C41F}"/>
                    </a:ext>
                  </a:extLst>
                </p:cNvPr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630;p17">
                  <a:extLst>
                    <a:ext uri="{FF2B5EF4-FFF2-40B4-BE49-F238E27FC236}">
                      <a16:creationId xmlns:a16="http://schemas.microsoft.com/office/drawing/2014/main" id="{4B5B6994-75FB-4980-AE5B-113351C39A4E}"/>
                    </a:ext>
                  </a:extLst>
                </p:cNvPr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97" h="12299" extrusionOk="0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2" name="Google Shape;631;p17">
                  <a:extLst>
                    <a:ext uri="{FF2B5EF4-FFF2-40B4-BE49-F238E27FC236}">
                      <a16:creationId xmlns:a16="http://schemas.microsoft.com/office/drawing/2014/main" id="{ADB3107C-3DB1-B977-68C8-D3934ADDA5A4}"/>
                    </a:ext>
                  </a:extLst>
                </p:cNvPr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" name="Google Shape;632;p17">
                  <a:extLst>
                    <a:ext uri="{FF2B5EF4-FFF2-40B4-BE49-F238E27FC236}">
                      <a16:creationId xmlns:a16="http://schemas.microsoft.com/office/drawing/2014/main" id="{E663335B-286E-A6F3-003A-5397D73E00B7}"/>
                    </a:ext>
                  </a:extLst>
                </p:cNvPr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633;p17">
                  <a:extLst>
                    <a:ext uri="{FF2B5EF4-FFF2-40B4-BE49-F238E27FC236}">
                      <a16:creationId xmlns:a16="http://schemas.microsoft.com/office/drawing/2014/main" id="{654C5308-1A24-DEC9-104B-9A7D84053E6F}"/>
                    </a:ext>
                  </a:extLst>
                </p:cNvPr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634;p17">
                  <a:extLst>
                    <a:ext uri="{FF2B5EF4-FFF2-40B4-BE49-F238E27FC236}">
                      <a16:creationId xmlns:a16="http://schemas.microsoft.com/office/drawing/2014/main" id="{36B89249-F302-2038-B3C8-5B5C5FA04167}"/>
                    </a:ext>
                  </a:extLst>
                </p:cNvPr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635;p17">
                  <a:extLst>
                    <a:ext uri="{FF2B5EF4-FFF2-40B4-BE49-F238E27FC236}">
                      <a16:creationId xmlns:a16="http://schemas.microsoft.com/office/drawing/2014/main" id="{C1AC2B36-4282-EED8-9CFE-85747BFF0889}"/>
                    </a:ext>
                  </a:extLst>
                </p:cNvPr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36;p17">
                  <a:extLst>
                    <a:ext uri="{FF2B5EF4-FFF2-40B4-BE49-F238E27FC236}">
                      <a16:creationId xmlns:a16="http://schemas.microsoft.com/office/drawing/2014/main" id="{35F1694A-ABCB-9B5E-2B5A-598D1A7950B2}"/>
                    </a:ext>
                  </a:extLst>
                </p:cNvPr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37;p17">
                  <a:extLst>
                    <a:ext uri="{FF2B5EF4-FFF2-40B4-BE49-F238E27FC236}">
                      <a16:creationId xmlns:a16="http://schemas.microsoft.com/office/drawing/2014/main" id="{8113A816-9BEB-641F-7146-9B1E4DC5348A}"/>
                    </a:ext>
                  </a:extLst>
                </p:cNvPr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38;p17">
                  <a:extLst>
                    <a:ext uri="{FF2B5EF4-FFF2-40B4-BE49-F238E27FC236}">
                      <a16:creationId xmlns:a16="http://schemas.microsoft.com/office/drawing/2014/main" id="{35EA9E33-86D1-5C7E-A494-77D975A9D6FA}"/>
                    </a:ext>
                  </a:extLst>
                </p:cNvPr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39;p17">
                  <a:extLst>
                    <a:ext uri="{FF2B5EF4-FFF2-40B4-BE49-F238E27FC236}">
                      <a16:creationId xmlns:a16="http://schemas.microsoft.com/office/drawing/2014/main" id="{B4DEB4CC-6566-D3E4-DF36-1CFBA01ED9F2}"/>
                    </a:ext>
                  </a:extLst>
                </p:cNvPr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2" h="12263" extrusionOk="0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40;p17">
                  <a:extLst>
                    <a:ext uri="{FF2B5EF4-FFF2-40B4-BE49-F238E27FC236}">
                      <a16:creationId xmlns:a16="http://schemas.microsoft.com/office/drawing/2014/main" id="{1070ED81-BF32-E0BE-4888-E61C77B34FAA}"/>
                    </a:ext>
                  </a:extLst>
                </p:cNvPr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41;p17">
                  <a:extLst>
                    <a:ext uri="{FF2B5EF4-FFF2-40B4-BE49-F238E27FC236}">
                      <a16:creationId xmlns:a16="http://schemas.microsoft.com/office/drawing/2014/main" id="{D5D7BA52-8286-76AA-FCC4-0FBEF95407D4}"/>
                    </a:ext>
                  </a:extLst>
                </p:cNvPr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4" h="15763" extrusionOk="0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42;p17">
                  <a:extLst>
                    <a:ext uri="{FF2B5EF4-FFF2-40B4-BE49-F238E27FC236}">
                      <a16:creationId xmlns:a16="http://schemas.microsoft.com/office/drawing/2014/main" id="{FABBD48F-3E94-6982-08E2-0884D05164D5}"/>
                    </a:ext>
                  </a:extLst>
                </p:cNvPr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43;p17">
                  <a:extLst>
                    <a:ext uri="{FF2B5EF4-FFF2-40B4-BE49-F238E27FC236}">
                      <a16:creationId xmlns:a16="http://schemas.microsoft.com/office/drawing/2014/main" id="{E33FDB34-4635-F8EB-3CC1-EA10A315FBFB}"/>
                    </a:ext>
                  </a:extLst>
                </p:cNvPr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44;p17">
                  <a:extLst>
                    <a:ext uri="{FF2B5EF4-FFF2-40B4-BE49-F238E27FC236}">
                      <a16:creationId xmlns:a16="http://schemas.microsoft.com/office/drawing/2014/main" id="{71DB932B-BF35-5764-DEC1-87C95DD898B8}"/>
                    </a:ext>
                  </a:extLst>
                </p:cNvPr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8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45;p17">
                  <a:extLst>
                    <a:ext uri="{FF2B5EF4-FFF2-40B4-BE49-F238E27FC236}">
                      <a16:creationId xmlns:a16="http://schemas.microsoft.com/office/drawing/2014/main" id="{663A36EF-4502-1BCB-2315-93747FFB71E5}"/>
                    </a:ext>
                  </a:extLst>
                </p:cNvPr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46;p17">
                  <a:extLst>
                    <a:ext uri="{FF2B5EF4-FFF2-40B4-BE49-F238E27FC236}">
                      <a16:creationId xmlns:a16="http://schemas.microsoft.com/office/drawing/2014/main" id="{E1CBB80D-FACA-0F77-FE57-F4E2BC967F8A}"/>
                    </a:ext>
                  </a:extLst>
                </p:cNvPr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11" h="12299" extrusionOk="0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47;p17">
                  <a:extLst>
                    <a:ext uri="{FF2B5EF4-FFF2-40B4-BE49-F238E27FC236}">
                      <a16:creationId xmlns:a16="http://schemas.microsoft.com/office/drawing/2014/main" id="{7E2DAAD3-F7A3-6772-EEE6-36F152FA389D}"/>
                    </a:ext>
                  </a:extLst>
                </p:cNvPr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48;p17">
                  <a:extLst>
                    <a:ext uri="{FF2B5EF4-FFF2-40B4-BE49-F238E27FC236}">
                      <a16:creationId xmlns:a16="http://schemas.microsoft.com/office/drawing/2014/main" id="{639CC2A2-493D-3339-E674-E4AA7E5BE387}"/>
                    </a:ext>
                  </a:extLst>
                </p:cNvPr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5" h="12298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49;p17">
                  <a:extLst>
                    <a:ext uri="{FF2B5EF4-FFF2-40B4-BE49-F238E27FC236}">
                      <a16:creationId xmlns:a16="http://schemas.microsoft.com/office/drawing/2014/main" id="{F253C7FC-E29A-6699-6749-E5CAE867BEE2}"/>
                    </a:ext>
                  </a:extLst>
                </p:cNvPr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76" h="12299" extrusionOk="0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50;p17">
                  <a:extLst>
                    <a:ext uri="{FF2B5EF4-FFF2-40B4-BE49-F238E27FC236}">
                      <a16:creationId xmlns:a16="http://schemas.microsoft.com/office/drawing/2014/main" id="{F2294FBE-4FB4-D3E3-4F51-19D5B4C45D42}"/>
                    </a:ext>
                  </a:extLst>
                </p:cNvPr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51;p17">
                  <a:extLst>
                    <a:ext uri="{FF2B5EF4-FFF2-40B4-BE49-F238E27FC236}">
                      <a16:creationId xmlns:a16="http://schemas.microsoft.com/office/drawing/2014/main" id="{F389C374-6100-5517-CB38-CCD868F83F59}"/>
                    </a:ext>
                  </a:extLst>
                </p:cNvPr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52;p17">
                  <a:extLst>
                    <a:ext uri="{FF2B5EF4-FFF2-40B4-BE49-F238E27FC236}">
                      <a16:creationId xmlns:a16="http://schemas.microsoft.com/office/drawing/2014/main" id="{DB7D505D-06BF-20EC-0BC2-FEE54C035C33}"/>
                    </a:ext>
                  </a:extLst>
                </p:cNvPr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0" h="12358" extrusionOk="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53;p17">
                  <a:extLst>
                    <a:ext uri="{FF2B5EF4-FFF2-40B4-BE49-F238E27FC236}">
                      <a16:creationId xmlns:a16="http://schemas.microsoft.com/office/drawing/2014/main" id="{9A289F95-8071-CBAF-C574-9AA94493B194}"/>
                    </a:ext>
                  </a:extLst>
                </p:cNvPr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63" extrusionOk="0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54;p17">
                  <a:extLst>
                    <a:ext uri="{FF2B5EF4-FFF2-40B4-BE49-F238E27FC236}">
                      <a16:creationId xmlns:a16="http://schemas.microsoft.com/office/drawing/2014/main" id="{90ED3735-C658-A8C0-CCE7-71C398D9CED5}"/>
                    </a:ext>
                  </a:extLst>
                </p:cNvPr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56" h="15823" extrusionOk="0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55;p17">
                  <a:extLst>
                    <a:ext uri="{FF2B5EF4-FFF2-40B4-BE49-F238E27FC236}">
                      <a16:creationId xmlns:a16="http://schemas.microsoft.com/office/drawing/2014/main" id="{1D12344F-FE8D-8E00-2365-EAA4E11E8359}"/>
                    </a:ext>
                  </a:extLst>
                </p:cNvPr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5" h="17487" extrusionOk="0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56;p17">
                  <a:extLst>
                    <a:ext uri="{FF2B5EF4-FFF2-40B4-BE49-F238E27FC236}">
                      <a16:creationId xmlns:a16="http://schemas.microsoft.com/office/drawing/2014/main" id="{710A675E-155B-9227-C9DE-DCECEF043F2B}"/>
                    </a:ext>
                  </a:extLst>
                </p:cNvPr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57;p17">
                  <a:extLst>
                    <a:ext uri="{FF2B5EF4-FFF2-40B4-BE49-F238E27FC236}">
                      <a16:creationId xmlns:a16="http://schemas.microsoft.com/office/drawing/2014/main" id="{75B6E2F9-48F0-F73C-F5E8-C752A0D653B2}"/>
                    </a:ext>
                  </a:extLst>
                </p:cNvPr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6" h="12299" extrusionOk="0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58;p17">
                  <a:extLst>
                    <a:ext uri="{FF2B5EF4-FFF2-40B4-BE49-F238E27FC236}">
                      <a16:creationId xmlns:a16="http://schemas.microsoft.com/office/drawing/2014/main" id="{3631ECF6-4977-011F-81BF-07D0246FF675}"/>
                    </a:ext>
                  </a:extLst>
                </p:cNvPr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59;p17">
                  <a:extLst>
                    <a:ext uri="{FF2B5EF4-FFF2-40B4-BE49-F238E27FC236}">
                      <a16:creationId xmlns:a16="http://schemas.microsoft.com/office/drawing/2014/main" id="{A857B040-2965-AFB4-0CAC-B05F0C0264F6}"/>
                    </a:ext>
                  </a:extLst>
                </p:cNvPr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60;p17">
                  <a:extLst>
                    <a:ext uri="{FF2B5EF4-FFF2-40B4-BE49-F238E27FC236}">
                      <a16:creationId xmlns:a16="http://schemas.microsoft.com/office/drawing/2014/main" id="{27549701-2CAA-FAEA-772C-1E6C81BBD238}"/>
                    </a:ext>
                  </a:extLst>
                </p:cNvPr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61;p17">
                  <a:extLst>
                    <a:ext uri="{FF2B5EF4-FFF2-40B4-BE49-F238E27FC236}">
                      <a16:creationId xmlns:a16="http://schemas.microsoft.com/office/drawing/2014/main" id="{B15BA42C-AC86-9587-5942-DFA76B054B87}"/>
                    </a:ext>
                  </a:extLst>
                </p:cNvPr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62;p17">
                  <a:extLst>
                    <a:ext uri="{FF2B5EF4-FFF2-40B4-BE49-F238E27FC236}">
                      <a16:creationId xmlns:a16="http://schemas.microsoft.com/office/drawing/2014/main" id="{9D85C69B-40DD-AA2C-99AB-B21D1CF4BF59}"/>
                    </a:ext>
                  </a:extLst>
                </p:cNvPr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63;p17">
                  <a:extLst>
                    <a:ext uri="{FF2B5EF4-FFF2-40B4-BE49-F238E27FC236}">
                      <a16:creationId xmlns:a16="http://schemas.microsoft.com/office/drawing/2014/main" id="{3FCBD514-EB5A-4B0C-93FB-3AA0285EE802}"/>
                    </a:ext>
                  </a:extLst>
                </p:cNvPr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3" h="14108" extrusionOk="0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64;p17">
                  <a:extLst>
                    <a:ext uri="{FF2B5EF4-FFF2-40B4-BE49-F238E27FC236}">
                      <a16:creationId xmlns:a16="http://schemas.microsoft.com/office/drawing/2014/main" id="{5ACE3E24-C120-5898-C5A1-9653D07CDB1C}"/>
                    </a:ext>
                  </a:extLst>
                </p:cNvPr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3" h="14108" extrusionOk="0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65;p17">
                  <a:extLst>
                    <a:ext uri="{FF2B5EF4-FFF2-40B4-BE49-F238E27FC236}">
                      <a16:creationId xmlns:a16="http://schemas.microsoft.com/office/drawing/2014/main" id="{B5C27CAE-A302-C290-4EDA-4B98E03AD08A}"/>
                    </a:ext>
                  </a:extLst>
                </p:cNvPr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48" h="41195" extrusionOk="0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66;p17">
                  <a:extLst>
                    <a:ext uri="{FF2B5EF4-FFF2-40B4-BE49-F238E27FC236}">
                      <a16:creationId xmlns:a16="http://schemas.microsoft.com/office/drawing/2014/main" id="{7297143B-AC28-A145-A11E-7F7CF2E03F93}"/>
                    </a:ext>
                  </a:extLst>
                </p:cNvPr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67;p17">
                  <a:extLst>
                    <a:ext uri="{FF2B5EF4-FFF2-40B4-BE49-F238E27FC236}">
                      <a16:creationId xmlns:a16="http://schemas.microsoft.com/office/drawing/2014/main" id="{76D72881-3506-A7A3-6603-7A0D9A82895D}"/>
                    </a:ext>
                  </a:extLst>
                </p:cNvPr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68;p17">
                  <a:extLst>
                    <a:ext uri="{FF2B5EF4-FFF2-40B4-BE49-F238E27FC236}">
                      <a16:creationId xmlns:a16="http://schemas.microsoft.com/office/drawing/2014/main" id="{A996FB4C-975E-5E9B-9E2B-7854B734A82B}"/>
                    </a:ext>
                  </a:extLst>
                </p:cNvPr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4" h="12263" extrusionOk="0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69;p17">
                  <a:extLst>
                    <a:ext uri="{FF2B5EF4-FFF2-40B4-BE49-F238E27FC236}">
                      <a16:creationId xmlns:a16="http://schemas.microsoft.com/office/drawing/2014/main" id="{948F2FEF-2C69-20B9-88B3-B1313A723AC5}"/>
                    </a:ext>
                  </a:extLst>
                </p:cNvPr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70;p17">
                  <a:extLst>
                    <a:ext uri="{FF2B5EF4-FFF2-40B4-BE49-F238E27FC236}">
                      <a16:creationId xmlns:a16="http://schemas.microsoft.com/office/drawing/2014/main" id="{161EF6AC-346A-144B-7BE4-018E590DEE39}"/>
                    </a:ext>
                  </a:extLst>
                </p:cNvPr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71;p17">
                  <a:extLst>
                    <a:ext uri="{FF2B5EF4-FFF2-40B4-BE49-F238E27FC236}">
                      <a16:creationId xmlns:a16="http://schemas.microsoft.com/office/drawing/2014/main" id="{ACF6BB19-E5D5-2E9B-6763-CAF8128E3331}"/>
                    </a:ext>
                  </a:extLst>
                </p:cNvPr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22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72;p17">
                  <a:extLst>
                    <a:ext uri="{FF2B5EF4-FFF2-40B4-BE49-F238E27FC236}">
                      <a16:creationId xmlns:a16="http://schemas.microsoft.com/office/drawing/2014/main" id="{A02D8530-4B57-86EA-41E1-4CAC9F4302A9}"/>
                    </a:ext>
                  </a:extLst>
                </p:cNvPr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9" extrusionOk="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73;p17">
                  <a:extLst>
                    <a:ext uri="{FF2B5EF4-FFF2-40B4-BE49-F238E27FC236}">
                      <a16:creationId xmlns:a16="http://schemas.microsoft.com/office/drawing/2014/main" id="{FFA43F50-8F98-CD2E-149C-33CB4933F3DE}"/>
                    </a:ext>
                  </a:extLst>
                </p:cNvPr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74;p17">
                  <a:extLst>
                    <a:ext uri="{FF2B5EF4-FFF2-40B4-BE49-F238E27FC236}">
                      <a16:creationId xmlns:a16="http://schemas.microsoft.com/office/drawing/2014/main" id="{FD768221-DEE4-7DC7-82DC-0BB495978B75}"/>
                    </a:ext>
                  </a:extLst>
                </p:cNvPr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6" h="12299" extrusionOk="0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75;p17">
                  <a:extLst>
                    <a:ext uri="{FF2B5EF4-FFF2-40B4-BE49-F238E27FC236}">
                      <a16:creationId xmlns:a16="http://schemas.microsoft.com/office/drawing/2014/main" id="{53A037E6-D2F9-C5E2-5404-4413784C6AE6}"/>
                    </a:ext>
                  </a:extLst>
                </p:cNvPr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76;p17">
                  <a:extLst>
                    <a:ext uri="{FF2B5EF4-FFF2-40B4-BE49-F238E27FC236}">
                      <a16:creationId xmlns:a16="http://schemas.microsoft.com/office/drawing/2014/main" id="{B59C5C5F-D3E2-C912-14B4-DA9D5C8A7AC0}"/>
                    </a:ext>
                  </a:extLst>
                </p:cNvPr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0" h="12298" extrusionOk="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77;p17">
                  <a:extLst>
                    <a:ext uri="{FF2B5EF4-FFF2-40B4-BE49-F238E27FC236}">
                      <a16:creationId xmlns:a16="http://schemas.microsoft.com/office/drawing/2014/main" id="{994B8FCB-A0D2-44C4-1985-01A4DBE58F4B}"/>
                    </a:ext>
                  </a:extLst>
                </p:cNvPr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78;p17">
                  <a:extLst>
                    <a:ext uri="{FF2B5EF4-FFF2-40B4-BE49-F238E27FC236}">
                      <a16:creationId xmlns:a16="http://schemas.microsoft.com/office/drawing/2014/main" id="{AC1F7EE2-A8D0-69C8-4028-A41126219D07}"/>
                    </a:ext>
                  </a:extLst>
                </p:cNvPr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63" h="17728" extrusionOk="0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79;p17">
                  <a:extLst>
                    <a:ext uri="{FF2B5EF4-FFF2-40B4-BE49-F238E27FC236}">
                      <a16:creationId xmlns:a16="http://schemas.microsoft.com/office/drawing/2014/main" id="{3E2CA26D-AD5E-2EA8-9306-B3F6BA968898}"/>
                    </a:ext>
                  </a:extLst>
                </p:cNvPr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00" h="12299" extrusionOk="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80;p17">
                  <a:extLst>
                    <a:ext uri="{FF2B5EF4-FFF2-40B4-BE49-F238E27FC236}">
                      <a16:creationId xmlns:a16="http://schemas.microsoft.com/office/drawing/2014/main" id="{4D92BEA3-3A65-7856-2B02-CA79847298BE}"/>
                    </a:ext>
                  </a:extLst>
                </p:cNvPr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00" h="12299" extrusionOk="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81;p17">
                  <a:extLst>
                    <a:ext uri="{FF2B5EF4-FFF2-40B4-BE49-F238E27FC236}">
                      <a16:creationId xmlns:a16="http://schemas.microsoft.com/office/drawing/2014/main" id="{E58E03AE-C58C-BE9B-2C9E-2E7631A0BDD1}"/>
                    </a:ext>
                  </a:extLst>
                </p:cNvPr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82;p17">
                  <a:extLst>
                    <a:ext uri="{FF2B5EF4-FFF2-40B4-BE49-F238E27FC236}">
                      <a16:creationId xmlns:a16="http://schemas.microsoft.com/office/drawing/2014/main" id="{A903B120-B599-CE28-8B13-6941B879D811}"/>
                    </a:ext>
                  </a:extLst>
                </p:cNvPr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81" h="12299" extrusionOk="0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83;p17">
                  <a:extLst>
                    <a:ext uri="{FF2B5EF4-FFF2-40B4-BE49-F238E27FC236}">
                      <a16:creationId xmlns:a16="http://schemas.microsoft.com/office/drawing/2014/main" id="{B5D61376-1A0A-BD2F-3019-A05F7842398C}"/>
                    </a:ext>
                  </a:extLst>
                </p:cNvPr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84;p17">
                  <a:extLst>
                    <a:ext uri="{FF2B5EF4-FFF2-40B4-BE49-F238E27FC236}">
                      <a16:creationId xmlns:a16="http://schemas.microsoft.com/office/drawing/2014/main" id="{65DE3CDA-7FAD-B682-62E9-5BD0EC6A1538}"/>
                    </a:ext>
                  </a:extLst>
                </p:cNvPr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1" h="12299" extrusionOk="0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85;p17">
                  <a:extLst>
                    <a:ext uri="{FF2B5EF4-FFF2-40B4-BE49-F238E27FC236}">
                      <a16:creationId xmlns:a16="http://schemas.microsoft.com/office/drawing/2014/main" id="{576DF223-6130-5AF6-CA51-E1BE3EDB99DB}"/>
                    </a:ext>
                  </a:extLst>
                </p:cNvPr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64" h="12299" extrusionOk="0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86;p17">
                  <a:extLst>
                    <a:ext uri="{FF2B5EF4-FFF2-40B4-BE49-F238E27FC236}">
                      <a16:creationId xmlns:a16="http://schemas.microsoft.com/office/drawing/2014/main" id="{613483B5-A2F1-9545-758E-D59805579BD8}"/>
                    </a:ext>
                  </a:extLst>
                </p:cNvPr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99" extrusionOk="0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87;p17">
                  <a:extLst>
                    <a:ext uri="{FF2B5EF4-FFF2-40B4-BE49-F238E27FC236}">
                      <a16:creationId xmlns:a16="http://schemas.microsoft.com/office/drawing/2014/main" id="{7523D9A2-D015-F1B2-519E-717AA1CF4364}"/>
                    </a:ext>
                  </a:extLst>
                </p:cNvPr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69" h="12299" extrusionOk="0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88;p17">
                  <a:extLst>
                    <a:ext uri="{FF2B5EF4-FFF2-40B4-BE49-F238E27FC236}">
                      <a16:creationId xmlns:a16="http://schemas.microsoft.com/office/drawing/2014/main" id="{55335F1F-E28A-9FDE-B36E-5F75868F5691}"/>
                    </a:ext>
                  </a:extLst>
                </p:cNvPr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7" h="12263" extrusionOk="0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89;p17">
                  <a:extLst>
                    <a:ext uri="{FF2B5EF4-FFF2-40B4-BE49-F238E27FC236}">
                      <a16:creationId xmlns:a16="http://schemas.microsoft.com/office/drawing/2014/main" id="{57677E89-EFBC-7BD5-140E-ED916973B066}"/>
                    </a:ext>
                  </a:extLst>
                </p:cNvPr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34" h="12299" extrusionOk="0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90;p17">
                  <a:extLst>
                    <a:ext uri="{FF2B5EF4-FFF2-40B4-BE49-F238E27FC236}">
                      <a16:creationId xmlns:a16="http://schemas.microsoft.com/office/drawing/2014/main" id="{C7E03046-5770-A785-F03D-F63F5C97BD62}"/>
                    </a:ext>
                  </a:extLst>
                </p:cNvPr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3" h="21252" extrusionOk="0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91;p17">
                  <a:extLst>
                    <a:ext uri="{FF2B5EF4-FFF2-40B4-BE49-F238E27FC236}">
                      <a16:creationId xmlns:a16="http://schemas.microsoft.com/office/drawing/2014/main" id="{3726F259-D6D4-E562-8B22-F5F85356E310}"/>
                    </a:ext>
                  </a:extLst>
                </p:cNvPr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28" h="14204" extrusionOk="0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3" name="Google Shape;692;p17">
                <a:extLst>
                  <a:ext uri="{FF2B5EF4-FFF2-40B4-BE49-F238E27FC236}">
                    <a16:creationId xmlns:a16="http://schemas.microsoft.com/office/drawing/2014/main" id="{B706AA57-92F1-71F3-76EB-5B21E8C4934C}"/>
                  </a:ext>
                </a:extLst>
              </p:cNvPr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576" name="Google Shape;693;p17">
                  <a:extLst>
                    <a:ext uri="{FF2B5EF4-FFF2-40B4-BE49-F238E27FC236}">
                      <a16:creationId xmlns:a16="http://schemas.microsoft.com/office/drawing/2014/main" id="{2ED8E1DB-3865-8FF9-5163-14779E1652E5}"/>
                    </a:ext>
                  </a:extLst>
                </p:cNvPr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580" name="Google Shape;694;p17">
                    <a:extLst>
                      <a:ext uri="{FF2B5EF4-FFF2-40B4-BE49-F238E27FC236}">
                        <a16:creationId xmlns:a16="http://schemas.microsoft.com/office/drawing/2014/main" id="{8813AE5A-B0E5-ADE4-B52B-47462FA946E5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390" h="280361" extrusionOk="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1" name="Google Shape;695;p17">
                    <a:extLst>
                      <a:ext uri="{FF2B5EF4-FFF2-40B4-BE49-F238E27FC236}">
                        <a16:creationId xmlns:a16="http://schemas.microsoft.com/office/drawing/2014/main" id="{E81E7A54-8711-F1A4-E755-A0A51488EE05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775" h="127104" extrusionOk="0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2" name="Google Shape;696;p17">
                    <a:extLst>
                      <a:ext uri="{FF2B5EF4-FFF2-40B4-BE49-F238E27FC236}">
                        <a16:creationId xmlns:a16="http://schemas.microsoft.com/office/drawing/2014/main" id="{44BD7304-422F-8C4A-14BA-04306C379203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3" name="Google Shape;697;p17">
                    <a:extLst>
                      <a:ext uri="{FF2B5EF4-FFF2-40B4-BE49-F238E27FC236}">
                        <a16:creationId xmlns:a16="http://schemas.microsoft.com/office/drawing/2014/main" id="{990F637A-195C-FA00-16CB-239F6A217693}"/>
                      </a:ext>
                    </a:extLst>
                  </p:cNvPr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278140" extrusionOk="0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4" name="Google Shape;698;p17">
                    <a:extLst>
                      <a:ext uri="{FF2B5EF4-FFF2-40B4-BE49-F238E27FC236}">
                        <a16:creationId xmlns:a16="http://schemas.microsoft.com/office/drawing/2014/main" id="{379E7C39-4130-C6F0-8924-91124F6A34C9}"/>
                      </a:ext>
                    </a:extLst>
                  </p:cNvPr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455" h="121824" extrusionOk="0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77" name="Google Shape;699;p17">
                  <a:extLst>
                    <a:ext uri="{FF2B5EF4-FFF2-40B4-BE49-F238E27FC236}">
                      <a16:creationId xmlns:a16="http://schemas.microsoft.com/office/drawing/2014/main" id="{B46B82C4-AEB4-9850-52C2-2C452D089610}"/>
                    </a:ext>
                  </a:extLst>
                </p:cNvPr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144970" extrusionOk="0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700;p17">
                  <a:extLst>
                    <a:ext uri="{FF2B5EF4-FFF2-40B4-BE49-F238E27FC236}">
                      <a16:creationId xmlns:a16="http://schemas.microsoft.com/office/drawing/2014/main" id="{9A624379-B6C7-305B-1121-B6AD3BB292C7}"/>
                    </a:ext>
                  </a:extLst>
                </p:cNvPr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490" h="249936" extrusionOk="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9" name="Google Shape;701;p17">
                  <a:extLst>
                    <a:ext uri="{FF2B5EF4-FFF2-40B4-BE49-F238E27FC236}">
                      <a16:creationId xmlns:a16="http://schemas.microsoft.com/office/drawing/2014/main" id="{40D98B0B-ABF7-3F0B-C535-DAAD3F5DD3B8}"/>
                    </a:ext>
                  </a:extLst>
                </p:cNvPr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65" h="110490" extrusionOk="0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7" name="Google Shape;702;p17">
              <a:extLst>
                <a:ext uri="{FF2B5EF4-FFF2-40B4-BE49-F238E27FC236}">
                  <a16:creationId xmlns:a16="http://schemas.microsoft.com/office/drawing/2014/main" id="{67EE2675-7EEC-7885-64D4-EDAC1A92F8B7}"/>
                </a:ext>
              </a:extLst>
            </p:cNvPr>
            <p:cNvSpPr/>
            <p:nvPr/>
          </p:nvSpPr>
          <p:spPr>
            <a:xfrm>
              <a:off x="2270876" y="3943763"/>
              <a:ext cx="260754" cy="432930"/>
            </a:xfrm>
            <a:custGeom>
              <a:avLst/>
              <a:gdLst/>
              <a:ahLst/>
              <a:cxnLst/>
              <a:rect l="l" t="t" r="r" b="b"/>
              <a:pathLst>
                <a:path w="260754" h="432930" extrusionOk="0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03;p17">
              <a:extLst>
                <a:ext uri="{FF2B5EF4-FFF2-40B4-BE49-F238E27FC236}">
                  <a16:creationId xmlns:a16="http://schemas.microsoft.com/office/drawing/2014/main" id="{F72C918A-2B6F-E8BA-29AA-BAE2D9BF8487}"/>
                </a:ext>
              </a:extLst>
            </p:cNvPr>
            <p:cNvSpPr/>
            <p:nvPr/>
          </p:nvSpPr>
          <p:spPr>
            <a:xfrm>
              <a:off x="2458935" y="4016678"/>
              <a:ext cx="330765" cy="258321"/>
            </a:xfrm>
            <a:custGeom>
              <a:avLst/>
              <a:gdLst/>
              <a:ahLst/>
              <a:cxnLst/>
              <a:rect l="l" t="t" r="r" b="b"/>
              <a:pathLst>
                <a:path w="330765" h="258321" extrusionOk="0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704;p17">
              <a:extLst>
                <a:ext uri="{FF2B5EF4-FFF2-40B4-BE49-F238E27FC236}">
                  <a16:creationId xmlns:a16="http://schemas.microsoft.com/office/drawing/2014/main" id="{030692B3-8598-BD02-4158-FDD79555899E}"/>
                </a:ext>
              </a:extLst>
            </p:cNvPr>
            <p:cNvSpPr/>
            <p:nvPr/>
          </p:nvSpPr>
          <p:spPr>
            <a:xfrm>
              <a:off x="2447141" y="4011203"/>
              <a:ext cx="100743" cy="148055"/>
            </a:xfrm>
            <a:custGeom>
              <a:avLst/>
              <a:gdLst/>
              <a:ahLst/>
              <a:cxnLst/>
              <a:rect l="l" t="t" r="r" b="b"/>
              <a:pathLst>
                <a:path w="100743" h="148055" extrusionOk="0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705;p17">
              <a:extLst>
                <a:ext uri="{FF2B5EF4-FFF2-40B4-BE49-F238E27FC236}">
                  <a16:creationId xmlns:a16="http://schemas.microsoft.com/office/drawing/2014/main" id="{49A26CF0-81C4-1D4A-46A7-62062ED94710}"/>
                </a:ext>
              </a:extLst>
            </p:cNvPr>
            <p:cNvSpPr/>
            <p:nvPr/>
          </p:nvSpPr>
          <p:spPr>
            <a:xfrm>
              <a:off x="2331622" y="3739152"/>
              <a:ext cx="164429" cy="181621"/>
            </a:xfrm>
            <a:custGeom>
              <a:avLst/>
              <a:gdLst/>
              <a:ahLst/>
              <a:cxnLst/>
              <a:rect l="l" t="t" r="r" b="b"/>
              <a:pathLst>
                <a:path w="164429" h="181621" extrusionOk="0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706;p17">
              <a:extLst>
                <a:ext uri="{FF2B5EF4-FFF2-40B4-BE49-F238E27FC236}">
                  <a16:creationId xmlns:a16="http://schemas.microsoft.com/office/drawing/2014/main" id="{FC7B2DB8-CBA5-2B90-B129-6641278B3A6A}"/>
                </a:ext>
              </a:extLst>
            </p:cNvPr>
            <p:cNvSpPr/>
            <p:nvPr/>
          </p:nvSpPr>
          <p:spPr>
            <a:xfrm>
              <a:off x="2515394" y="4404988"/>
              <a:ext cx="145638" cy="201549"/>
            </a:xfrm>
            <a:custGeom>
              <a:avLst/>
              <a:gdLst/>
              <a:ahLst/>
              <a:cxnLst/>
              <a:rect l="l" t="t" r="r" b="b"/>
              <a:pathLst>
                <a:path w="145638" h="201549" extrusionOk="0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07;p17">
              <a:extLst>
                <a:ext uri="{FF2B5EF4-FFF2-40B4-BE49-F238E27FC236}">
                  <a16:creationId xmlns:a16="http://schemas.microsoft.com/office/drawing/2014/main" id="{B1217F61-E5DD-4C61-9BCC-BC5F0A338C2A}"/>
                </a:ext>
              </a:extLst>
            </p:cNvPr>
            <p:cNvSpPr/>
            <p:nvPr/>
          </p:nvSpPr>
          <p:spPr>
            <a:xfrm>
              <a:off x="2565555" y="4383081"/>
              <a:ext cx="95477" cy="55816"/>
            </a:xfrm>
            <a:custGeom>
              <a:avLst/>
              <a:gdLst/>
              <a:ahLst/>
              <a:cxnLst/>
              <a:rect l="l" t="t" r="r" b="b"/>
              <a:pathLst>
                <a:path w="95477" h="55816" extrusionOk="0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08;p17">
              <a:extLst>
                <a:ext uri="{FF2B5EF4-FFF2-40B4-BE49-F238E27FC236}">
                  <a16:creationId xmlns:a16="http://schemas.microsoft.com/office/drawing/2014/main" id="{4F12E199-157B-D532-8FB6-E82C52C61919}"/>
                </a:ext>
              </a:extLst>
            </p:cNvPr>
            <p:cNvSpPr/>
            <p:nvPr/>
          </p:nvSpPr>
          <p:spPr>
            <a:xfrm>
              <a:off x="4383145" y="3435820"/>
              <a:ext cx="77712" cy="44958"/>
            </a:xfrm>
            <a:custGeom>
              <a:avLst/>
              <a:gdLst/>
              <a:ahLst/>
              <a:cxnLst/>
              <a:rect l="l" t="t" r="r" b="b"/>
              <a:pathLst>
                <a:path w="77712" h="44958" extrusionOk="0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709;p17">
              <a:extLst>
                <a:ext uri="{FF2B5EF4-FFF2-40B4-BE49-F238E27FC236}">
                  <a16:creationId xmlns:a16="http://schemas.microsoft.com/office/drawing/2014/main" id="{DBDB7E8F-D552-E82D-8801-B22C7DBC69A2}"/>
                </a:ext>
              </a:extLst>
            </p:cNvPr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avLst/>
              <a:gdLst/>
              <a:ahLst/>
              <a:cxnLst/>
              <a:rect l="l" t="t" r="r" b="b"/>
              <a:pathLst>
                <a:path w="1795739" h="1039558" extrusionOk="0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710;p17">
              <a:extLst>
                <a:ext uri="{FF2B5EF4-FFF2-40B4-BE49-F238E27FC236}">
                  <a16:creationId xmlns:a16="http://schemas.microsoft.com/office/drawing/2014/main" id="{C2BF6EBD-93D4-606A-30AC-7021B9384069}"/>
                </a:ext>
              </a:extLst>
            </p:cNvPr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avLst/>
              <a:gdLst/>
              <a:ahLst/>
              <a:cxnLst/>
              <a:rect l="l" t="t" r="r" b="b"/>
              <a:pathLst>
                <a:path w="644687" h="369950" extrusionOk="0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711;p17">
              <a:extLst>
                <a:ext uri="{FF2B5EF4-FFF2-40B4-BE49-F238E27FC236}">
                  <a16:creationId xmlns:a16="http://schemas.microsoft.com/office/drawing/2014/main" id="{3B73E081-4559-4D82-3D89-890270BBF26A}"/>
                </a:ext>
              </a:extLst>
            </p:cNvPr>
            <p:cNvSpPr/>
            <p:nvPr/>
          </p:nvSpPr>
          <p:spPr>
            <a:xfrm flipH="1">
              <a:off x="6190049" y="4282211"/>
              <a:ext cx="427701" cy="247554"/>
            </a:xfrm>
            <a:custGeom>
              <a:avLst/>
              <a:gdLst/>
              <a:ahLst/>
              <a:cxnLst/>
              <a:rect l="l" t="t" r="r" b="b"/>
              <a:pathLst>
                <a:path w="427701" h="247554" extrusionOk="0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712;p17">
              <a:extLst>
                <a:ext uri="{FF2B5EF4-FFF2-40B4-BE49-F238E27FC236}">
                  <a16:creationId xmlns:a16="http://schemas.microsoft.com/office/drawing/2014/main" id="{8577CBC5-1304-D88A-CC18-A80734C7E47E}"/>
                </a:ext>
              </a:extLst>
            </p:cNvPr>
            <p:cNvSpPr/>
            <p:nvPr/>
          </p:nvSpPr>
          <p:spPr>
            <a:xfrm flipH="1">
              <a:off x="6403900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713;p17">
              <a:extLst>
                <a:ext uri="{FF2B5EF4-FFF2-40B4-BE49-F238E27FC236}">
                  <a16:creationId xmlns:a16="http://schemas.microsoft.com/office/drawing/2014/main" id="{6FD98928-E751-29CB-4C9F-2EAE11E00022}"/>
                </a:ext>
              </a:extLst>
            </p:cNvPr>
            <p:cNvSpPr/>
            <p:nvPr/>
          </p:nvSpPr>
          <p:spPr>
            <a:xfrm flipH="1">
              <a:off x="6190049" y="4405941"/>
              <a:ext cx="213850" cy="371379"/>
            </a:xfrm>
            <a:custGeom>
              <a:avLst/>
              <a:gdLst/>
              <a:ahLst/>
              <a:cxnLst/>
              <a:rect l="l" t="t" r="r" b="b"/>
              <a:pathLst>
                <a:path w="213850" h="371379" extrusionOk="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714;p17">
              <a:extLst>
                <a:ext uri="{FF2B5EF4-FFF2-40B4-BE49-F238E27FC236}">
                  <a16:creationId xmlns:a16="http://schemas.microsoft.com/office/drawing/2014/main" id="{7098661E-543B-7CF0-B2FC-1A0707FECEEE}"/>
                </a:ext>
              </a:extLst>
            </p:cNvPr>
            <p:cNvSpPr/>
            <p:nvPr/>
          </p:nvSpPr>
          <p:spPr>
            <a:xfrm>
              <a:off x="6351541" y="3874743"/>
              <a:ext cx="217302" cy="317702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715;p17">
              <a:extLst>
                <a:ext uri="{FF2B5EF4-FFF2-40B4-BE49-F238E27FC236}">
                  <a16:creationId xmlns:a16="http://schemas.microsoft.com/office/drawing/2014/main" id="{9AAF587D-BF3A-73B5-C907-7BB7465688D7}"/>
                </a:ext>
              </a:extLst>
            </p:cNvPr>
            <p:cNvSpPr/>
            <p:nvPr/>
          </p:nvSpPr>
          <p:spPr>
            <a:xfrm>
              <a:off x="6368017" y="3871983"/>
              <a:ext cx="104086" cy="128266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716;p17">
              <a:extLst>
                <a:ext uri="{FF2B5EF4-FFF2-40B4-BE49-F238E27FC236}">
                  <a16:creationId xmlns:a16="http://schemas.microsoft.com/office/drawing/2014/main" id="{8DBAFE0D-4BD2-1642-4517-353244C94316}"/>
                </a:ext>
              </a:extLst>
            </p:cNvPr>
            <p:cNvSpPr/>
            <p:nvPr/>
          </p:nvSpPr>
          <p:spPr>
            <a:xfrm>
              <a:off x="6388363" y="4011215"/>
              <a:ext cx="128390" cy="143694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717;p17">
              <a:extLst>
                <a:ext uri="{FF2B5EF4-FFF2-40B4-BE49-F238E27FC236}">
                  <a16:creationId xmlns:a16="http://schemas.microsoft.com/office/drawing/2014/main" id="{D3B9BCA8-3E25-EF1B-7855-010CABE1DCFF}"/>
                </a:ext>
              </a:extLst>
            </p:cNvPr>
            <p:cNvSpPr/>
            <p:nvPr/>
          </p:nvSpPr>
          <p:spPr>
            <a:xfrm>
              <a:off x="6169126" y="4068541"/>
              <a:ext cx="242294" cy="344916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718;p17">
              <a:extLst>
                <a:ext uri="{FF2B5EF4-FFF2-40B4-BE49-F238E27FC236}">
                  <a16:creationId xmlns:a16="http://schemas.microsoft.com/office/drawing/2014/main" id="{D2499D22-9B87-107B-C74B-E0D00AAE69C0}"/>
                </a:ext>
              </a:extLst>
            </p:cNvPr>
            <p:cNvSpPr/>
            <p:nvPr/>
          </p:nvSpPr>
          <p:spPr>
            <a:xfrm>
              <a:off x="6350989" y="4058254"/>
              <a:ext cx="187162" cy="246878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719;p17">
              <a:extLst>
                <a:ext uri="{FF2B5EF4-FFF2-40B4-BE49-F238E27FC236}">
                  <a16:creationId xmlns:a16="http://schemas.microsoft.com/office/drawing/2014/main" id="{80EEA333-D598-9AD5-BF0B-96DC89E1D5F4}"/>
                </a:ext>
              </a:extLst>
            </p:cNvPr>
            <p:cNvSpPr/>
            <p:nvPr/>
          </p:nvSpPr>
          <p:spPr>
            <a:xfrm>
              <a:off x="6384325" y="3881810"/>
              <a:ext cx="137686" cy="169616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720;p17">
              <a:extLst>
                <a:ext uri="{FF2B5EF4-FFF2-40B4-BE49-F238E27FC236}">
                  <a16:creationId xmlns:a16="http://schemas.microsoft.com/office/drawing/2014/main" id="{EE01663C-3DA6-DBB2-51B0-33795A843AE0}"/>
                </a:ext>
              </a:extLst>
            </p:cNvPr>
            <p:cNvSpPr/>
            <p:nvPr/>
          </p:nvSpPr>
          <p:spPr>
            <a:xfrm>
              <a:off x="6389913" y="3881145"/>
              <a:ext cx="138230" cy="130098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721;p17">
              <a:extLst>
                <a:ext uri="{FF2B5EF4-FFF2-40B4-BE49-F238E27FC236}">
                  <a16:creationId xmlns:a16="http://schemas.microsoft.com/office/drawing/2014/main" id="{E538FEBA-AEEA-6F7F-61DB-A9C2BA968E33}"/>
                </a:ext>
              </a:extLst>
            </p:cNvPr>
            <p:cNvSpPr/>
            <p:nvPr/>
          </p:nvSpPr>
          <p:spPr>
            <a:xfrm>
              <a:off x="6223986" y="4735273"/>
              <a:ext cx="108702" cy="82916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722;p17">
              <a:extLst>
                <a:ext uri="{FF2B5EF4-FFF2-40B4-BE49-F238E27FC236}">
                  <a16:creationId xmlns:a16="http://schemas.microsoft.com/office/drawing/2014/main" id="{6B70424C-572E-1B78-CFF8-43102D9170C2}"/>
                </a:ext>
              </a:extLst>
            </p:cNvPr>
            <p:cNvSpPr/>
            <p:nvPr/>
          </p:nvSpPr>
          <p:spPr>
            <a:xfrm>
              <a:off x="6224466" y="4761723"/>
              <a:ext cx="108209" cy="56495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723;p17">
              <a:extLst>
                <a:ext uri="{FF2B5EF4-FFF2-40B4-BE49-F238E27FC236}">
                  <a16:creationId xmlns:a16="http://schemas.microsoft.com/office/drawing/2014/main" id="{5205DDC9-03DB-FCF9-DFF0-03E2C159FA69}"/>
                </a:ext>
              </a:extLst>
            </p:cNvPr>
            <p:cNvSpPr/>
            <p:nvPr/>
          </p:nvSpPr>
          <p:spPr>
            <a:xfrm>
              <a:off x="6169601" y="4699543"/>
              <a:ext cx="99502" cy="77082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724;p17">
              <a:extLst>
                <a:ext uri="{FF2B5EF4-FFF2-40B4-BE49-F238E27FC236}">
                  <a16:creationId xmlns:a16="http://schemas.microsoft.com/office/drawing/2014/main" id="{E292309A-148D-4584-44E9-0C5329F8DAE2}"/>
                </a:ext>
              </a:extLst>
            </p:cNvPr>
            <p:cNvSpPr/>
            <p:nvPr/>
          </p:nvSpPr>
          <p:spPr>
            <a:xfrm>
              <a:off x="6170058" y="4724979"/>
              <a:ext cx="99108" cy="51736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725;p17">
              <a:extLst>
                <a:ext uri="{FF2B5EF4-FFF2-40B4-BE49-F238E27FC236}">
                  <a16:creationId xmlns:a16="http://schemas.microsoft.com/office/drawing/2014/main" id="{68ED7E7C-3A65-CA0F-3DD7-636F967E77A1}"/>
                </a:ext>
              </a:extLst>
            </p:cNvPr>
            <p:cNvSpPr/>
            <p:nvPr/>
          </p:nvSpPr>
          <p:spPr>
            <a:xfrm>
              <a:off x="6206498" y="4301929"/>
              <a:ext cx="236938" cy="40866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726;p17">
              <a:extLst>
                <a:ext uri="{FF2B5EF4-FFF2-40B4-BE49-F238E27FC236}">
                  <a16:creationId xmlns:a16="http://schemas.microsoft.com/office/drawing/2014/main" id="{A96AA8B5-6506-94BC-579B-C291CF1CA55D}"/>
                </a:ext>
              </a:extLst>
            </p:cNvPr>
            <p:cNvSpPr/>
            <p:nvPr/>
          </p:nvSpPr>
          <p:spPr>
            <a:xfrm>
              <a:off x="6271102" y="4302737"/>
              <a:ext cx="235887" cy="442489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727;p17">
              <a:extLst>
                <a:ext uri="{FF2B5EF4-FFF2-40B4-BE49-F238E27FC236}">
                  <a16:creationId xmlns:a16="http://schemas.microsoft.com/office/drawing/2014/main" id="{324110E4-1EA9-43A8-84A1-77BB3064F4DF}"/>
                </a:ext>
              </a:extLst>
            </p:cNvPr>
            <p:cNvSpPr/>
            <p:nvPr/>
          </p:nvSpPr>
          <p:spPr>
            <a:xfrm>
              <a:off x="6183254" y="4274877"/>
              <a:ext cx="352749" cy="324700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728;p17">
              <a:extLst>
                <a:ext uri="{FF2B5EF4-FFF2-40B4-BE49-F238E27FC236}">
                  <a16:creationId xmlns:a16="http://schemas.microsoft.com/office/drawing/2014/main" id="{200533C1-3212-7090-B432-EB01AAAA047D}"/>
                </a:ext>
              </a:extLst>
            </p:cNvPr>
            <p:cNvSpPr/>
            <p:nvPr/>
          </p:nvSpPr>
          <p:spPr>
            <a:xfrm>
              <a:off x="6466820" y="4083042"/>
              <a:ext cx="122590" cy="42978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729;p17">
              <a:extLst>
                <a:ext uri="{FF2B5EF4-FFF2-40B4-BE49-F238E27FC236}">
                  <a16:creationId xmlns:a16="http://schemas.microsoft.com/office/drawing/2014/main" id="{78BE0F22-F08E-25D3-9769-9C61FF2364AB}"/>
                </a:ext>
              </a:extLst>
            </p:cNvPr>
            <p:cNvSpPr/>
            <p:nvPr/>
          </p:nvSpPr>
          <p:spPr>
            <a:xfrm>
              <a:off x="6490841" y="4077626"/>
              <a:ext cx="74124" cy="94270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730;p17">
              <a:extLst>
                <a:ext uri="{FF2B5EF4-FFF2-40B4-BE49-F238E27FC236}">
                  <a16:creationId xmlns:a16="http://schemas.microsoft.com/office/drawing/2014/main" id="{36C0F851-8C74-CB76-3DE5-D7D3902CCAAF}"/>
                </a:ext>
              </a:extLst>
            </p:cNvPr>
            <p:cNvSpPr/>
            <p:nvPr/>
          </p:nvSpPr>
          <p:spPr>
            <a:xfrm>
              <a:off x="6345497" y="4058119"/>
              <a:ext cx="63405" cy="6657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" name="Google Shape;731;p17">
              <a:extLst>
                <a:ext uri="{FF2B5EF4-FFF2-40B4-BE49-F238E27FC236}">
                  <a16:creationId xmlns:a16="http://schemas.microsoft.com/office/drawing/2014/main" id="{813F2419-F299-81B5-E539-7B42779EB41D}"/>
                </a:ext>
              </a:extLst>
            </p:cNvPr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57" name="Google Shape;732;p17">
                <a:extLst>
                  <a:ext uri="{FF2B5EF4-FFF2-40B4-BE49-F238E27FC236}">
                    <a16:creationId xmlns:a16="http://schemas.microsoft.com/office/drawing/2014/main" id="{4BB24A94-B476-4598-5A40-FD47FE1B3005}"/>
                  </a:ext>
                </a:extLst>
              </p:cNvPr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733;p17">
                <a:extLst>
                  <a:ext uri="{FF2B5EF4-FFF2-40B4-BE49-F238E27FC236}">
                    <a16:creationId xmlns:a16="http://schemas.microsoft.com/office/drawing/2014/main" id="{77778A2E-B52F-B4BE-E1F6-2F4BB667FB46}"/>
                  </a:ext>
                </a:extLst>
              </p:cNvPr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734;p17">
                <a:extLst>
                  <a:ext uri="{FF2B5EF4-FFF2-40B4-BE49-F238E27FC236}">
                    <a16:creationId xmlns:a16="http://schemas.microsoft.com/office/drawing/2014/main" id="{94ABE374-3CFD-D79F-E03F-A4521B42AD45}"/>
                  </a:ext>
                </a:extLst>
              </p:cNvPr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735;p17">
                <a:extLst>
                  <a:ext uri="{FF2B5EF4-FFF2-40B4-BE49-F238E27FC236}">
                    <a16:creationId xmlns:a16="http://schemas.microsoft.com/office/drawing/2014/main" id="{A5827B8D-4488-621E-FC0B-593FA27BED70}"/>
                  </a:ext>
                </a:extLst>
              </p:cNvPr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736;p17">
                <a:extLst>
                  <a:ext uri="{FF2B5EF4-FFF2-40B4-BE49-F238E27FC236}">
                    <a16:creationId xmlns:a16="http://schemas.microsoft.com/office/drawing/2014/main" id="{3DCBA1B1-38C4-2C7A-7FF3-AE9D2ADD09EA}"/>
                  </a:ext>
                </a:extLst>
              </p:cNvPr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753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>
          <a:extLst>
            <a:ext uri="{FF2B5EF4-FFF2-40B4-BE49-F238E27FC236}">
              <a16:creationId xmlns:a16="http://schemas.microsoft.com/office/drawing/2014/main" id="{06467D01-D3AF-40B3-D4BC-ABA82FF3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95;p17">
            <a:extLst>
              <a:ext uri="{FF2B5EF4-FFF2-40B4-BE49-F238E27FC236}">
                <a16:creationId xmlns:a16="http://schemas.microsoft.com/office/drawing/2014/main" id="{8DA01297-55BF-A8C2-8BA4-D88E9F1A18BF}"/>
              </a:ext>
            </a:extLst>
          </p:cNvPr>
          <p:cNvSpPr txBox="1">
            <a:spLocks/>
          </p:cNvSpPr>
          <p:nvPr/>
        </p:nvSpPr>
        <p:spPr>
          <a:xfrm>
            <a:off x="457199" y="1152560"/>
            <a:ext cx="6511550" cy="3629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▸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sz="1700"/>
              <a:t>Record model: key, metadata, text, and vector source property.</a:t>
            </a:r>
          </a:p>
          <a:p>
            <a:r>
              <a:rPr sz="1700"/>
              <a:t>Embedding generator: Azure OpenAI, OpenAI, or another compatible provider.</a:t>
            </a:r>
          </a:p>
          <a:p>
            <a:r>
              <a:rPr sz="1700"/>
              <a:t>Vector store: SQLite, Azure AI Search, Postgres, Qdrant, Redis, Pinecone, Weaviate, and others.</a:t>
            </a:r>
          </a:p>
          <a:p>
            <a:r>
              <a:rPr sz="1700"/>
              <a:t>Operations: create collection, upsert records, search by similarity, retrieve matching chunks.</a:t>
            </a:r>
          </a:p>
        </p:txBody>
      </p:sp>
      <p:sp>
        <p:nvSpPr>
          <p:cNvPr id="997" name="Google Shape;997;p20">
            <a:extLst>
              <a:ext uri="{FF2B5EF4-FFF2-40B4-BE49-F238E27FC236}">
                <a16:creationId xmlns:a16="http://schemas.microsoft.com/office/drawing/2014/main" id="{D311797A-1B23-BC6B-DD7B-70641C61D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5117" y="580215"/>
            <a:ext cx="7870171" cy="55804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/>
              <a:t>Provider-Neutral Vector Store Pattern</a:t>
            </a:r>
          </a:p>
        </p:txBody>
      </p:sp>
      <p:sp>
        <p:nvSpPr>
          <p:cNvPr id="1001" name="Google Shape;1001;p20">
            <a:extLst>
              <a:ext uri="{FF2B5EF4-FFF2-40B4-BE49-F238E27FC236}">
                <a16:creationId xmlns:a16="http://schemas.microsoft.com/office/drawing/2014/main" id="{941BE666-31FC-4D96-A4E4-5A30F51009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sz="1200"/>
              <a:t>8</a:t>
            </a:r>
          </a:p>
        </p:txBody>
      </p:sp>
      <p:grpSp>
        <p:nvGrpSpPr>
          <p:cNvPr id="7" name="Google Shape;1047;p24">
            <a:extLst>
              <a:ext uri="{FF2B5EF4-FFF2-40B4-BE49-F238E27FC236}">
                <a16:creationId xmlns:a16="http://schemas.microsoft.com/office/drawing/2014/main" id="{07A7BCB8-3FE3-6F48-6D5F-36A5EEFDC440}"/>
              </a:ext>
            </a:extLst>
          </p:cNvPr>
          <p:cNvGrpSpPr/>
          <p:nvPr/>
        </p:nvGrpSpPr>
        <p:grpSpPr>
          <a:xfrm>
            <a:off x="6979640" y="1722359"/>
            <a:ext cx="2022130" cy="1616459"/>
            <a:chOff x="2012475" y="393272"/>
            <a:chExt cx="4440240" cy="4609126"/>
          </a:xfrm>
        </p:grpSpPr>
        <p:sp>
          <p:nvSpPr>
            <p:cNvPr id="8" name="Google Shape;1048;p24">
              <a:extLst>
                <a:ext uri="{FF2B5EF4-FFF2-40B4-BE49-F238E27FC236}">
                  <a16:creationId xmlns:a16="http://schemas.microsoft.com/office/drawing/2014/main" id="{F3E9A842-5F41-39FC-A045-B0A88489E085}"/>
                </a:ext>
              </a:extLst>
            </p:cNvPr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049;p24">
              <a:extLst>
                <a:ext uri="{FF2B5EF4-FFF2-40B4-BE49-F238E27FC236}">
                  <a16:creationId xmlns:a16="http://schemas.microsoft.com/office/drawing/2014/main" id="{780E0DD8-0D79-1604-A6DF-CF1CFE2C2592}"/>
                </a:ext>
              </a:extLst>
            </p:cNvPr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50;p24">
              <a:extLst>
                <a:ext uri="{FF2B5EF4-FFF2-40B4-BE49-F238E27FC236}">
                  <a16:creationId xmlns:a16="http://schemas.microsoft.com/office/drawing/2014/main" id="{6CCB432E-24AC-DF0E-12EA-93186AA632ED}"/>
                </a:ext>
              </a:extLst>
            </p:cNvPr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051;p24">
              <a:extLst>
                <a:ext uri="{FF2B5EF4-FFF2-40B4-BE49-F238E27FC236}">
                  <a16:creationId xmlns:a16="http://schemas.microsoft.com/office/drawing/2014/main" id="{870E0986-32E1-F164-8BC1-9B4C0977BD6B}"/>
                </a:ext>
              </a:extLst>
            </p:cNvPr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052;p24">
              <a:extLst>
                <a:ext uri="{FF2B5EF4-FFF2-40B4-BE49-F238E27FC236}">
                  <a16:creationId xmlns:a16="http://schemas.microsoft.com/office/drawing/2014/main" id="{EC8B30A3-5D03-E0AE-AF6F-D1685434D58A}"/>
                </a:ext>
              </a:extLst>
            </p:cNvPr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53;p24">
              <a:extLst>
                <a:ext uri="{FF2B5EF4-FFF2-40B4-BE49-F238E27FC236}">
                  <a16:creationId xmlns:a16="http://schemas.microsoft.com/office/drawing/2014/main" id="{704B100A-D476-10EF-166B-48A0977D421F}"/>
                </a:ext>
              </a:extLst>
            </p:cNvPr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054;p24">
              <a:extLst>
                <a:ext uri="{FF2B5EF4-FFF2-40B4-BE49-F238E27FC236}">
                  <a16:creationId xmlns:a16="http://schemas.microsoft.com/office/drawing/2014/main" id="{9F1D5616-50DB-AE11-AE35-3144D9C1E03E}"/>
                </a:ext>
              </a:extLst>
            </p:cNvPr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55;p24">
              <a:extLst>
                <a:ext uri="{FF2B5EF4-FFF2-40B4-BE49-F238E27FC236}">
                  <a16:creationId xmlns:a16="http://schemas.microsoft.com/office/drawing/2014/main" id="{4FF531D3-C587-1873-C674-8802444F0EDA}"/>
                </a:ext>
              </a:extLst>
            </p:cNvPr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056;p24">
              <a:extLst>
                <a:ext uri="{FF2B5EF4-FFF2-40B4-BE49-F238E27FC236}">
                  <a16:creationId xmlns:a16="http://schemas.microsoft.com/office/drawing/2014/main" id="{3F453E2F-955B-5421-9BA7-82E1FAEBB55E}"/>
                </a:ext>
              </a:extLst>
            </p:cNvPr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57;p24">
              <a:extLst>
                <a:ext uri="{FF2B5EF4-FFF2-40B4-BE49-F238E27FC236}">
                  <a16:creationId xmlns:a16="http://schemas.microsoft.com/office/drawing/2014/main" id="{F92A2ACC-C2E9-4E1F-EC18-1C9400B0E409}"/>
                </a:ext>
              </a:extLst>
            </p:cNvPr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058;p24">
              <a:extLst>
                <a:ext uri="{FF2B5EF4-FFF2-40B4-BE49-F238E27FC236}">
                  <a16:creationId xmlns:a16="http://schemas.microsoft.com/office/drawing/2014/main" id="{5B0D3B55-A791-CA87-92D6-B8DC6F357CD8}"/>
                </a:ext>
              </a:extLst>
            </p:cNvPr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059;p24">
              <a:extLst>
                <a:ext uri="{FF2B5EF4-FFF2-40B4-BE49-F238E27FC236}">
                  <a16:creationId xmlns:a16="http://schemas.microsoft.com/office/drawing/2014/main" id="{5FD8200F-7F48-8999-1632-025FB6F096B2}"/>
                </a:ext>
              </a:extLst>
            </p:cNvPr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060;p24">
              <a:extLst>
                <a:ext uri="{FF2B5EF4-FFF2-40B4-BE49-F238E27FC236}">
                  <a16:creationId xmlns:a16="http://schemas.microsoft.com/office/drawing/2014/main" id="{7F2A7250-E9E1-60A0-E41B-56771EA8E731}"/>
                </a:ext>
              </a:extLst>
            </p:cNvPr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61;p24">
              <a:extLst>
                <a:ext uri="{FF2B5EF4-FFF2-40B4-BE49-F238E27FC236}">
                  <a16:creationId xmlns:a16="http://schemas.microsoft.com/office/drawing/2014/main" id="{00DDF9A5-6612-9A0A-D5B3-DAA7B3AB9B92}"/>
                </a:ext>
              </a:extLst>
            </p:cNvPr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62;p24">
              <a:extLst>
                <a:ext uri="{FF2B5EF4-FFF2-40B4-BE49-F238E27FC236}">
                  <a16:creationId xmlns:a16="http://schemas.microsoft.com/office/drawing/2014/main" id="{91A2C2AB-6FB8-DC90-336E-8B9A71B13321}"/>
                </a:ext>
              </a:extLst>
            </p:cNvPr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63;p24">
              <a:extLst>
                <a:ext uri="{FF2B5EF4-FFF2-40B4-BE49-F238E27FC236}">
                  <a16:creationId xmlns:a16="http://schemas.microsoft.com/office/drawing/2014/main" id="{ADA287FB-CC1E-5F23-9D70-17DE6C85FA4E}"/>
                </a:ext>
              </a:extLst>
            </p:cNvPr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64;p24">
              <a:extLst>
                <a:ext uri="{FF2B5EF4-FFF2-40B4-BE49-F238E27FC236}">
                  <a16:creationId xmlns:a16="http://schemas.microsoft.com/office/drawing/2014/main" id="{FC0612F3-810D-BC9C-E5A8-E69BCE08009C}"/>
                </a:ext>
              </a:extLst>
            </p:cNvPr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65;p24">
              <a:extLst>
                <a:ext uri="{FF2B5EF4-FFF2-40B4-BE49-F238E27FC236}">
                  <a16:creationId xmlns:a16="http://schemas.microsoft.com/office/drawing/2014/main" id="{4E2C9C7C-A18D-CDC4-28AB-B0FDDE0AFA2C}"/>
                </a:ext>
              </a:extLst>
            </p:cNvPr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066;p24">
              <a:extLst>
                <a:ext uri="{FF2B5EF4-FFF2-40B4-BE49-F238E27FC236}">
                  <a16:creationId xmlns:a16="http://schemas.microsoft.com/office/drawing/2014/main" id="{EB85F2AC-DBDB-DBBD-AA02-1DD2AD6B2A26}"/>
                </a:ext>
              </a:extLst>
            </p:cNvPr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067;p24">
              <a:extLst>
                <a:ext uri="{FF2B5EF4-FFF2-40B4-BE49-F238E27FC236}">
                  <a16:creationId xmlns:a16="http://schemas.microsoft.com/office/drawing/2014/main" id="{AE1DEBA7-44B0-AF1C-FE4B-169F1DF7E7DD}"/>
                </a:ext>
              </a:extLst>
            </p:cNvPr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68;p24">
              <a:extLst>
                <a:ext uri="{FF2B5EF4-FFF2-40B4-BE49-F238E27FC236}">
                  <a16:creationId xmlns:a16="http://schemas.microsoft.com/office/drawing/2014/main" id="{69BE855F-8AB5-5A16-0D0B-3EB5A16E0CB5}"/>
                </a:ext>
              </a:extLst>
            </p:cNvPr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69;p24">
              <a:extLst>
                <a:ext uri="{FF2B5EF4-FFF2-40B4-BE49-F238E27FC236}">
                  <a16:creationId xmlns:a16="http://schemas.microsoft.com/office/drawing/2014/main" id="{BB9E0D31-A07D-0F6A-378D-35B175A4C58A}"/>
                </a:ext>
              </a:extLst>
            </p:cNvPr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070;p24">
              <a:extLst>
                <a:ext uri="{FF2B5EF4-FFF2-40B4-BE49-F238E27FC236}">
                  <a16:creationId xmlns:a16="http://schemas.microsoft.com/office/drawing/2014/main" id="{46CDC3A4-BE6A-0091-0A44-C309C68A5749}"/>
                </a:ext>
              </a:extLst>
            </p:cNvPr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071;p24">
              <a:extLst>
                <a:ext uri="{FF2B5EF4-FFF2-40B4-BE49-F238E27FC236}">
                  <a16:creationId xmlns:a16="http://schemas.microsoft.com/office/drawing/2014/main" id="{96BA653D-CF94-3439-699D-05A0549D464F}"/>
                </a:ext>
              </a:extLst>
            </p:cNvPr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072;p24">
              <a:extLst>
                <a:ext uri="{FF2B5EF4-FFF2-40B4-BE49-F238E27FC236}">
                  <a16:creationId xmlns:a16="http://schemas.microsoft.com/office/drawing/2014/main" id="{444F795F-2612-A40B-DE82-BD4ADFFC80B6}"/>
                </a:ext>
              </a:extLst>
            </p:cNvPr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073;p24">
              <a:extLst>
                <a:ext uri="{FF2B5EF4-FFF2-40B4-BE49-F238E27FC236}">
                  <a16:creationId xmlns:a16="http://schemas.microsoft.com/office/drawing/2014/main" id="{E2FACEF9-0A94-FF13-96F9-6E55452E26D5}"/>
                </a:ext>
              </a:extLst>
            </p:cNvPr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074;p24">
              <a:extLst>
                <a:ext uri="{FF2B5EF4-FFF2-40B4-BE49-F238E27FC236}">
                  <a16:creationId xmlns:a16="http://schemas.microsoft.com/office/drawing/2014/main" id="{4D70C136-4E3F-3336-9E0A-C9B7F7DFC024}"/>
                </a:ext>
              </a:extLst>
            </p:cNvPr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075;p24">
              <a:extLst>
                <a:ext uri="{FF2B5EF4-FFF2-40B4-BE49-F238E27FC236}">
                  <a16:creationId xmlns:a16="http://schemas.microsoft.com/office/drawing/2014/main" id="{8A4B66FB-F6CC-3C1C-2690-A0D8DF8A56E0}"/>
                </a:ext>
              </a:extLst>
            </p:cNvPr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076;p24">
              <a:extLst>
                <a:ext uri="{FF2B5EF4-FFF2-40B4-BE49-F238E27FC236}">
                  <a16:creationId xmlns:a16="http://schemas.microsoft.com/office/drawing/2014/main" id="{75C91398-E706-2A92-F504-4C1EE778D903}"/>
                </a:ext>
              </a:extLst>
            </p:cNvPr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077;p24">
              <a:extLst>
                <a:ext uri="{FF2B5EF4-FFF2-40B4-BE49-F238E27FC236}">
                  <a16:creationId xmlns:a16="http://schemas.microsoft.com/office/drawing/2014/main" id="{7591E22D-B14A-6985-1DE6-0E889BC868B7}"/>
                </a:ext>
              </a:extLst>
            </p:cNvPr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078;p24">
              <a:extLst>
                <a:ext uri="{FF2B5EF4-FFF2-40B4-BE49-F238E27FC236}">
                  <a16:creationId xmlns:a16="http://schemas.microsoft.com/office/drawing/2014/main" id="{660BC160-FA89-59A2-4D3B-5BBA54B5C443}"/>
                </a:ext>
              </a:extLst>
            </p:cNvPr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079;p24">
              <a:extLst>
                <a:ext uri="{FF2B5EF4-FFF2-40B4-BE49-F238E27FC236}">
                  <a16:creationId xmlns:a16="http://schemas.microsoft.com/office/drawing/2014/main" id="{D299ECDE-06B9-6629-3079-F3E1C01BC7C7}"/>
                </a:ext>
              </a:extLst>
            </p:cNvPr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080;p24">
              <a:extLst>
                <a:ext uri="{FF2B5EF4-FFF2-40B4-BE49-F238E27FC236}">
                  <a16:creationId xmlns:a16="http://schemas.microsoft.com/office/drawing/2014/main" id="{BD04324F-E0B8-1E4E-69C7-A7A3CB3BA25F}"/>
                </a:ext>
              </a:extLst>
            </p:cNvPr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081;p24">
              <a:extLst>
                <a:ext uri="{FF2B5EF4-FFF2-40B4-BE49-F238E27FC236}">
                  <a16:creationId xmlns:a16="http://schemas.microsoft.com/office/drawing/2014/main" id="{C0CC89B5-BE81-30E5-2EED-F07A1DBDCB03}"/>
                </a:ext>
              </a:extLst>
            </p:cNvPr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082;p24">
              <a:extLst>
                <a:ext uri="{FF2B5EF4-FFF2-40B4-BE49-F238E27FC236}">
                  <a16:creationId xmlns:a16="http://schemas.microsoft.com/office/drawing/2014/main" id="{1BC9ACA3-F447-96C9-661E-588435E41E1B}"/>
                </a:ext>
              </a:extLst>
            </p:cNvPr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083;p24">
              <a:extLst>
                <a:ext uri="{FF2B5EF4-FFF2-40B4-BE49-F238E27FC236}">
                  <a16:creationId xmlns:a16="http://schemas.microsoft.com/office/drawing/2014/main" id="{A4D6EE5C-0679-37B7-AF9C-8655805E7CE9}"/>
                </a:ext>
              </a:extLst>
            </p:cNvPr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084;p24">
              <a:extLst>
                <a:ext uri="{FF2B5EF4-FFF2-40B4-BE49-F238E27FC236}">
                  <a16:creationId xmlns:a16="http://schemas.microsoft.com/office/drawing/2014/main" id="{9479E7C4-D399-8CB2-1BB9-B5396F974246}"/>
                </a:ext>
              </a:extLst>
            </p:cNvPr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085;p24">
              <a:extLst>
                <a:ext uri="{FF2B5EF4-FFF2-40B4-BE49-F238E27FC236}">
                  <a16:creationId xmlns:a16="http://schemas.microsoft.com/office/drawing/2014/main" id="{DAB37EE8-6EF7-407F-DAC9-410F55556E41}"/>
                </a:ext>
              </a:extLst>
            </p:cNvPr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086;p24">
              <a:extLst>
                <a:ext uri="{FF2B5EF4-FFF2-40B4-BE49-F238E27FC236}">
                  <a16:creationId xmlns:a16="http://schemas.microsoft.com/office/drawing/2014/main" id="{86D78309-8C03-E248-5617-868BB490466A}"/>
                </a:ext>
              </a:extLst>
            </p:cNvPr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087;p24">
              <a:extLst>
                <a:ext uri="{FF2B5EF4-FFF2-40B4-BE49-F238E27FC236}">
                  <a16:creationId xmlns:a16="http://schemas.microsoft.com/office/drawing/2014/main" id="{4DB29D52-F211-49B8-312B-F10C83FF409E}"/>
                </a:ext>
              </a:extLst>
            </p:cNvPr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088;p24">
              <a:extLst>
                <a:ext uri="{FF2B5EF4-FFF2-40B4-BE49-F238E27FC236}">
                  <a16:creationId xmlns:a16="http://schemas.microsoft.com/office/drawing/2014/main" id="{9D5B156C-357A-292B-F8C5-819DB63654D3}"/>
                </a:ext>
              </a:extLst>
            </p:cNvPr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089;p24">
              <a:extLst>
                <a:ext uri="{FF2B5EF4-FFF2-40B4-BE49-F238E27FC236}">
                  <a16:creationId xmlns:a16="http://schemas.microsoft.com/office/drawing/2014/main" id="{30F22000-AAC8-9D59-31CA-E8D8F594AD66}"/>
                </a:ext>
              </a:extLst>
            </p:cNvPr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090;p24">
              <a:extLst>
                <a:ext uri="{FF2B5EF4-FFF2-40B4-BE49-F238E27FC236}">
                  <a16:creationId xmlns:a16="http://schemas.microsoft.com/office/drawing/2014/main" id="{90C8236F-3F9C-5D88-BFAB-27230925FE6D}"/>
                </a:ext>
              </a:extLst>
            </p:cNvPr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091;p24">
              <a:extLst>
                <a:ext uri="{FF2B5EF4-FFF2-40B4-BE49-F238E27FC236}">
                  <a16:creationId xmlns:a16="http://schemas.microsoft.com/office/drawing/2014/main" id="{DC1B7DF2-FDED-BBF6-D36F-E529E4ECFC30}"/>
                </a:ext>
              </a:extLst>
            </p:cNvPr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092;p24">
              <a:extLst>
                <a:ext uri="{FF2B5EF4-FFF2-40B4-BE49-F238E27FC236}">
                  <a16:creationId xmlns:a16="http://schemas.microsoft.com/office/drawing/2014/main" id="{71E693E7-7ABE-4671-8C43-973ED1F38E4B}"/>
                </a:ext>
              </a:extLst>
            </p:cNvPr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93;p24">
              <a:extLst>
                <a:ext uri="{FF2B5EF4-FFF2-40B4-BE49-F238E27FC236}">
                  <a16:creationId xmlns:a16="http://schemas.microsoft.com/office/drawing/2014/main" id="{DAF062CE-7F61-7C4F-F0AA-280E639EC543}"/>
                </a:ext>
              </a:extLst>
            </p:cNvPr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94;p24">
              <a:extLst>
                <a:ext uri="{FF2B5EF4-FFF2-40B4-BE49-F238E27FC236}">
                  <a16:creationId xmlns:a16="http://schemas.microsoft.com/office/drawing/2014/main" id="{5C622B6E-AF75-876D-3724-7A1E5B563125}"/>
                </a:ext>
              </a:extLst>
            </p:cNvPr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095;p24">
              <a:extLst>
                <a:ext uri="{FF2B5EF4-FFF2-40B4-BE49-F238E27FC236}">
                  <a16:creationId xmlns:a16="http://schemas.microsoft.com/office/drawing/2014/main" id="{A87F2587-1F0F-D3E4-755D-3EF4C6B4D964}"/>
                </a:ext>
              </a:extLst>
            </p:cNvPr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096;p24">
              <a:extLst>
                <a:ext uri="{FF2B5EF4-FFF2-40B4-BE49-F238E27FC236}">
                  <a16:creationId xmlns:a16="http://schemas.microsoft.com/office/drawing/2014/main" id="{9D6D7374-FF1C-6305-CF12-E587FDC85C40}"/>
                </a:ext>
              </a:extLst>
            </p:cNvPr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97;p24">
              <a:extLst>
                <a:ext uri="{FF2B5EF4-FFF2-40B4-BE49-F238E27FC236}">
                  <a16:creationId xmlns:a16="http://schemas.microsoft.com/office/drawing/2014/main" id="{D7353022-C5D0-F9C5-8296-3D47EEB54938}"/>
                </a:ext>
              </a:extLst>
            </p:cNvPr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98;p24">
              <a:extLst>
                <a:ext uri="{FF2B5EF4-FFF2-40B4-BE49-F238E27FC236}">
                  <a16:creationId xmlns:a16="http://schemas.microsoft.com/office/drawing/2014/main" id="{45989FE8-02D3-A5A5-E0E2-B24BFBD5584E}"/>
                </a:ext>
              </a:extLst>
            </p:cNvPr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99;p24">
              <a:extLst>
                <a:ext uri="{FF2B5EF4-FFF2-40B4-BE49-F238E27FC236}">
                  <a16:creationId xmlns:a16="http://schemas.microsoft.com/office/drawing/2014/main" id="{85059807-C685-9BFE-581E-98E052609FAF}"/>
                </a:ext>
              </a:extLst>
            </p:cNvPr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100;p24">
              <a:extLst>
                <a:ext uri="{FF2B5EF4-FFF2-40B4-BE49-F238E27FC236}">
                  <a16:creationId xmlns:a16="http://schemas.microsoft.com/office/drawing/2014/main" id="{36E97070-E49C-F2FC-D5B0-6805975F706C}"/>
                </a:ext>
              </a:extLst>
            </p:cNvPr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101;p24">
              <a:extLst>
                <a:ext uri="{FF2B5EF4-FFF2-40B4-BE49-F238E27FC236}">
                  <a16:creationId xmlns:a16="http://schemas.microsoft.com/office/drawing/2014/main" id="{6A9E88E2-7A33-E386-6CB4-B59512A4BBFD}"/>
                </a:ext>
              </a:extLst>
            </p:cNvPr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102;p24">
              <a:extLst>
                <a:ext uri="{FF2B5EF4-FFF2-40B4-BE49-F238E27FC236}">
                  <a16:creationId xmlns:a16="http://schemas.microsoft.com/office/drawing/2014/main" id="{A03EAA13-A452-63FB-B799-71DE0EAD32A5}"/>
                </a:ext>
              </a:extLst>
            </p:cNvPr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103;p24">
              <a:extLst>
                <a:ext uri="{FF2B5EF4-FFF2-40B4-BE49-F238E27FC236}">
                  <a16:creationId xmlns:a16="http://schemas.microsoft.com/office/drawing/2014/main" id="{8265F3D8-0E19-1515-C43B-263B60FAA899}"/>
                </a:ext>
              </a:extLst>
            </p:cNvPr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104;p24">
              <a:extLst>
                <a:ext uri="{FF2B5EF4-FFF2-40B4-BE49-F238E27FC236}">
                  <a16:creationId xmlns:a16="http://schemas.microsoft.com/office/drawing/2014/main" id="{477E24AA-507C-F681-7A8D-68F5F4194E6B}"/>
                </a:ext>
              </a:extLst>
            </p:cNvPr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105;p24">
              <a:extLst>
                <a:ext uri="{FF2B5EF4-FFF2-40B4-BE49-F238E27FC236}">
                  <a16:creationId xmlns:a16="http://schemas.microsoft.com/office/drawing/2014/main" id="{0CF6C7F5-0219-B9DD-154F-95BBC105D2DD}"/>
                </a:ext>
              </a:extLst>
            </p:cNvPr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106;p24">
              <a:extLst>
                <a:ext uri="{FF2B5EF4-FFF2-40B4-BE49-F238E27FC236}">
                  <a16:creationId xmlns:a16="http://schemas.microsoft.com/office/drawing/2014/main" id="{42DEBF9B-D099-C867-7B3D-8A045544BD3A}"/>
                </a:ext>
              </a:extLst>
            </p:cNvPr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107;p24">
              <a:extLst>
                <a:ext uri="{FF2B5EF4-FFF2-40B4-BE49-F238E27FC236}">
                  <a16:creationId xmlns:a16="http://schemas.microsoft.com/office/drawing/2014/main" id="{C44B56A4-826A-4A08-0A90-DB1B815083BA}"/>
                </a:ext>
              </a:extLst>
            </p:cNvPr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108;p24">
              <a:extLst>
                <a:ext uri="{FF2B5EF4-FFF2-40B4-BE49-F238E27FC236}">
                  <a16:creationId xmlns:a16="http://schemas.microsoft.com/office/drawing/2014/main" id="{61E8F81B-960B-C188-7410-6892F87C7EFB}"/>
                </a:ext>
              </a:extLst>
            </p:cNvPr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109;p24">
              <a:extLst>
                <a:ext uri="{FF2B5EF4-FFF2-40B4-BE49-F238E27FC236}">
                  <a16:creationId xmlns:a16="http://schemas.microsoft.com/office/drawing/2014/main" id="{7E1F616C-B0D5-592F-6361-A07526F4F8C2}"/>
                </a:ext>
              </a:extLst>
            </p:cNvPr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110;p24">
              <a:extLst>
                <a:ext uri="{FF2B5EF4-FFF2-40B4-BE49-F238E27FC236}">
                  <a16:creationId xmlns:a16="http://schemas.microsoft.com/office/drawing/2014/main" id="{42614385-8D70-7139-5DF3-C2766222579B}"/>
                </a:ext>
              </a:extLst>
            </p:cNvPr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111;p24">
              <a:extLst>
                <a:ext uri="{FF2B5EF4-FFF2-40B4-BE49-F238E27FC236}">
                  <a16:creationId xmlns:a16="http://schemas.microsoft.com/office/drawing/2014/main" id="{0C5AC142-0C48-3E57-850D-3833F341D6BB}"/>
                </a:ext>
              </a:extLst>
            </p:cNvPr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112;p24">
              <a:extLst>
                <a:ext uri="{FF2B5EF4-FFF2-40B4-BE49-F238E27FC236}">
                  <a16:creationId xmlns:a16="http://schemas.microsoft.com/office/drawing/2014/main" id="{866426FC-F307-8BA0-529E-221671A022DA}"/>
                </a:ext>
              </a:extLst>
            </p:cNvPr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1113;p24">
              <a:extLst>
                <a:ext uri="{FF2B5EF4-FFF2-40B4-BE49-F238E27FC236}">
                  <a16:creationId xmlns:a16="http://schemas.microsoft.com/office/drawing/2014/main" id="{1DFDA43C-6678-DEF4-60AD-B124CE1A6BBC}"/>
                </a:ext>
              </a:extLst>
            </p:cNvPr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1114;p24">
              <a:extLst>
                <a:ext uri="{FF2B5EF4-FFF2-40B4-BE49-F238E27FC236}">
                  <a16:creationId xmlns:a16="http://schemas.microsoft.com/office/drawing/2014/main" id="{97011504-8DF9-0546-1E1D-CFB801B2D8B3}"/>
                </a:ext>
              </a:extLst>
            </p:cNvPr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115;p24">
              <a:extLst>
                <a:ext uri="{FF2B5EF4-FFF2-40B4-BE49-F238E27FC236}">
                  <a16:creationId xmlns:a16="http://schemas.microsoft.com/office/drawing/2014/main" id="{5A2F79A8-2368-0A9B-24D5-71EAB98C2D51}"/>
                </a:ext>
              </a:extLst>
            </p:cNvPr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116;p24">
              <a:extLst>
                <a:ext uri="{FF2B5EF4-FFF2-40B4-BE49-F238E27FC236}">
                  <a16:creationId xmlns:a16="http://schemas.microsoft.com/office/drawing/2014/main" id="{9551C28D-F52C-6CCD-9A3B-AB68662C097E}"/>
                </a:ext>
              </a:extLst>
            </p:cNvPr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117;p24">
              <a:extLst>
                <a:ext uri="{FF2B5EF4-FFF2-40B4-BE49-F238E27FC236}">
                  <a16:creationId xmlns:a16="http://schemas.microsoft.com/office/drawing/2014/main" id="{DF7A1676-A0F2-8B86-629D-46B407C75EE5}"/>
                </a:ext>
              </a:extLst>
            </p:cNvPr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118;p24">
              <a:extLst>
                <a:ext uri="{FF2B5EF4-FFF2-40B4-BE49-F238E27FC236}">
                  <a16:creationId xmlns:a16="http://schemas.microsoft.com/office/drawing/2014/main" id="{0BF4CF1E-6A4E-74F7-2519-2FA9FE13F77D}"/>
                </a:ext>
              </a:extLst>
            </p:cNvPr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119;p24">
              <a:extLst>
                <a:ext uri="{FF2B5EF4-FFF2-40B4-BE49-F238E27FC236}">
                  <a16:creationId xmlns:a16="http://schemas.microsoft.com/office/drawing/2014/main" id="{6A818C89-B81F-1DC6-04A4-E1FBAB4B125D}"/>
                </a:ext>
              </a:extLst>
            </p:cNvPr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120;p24">
              <a:extLst>
                <a:ext uri="{FF2B5EF4-FFF2-40B4-BE49-F238E27FC236}">
                  <a16:creationId xmlns:a16="http://schemas.microsoft.com/office/drawing/2014/main" id="{F9B51805-0E39-2A48-068E-1AF9274BB4DC}"/>
                </a:ext>
              </a:extLst>
            </p:cNvPr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121;p24">
              <a:extLst>
                <a:ext uri="{FF2B5EF4-FFF2-40B4-BE49-F238E27FC236}">
                  <a16:creationId xmlns:a16="http://schemas.microsoft.com/office/drawing/2014/main" id="{E37654DD-11EA-F188-CB25-3927FE65EE9A}"/>
                </a:ext>
              </a:extLst>
            </p:cNvPr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122;p24">
              <a:extLst>
                <a:ext uri="{FF2B5EF4-FFF2-40B4-BE49-F238E27FC236}">
                  <a16:creationId xmlns:a16="http://schemas.microsoft.com/office/drawing/2014/main" id="{30F777D2-87F1-E6AF-0C4A-6AE4167C86B7}"/>
                </a:ext>
              </a:extLst>
            </p:cNvPr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123;p24">
              <a:extLst>
                <a:ext uri="{FF2B5EF4-FFF2-40B4-BE49-F238E27FC236}">
                  <a16:creationId xmlns:a16="http://schemas.microsoft.com/office/drawing/2014/main" id="{73A8972D-C743-9DD8-B98D-3D7372DFF856}"/>
                </a:ext>
              </a:extLst>
            </p:cNvPr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124;p24">
              <a:extLst>
                <a:ext uri="{FF2B5EF4-FFF2-40B4-BE49-F238E27FC236}">
                  <a16:creationId xmlns:a16="http://schemas.microsoft.com/office/drawing/2014/main" id="{30D80AE7-0B34-25C9-2F9B-9309A47A9C1C}"/>
                </a:ext>
              </a:extLst>
            </p:cNvPr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125;p24">
              <a:extLst>
                <a:ext uri="{FF2B5EF4-FFF2-40B4-BE49-F238E27FC236}">
                  <a16:creationId xmlns:a16="http://schemas.microsoft.com/office/drawing/2014/main" id="{E6D5EFC1-2D5E-9F3C-2BD9-0EDB9DFB19C9}"/>
                </a:ext>
              </a:extLst>
            </p:cNvPr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126;p24">
              <a:extLst>
                <a:ext uri="{FF2B5EF4-FFF2-40B4-BE49-F238E27FC236}">
                  <a16:creationId xmlns:a16="http://schemas.microsoft.com/office/drawing/2014/main" id="{39E8B4A3-B0BF-3DEF-892D-7F96F93B6837}"/>
                </a:ext>
              </a:extLst>
            </p:cNvPr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127;p24">
              <a:extLst>
                <a:ext uri="{FF2B5EF4-FFF2-40B4-BE49-F238E27FC236}">
                  <a16:creationId xmlns:a16="http://schemas.microsoft.com/office/drawing/2014/main" id="{37311D8E-DAFB-0242-DF67-F6C8093B4C2C}"/>
                </a:ext>
              </a:extLst>
            </p:cNvPr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128;p24">
              <a:extLst>
                <a:ext uri="{FF2B5EF4-FFF2-40B4-BE49-F238E27FC236}">
                  <a16:creationId xmlns:a16="http://schemas.microsoft.com/office/drawing/2014/main" id="{8190D3DD-6FAF-C118-5F8E-16664A45678F}"/>
                </a:ext>
              </a:extLst>
            </p:cNvPr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1129;p24">
              <a:extLst>
                <a:ext uri="{FF2B5EF4-FFF2-40B4-BE49-F238E27FC236}">
                  <a16:creationId xmlns:a16="http://schemas.microsoft.com/office/drawing/2014/main" id="{53AFA24E-EA0B-C127-CDE5-D478423764A5}"/>
                </a:ext>
              </a:extLst>
            </p:cNvPr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130;p24">
              <a:extLst>
                <a:ext uri="{FF2B5EF4-FFF2-40B4-BE49-F238E27FC236}">
                  <a16:creationId xmlns:a16="http://schemas.microsoft.com/office/drawing/2014/main" id="{64A9621E-E162-844F-29C6-3B3773CEB2EC}"/>
                </a:ext>
              </a:extLst>
            </p:cNvPr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1131;p24">
              <a:extLst>
                <a:ext uri="{FF2B5EF4-FFF2-40B4-BE49-F238E27FC236}">
                  <a16:creationId xmlns:a16="http://schemas.microsoft.com/office/drawing/2014/main" id="{BECE3AE0-BB3E-685C-18B7-591E78CC0035}"/>
                </a:ext>
              </a:extLst>
            </p:cNvPr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132;p24">
              <a:extLst>
                <a:ext uri="{FF2B5EF4-FFF2-40B4-BE49-F238E27FC236}">
                  <a16:creationId xmlns:a16="http://schemas.microsoft.com/office/drawing/2014/main" id="{F25BCA1F-2642-9E32-B23B-7DE9416B9442}"/>
                </a:ext>
              </a:extLst>
            </p:cNvPr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133;p24">
              <a:extLst>
                <a:ext uri="{FF2B5EF4-FFF2-40B4-BE49-F238E27FC236}">
                  <a16:creationId xmlns:a16="http://schemas.microsoft.com/office/drawing/2014/main" id="{48D8A26D-2668-7C2A-8A98-66AC10200B54}"/>
                </a:ext>
              </a:extLst>
            </p:cNvPr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134;p24">
              <a:extLst>
                <a:ext uri="{FF2B5EF4-FFF2-40B4-BE49-F238E27FC236}">
                  <a16:creationId xmlns:a16="http://schemas.microsoft.com/office/drawing/2014/main" id="{7F800813-23C7-9288-4658-798F2C34500B}"/>
                </a:ext>
              </a:extLst>
            </p:cNvPr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1135;p24">
              <a:extLst>
                <a:ext uri="{FF2B5EF4-FFF2-40B4-BE49-F238E27FC236}">
                  <a16:creationId xmlns:a16="http://schemas.microsoft.com/office/drawing/2014/main" id="{95D28FBB-5224-8CF7-0158-31B7253E2C4F}"/>
                </a:ext>
              </a:extLst>
            </p:cNvPr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1136;p24">
              <a:extLst>
                <a:ext uri="{FF2B5EF4-FFF2-40B4-BE49-F238E27FC236}">
                  <a16:creationId xmlns:a16="http://schemas.microsoft.com/office/drawing/2014/main" id="{622B89F8-3E8D-1A2A-37F9-404287A468F8}"/>
                </a:ext>
              </a:extLst>
            </p:cNvPr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137;p24">
              <a:extLst>
                <a:ext uri="{FF2B5EF4-FFF2-40B4-BE49-F238E27FC236}">
                  <a16:creationId xmlns:a16="http://schemas.microsoft.com/office/drawing/2014/main" id="{A592BC66-C615-3E9F-987B-057A6B0C00D6}"/>
                </a:ext>
              </a:extLst>
            </p:cNvPr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138;p24">
              <a:extLst>
                <a:ext uri="{FF2B5EF4-FFF2-40B4-BE49-F238E27FC236}">
                  <a16:creationId xmlns:a16="http://schemas.microsoft.com/office/drawing/2014/main" id="{BDF0892C-FCE2-91ED-BC63-A26CC94543CB}"/>
                </a:ext>
              </a:extLst>
            </p:cNvPr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139;p24">
              <a:extLst>
                <a:ext uri="{FF2B5EF4-FFF2-40B4-BE49-F238E27FC236}">
                  <a16:creationId xmlns:a16="http://schemas.microsoft.com/office/drawing/2014/main" id="{FF726DAB-1EDF-5C56-4084-2A0CAD173625}"/>
                </a:ext>
              </a:extLst>
            </p:cNvPr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140;p24">
              <a:extLst>
                <a:ext uri="{FF2B5EF4-FFF2-40B4-BE49-F238E27FC236}">
                  <a16:creationId xmlns:a16="http://schemas.microsoft.com/office/drawing/2014/main" id="{780BB337-4563-D806-D750-F78DF8ECF91C}"/>
                </a:ext>
              </a:extLst>
            </p:cNvPr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675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>
          <a:extLst>
            <a:ext uri="{FF2B5EF4-FFF2-40B4-BE49-F238E27FC236}">
              <a16:creationId xmlns:a16="http://schemas.microsoft.com/office/drawing/2014/main" id="{2B4FA85C-B944-CC53-3CE8-8021EEB3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95;p17">
            <a:extLst>
              <a:ext uri="{FF2B5EF4-FFF2-40B4-BE49-F238E27FC236}">
                <a16:creationId xmlns:a16="http://schemas.microsoft.com/office/drawing/2014/main" id="{9D25F3DE-690B-9F4A-B9A7-CD73B5D3E8F2}"/>
              </a:ext>
            </a:extLst>
          </p:cNvPr>
          <p:cNvSpPr txBox="1">
            <a:spLocks/>
          </p:cNvSpPr>
          <p:nvPr/>
        </p:nvSpPr>
        <p:spPr>
          <a:xfrm>
            <a:off x="457199" y="1152560"/>
            <a:ext cx="6511550" cy="3629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▸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 Light"/>
              <a:buChar char="▹"/>
              <a:defRPr sz="16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sz="1700"/>
              <a:t>SQLite: best for local demos, small knowledge bases, and low-friction setup.</a:t>
            </a:r>
          </a:p>
          <a:p>
            <a:r>
              <a:rPr sz="1700"/>
              <a:t>Azure AI Search: strong enterprise option for managed search and RAG workloads.</a:t>
            </a:r>
          </a:p>
          <a:p>
            <a:r>
              <a:rPr sz="1700"/>
              <a:t>Azure Cosmos DB / Azure SQL / SQL Server: useful when vectors belong near operational data.</a:t>
            </a:r>
          </a:p>
          <a:p>
            <a:r>
              <a:rPr sz="1700"/>
              <a:t>Postgres, Qdrant, Redis, Pinecone, Weaviate, Oracle, Elasticsearch, and MongoDB are also compatible options.</a:t>
            </a:r>
          </a:p>
        </p:txBody>
      </p:sp>
      <p:sp>
        <p:nvSpPr>
          <p:cNvPr id="997" name="Google Shape;997;p20">
            <a:extLst>
              <a:ext uri="{FF2B5EF4-FFF2-40B4-BE49-F238E27FC236}">
                <a16:creationId xmlns:a16="http://schemas.microsoft.com/office/drawing/2014/main" id="{4EF38CF9-32E7-EC30-0960-C15634184C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5117" y="580215"/>
            <a:ext cx="7870171" cy="55804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/>
              <a:t>SQLite, Azure, and Other Providers</a:t>
            </a:r>
          </a:p>
        </p:txBody>
      </p:sp>
      <p:sp>
        <p:nvSpPr>
          <p:cNvPr id="1001" name="Google Shape;1001;p20">
            <a:extLst>
              <a:ext uri="{FF2B5EF4-FFF2-40B4-BE49-F238E27FC236}">
                <a16:creationId xmlns:a16="http://schemas.microsoft.com/office/drawing/2014/main" id="{6499F3A1-5CC7-7A76-8FD4-8531ABE296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sz="1200"/>
              <a:t>9</a:t>
            </a:r>
          </a:p>
        </p:txBody>
      </p:sp>
      <p:grpSp>
        <p:nvGrpSpPr>
          <p:cNvPr id="7" name="Google Shape;1047;p24">
            <a:extLst>
              <a:ext uri="{FF2B5EF4-FFF2-40B4-BE49-F238E27FC236}">
                <a16:creationId xmlns:a16="http://schemas.microsoft.com/office/drawing/2014/main" id="{A003DEF6-3F09-7641-5D7F-C9190488FCE9}"/>
              </a:ext>
            </a:extLst>
          </p:cNvPr>
          <p:cNvGrpSpPr/>
          <p:nvPr/>
        </p:nvGrpSpPr>
        <p:grpSpPr>
          <a:xfrm>
            <a:off x="6979640" y="1722359"/>
            <a:ext cx="2022130" cy="1616459"/>
            <a:chOff x="2012475" y="393272"/>
            <a:chExt cx="4440240" cy="4609126"/>
          </a:xfrm>
        </p:grpSpPr>
        <p:sp>
          <p:nvSpPr>
            <p:cNvPr id="8" name="Google Shape;1048;p24">
              <a:extLst>
                <a:ext uri="{FF2B5EF4-FFF2-40B4-BE49-F238E27FC236}">
                  <a16:creationId xmlns:a16="http://schemas.microsoft.com/office/drawing/2014/main" id="{077F19C4-F46E-8A6A-81A0-7E9AAFB54597}"/>
                </a:ext>
              </a:extLst>
            </p:cNvPr>
            <p:cNvSpPr/>
            <p:nvPr/>
          </p:nvSpPr>
          <p:spPr>
            <a:xfrm>
              <a:off x="4172687" y="3422228"/>
              <a:ext cx="1096154" cy="631831"/>
            </a:xfrm>
            <a:custGeom>
              <a:avLst/>
              <a:gdLst/>
              <a:ahLst/>
              <a:cxnLst/>
              <a:rect l="l" t="t" r="r" b="b"/>
              <a:pathLst>
                <a:path w="1096154" h="631831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049;p24">
              <a:extLst>
                <a:ext uri="{FF2B5EF4-FFF2-40B4-BE49-F238E27FC236}">
                  <a16:creationId xmlns:a16="http://schemas.microsoft.com/office/drawing/2014/main" id="{92DEF918-232B-8BA5-E64B-99BB2F3E0561}"/>
                </a:ext>
              </a:extLst>
            </p:cNvPr>
            <p:cNvSpPr/>
            <p:nvPr/>
          </p:nvSpPr>
          <p:spPr>
            <a:xfrm>
              <a:off x="4213521" y="3398464"/>
              <a:ext cx="1096058" cy="631866"/>
            </a:xfrm>
            <a:custGeom>
              <a:avLst/>
              <a:gdLst/>
              <a:ahLst/>
              <a:cxnLst/>
              <a:rect l="l" t="t" r="r" b="b"/>
              <a:pathLst>
                <a:path w="1096058" h="631866" extrusionOk="0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50;p24">
              <a:extLst>
                <a:ext uri="{FF2B5EF4-FFF2-40B4-BE49-F238E27FC236}">
                  <a16:creationId xmlns:a16="http://schemas.microsoft.com/office/drawing/2014/main" id="{FF1AABEA-15D6-5CB2-A576-06C92A41EA43}"/>
                </a:ext>
              </a:extLst>
            </p:cNvPr>
            <p:cNvSpPr/>
            <p:nvPr/>
          </p:nvSpPr>
          <p:spPr>
            <a:xfrm>
              <a:off x="5277122" y="3780200"/>
              <a:ext cx="32266" cy="21196"/>
            </a:xfrm>
            <a:custGeom>
              <a:avLst/>
              <a:gdLst/>
              <a:ahLst/>
              <a:cxnLst/>
              <a:rect l="l" t="t" r="r" b="b"/>
              <a:pathLst>
                <a:path w="32266" h="21196" extrusionOk="0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051;p24">
              <a:extLst>
                <a:ext uri="{FF2B5EF4-FFF2-40B4-BE49-F238E27FC236}">
                  <a16:creationId xmlns:a16="http://schemas.microsoft.com/office/drawing/2014/main" id="{5A4DA0FF-25B7-24A2-1870-8345059E88B5}"/>
                </a:ext>
              </a:extLst>
            </p:cNvPr>
            <p:cNvSpPr/>
            <p:nvPr/>
          </p:nvSpPr>
          <p:spPr>
            <a:xfrm>
              <a:off x="4213559" y="3635813"/>
              <a:ext cx="33123" cy="21387"/>
            </a:xfrm>
            <a:custGeom>
              <a:avLst/>
              <a:gdLst/>
              <a:ahLst/>
              <a:cxnLst/>
              <a:rect l="l" t="t" r="r" b="b"/>
              <a:pathLst>
                <a:path w="33123" h="21387" extrusionOk="0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052;p24">
              <a:extLst>
                <a:ext uri="{FF2B5EF4-FFF2-40B4-BE49-F238E27FC236}">
                  <a16:creationId xmlns:a16="http://schemas.microsoft.com/office/drawing/2014/main" id="{8231EA89-E9C4-8A21-8BF3-DB198551C122}"/>
                </a:ext>
              </a:extLst>
            </p:cNvPr>
            <p:cNvSpPr/>
            <p:nvPr/>
          </p:nvSpPr>
          <p:spPr>
            <a:xfrm>
              <a:off x="4213521" y="3377363"/>
              <a:ext cx="1096058" cy="631809"/>
            </a:xfrm>
            <a:custGeom>
              <a:avLst/>
              <a:gdLst/>
              <a:ahLst/>
              <a:cxnLst/>
              <a:rect l="l" t="t" r="r" b="b"/>
              <a:pathLst>
                <a:path w="1096058" h="631809" extrusionOk="0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53;p24">
              <a:extLst>
                <a:ext uri="{FF2B5EF4-FFF2-40B4-BE49-F238E27FC236}">
                  <a16:creationId xmlns:a16="http://schemas.microsoft.com/office/drawing/2014/main" id="{1137EE2D-FAD2-FCCB-6076-C621BF979B6D}"/>
                </a:ext>
              </a:extLst>
            </p:cNvPr>
            <p:cNvSpPr/>
            <p:nvPr/>
          </p:nvSpPr>
          <p:spPr>
            <a:xfrm>
              <a:off x="4526041" y="3091821"/>
              <a:ext cx="783348" cy="688378"/>
            </a:xfrm>
            <a:custGeom>
              <a:avLst/>
              <a:gdLst/>
              <a:ahLst/>
              <a:cxnLst/>
              <a:rect l="l" t="t" r="r" b="b"/>
              <a:pathLst>
                <a:path w="783348" h="688378" extrusionOk="0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054;p24">
              <a:extLst>
                <a:ext uri="{FF2B5EF4-FFF2-40B4-BE49-F238E27FC236}">
                  <a16:creationId xmlns:a16="http://schemas.microsoft.com/office/drawing/2014/main" id="{456E6FE8-FC09-A010-4980-1778EB784B72}"/>
                </a:ext>
              </a:extLst>
            </p:cNvPr>
            <p:cNvSpPr/>
            <p:nvPr/>
          </p:nvSpPr>
          <p:spPr>
            <a:xfrm>
              <a:off x="5278931" y="3755961"/>
              <a:ext cx="30363" cy="36025"/>
            </a:xfrm>
            <a:custGeom>
              <a:avLst/>
              <a:gdLst/>
              <a:ahLst/>
              <a:cxnLst/>
              <a:rect l="l" t="t" r="r" b="b"/>
              <a:pathLst>
                <a:path w="30363" h="36025" extrusionOk="0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55;p24">
              <a:extLst>
                <a:ext uri="{FF2B5EF4-FFF2-40B4-BE49-F238E27FC236}">
                  <a16:creationId xmlns:a16="http://schemas.microsoft.com/office/drawing/2014/main" id="{4AEE15C7-94C0-5BA6-9132-96F10A0D42F4}"/>
                </a:ext>
              </a:extLst>
            </p:cNvPr>
            <p:cNvSpPr/>
            <p:nvPr/>
          </p:nvSpPr>
          <p:spPr>
            <a:xfrm>
              <a:off x="4503768" y="3102562"/>
              <a:ext cx="785061" cy="689423"/>
            </a:xfrm>
            <a:custGeom>
              <a:avLst/>
              <a:gdLst/>
              <a:ahLst/>
              <a:cxnLst/>
              <a:rect l="l" t="t" r="r" b="b"/>
              <a:pathLst>
                <a:path w="785061" h="689423" extrusionOk="0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056;p24">
              <a:extLst>
                <a:ext uri="{FF2B5EF4-FFF2-40B4-BE49-F238E27FC236}">
                  <a16:creationId xmlns:a16="http://schemas.microsoft.com/office/drawing/2014/main" id="{60894B6A-CBDC-E643-8C20-92FBDF356520}"/>
                </a:ext>
              </a:extLst>
            </p:cNvPr>
            <p:cNvSpPr/>
            <p:nvPr/>
          </p:nvSpPr>
          <p:spPr>
            <a:xfrm>
              <a:off x="3580122" y="393272"/>
              <a:ext cx="2872593" cy="3889928"/>
            </a:xfrm>
            <a:custGeom>
              <a:avLst/>
              <a:gdLst/>
              <a:ahLst/>
              <a:cxnLst/>
              <a:rect l="l" t="t" r="r" b="b"/>
              <a:pathLst>
                <a:path w="2872593" h="3889928" extrusionOk="0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057;p24">
              <a:extLst>
                <a:ext uri="{FF2B5EF4-FFF2-40B4-BE49-F238E27FC236}">
                  <a16:creationId xmlns:a16="http://schemas.microsoft.com/office/drawing/2014/main" id="{29DAF4D2-5391-F28A-447B-7D444F3DBFEB}"/>
                </a:ext>
              </a:extLst>
            </p:cNvPr>
            <p:cNvSpPr/>
            <p:nvPr/>
          </p:nvSpPr>
          <p:spPr>
            <a:xfrm>
              <a:off x="6397319" y="4189501"/>
              <a:ext cx="30267" cy="107125"/>
            </a:xfrm>
            <a:custGeom>
              <a:avLst/>
              <a:gdLst/>
              <a:ahLst/>
              <a:cxnLst/>
              <a:rect l="l" t="t" r="r" b="b"/>
              <a:pathLst>
                <a:path w="30267" h="107125" extrusionOk="0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058;p24">
              <a:extLst>
                <a:ext uri="{FF2B5EF4-FFF2-40B4-BE49-F238E27FC236}">
                  <a16:creationId xmlns:a16="http://schemas.microsoft.com/office/drawing/2014/main" id="{23D5DDFF-48A8-C0C9-C81E-A1DC12D14768}"/>
                </a:ext>
              </a:extLst>
            </p:cNvPr>
            <p:cNvSpPr/>
            <p:nvPr/>
          </p:nvSpPr>
          <p:spPr>
            <a:xfrm>
              <a:off x="3574887" y="397432"/>
              <a:ext cx="72623" cy="31086"/>
            </a:xfrm>
            <a:custGeom>
              <a:avLst/>
              <a:gdLst/>
              <a:ahLst/>
              <a:cxnLst/>
              <a:rect l="l" t="t" r="r" b="b"/>
              <a:pathLst>
                <a:path w="72623" h="31086" extrusionOk="0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059;p24">
              <a:extLst>
                <a:ext uri="{FF2B5EF4-FFF2-40B4-BE49-F238E27FC236}">
                  <a16:creationId xmlns:a16="http://schemas.microsoft.com/office/drawing/2014/main" id="{85A859C7-EE8C-4943-13F0-A0EFE38A44ED}"/>
                </a:ext>
              </a:extLst>
            </p:cNvPr>
            <p:cNvSpPr/>
            <p:nvPr/>
          </p:nvSpPr>
          <p:spPr>
            <a:xfrm>
              <a:off x="3554709" y="407720"/>
              <a:ext cx="2872878" cy="3889928"/>
            </a:xfrm>
            <a:custGeom>
              <a:avLst/>
              <a:gdLst/>
              <a:ahLst/>
              <a:cxnLst/>
              <a:rect l="l" t="t" r="r" b="b"/>
              <a:pathLst>
                <a:path w="2872878" h="3889928" extrusionOk="0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060;p24">
              <a:extLst>
                <a:ext uri="{FF2B5EF4-FFF2-40B4-BE49-F238E27FC236}">
                  <a16:creationId xmlns:a16="http://schemas.microsoft.com/office/drawing/2014/main" id="{7B41D489-1BA0-FF19-4B6E-15FC6731517D}"/>
                </a:ext>
              </a:extLst>
            </p:cNvPr>
            <p:cNvSpPr/>
            <p:nvPr/>
          </p:nvSpPr>
          <p:spPr>
            <a:xfrm>
              <a:off x="3549854" y="410477"/>
              <a:ext cx="2872973" cy="3889886"/>
            </a:xfrm>
            <a:custGeom>
              <a:avLst/>
              <a:gdLst/>
              <a:ahLst/>
              <a:cxnLst/>
              <a:rect l="l" t="t" r="r" b="b"/>
              <a:pathLst>
                <a:path w="2872973" h="3889886" extrusionOk="0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61;p24">
              <a:extLst>
                <a:ext uri="{FF2B5EF4-FFF2-40B4-BE49-F238E27FC236}">
                  <a16:creationId xmlns:a16="http://schemas.microsoft.com/office/drawing/2014/main" id="{705432F3-531E-047C-6117-82B2FB34CA5E}"/>
                </a:ext>
              </a:extLst>
            </p:cNvPr>
            <p:cNvSpPr/>
            <p:nvPr/>
          </p:nvSpPr>
          <p:spPr>
            <a:xfrm>
              <a:off x="3584596" y="456003"/>
              <a:ext cx="2802063" cy="3707642"/>
            </a:xfrm>
            <a:custGeom>
              <a:avLst/>
              <a:gdLst/>
              <a:ahLst/>
              <a:cxnLst/>
              <a:rect l="l" t="t" r="r" b="b"/>
              <a:pathLst>
                <a:path w="2802063" h="3707642" extrusionOk="0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62;p24">
              <a:extLst>
                <a:ext uri="{FF2B5EF4-FFF2-40B4-BE49-F238E27FC236}">
                  <a16:creationId xmlns:a16="http://schemas.microsoft.com/office/drawing/2014/main" id="{3AC81927-247F-41B4-3F5C-0193E02205CD}"/>
                </a:ext>
              </a:extLst>
            </p:cNvPr>
            <p:cNvSpPr/>
            <p:nvPr/>
          </p:nvSpPr>
          <p:spPr>
            <a:xfrm>
              <a:off x="3711283" y="669187"/>
              <a:ext cx="283071" cy="477189"/>
            </a:xfrm>
            <a:custGeom>
              <a:avLst/>
              <a:gdLst/>
              <a:ahLst/>
              <a:cxnLst/>
              <a:rect l="l" t="t" r="r" b="b"/>
              <a:pathLst>
                <a:path w="283071" h="477189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63;p24">
              <a:extLst>
                <a:ext uri="{FF2B5EF4-FFF2-40B4-BE49-F238E27FC236}">
                  <a16:creationId xmlns:a16="http://schemas.microsoft.com/office/drawing/2014/main" id="{2FA3A3FA-9AA1-BAD7-EEB5-A11750DA6B4B}"/>
                </a:ext>
              </a:extLst>
            </p:cNvPr>
            <p:cNvSpPr/>
            <p:nvPr/>
          </p:nvSpPr>
          <p:spPr>
            <a:xfrm>
              <a:off x="4063456" y="872696"/>
              <a:ext cx="283832" cy="477419"/>
            </a:xfrm>
            <a:custGeom>
              <a:avLst/>
              <a:gdLst/>
              <a:ahLst/>
              <a:cxnLst/>
              <a:rect l="l" t="t" r="r" b="b"/>
              <a:pathLst>
                <a:path w="283832" h="477419" extrusionOk="0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64;p24">
              <a:extLst>
                <a:ext uri="{FF2B5EF4-FFF2-40B4-BE49-F238E27FC236}">
                  <a16:creationId xmlns:a16="http://schemas.microsoft.com/office/drawing/2014/main" id="{DCDF696E-ECFE-1E77-E8C0-7A50FFE6DF5D}"/>
                </a:ext>
              </a:extLst>
            </p:cNvPr>
            <p:cNvSpPr/>
            <p:nvPr/>
          </p:nvSpPr>
          <p:spPr>
            <a:xfrm>
              <a:off x="4408015" y="1071223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65;p24">
              <a:extLst>
                <a:ext uri="{FF2B5EF4-FFF2-40B4-BE49-F238E27FC236}">
                  <a16:creationId xmlns:a16="http://schemas.microsoft.com/office/drawing/2014/main" id="{A89883D5-1FC7-75F7-17BF-8D4D17D5CB02}"/>
                </a:ext>
              </a:extLst>
            </p:cNvPr>
            <p:cNvSpPr/>
            <p:nvPr/>
          </p:nvSpPr>
          <p:spPr>
            <a:xfrm>
              <a:off x="3711283" y="1076206"/>
              <a:ext cx="283071" cy="477216"/>
            </a:xfrm>
            <a:custGeom>
              <a:avLst/>
              <a:gdLst/>
              <a:ahLst/>
              <a:cxnLst/>
              <a:rect l="l" t="t" r="r" b="b"/>
              <a:pathLst>
                <a:path w="283071" h="477216" extrusionOk="0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066;p24">
              <a:extLst>
                <a:ext uri="{FF2B5EF4-FFF2-40B4-BE49-F238E27FC236}">
                  <a16:creationId xmlns:a16="http://schemas.microsoft.com/office/drawing/2014/main" id="{978EB63C-50C7-B955-6274-6E0B994D1D33}"/>
                </a:ext>
              </a:extLst>
            </p:cNvPr>
            <p:cNvSpPr/>
            <p:nvPr/>
          </p:nvSpPr>
          <p:spPr>
            <a:xfrm>
              <a:off x="4063456" y="1279716"/>
              <a:ext cx="283556" cy="477216"/>
            </a:xfrm>
            <a:custGeom>
              <a:avLst/>
              <a:gdLst/>
              <a:ahLst/>
              <a:cxnLst/>
              <a:rect l="l" t="t" r="r" b="b"/>
              <a:pathLst>
                <a:path w="283556" h="477216" extrusionOk="0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067;p24">
              <a:extLst>
                <a:ext uri="{FF2B5EF4-FFF2-40B4-BE49-F238E27FC236}">
                  <a16:creationId xmlns:a16="http://schemas.microsoft.com/office/drawing/2014/main" id="{883DB66D-50A9-3A9E-20B3-2FA597F6A69B}"/>
                </a:ext>
              </a:extLst>
            </p:cNvPr>
            <p:cNvSpPr/>
            <p:nvPr/>
          </p:nvSpPr>
          <p:spPr>
            <a:xfrm>
              <a:off x="4098484" y="1260570"/>
              <a:ext cx="283570" cy="477216"/>
            </a:xfrm>
            <a:custGeom>
              <a:avLst/>
              <a:gdLst/>
              <a:ahLst/>
              <a:cxnLst/>
              <a:rect l="l" t="t" r="r" b="b"/>
              <a:pathLst>
                <a:path w="283570" h="477216" extrusionOk="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68;p24">
              <a:extLst>
                <a:ext uri="{FF2B5EF4-FFF2-40B4-BE49-F238E27FC236}">
                  <a16:creationId xmlns:a16="http://schemas.microsoft.com/office/drawing/2014/main" id="{E4F7495E-7805-A2FA-5B07-5E4D12CAB29D}"/>
                </a:ext>
              </a:extLst>
            </p:cNvPr>
            <p:cNvSpPr/>
            <p:nvPr/>
          </p:nvSpPr>
          <p:spPr>
            <a:xfrm>
              <a:off x="4408015" y="1478241"/>
              <a:ext cx="284023" cy="477161"/>
            </a:xfrm>
            <a:custGeom>
              <a:avLst/>
              <a:gdLst/>
              <a:ahLst/>
              <a:cxnLst/>
              <a:rect l="l" t="t" r="r" b="b"/>
              <a:pathLst>
                <a:path w="284023" h="477161" extrusionOk="0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69;p24">
              <a:extLst>
                <a:ext uri="{FF2B5EF4-FFF2-40B4-BE49-F238E27FC236}">
                  <a16:creationId xmlns:a16="http://schemas.microsoft.com/office/drawing/2014/main" id="{5315A44A-020B-EFD8-D6F2-52F119264C0C}"/>
                </a:ext>
              </a:extLst>
            </p:cNvPr>
            <p:cNvSpPr/>
            <p:nvPr/>
          </p:nvSpPr>
          <p:spPr>
            <a:xfrm>
              <a:off x="3711283" y="1491834"/>
              <a:ext cx="283071" cy="477165"/>
            </a:xfrm>
            <a:custGeom>
              <a:avLst/>
              <a:gdLst/>
              <a:ahLst/>
              <a:cxnLst/>
              <a:rect l="l" t="t" r="r" b="b"/>
              <a:pathLst>
                <a:path w="283071" h="477165" extrusionOk="0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070;p24">
              <a:extLst>
                <a:ext uri="{FF2B5EF4-FFF2-40B4-BE49-F238E27FC236}">
                  <a16:creationId xmlns:a16="http://schemas.microsoft.com/office/drawing/2014/main" id="{80E484EF-1C68-AF90-5AF0-6A41A9DF0F18}"/>
                </a:ext>
              </a:extLst>
            </p:cNvPr>
            <p:cNvSpPr/>
            <p:nvPr/>
          </p:nvSpPr>
          <p:spPr>
            <a:xfrm>
              <a:off x="3711283" y="1946286"/>
              <a:ext cx="980755" cy="657383"/>
            </a:xfrm>
            <a:custGeom>
              <a:avLst/>
              <a:gdLst/>
              <a:ahLst/>
              <a:cxnLst/>
              <a:rect l="l" t="t" r="r" b="b"/>
              <a:pathLst>
                <a:path w="980755" h="657383" extrusionOk="0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071;p24">
              <a:extLst>
                <a:ext uri="{FF2B5EF4-FFF2-40B4-BE49-F238E27FC236}">
                  <a16:creationId xmlns:a16="http://schemas.microsoft.com/office/drawing/2014/main" id="{371C50FB-9098-6A9D-95CB-BA2152D31CC8}"/>
                </a:ext>
              </a:extLst>
            </p:cNvPr>
            <p:cNvSpPr/>
            <p:nvPr/>
          </p:nvSpPr>
          <p:spPr>
            <a:xfrm>
              <a:off x="3715090" y="2139055"/>
              <a:ext cx="732044" cy="480371"/>
            </a:xfrm>
            <a:custGeom>
              <a:avLst/>
              <a:gdLst/>
              <a:ahLst/>
              <a:cxnLst/>
              <a:rect l="l" t="t" r="r" b="b"/>
              <a:pathLst>
                <a:path w="732044" h="480371" extrusionOk="0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072;p24">
              <a:extLst>
                <a:ext uri="{FF2B5EF4-FFF2-40B4-BE49-F238E27FC236}">
                  <a16:creationId xmlns:a16="http://schemas.microsoft.com/office/drawing/2014/main" id="{314F3C66-F60A-2BF4-CC5F-B9D22675F959}"/>
                </a:ext>
              </a:extLst>
            </p:cNvPr>
            <p:cNvSpPr/>
            <p:nvPr/>
          </p:nvSpPr>
          <p:spPr>
            <a:xfrm>
              <a:off x="3715090" y="2264376"/>
              <a:ext cx="732044" cy="480312"/>
            </a:xfrm>
            <a:custGeom>
              <a:avLst/>
              <a:gdLst/>
              <a:ahLst/>
              <a:cxnLst/>
              <a:rect l="l" t="t" r="r" b="b"/>
              <a:pathLst>
                <a:path w="732044" h="480312" extrusionOk="0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073;p24">
              <a:extLst>
                <a:ext uri="{FF2B5EF4-FFF2-40B4-BE49-F238E27FC236}">
                  <a16:creationId xmlns:a16="http://schemas.microsoft.com/office/drawing/2014/main" id="{FDBA64D0-6169-E4CC-FBF9-31FF7A9B4AAE}"/>
                </a:ext>
              </a:extLst>
            </p:cNvPr>
            <p:cNvSpPr/>
            <p:nvPr/>
          </p:nvSpPr>
          <p:spPr>
            <a:xfrm>
              <a:off x="3715090" y="2389467"/>
              <a:ext cx="599361" cy="403889"/>
            </a:xfrm>
            <a:custGeom>
              <a:avLst/>
              <a:gdLst/>
              <a:ahLst/>
              <a:cxnLst/>
              <a:rect l="l" t="t" r="r" b="b"/>
              <a:pathLst>
                <a:path w="599361" h="403889" extrusionOk="0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074;p24">
              <a:extLst>
                <a:ext uri="{FF2B5EF4-FFF2-40B4-BE49-F238E27FC236}">
                  <a16:creationId xmlns:a16="http://schemas.microsoft.com/office/drawing/2014/main" id="{6E7AA055-DAF2-2DD5-B9A8-DC478EDE080A}"/>
                </a:ext>
              </a:extLst>
            </p:cNvPr>
            <p:cNvSpPr/>
            <p:nvPr/>
          </p:nvSpPr>
          <p:spPr>
            <a:xfrm>
              <a:off x="4855752" y="2612272"/>
              <a:ext cx="1403078" cy="900663"/>
            </a:xfrm>
            <a:custGeom>
              <a:avLst/>
              <a:gdLst/>
              <a:ahLst/>
              <a:cxnLst/>
              <a:rect l="l" t="t" r="r" b="b"/>
              <a:pathLst>
                <a:path w="1403078" h="900663" extrusionOk="0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075;p24">
              <a:extLst>
                <a:ext uri="{FF2B5EF4-FFF2-40B4-BE49-F238E27FC236}">
                  <a16:creationId xmlns:a16="http://schemas.microsoft.com/office/drawing/2014/main" id="{EE9652A8-85FA-251B-BC4C-CBFF5B673706}"/>
                </a:ext>
              </a:extLst>
            </p:cNvPr>
            <p:cNvSpPr/>
            <p:nvPr/>
          </p:nvSpPr>
          <p:spPr>
            <a:xfrm>
              <a:off x="4860130" y="2805136"/>
              <a:ext cx="1263255" cy="786670"/>
            </a:xfrm>
            <a:custGeom>
              <a:avLst/>
              <a:gdLst/>
              <a:ahLst/>
              <a:cxnLst/>
              <a:rect l="l" t="t" r="r" b="b"/>
              <a:pathLst>
                <a:path w="1263255" h="786670" extrusionOk="0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076;p24">
              <a:extLst>
                <a:ext uri="{FF2B5EF4-FFF2-40B4-BE49-F238E27FC236}">
                  <a16:creationId xmlns:a16="http://schemas.microsoft.com/office/drawing/2014/main" id="{CF468362-B870-16C3-27BB-5EEB20DDAA83}"/>
                </a:ext>
              </a:extLst>
            </p:cNvPr>
            <p:cNvSpPr/>
            <p:nvPr/>
          </p:nvSpPr>
          <p:spPr>
            <a:xfrm>
              <a:off x="4860130" y="2930227"/>
              <a:ext cx="1263255" cy="786839"/>
            </a:xfrm>
            <a:custGeom>
              <a:avLst/>
              <a:gdLst/>
              <a:ahLst/>
              <a:cxnLst/>
              <a:rect l="l" t="t" r="r" b="b"/>
              <a:pathLst>
                <a:path w="1263255" h="786839" extrusionOk="0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077;p24">
              <a:extLst>
                <a:ext uri="{FF2B5EF4-FFF2-40B4-BE49-F238E27FC236}">
                  <a16:creationId xmlns:a16="http://schemas.microsoft.com/office/drawing/2014/main" id="{2D722C18-F16D-791C-D59B-70BACD0C1E93}"/>
                </a:ext>
              </a:extLst>
            </p:cNvPr>
            <p:cNvSpPr/>
            <p:nvPr/>
          </p:nvSpPr>
          <p:spPr>
            <a:xfrm>
              <a:off x="4860130" y="3055222"/>
              <a:ext cx="1034438" cy="654829"/>
            </a:xfrm>
            <a:custGeom>
              <a:avLst/>
              <a:gdLst/>
              <a:ahLst/>
              <a:cxnLst/>
              <a:rect l="l" t="t" r="r" b="b"/>
              <a:pathLst>
                <a:path w="1034438" h="654829" extrusionOk="0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078;p24">
              <a:extLst>
                <a:ext uri="{FF2B5EF4-FFF2-40B4-BE49-F238E27FC236}">
                  <a16:creationId xmlns:a16="http://schemas.microsoft.com/office/drawing/2014/main" id="{365BD57A-9DE2-9DA0-9298-AAF30351EAD5}"/>
                </a:ext>
              </a:extLst>
            </p:cNvPr>
            <p:cNvSpPr/>
            <p:nvPr/>
          </p:nvSpPr>
          <p:spPr>
            <a:xfrm>
              <a:off x="4063456" y="1695343"/>
              <a:ext cx="283556" cy="477207"/>
            </a:xfrm>
            <a:custGeom>
              <a:avLst/>
              <a:gdLst/>
              <a:ahLst/>
              <a:cxnLst/>
              <a:rect l="l" t="t" r="r" b="b"/>
              <a:pathLst>
                <a:path w="283556" h="477207" extrusionOk="0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079;p24">
              <a:extLst>
                <a:ext uri="{FF2B5EF4-FFF2-40B4-BE49-F238E27FC236}">
                  <a16:creationId xmlns:a16="http://schemas.microsoft.com/office/drawing/2014/main" id="{20D8D6AE-FF9A-3929-C096-7DF8594CD4BB}"/>
                </a:ext>
              </a:extLst>
            </p:cNvPr>
            <p:cNvSpPr/>
            <p:nvPr/>
          </p:nvSpPr>
          <p:spPr>
            <a:xfrm>
              <a:off x="4408015" y="1893817"/>
              <a:ext cx="284023" cy="477216"/>
            </a:xfrm>
            <a:custGeom>
              <a:avLst/>
              <a:gdLst/>
              <a:ahLst/>
              <a:cxnLst/>
              <a:rect l="l" t="t" r="r" b="b"/>
              <a:pathLst>
                <a:path w="284023" h="477216" extrusionOk="0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080;p24">
              <a:extLst>
                <a:ext uri="{FF2B5EF4-FFF2-40B4-BE49-F238E27FC236}">
                  <a16:creationId xmlns:a16="http://schemas.microsoft.com/office/drawing/2014/main" id="{3BC810AE-AC80-0B26-1480-278A5F22AE3C}"/>
                </a:ext>
              </a:extLst>
            </p:cNvPr>
            <p:cNvSpPr/>
            <p:nvPr/>
          </p:nvSpPr>
          <p:spPr>
            <a:xfrm>
              <a:off x="4855752" y="1988490"/>
              <a:ext cx="1403078" cy="1286379"/>
            </a:xfrm>
            <a:custGeom>
              <a:avLst/>
              <a:gdLst/>
              <a:ahLst/>
              <a:cxnLst/>
              <a:rect l="l" t="t" r="r" b="b"/>
              <a:pathLst>
                <a:path w="1403078" h="1286379" extrusionOk="0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081;p24">
              <a:extLst>
                <a:ext uri="{FF2B5EF4-FFF2-40B4-BE49-F238E27FC236}">
                  <a16:creationId xmlns:a16="http://schemas.microsoft.com/office/drawing/2014/main" id="{F42B183A-31B5-5B90-860E-00CDA37123B0}"/>
                </a:ext>
              </a:extLst>
            </p:cNvPr>
            <p:cNvSpPr/>
            <p:nvPr/>
          </p:nvSpPr>
          <p:spPr>
            <a:xfrm>
              <a:off x="4846614" y="1414848"/>
              <a:ext cx="423274" cy="545612"/>
            </a:xfrm>
            <a:custGeom>
              <a:avLst/>
              <a:gdLst/>
              <a:ahLst/>
              <a:cxnLst/>
              <a:rect l="l" t="t" r="r" b="b"/>
              <a:pathLst>
                <a:path w="423274" h="545612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082;p24">
              <a:extLst>
                <a:ext uri="{FF2B5EF4-FFF2-40B4-BE49-F238E27FC236}">
                  <a16:creationId xmlns:a16="http://schemas.microsoft.com/office/drawing/2014/main" id="{8B4D3A23-4EFE-F871-174D-B968C0338FFF}"/>
                </a:ext>
              </a:extLst>
            </p:cNvPr>
            <p:cNvSpPr/>
            <p:nvPr/>
          </p:nvSpPr>
          <p:spPr>
            <a:xfrm>
              <a:off x="4846614" y="1414848"/>
              <a:ext cx="423274" cy="545629"/>
            </a:xfrm>
            <a:custGeom>
              <a:avLst/>
              <a:gdLst/>
              <a:ahLst/>
              <a:cxnLst/>
              <a:rect l="l" t="t" r="r" b="b"/>
              <a:pathLst>
                <a:path w="423274" h="545629" extrusionOk="0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083;p24">
              <a:extLst>
                <a:ext uri="{FF2B5EF4-FFF2-40B4-BE49-F238E27FC236}">
                  <a16:creationId xmlns:a16="http://schemas.microsoft.com/office/drawing/2014/main" id="{A7AF08A2-DA61-7DAF-AE4F-A9D07F5556AE}"/>
                </a:ext>
              </a:extLst>
            </p:cNvPr>
            <p:cNvSpPr/>
            <p:nvPr/>
          </p:nvSpPr>
          <p:spPr>
            <a:xfrm>
              <a:off x="5340323" y="1699604"/>
              <a:ext cx="423179" cy="545654"/>
            </a:xfrm>
            <a:custGeom>
              <a:avLst/>
              <a:gdLst/>
              <a:ahLst/>
              <a:cxnLst/>
              <a:rect l="l" t="t" r="r" b="b"/>
              <a:pathLst>
                <a:path w="423179" h="545654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084;p24">
              <a:extLst>
                <a:ext uri="{FF2B5EF4-FFF2-40B4-BE49-F238E27FC236}">
                  <a16:creationId xmlns:a16="http://schemas.microsoft.com/office/drawing/2014/main" id="{3D360BF3-826D-F881-C3D5-3C2E4A5ED980}"/>
                </a:ext>
              </a:extLst>
            </p:cNvPr>
            <p:cNvSpPr/>
            <p:nvPr/>
          </p:nvSpPr>
          <p:spPr>
            <a:xfrm>
              <a:off x="5340323" y="1699604"/>
              <a:ext cx="332185" cy="545952"/>
            </a:xfrm>
            <a:custGeom>
              <a:avLst/>
              <a:gdLst/>
              <a:ahLst/>
              <a:cxnLst/>
              <a:rect l="l" t="t" r="r" b="b"/>
              <a:pathLst>
                <a:path w="332185" h="545952" extrusionOk="0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085;p24">
              <a:extLst>
                <a:ext uri="{FF2B5EF4-FFF2-40B4-BE49-F238E27FC236}">
                  <a16:creationId xmlns:a16="http://schemas.microsoft.com/office/drawing/2014/main" id="{C54C71FE-274E-F751-5521-4149D6FC9D4B}"/>
                </a:ext>
              </a:extLst>
            </p:cNvPr>
            <p:cNvSpPr/>
            <p:nvPr/>
          </p:nvSpPr>
          <p:spPr>
            <a:xfrm>
              <a:off x="5834032" y="1984194"/>
              <a:ext cx="423559" cy="545654"/>
            </a:xfrm>
            <a:custGeom>
              <a:avLst/>
              <a:gdLst/>
              <a:ahLst/>
              <a:cxnLst/>
              <a:rect l="l" t="t" r="r" b="b"/>
              <a:pathLst>
                <a:path w="423559" h="545654" extrusionOk="0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086;p24">
              <a:extLst>
                <a:ext uri="{FF2B5EF4-FFF2-40B4-BE49-F238E27FC236}">
                  <a16:creationId xmlns:a16="http://schemas.microsoft.com/office/drawing/2014/main" id="{9A78FF37-C6FA-7303-5CC7-AAC4DD26181D}"/>
                </a:ext>
              </a:extLst>
            </p:cNvPr>
            <p:cNvSpPr/>
            <p:nvPr/>
          </p:nvSpPr>
          <p:spPr>
            <a:xfrm>
              <a:off x="5834032" y="1984177"/>
              <a:ext cx="211589" cy="286951"/>
            </a:xfrm>
            <a:custGeom>
              <a:avLst/>
              <a:gdLst/>
              <a:ahLst/>
              <a:cxnLst/>
              <a:rect l="l" t="t" r="r" b="b"/>
              <a:pathLst>
                <a:path w="211589" h="286951" extrusionOk="0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087;p24">
              <a:extLst>
                <a:ext uri="{FF2B5EF4-FFF2-40B4-BE49-F238E27FC236}">
                  <a16:creationId xmlns:a16="http://schemas.microsoft.com/office/drawing/2014/main" id="{B689D1A7-FE8E-CB86-E046-EBF1A5366745}"/>
                </a:ext>
              </a:extLst>
            </p:cNvPr>
            <p:cNvSpPr/>
            <p:nvPr/>
          </p:nvSpPr>
          <p:spPr>
            <a:xfrm>
              <a:off x="5029839" y="4705642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088;p24">
              <a:extLst>
                <a:ext uri="{FF2B5EF4-FFF2-40B4-BE49-F238E27FC236}">
                  <a16:creationId xmlns:a16="http://schemas.microsoft.com/office/drawing/2014/main" id="{494C7597-A697-DFC3-1841-8DD742FAB045}"/>
                </a:ext>
              </a:extLst>
            </p:cNvPr>
            <p:cNvSpPr/>
            <p:nvPr/>
          </p:nvSpPr>
          <p:spPr>
            <a:xfrm>
              <a:off x="2757750" y="4754499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089;p24">
              <a:extLst>
                <a:ext uri="{FF2B5EF4-FFF2-40B4-BE49-F238E27FC236}">
                  <a16:creationId xmlns:a16="http://schemas.microsoft.com/office/drawing/2014/main" id="{4A2A8CA7-A950-A9C6-AB9E-174380D2CF29}"/>
                </a:ext>
              </a:extLst>
            </p:cNvPr>
            <p:cNvSpPr/>
            <p:nvPr/>
          </p:nvSpPr>
          <p:spPr>
            <a:xfrm>
              <a:off x="2012475" y="3630110"/>
              <a:ext cx="429841" cy="247899"/>
            </a:xfrm>
            <a:custGeom>
              <a:avLst/>
              <a:gdLst/>
              <a:ahLst/>
              <a:cxnLst/>
              <a:rect l="l" t="t" r="r" b="b"/>
              <a:pathLst>
                <a:path w="429841" h="247899" extrusionOk="0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090;p24">
              <a:extLst>
                <a:ext uri="{FF2B5EF4-FFF2-40B4-BE49-F238E27FC236}">
                  <a16:creationId xmlns:a16="http://schemas.microsoft.com/office/drawing/2014/main" id="{735D84A3-0E94-51E4-6988-926306BCC7DC}"/>
                </a:ext>
              </a:extLst>
            </p:cNvPr>
            <p:cNvSpPr/>
            <p:nvPr/>
          </p:nvSpPr>
          <p:spPr>
            <a:xfrm>
              <a:off x="5244274" y="4799933"/>
              <a:ext cx="116580" cy="90224"/>
            </a:xfrm>
            <a:custGeom>
              <a:avLst/>
              <a:gdLst/>
              <a:ahLst/>
              <a:cxnLst/>
              <a:rect l="l" t="t" r="r" b="b"/>
              <a:pathLst>
                <a:path w="116580" h="90224" extrusionOk="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091;p24">
              <a:extLst>
                <a:ext uri="{FF2B5EF4-FFF2-40B4-BE49-F238E27FC236}">
                  <a16:creationId xmlns:a16="http://schemas.microsoft.com/office/drawing/2014/main" id="{CF06CF53-D0A9-24FB-25CA-90F85F27E2AC}"/>
                </a:ext>
              </a:extLst>
            </p:cNvPr>
            <p:cNvSpPr/>
            <p:nvPr/>
          </p:nvSpPr>
          <p:spPr>
            <a:xfrm>
              <a:off x="5244760" y="4829592"/>
              <a:ext cx="116051" cy="60483"/>
            </a:xfrm>
            <a:custGeom>
              <a:avLst/>
              <a:gdLst/>
              <a:ahLst/>
              <a:cxnLst/>
              <a:rect l="l" t="t" r="r" b="b"/>
              <a:pathLst>
                <a:path w="116051" h="60483" extrusionOk="0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092;p24">
              <a:extLst>
                <a:ext uri="{FF2B5EF4-FFF2-40B4-BE49-F238E27FC236}">
                  <a16:creationId xmlns:a16="http://schemas.microsoft.com/office/drawing/2014/main" id="{8F07BA94-5579-C06F-0183-32187912B045}"/>
                </a:ext>
              </a:extLst>
            </p:cNvPr>
            <p:cNvSpPr/>
            <p:nvPr/>
          </p:nvSpPr>
          <p:spPr>
            <a:xfrm>
              <a:off x="5124630" y="4754816"/>
              <a:ext cx="116569" cy="86887"/>
            </a:xfrm>
            <a:custGeom>
              <a:avLst/>
              <a:gdLst/>
              <a:ahLst/>
              <a:cxnLst/>
              <a:rect l="l" t="t" r="r" b="b"/>
              <a:pathLst>
                <a:path w="116569" h="86887" extrusionOk="0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93;p24">
              <a:extLst>
                <a:ext uri="{FF2B5EF4-FFF2-40B4-BE49-F238E27FC236}">
                  <a16:creationId xmlns:a16="http://schemas.microsoft.com/office/drawing/2014/main" id="{643EC247-E6B4-08E0-B6E4-C50BD968B749}"/>
                </a:ext>
              </a:extLst>
            </p:cNvPr>
            <p:cNvSpPr/>
            <p:nvPr/>
          </p:nvSpPr>
          <p:spPr>
            <a:xfrm>
              <a:off x="5124926" y="4782825"/>
              <a:ext cx="116097" cy="60673"/>
            </a:xfrm>
            <a:custGeom>
              <a:avLst/>
              <a:gdLst/>
              <a:ahLst/>
              <a:cxnLst/>
              <a:rect l="l" t="t" r="r" b="b"/>
              <a:pathLst>
                <a:path w="116097" h="60673" extrusionOk="0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094;p24">
              <a:extLst>
                <a:ext uri="{FF2B5EF4-FFF2-40B4-BE49-F238E27FC236}">
                  <a16:creationId xmlns:a16="http://schemas.microsoft.com/office/drawing/2014/main" id="{3F4F1E07-2606-D982-6C07-533C1B23AC7F}"/>
                </a:ext>
              </a:extLst>
            </p:cNvPr>
            <p:cNvSpPr/>
            <p:nvPr/>
          </p:nvSpPr>
          <p:spPr>
            <a:xfrm>
              <a:off x="5154433" y="4234936"/>
              <a:ext cx="200389" cy="574156"/>
            </a:xfrm>
            <a:custGeom>
              <a:avLst/>
              <a:gdLst/>
              <a:ahLst/>
              <a:cxnLst/>
              <a:rect l="l" t="t" r="r" b="b"/>
              <a:pathLst>
                <a:path w="200389" h="574156" extrusionOk="0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095;p24">
              <a:extLst>
                <a:ext uri="{FF2B5EF4-FFF2-40B4-BE49-F238E27FC236}">
                  <a16:creationId xmlns:a16="http://schemas.microsoft.com/office/drawing/2014/main" id="{13A598C9-7107-8243-D3A1-4FDBB4D4F51C}"/>
                </a:ext>
              </a:extLst>
            </p:cNvPr>
            <p:cNvSpPr/>
            <p:nvPr/>
          </p:nvSpPr>
          <p:spPr>
            <a:xfrm>
              <a:off x="5199628" y="3876679"/>
              <a:ext cx="128464" cy="124722"/>
            </a:xfrm>
            <a:custGeom>
              <a:avLst/>
              <a:gdLst/>
              <a:ahLst/>
              <a:cxnLst/>
              <a:rect l="l" t="t" r="r" b="b"/>
              <a:pathLst>
                <a:path w="128464" h="124722" extrusionOk="0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096;p24">
              <a:extLst>
                <a:ext uri="{FF2B5EF4-FFF2-40B4-BE49-F238E27FC236}">
                  <a16:creationId xmlns:a16="http://schemas.microsoft.com/office/drawing/2014/main" id="{FDD9BA32-22FC-FE76-E0B3-9A323F95A2EA}"/>
                </a:ext>
              </a:extLst>
            </p:cNvPr>
            <p:cNvSpPr/>
            <p:nvPr/>
          </p:nvSpPr>
          <p:spPr>
            <a:xfrm>
              <a:off x="4996526" y="3906336"/>
              <a:ext cx="182485" cy="357686"/>
            </a:xfrm>
            <a:custGeom>
              <a:avLst/>
              <a:gdLst/>
              <a:ahLst/>
              <a:cxnLst/>
              <a:rect l="l" t="t" r="r" b="b"/>
              <a:pathLst>
                <a:path w="182485" h="357686" extrusionOk="0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097;p24">
              <a:extLst>
                <a:ext uri="{FF2B5EF4-FFF2-40B4-BE49-F238E27FC236}">
                  <a16:creationId xmlns:a16="http://schemas.microsoft.com/office/drawing/2014/main" id="{D36C1E92-CC71-AA57-2AE1-766D3902C6D9}"/>
                </a:ext>
              </a:extLst>
            </p:cNvPr>
            <p:cNvSpPr/>
            <p:nvPr/>
          </p:nvSpPr>
          <p:spPr>
            <a:xfrm>
              <a:off x="5154414" y="3894094"/>
              <a:ext cx="208226" cy="419055"/>
            </a:xfrm>
            <a:custGeom>
              <a:avLst/>
              <a:gdLst/>
              <a:ahLst/>
              <a:cxnLst/>
              <a:rect l="l" t="t" r="r" b="b"/>
              <a:pathLst>
                <a:path w="208226" h="419055" extrusionOk="0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098;p24">
              <a:extLst>
                <a:ext uri="{FF2B5EF4-FFF2-40B4-BE49-F238E27FC236}">
                  <a16:creationId xmlns:a16="http://schemas.microsoft.com/office/drawing/2014/main" id="{EB6B5772-98D6-50ED-2921-6B3871E6C89F}"/>
                </a:ext>
              </a:extLst>
            </p:cNvPr>
            <p:cNvSpPr/>
            <p:nvPr/>
          </p:nvSpPr>
          <p:spPr>
            <a:xfrm>
              <a:off x="5194395" y="3747198"/>
              <a:ext cx="138431" cy="168252"/>
            </a:xfrm>
            <a:custGeom>
              <a:avLst/>
              <a:gdLst/>
              <a:ahLst/>
              <a:cxnLst/>
              <a:rect l="l" t="t" r="r" b="b"/>
              <a:pathLst>
                <a:path w="138431" h="168252" extrusionOk="0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099;p24">
              <a:extLst>
                <a:ext uri="{FF2B5EF4-FFF2-40B4-BE49-F238E27FC236}">
                  <a16:creationId xmlns:a16="http://schemas.microsoft.com/office/drawing/2014/main" id="{AA6FE960-9ACB-20A1-942D-02875405796D}"/>
                </a:ext>
              </a:extLst>
            </p:cNvPr>
            <p:cNvSpPr/>
            <p:nvPr/>
          </p:nvSpPr>
          <p:spPr>
            <a:xfrm>
              <a:off x="5199668" y="3732408"/>
              <a:ext cx="146095" cy="144175"/>
            </a:xfrm>
            <a:custGeom>
              <a:avLst/>
              <a:gdLst/>
              <a:ahLst/>
              <a:cxnLst/>
              <a:rect l="l" t="t" r="r" b="b"/>
              <a:pathLst>
                <a:path w="146095" h="144175" extrusionOk="0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100;p24">
              <a:extLst>
                <a:ext uri="{FF2B5EF4-FFF2-40B4-BE49-F238E27FC236}">
                  <a16:creationId xmlns:a16="http://schemas.microsoft.com/office/drawing/2014/main" id="{BA0A4E82-F8F7-6851-2611-8B93495A20EB}"/>
                </a:ext>
              </a:extLst>
            </p:cNvPr>
            <p:cNvSpPr/>
            <p:nvPr/>
          </p:nvSpPr>
          <p:spPr>
            <a:xfrm>
              <a:off x="5186268" y="3976961"/>
              <a:ext cx="186859" cy="320520"/>
            </a:xfrm>
            <a:custGeom>
              <a:avLst/>
              <a:gdLst/>
              <a:ahLst/>
              <a:cxnLst/>
              <a:rect l="l" t="t" r="r" b="b"/>
              <a:pathLst>
                <a:path w="186859" h="320520" extrusionOk="0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101;p24">
              <a:extLst>
                <a:ext uri="{FF2B5EF4-FFF2-40B4-BE49-F238E27FC236}">
                  <a16:creationId xmlns:a16="http://schemas.microsoft.com/office/drawing/2014/main" id="{D123BAB3-47FF-A822-0988-58623524AD8A}"/>
                </a:ext>
              </a:extLst>
            </p:cNvPr>
            <p:cNvSpPr/>
            <p:nvPr/>
          </p:nvSpPr>
          <p:spPr>
            <a:xfrm>
              <a:off x="4957596" y="4074866"/>
              <a:ext cx="216348" cy="290578"/>
            </a:xfrm>
            <a:custGeom>
              <a:avLst/>
              <a:gdLst/>
              <a:ahLst/>
              <a:cxnLst/>
              <a:rect l="l" t="t" r="r" b="b"/>
              <a:pathLst>
                <a:path w="216348" h="290578" extrusionOk="0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102;p24">
              <a:extLst>
                <a:ext uri="{FF2B5EF4-FFF2-40B4-BE49-F238E27FC236}">
                  <a16:creationId xmlns:a16="http://schemas.microsoft.com/office/drawing/2014/main" id="{B54E9CCD-C309-B39B-B918-D74020740FBD}"/>
                </a:ext>
              </a:extLst>
            </p:cNvPr>
            <p:cNvSpPr/>
            <p:nvPr/>
          </p:nvSpPr>
          <p:spPr>
            <a:xfrm>
              <a:off x="5101717" y="4257084"/>
              <a:ext cx="109578" cy="53390"/>
            </a:xfrm>
            <a:custGeom>
              <a:avLst/>
              <a:gdLst/>
              <a:ahLst/>
              <a:cxnLst/>
              <a:rect l="l" t="t" r="r" b="b"/>
              <a:pathLst>
                <a:path w="109578" h="53390" extrusionOk="0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103;p24">
              <a:extLst>
                <a:ext uri="{FF2B5EF4-FFF2-40B4-BE49-F238E27FC236}">
                  <a16:creationId xmlns:a16="http://schemas.microsoft.com/office/drawing/2014/main" id="{A750A034-F4AC-DAFB-E430-803A16349133}"/>
                </a:ext>
              </a:extLst>
            </p:cNvPr>
            <p:cNvSpPr/>
            <p:nvPr/>
          </p:nvSpPr>
          <p:spPr>
            <a:xfrm>
              <a:off x="4984781" y="4223327"/>
              <a:ext cx="67863" cy="55821"/>
            </a:xfrm>
            <a:custGeom>
              <a:avLst/>
              <a:gdLst/>
              <a:ahLst/>
              <a:cxnLst/>
              <a:rect l="l" t="t" r="r" b="b"/>
              <a:pathLst>
                <a:path w="67863" h="55821" extrusionOk="0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104;p24">
              <a:extLst>
                <a:ext uri="{FF2B5EF4-FFF2-40B4-BE49-F238E27FC236}">
                  <a16:creationId xmlns:a16="http://schemas.microsoft.com/office/drawing/2014/main" id="{DA0BCFB5-937E-356B-FAEA-B6CB9B21C979}"/>
                </a:ext>
              </a:extLst>
            </p:cNvPr>
            <p:cNvSpPr/>
            <p:nvPr/>
          </p:nvSpPr>
          <p:spPr>
            <a:xfrm>
              <a:off x="5132255" y="3894454"/>
              <a:ext cx="67293" cy="97715"/>
            </a:xfrm>
            <a:custGeom>
              <a:avLst/>
              <a:gdLst/>
              <a:ahLst/>
              <a:cxnLst/>
              <a:rect l="l" t="t" r="r" b="b"/>
              <a:pathLst>
                <a:path w="67293" h="97715" extrusionOk="0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1105;p24">
              <a:extLst>
                <a:ext uri="{FF2B5EF4-FFF2-40B4-BE49-F238E27FC236}">
                  <a16:creationId xmlns:a16="http://schemas.microsoft.com/office/drawing/2014/main" id="{04730AFF-1659-D5C8-FF40-3533E15955A1}"/>
                </a:ext>
              </a:extLst>
            </p:cNvPr>
            <p:cNvSpPr/>
            <p:nvPr/>
          </p:nvSpPr>
          <p:spPr>
            <a:xfrm>
              <a:off x="5305132" y="3960902"/>
              <a:ext cx="81740" cy="121566"/>
            </a:xfrm>
            <a:custGeom>
              <a:avLst/>
              <a:gdLst/>
              <a:ahLst/>
              <a:cxnLst/>
              <a:rect l="l" t="t" r="r" b="b"/>
              <a:pathLst>
                <a:path w="81740" h="121566" extrusionOk="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1106;p24">
              <a:extLst>
                <a:ext uri="{FF2B5EF4-FFF2-40B4-BE49-F238E27FC236}">
                  <a16:creationId xmlns:a16="http://schemas.microsoft.com/office/drawing/2014/main" id="{0307F5AA-0E34-D199-33D0-E1A2772A35B5}"/>
                </a:ext>
              </a:extLst>
            </p:cNvPr>
            <p:cNvSpPr/>
            <p:nvPr/>
          </p:nvSpPr>
          <p:spPr>
            <a:xfrm>
              <a:off x="2821998" y="4049582"/>
              <a:ext cx="101559" cy="177370"/>
            </a:xfrm>
            <a:custGeom>
              <a:avLst/>
              <a:gdLst/>
              <a:ahLst/>
              <a:cxnLst/>
              <a:rect l="l" t="t" r="r" b="b"/>
              <a:pathLst>
                <a:path w="101559" h="177370" extrusionOk="0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1107;p24">
              <a:extLst>
                <a:ext uri="{FF2B5EF4-FFF2-40B4-BE49-F238E27FC236}">
                  <a16:creationId xmlns:a16="http://schemas.microsoft.com/office/drawing/2014/main" id="{85588F5F-E1EE-E53F-380E-195C18A080B1}"/>
                </a:ext>
              </a:extLst>
            </p:cNvPr>
            <p:cNvSpPr/>
            <p:nvPr/>
          </p:nvSpPr>
          <p:spPr>
            <a:xfrm>
              <a:off x="2814097" y="3945071"/>
              <a:ext cx="67769" cy="130685"/>
            </a:xfrm>
            <a:custGeom>
              <a:avLst/>
              <a:gdLst/>
              <a:ahLst/>
              <a:cxnLst/>
              <a:rect l="l" t="t" r="r" b="b"/>
              <a:pathLst>
                <a:path w="67769" h="130685" extrusionOk="0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108;p24">
              <a:extLst>
                <a:ext uri="{FF2B5EF4-FFF2-40B4-BE49-F238E27FC236}">
                  <a16:creationId xmlns:a16="http://schemas.microsoft.com/office/drawing/2014/main" id="{069DE08B-C56C-CF85-6DDA-8316F7053AC2}"/>
                </a:ext>
              </a:extLst>
            </p:cNvPr>
            <p:cNvSpPr/>
            <p:nvPr/>
          </p:nvSpPr>
          <p:spPr>
            <a:xfrm>
              <a:off x="2966810" y="4837262"/>
              <a:ext cx="145801" cy="82247"/>
            </a:xfrm>
            <a:custGeom>
              <a:avLst/>
              <a:gdLst/>
              <a:ahLst/>
              <a:cxnLst/>
              <a:rect l="l" t="t" r="r" b="b"/>
              <a:pathLst>
                <a:path w="145801" h="82247" extrusionOk="0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1109;p24">
              <a:extLst>
                <a:ext uri="{FF2B5EF4-FFF2-40B4-BE49-F238E27FC236}">
                  <a16:creationId xmlns:a16="http://schemas.microsoft.com/office/drawing/2014/main" id="{BA69A544-6BF8-F326-ADA3-B25E6B30CBCF}"/>
                </a:ext>
              </a:extLst>
            </p:cNvPr>
            <p:cNvSpPr/>
            <p:nvPr/>
          </p:nvSpPr>
          <p:spPr>
            <a:xfrm>
              <a:off x="2969244" y="4850979"/>
              <a:ext cx="143767" cy="68530"/>
            </a:xfrm>
            <a:custGeom>
              <a:avLst/>
              <a:gdLst/>
              <a:ahLst/>
              <a:cxnLst/>
              <a:rect l="l" t="t" r="r" b="b"/>
              <a:pathLst>
                <a:path w="143767" h="68530" extrusionOk="0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110;p24">
              <a:extLst>
                <a:ext uri="{FF2B5EF4-FFF2-40B4-BE49-F238E27FC236}">
                  <a16:creationId xmlns:a16="http://schemas.microsoft.com/office/drawing/2014/main" id="{907AC3A4-13E8-B8AE-41F0-02D43363ACBF}"/>
                </a:ext>
              </a:extLst>
            </p:cNvPr>
            <p:cNvSpPr/>
            <p:nvPr/>
          </p:nvSpPr>
          <p:spPr>
            <a:xfrm>
              <a:off x="2864165" y="4805303"/>
              <a:ext cx="146191" cy="82209"/>
            </a:xfrm>
            <a:custGeom>
              <a:avLst/>
              <a:gdLst/>
              <a:ahLst/>
              <a:cxnLst/>
              <a:rect l="l" t="t" r="r" b="b"/>
              <a:pathLst>
                <a:path w="146191" h="82209" extrusionOk="0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111;p24">
              <a:extLst>
                <a:ext uri="{FF2B5EF4-FFF2-40B4-BE49-F238E27FC236}">
                  <a16:creationId xmlns:a16="http://schemas.microsoft.com/office/drawing/2014/main" id="{AE692ED2-BB66-9245-50C9-3C2346EFE872}"/>
                </a:ext>
              </a:extLst>
            </p:cNvPr>
            <p:cNvSpPr/>
            <p:nvPr/>
          </p:nvSpPr>
          <p:spPr>
            <a:xfrm>
              <a:off x="2866543" y="4818565"/>
              <a:ext cx="143767" cy="68566"/>
            </a:xfrm>
            <a:custGeom>
              <a:avLst/>
              <a:gdLst/>
              <a:ahLst/>
              <a:cxnLst/>
              <a:rect l="l" t="t" r="r" b="b"/>
              <a:pathLst>
                <a:path w="143767" h="68566" extrusionOk="0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112;p24">
              <a:extLst>
                <a:ext uri="{FF2B5EF4-FFF2-40B4-BE49-F238E27FC236}">
                  <a16:creationId xmlns:a16="http://schemas.microsoft.com/office/drawing/2014/main" id="{9171AC84-91F4-C2CE-C64F-A7010AC023C0}"/>
                </a:ext>
              </a:extLst>
            </p:cNvPr>
            <p:cNvSpPr/>
            <p:nvPr/>
          </p:nvSpPr>
          <p:spPr>
            <a:xfrm>
              <a:off x="2858160" y="4267254"/>
              <a:ext cx="210834" cy="594226"/>
            </a:xfrm>
            <a:custGeom>
              <a:avLst/>
              <a:gdLst/>
              <a:ahLst/>
              <a:cxnLst/>
              <a:rect l="l" t="t" r="r" b="b"/>
              <a:pathLst>
                <a:path w="210834" h="594226" extrusionOk="0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1113;p24">
              <a:extLst>
                <a:ext uri="{FF2B5EF4-FFF2-40B4-BE49-F238E27FC236}">
                  <a16:creationId xmlns:a16="http://schemas.microsoft.com/office/drawing/2014/main" id="{A7EDBA77-1B63-223B-CDC5-4E9670B01D76}"/>
                </a:ext>
              </a:extLst>
            </p:cNvPr>
            <p:cNvSpPr/>
            <p:nvPr/>
          </p:nvSpPr>
          <p:spPr>
            <a:xfrm>
              <a:off x="2884049" y="3772563"/>
              <a:ext cx="155365" cy="247695"/>
            </a:xfrm>
            <a:custGeom>
              <a:avLst/>
              <a:gdLst/>
              <a:ahLst/>
              <a:cxnLst/>
              <a:rect l="l" t="t" r="r" b="b"/>
              <a:pathLst>
                <a:path w="155365" h="247695" extrusionOk="0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1114;p24">
              <a:extLst>
                <a:ext uri="{FF2B5EF4-FFF2-40B4-BE49-F238E27FC236}">
                  <a16:creationId xmlns:a16="http://schemas.microsoft.com/office/drawing/2014/main" id="{0250C1D3-273B-55A9-937A-53DE24D9F46E}"/>
                </a:ext>
              </a:extLst>
            </p:cNvPr>
            <p:cNvSpPr/>
            <p:nvPr/>
          </p:nvSpPr>
          <p:spPr>
            <a:xfrm>
              <a:off x="2832349" y="3948237"/>
              <a:ext cx="239208" cy="394751"/>
            </a:xfrm>
            <a:custGeom>
              <a:avLst/>
              <a:gdLst/>
              <a:ahLst/>
              <a:cxnLst/>
              <a:rect l="l" t="t" r="r" b="b"/>
              <a:pathLst>
                <a:path w="239208" h="394751" extrusionOk="0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115;p24">
              <a:extLst>
                <a:ext uri="{FF2B5EF4-FFF2-40B4-BE49-F238E27FC236}">
                  <a16:creationId xmlns:a16="http://schemas.microsoft.com/office/drawing/2014/main" id="{CBE4E003-1288-23B6-9C37-73C8BCAA5EF1}"/>
                </a:ext>
              </a:extLst>
            </p:cNvPr>
            <p:cNvSpPr/>
            <p:nvPr/>
          </p:nvSpPr>
          <p:spPr>
            <a:xfrm>
              <a:off x="3011886" y="4098914"/>
              <a:ext cx="63391" cy="288487"/>
            </a:xfrm>
            <a:custGeom>
              <a:avLst/>
              <a:gdLst/>
              <a:ahLst/>
              <a:cxnLst/>
              <a:rect l="l" t="t" r="r" b="b"/>
              <a:pathLst>
                <a:path w="63391" h="288487" extrusionOk="0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116;p24">
              <a:extLst>
                <a:ext uri="{FF2B5EF4-FFF2-40B4-BE49-F238E27FC236}">
                  <a16:creationId xmlns:a16="http://schemas.microsoft.com/office/drawing/2014/main" id="{23AD6E62-8849-DCCB-07E8-0C03DB640343}"/>
                </a:ext>
              </a:extLst>
            </p:cNvPr>
            <p:cNvSpPr/>
            <p:nvPr/>
          </p:nvSpPr>
          <p:spPr>
            <a:xfrm>
              <a:off x="2997806" y="3997207"/>
              <a:ext cx="83658" cy="135231"/>
            </a:xfrm>
            <a:custGeom>
              <a:avLst/>
              <a:gdLst/>
              <a:ahLst/>
              <a:cxnLst/>
              <a:rect l="l" t="t" r="r" b="b"/>
              <a:pathLst>
                <a:path w="83658" h="135231" extrusionOk="0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117;p24">
              <a:extLst>
                <a:ext uri="{FF2B5EF4-FFF2-40B4-BE49-F238E27FC236}">
                  <a16:creationId xmlns:a16="http://schemas.microsoft.com/office/drawing/2014/main" id="{267B872B-F1B6-FA6C-D666-609274E606C0}"/>
                </a:ext>
              </a:extLst>
            </p:cNvPr>
            <p:cNvSpPr/>
            <p:nvPr/>
          </p:nvSpPr>
          <p:spPr>
            <a:xfrm>
              <a:off x="2888823" y="3761654"/>
              <a:ext cx="150557" cy="165637"/>
            </a:xfrm>
            <a:custGeom>
              <a:avLst/>
              <a:gdLst/>
              <a:ahLst/>
              <a:cxnLst/>
              <a:rect l="l" t="t" r="r" b="b"/>
              <a:pathLst>
                <a:path w="150557" h="165637" extrusionOk="0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118;p24">
              <a:extLst>
                <a:ext uri="{FF2B5EF4-FFF2-40B4-BE49-F238E27FC236}">
                  <a16:creationId xmlns:a16="http://schemas.microsoft.com/office/drawing/2014/main" id="{DFFB056F-024A-D6A7-1ED3-4A03E84DF8C5}"/>
                </a:ext>
              </a:extLst>
            </p:cNvPr>
            <p:cNvSpPr/>
            <p:nvPr/>
          </p:nvSpPr>
          <p:spPr>
            <a:xfrm>
              <a:off x="2091982" y="2625612"/>
              <a:ext cx="210167" cy="307273"/>
            </a:xfrm>
            <a:custGeom>
              <a:avLst/>
              <a:gdLst/>
              <a:ahLst/>
              <a:cxnLst/>
              <a:rect l="l" t="t" r="r" b="b"/>
              <a:pathLst>
                <a:path w="210167" h="307273" extrusionOk="0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119;p24">
              <a:extLst>
                <a:ext uri="{FF2B5EF4-FFF2-40B4-BE49-F238E27FC236}">
                  <a16:creationId xmlns:a16="http://schemas.microsoft.com/office/drawing/2014/main" id="{F4DCA511-0EC1-3300-0C0E-3ACF6E120A3B}"/>
                </a:ext>
              </a:extLst>
            </p:cNvPr>
            <p:cNvSpPr/>
            <p:nvPr/>
          </p:nvSpPr>
          <p:spPr>
            <a:xfrm>
              <a:off x="2269538" y="2847336"/>
              <a:ext cx="39152" cy="227300"/>
            </a:xfrm>
            <a:custGeom>
              <a:avLst/>
              <a:gdLst/>
              <a:ahLst/>
              <a:cxnLst/>
              <a:rect l="l" t="t" r="r" b="b"/>
              <a:pathLst>
                <a:path w="39152" h="227300" extrusionOk="0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120;p24">
              <a:extLst>
                <a:ext uri="{FF2B5EF4-FFF2-40B4-BE49-F238E27FC236}">
                  <a16:creationId xmlns:a16="http://schemas.microsoft.com/office/drawing/2014/main" id="{9A9DEC49-BF0C-311A-01CB-78F552E59ADA}"/>
                </a:ext>
              </a:extLst>
            </p:cNvPr>
            <p:cNvSpPr/>
            <p:nvPr/>
          </p:nvSpPr>
          <p:spPr>
            <a:xfrm>
              <a:off x="2185896" y="2622782"/>
              <a:ext cx="100407" cy="124097"/>
            </a:xfrm>
            <a:custGeom>
              <a:avLst/>
              <a:gdLst/>
              <a:ahLst/>
              <a:cxnLst/>
              <a:rect l="l" t="t" r="r" b="b"/>
              <a:pathLst>
                <a:path w="100407" h="124097" extrusionOk="0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121;p24">
              <a:extLst>
                <a:ext uri="{FF2B5EF4-FFF2-40B4-BE49-F238E27FC236}">
                  <a16:creationId xmlns:a16="http://schemas.microsoft.com/office/drawing/2014/main" id="{1A1C2C49-06D4-6A58-0099-7BB8E00233D7}"/>
                </a:ext>
              </a:extLst>
            </p:cNvPr>
            <p:cNvSpPr/>
            <p:nvPr/>
          </p:nvSpPr>
          <p:spPr>
            <a:xfrm>
              <a:off x="2142363" y="2757613"/>
              <a:ext cx="124104" cy="138364"/>
            </a:xfrm>
            <a:custGeom>
              <a:avLst/>
              <a:gdLst/>
              <a:ahLst/>
              <a:cxnLst/>
              <a:rect l="l" t="t" r="r" b="b"/>
              <a:pathLst>
                <a:path w="124104" h="138364" extrusionOk="0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122;p24">
              <a:extLst>
                <a:ext uri="{FF2B5EF4-FFF2-40B4-BE49-F238E27FC236}">
                  <a16:creationId xmlns:a16="http://schemas.microsoft.com/office/drawing/2014/main" id="{EFE427CF-DFEF-56ED-85AE-A5438620CBE8}"/>
                </a:ext>
              </a:extLst>
            </p:cNvPr>
            <p:cNvSpPr/>
            <p:nvPr/>
          </p:nvSpPr>
          <p:spPr>
            <a:xfrm>
              <a:off x="2121718" y="2803072"/>
              <a:ext cx="180978" cy="208003"/>
            </a:xfrm>
            <a:custGeom>
              <a:avLst/>
              <a:gdLst/>
              <a:ahLst/>
              <a:cxnLst/>
              <a:rect l="l" t="t" r="r" b="b"/>
              <a:pathLst>
                <a:path w="180978" h="208003" extrusionOk="0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123;p24">
              <a:extLst>
                <a:ext uri="{FF2B5EF4-FFF2-40B4-BE49-F238E27FC236}">
                  <a16:creationId xmlns:a16="http://schemas.microsoft.com/office/drawing/2014/main" id="{64FE1430-52E8-BB81-F6FD-6F2ED0F8F7FF}"/>
                </a:ext>
              </a:extLst>
            </p:cNvPr>
            <p:cNvSpPr/>
            <p:nvPr/>
          </p:nvSpPr>
          <p:spPr>
            <a:xfrm>
              <a:off x="2137334" y="2632700"/>
              <a:ext cx="133195" cy="163980"/>
            </a:xfrm>
            <a:custGeom>
              <a:avLst/>
              <a:gdLst/>
              <a:ahLst/>
              <a:cxnLst/>
              <a:rect l="l" t="t" r="r" b="b"/>
              <a:pathLst>
                <a:path w="133195" h="163980" extrusionOk="0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124;p24">
              <a:extLst>
                <a:ext uri="{FF2B5EF4-FFF2-40B4-BE49-F238E27FC236}">
                  <a16:creationId xmlns:a16="http://schemas.microsoft.com/office/drawing/2014/main" id="{0D3F2502-FC84-BF75-7851-62257CBBA33F}"/>
                </a:ext>
              </a:extLst>
            </p:cNvPr>
            <p:cNvSpPr/>
            <p:nvPr/>
          </p:nvSpPr>
          <p:spPr>
            <a:xfrm>
              <a:off x="2131362" y="2631771"/>
              <a:ext cx="133630" cy="125556"/>
            </a:xfrm>
            <a:custGeom>
              <a:avLst/>
              <a:gdLst/>
              <a:ahLst/>
              <a:cxnLst/>
              <a:rect l="l" t="t" r="r" b="b"/>
              <a:pathLst>
                <a:path w="133630" h="125556" extrusionOk="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125;p24">
              <a:extLst>
                <a:ext uri="{FF2B5EF4-FFF2-40B4-BE49-F238E27FC236}">
                  <a16:creationId xmlns:a16="http://schemas.microsoft.com/office/drawing/2014/main" id="{D14F5BB8-DB48-F630-C87F-E4F08127E942}"/>
                </a:ext>
              </a:extLst>
            </p:cNvPr>
            <p:cNvSpPr/>
            <p:nvPr/>
          </p:nvSpPr>
          <p:spPr>
            <a:xfrm>
              <a:off x="2137527" y="3718507"/>
              <a:ext cx="105640" cy="80438"/>
            </a:xfrm>
            <a:custGeom>
              <a:avLst/>
              <a:gdLst/>
              <a:ahLst/>
              <a:cxnLst/>
              <a:rect l="l" t="t" r="r" b="b"/>
              <a:pathLst>
                <a:path w="105640" h="80438" extrusionOk="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126;p24">
              <a:extLst>
                <a:ext uri="{FF2B5EF4-FFF2-40B4-BE49-F238E27FC236}">
                  <a16:creationId xmlns:a16="http://schemas.microsoft.com/office/drawing/2014/main" id="{D9CB65E7-AAC5-82EC-66DA-5B3F23178DB8}"/>
                </a:ext>
              </a:extLst>
            </p:cNvPr>
            <p:cNvSpPr/>
            <p:nvPr/>
          </p:nvSpPr>
          <p:spPr>
            <a:xfrm>
              <a:off x="2137841" y="3744079"/>
              <a:ext cx="105259" cy="54863"/>
            </a:xfrm>
            <a:custGeom>
              <a:avLst/>
              <a:gdLst/>
              <a:ahLst/>
              <a:cxnLst/>
              <a:rect l="l" t="t" r="r" b="b"/>
              <a:pathLst>
                <a:path w="105259" h="54863" extrusionOk="0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127;p24">
              <a:extLst>
                <a:ext uri="{FF2B5EF4-FFF2-40B4-BE49-F238E27FC236}">
                  <a16:creationId xmlns:a16="http://schemas.microsoft.com/office/drawing/2014/main" id="{81525D94-B869-4787-0687-7632D193D047}"/>
                </a:ext>
              </a:extLst>
            </p:cNvPr>
            <p:cNvSpPr/>
            <p:nvPr/>
          </p:nvSpPr>
          <p:spPr>
            <a:xfrm>
              <a:off x="2226539" y="3701115"/>
              <a:ext cx="96273" cy="74358"/>
            </a:xfrm>
            <a:custGeom>
              <a:avLst/>
              <a:gdLst/>
              <a:ahLst/>
              <a:cxnLst/>
              <a:rect l="l" t="t" r="r" b="b"/>
              <a:pathLst>
                <a:path w="96273" h="74358" extrusionOk="0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128;p24">
              <a:extLst>
                <a:ext uri="{FF2B5EF4-FFF2-40B4-BE49-F238E27FC236}">
                  <a16:creationId xmlns:a16="http://schemas.microsoft.com/office/drawing/2014/main" id="{486E7E9D-9F5D-34B6-56D9-B14C85D7D30A}"/>
                </a:ext>
              </a:extLst>
            </p:cNvPr>
            <p:cNvSpPr/>
            <p:nvPr/>
          </p:nvSpPr>
          <p:spPr>
            <a:xfrm>
              <a:off x="2226484" y="3725354"/>
              <a:ext cx="95903" cy="50071"/>
            </a:xfrm>
            <a:custGeom>
              <a:avLst/>
              <a:gdLst/>
              <a:ahLst/>
              <a:cxnLst/>
              <a:rect l="l" t="t" r="r" b="b"/>
              <a:pathLst>
                <a:path w="95903" h="50071" extrusionOk="0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1129;p24">
              <a:extLst>
                <a:ext uri="{FF2B5EF4-FFF2-40B4-BE49-F238E27FC236}">
                  <a16:creationId xmlns:a16="http://schemas.microsoft.com/office/drawing/2014/main" id="{96D14F9F-A91F-F782-733D-3E6C40A177E5}"/>
                </a:ext>
              </a:extLst>
            </p:cNvPr>
            <p:cNvSpPr/>
            <p:nvPr/>
          </p:nvSpPr>
          <p:spPr>
            <a:xfrm>
              <a:off x="2101518" y="3008174"/>
              <a:ext cx="205910" cy="717579"/>
            </a:xfrm>
            <a:custGeom>
              <a:avLst/>
              <a:gdLst/>
              <a:ahLst/>
              <a:cxnLst/>
              <a:rect l="l" t="t" r="r" b="b"/>
              <a:pathLst>
                <a:path w="205910" h="717579" extrusionOk="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130;p24">
              <a:extLst>
                <a:ext uri="{FF2B5EF4-FFF2-40B4-BE49-F238E27FC236}">
                  <a16:creationId xmlns:a16="http://schemas.microsoft.com/office/drawing/2014/main" id="{8A64DE99-A5CF-1BBA-2C98-F971DBD00C43}"/>
                </a:ext>
              </a:extLst>
            </p:cNvPr>
            <p:cNvSpPr/>
            <p:nvPr/>
          </p:nvSpPr>
          <p:spPr>
            <a:xfrm>
              <a:off x="2096876" y="2994106"/>
              <a:ext cx="219176" cy="477454"/>
            </a:xfrm>
            <a:custGeom>
              <a:avLst/>
              <a:gdLst/>
              <a:ahLst/>
              <a:cxnLst/>
              <a:rect l="l" t="t" r="r" b="b"/>
              <a:pathLst>
                <a:path w="219176" h="477454" extrusionOk="0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1131;p24">
              <a:extLst>
                <a:ext uri="{FF2B5EF4-FFF2-40B4-BE49-F238E27FC236}">
                  <a16:creationId xmlns:a16="http://schemas.microsoft.com/office/drawing/2014/main" id="{1A8D84F8-C31C-B353-0FA5-E94C8C0DC37B}"/>
                </a:ext>
              </a:extLst>
            </p:cNvPr>
            <p:cNvSpPr/>
            <p:nvPr/>
          </p:nvSpPr>
          <p:spPr>
            <a:xfrm>
              <a:off x="2115642" y="2850934"/>
              <a:ext cx="316003" cy="274536"/>
            </a:xfrm>
            <a:custGeom>
              <a:avLst/>
              <a:gdLst/>
              <a:ahLst/>
              <a:cxnLst/>
              <a:rect l="l" t="t" r="r" b="b"/>
              <a:pathLst>
                <a:path w="316003" h="274536" extrusionOk="0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132;p24">
              <a:extLst>
                <a:ext uri="{FF2B5EF4-FFF2-40B4-BE49-F238E27FC236}">
                  <a16:creationId xmlns:a16="http://schemas.microsoft.com/office/drawing/2014/main" id="{683A3092-ED26-4FD2-78C9-3A2826CE2637}"/>
                </a:ext>
              </a:extLst>
            </p:cNvPr>
            <p:cNvSpPr/>
            <p:nvPr/>
          </p:nvSpPr>
          <p:spPr>
            <a:xfrm>
              <a:off x="2110000" y="2833008"/>
              <a:ext cx="75991" cy="89275"/>
            </a:xfrm>
            <a:custGeom>
              <a:avLst/>
              <a:gdLst/>
              <a:ahLst/>
              <a:cxnLst/>
              <a:rect l="l" t="t" r="r" b="b"/>
              <a:pathLst>
                <a:path w="75991" h="89275" extrusionOk="0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133;p24">
              <a:extLst>
                <a:ext uri="{FF2B5EF4-FFF2-40B4-BE49-F238E27FC236}">
                  <a16:creationId xmlns:a16="http://schemas.microsoft.com/office/drawing/2014/main" id="{02A597AA-853D-AAF9-FD21-397FCD51B99D}"/>
                </a:ext>
              </a:extLst>
            </p:cNvPr>
            <p:cNvSpPr/>
            <p:nvPr/>
          </p:nvSpPr>
          <p:spPr>
            <a:xfrm>
              <a:off x="2246717" y="2802864"/>
              <a:ext cx="61392" cy="64630"/>
            </a:xfrm>
            <a:custGeom>
              <a:avLst/>
              <a:gdLst/>
              <a:ahLst/>
              <a:cxnLst/>
              <a:rect l="l" t="t" r="r" b="b"/>
              <a:pathLst>
                <a:path w="61392" h="64630" extrusionOk="0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134;p24">
              <a:extLst>
                <a:ext uri="{FF2B5EF4-FFF2-40B4-BE49-F238E27FC236}">
                  <a16:creationId xmlns:a16="http://schemas.microsoft.com/office/drawing/2014/main" id="{ABF56BDD-D2A3-C45E-C560-5137F9E00F5A}"/>
                </a:ext>
              </a:extLst>
            </p:cNvPr>
            <p:cNvSpPr/>
            <p:nvPr/>
          </p:nvSpPr>
          <p:spPr>
            <a:xfrm>
              <a:off x="2092047" y="1119152"/>
              <a:ext cx="668082" cy="515307"/>
            </a:xfrm>
            <a:custGeom>
              <a:avLst/>
              <a:gdLst/>
              <a:ahLst/>
              <a:cxnLst/>
              <a:rect l="l" t="t" r="r" b="b"/>
              <a:pathLst>
                <a:path w="668082" h="515307" extrusionOk="0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1135;p24">
              <a:extLst>
                <a:ext uri="{FF2B5EF4-FFF2-40B4-BE49-F238E27FC236}">
                  <a16:creationId xmlns:a16="http://schemas.microsoft.com/office/drawing/2014/main" id="{2C86AF7E-AB8E-D6A7-F4DA-309D0361128D}"/>
                </a:ext>
              </a:extLst>
            </p:cNvPr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avLst/>
              <a:gdLst/>
              <a:ahLst/>
              <a:cxnLst/>
              <a:rect l="l" t="t" r="r" b="b"/>
              <a:pathLst>
                <a:path w="232624" h="134025" extrusionOk="0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1136;p24">
              <a:extLst>
                <a:ext uri="{FF2B5EF4-FFF2-40B4-BE49-F238E27FC236}">
                  <a16:creationId xmlns:a16="http://schemas.microsoft.com/office/drawing/2014/main" id="{0B483AA3-9F5F-01F9-93C8-2AEBF961E9BC}"/>
                </a:ext>
              </a:extLst>
            </p:cNvPr>
            <p:cNvSpPr/>
            <p:nvPr/>
          </p:nvSpPr>
          <p:spPr>
            <a:xfrm>
              <a:off x="2667422" y="1490358"/>
              <a:ext cx="274409" cy="269191"/>
            </a:xfrm>
            <a:custGeom>
              <a:avLst/>
              <a:gdLst/>
              <a:ahLst/>
              <a:cxnLst/>
              <a:rect l="l" t="t" r="r" b="b"/>
              <a:pathLst>
                <a:path w="274409" h="269191" extrusionOk="0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137;p24">
              <a:extLst>
                <a:ext uri="{FF2B5EF4-FFF2-40B4-BE49-F238E27FC236}">
                  <a16:creationId xmlns:a16="http://schemas.microsoft.com/office/drawing/2014/main" id="{1BEBFB77-BA6C-7DAA-EBC5-4CA42778A803}"/>
                </a:ext>
              </a:extLst>
            </p:cNvPr>
            <p:cNvSpPr/>
            <p:nvPr/>
          </p:nvSpPr>
          <p:spPr>
            <a:xfrm>
              <a:off x="2667422" y="1454143"/>
              <a:ext cx="337610" cy="194669"/>
            </a:xfrm>
            <a:custGeom>
              <a:avLst/>
              <a:gdLst/>
              <a:ahLst/>
              <a:cxnLst/>
              <a:rect l="l" t="t" r="r" b="b"/>
              <a:pathLst>
                <a:path w="337610" h="194669" extrusionOk="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138;p24">
              <a:extLst>
                <a:ext uri="{FF2B5EF4-FFF2-40B4-BE49-F238E27FC236}">
                  <a16:creationId xmlns:a16="http://schemas.microsoft.com/office/drawing/2014/main" id="{796089E5-FC1B-0CD3-C0A5-5B29F287B279}"/>
                </a:ext>
              </a:extLst>
            </p:cNvPr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avLst/>
              <a:gdLst/>
              <a:ahLst/>
              <a:cxnLst/>
              <a:rect l="l" t="t" r="r" b="b"/>
              <a:pathLst>
                <a:path w="690640" h="1194633" extrusionOk="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139;p24">
              <a:extLst>
                <a:ext uri="{FF2B5EF4-FFF2-40B4-BE49-F238E27FC236}">
                  <a16:creationId xmlns:a16="http://schemas.microsoft.com/office/drawing/2014/main" id="{82D47A6F-95BA-C11E-C582-4137616539A0}"/>
                </a:ext>
              </a:extLst>
            </p:cNvPr>
            <p:cNvSpPr/>
            <p:nvPr/>
          </p:nvSpPr>
          <p:spPr>
            <a:xfrm>
              <a:off x="2858071" y="1161854"/>
              <a:ext cx="1027965" cy="1324206"/>
            </a:xfrm>
            <a:custGeom>
              <a:avLst/>
              <a:gdLst/>
              <a:ahLst/>
              <a:cxnLst/>
              <a:rect l="l" t="t" r="r" b="b"/>
              <a:pathLst>
                <a:path w="1027965" h="1324206" extrusionOk="0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140;p24">
              <a:extLst>
                <a:ext uri="{FF2B5EF4-FFF2-40B4-BE49-F238E27FC236}">
                  <a16:creationId xmlns:a16="http://schemas.microsoft.com/office/drawing/2014/main" id="{0A7C5C52-84C9-B8C7-2C4B-E5EE8D4C438A}"/>
                </a:ext>
              </a:extLst>
            </p:cNvPr>
            <p:cNvSpPr/>
            <p:nvPr/>
          </p:nvSpPr>
          <p:spPr>
            <a:xfrm>
              <a:off x="2800391" y="1195123"/>
              <a:ext cx="1027965" cy="1324248"/>
            </a:xfrm>
            <a:custGeom>
              <a:avLst/>
              <a:gdLst/>
              <a:ahLst/>
              <a:cxnLst/>
              <a:rect l="l" t="t" r="r" b="b"/>
              <a:pathLst>
                <a:path w="1027965" h="1324248" extrusionOk="0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252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68531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2700"/>
              <a:t>Reference Points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457199" y="1475853"/>
            <a:ext cx="8390965" cy="316079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700"/>
              <a:t>Microsoft Learn: Generate embeddings for vector store providers.</a:t>
            </a:r>
          </a:p>
          <a:p>
            <a:r>
              <a:rPr sz="1700"/>
              <a:t>Microsoft Learn: Semantic Kernel embedding generation for vector-store connectors.</a:t>
            </a:r>
          </a:p>
          <a:p>
            <a:r>
              <a:rPr sz="1700"/>
              <a:t>Microsoft Learn: SQLite Vector Store connector.</a:t>
            </a:r>
          </a:p>
          <a:p>
            <a:r>
              <a:rPr sz="1700"/>
              <a:t>Microsoft Learn: Out-of-the-box Vector Store connectors.</a:t>
            </a:r>
          </a:p>
          <a:p>
            <a:r>
              <a:rPr sz="1700"/>
              <a:t>Microsoft Learn: Azure OpenAI embeddings and Azure AI Search embedding skill documentation.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sz="1200"/>
              <a:t>10</a:t>
            </a:r>
          </a:p>
        </p:txBody>
      </p:sp>
      <p:grpSp>
        <p:nvGrpSpPr>
          <p:cNvPr id="2" name="Google Shape;348;p13">
            <a:extLst>
              <a:ext uri="{FF2B5EF4-FFF2-40B4-BE49-F238E27FC236}">
                <a16:creationId xmlns:a16="http://schemas.microsoft.com/office/drawing/2014/main" id="{285E1ABB-89FA-F5A6-9502-282106EE541C}"/>
              </a:ext>
            </a:extLst>
          </p:cNvPr>
          <p:cNvGrpSpPr/>
          <p:nvPr/>
        </p:nvGrpSpPr>
        <p:grpSpPr>
          <a:xfrm>
            <a:off x="6642847" y="380988"/>
            <a:ext cx="2120154" cy="1082700"/>
            <a:chOff x="6986665" y="3298709"/>
            <a:chExt cx="1817809" cy="1077669"/>
          </a:xfrm>
        </p:grpSpPr>
        <p:sp>
          <p:nvSpPr>
            <p:cNvPr id="3" name="Google Shape;349;p13">
              <a:extLst>
                <a:ext uri="{FF2B5EF4-FFF2-40B4-BE49-F238E27FC236}">
                  <a16:creationId xmlns:a16="http://schemas.microsoft.com/office/drawing/2014/main" id="{AF39DCD7-CB8F-F5AD-9149-4F2BF929F8F2}"/>
                </a:ext>
              </a:extLst>
            </p:cNvPr>
            <p:cNvSpPr/>
            <p:nvPr/>
          </p:nvSpPr>
          <p:spPr>
            <a:xfrm>
              <a:off x="6986665" y="3342725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350;p13">
              <a:extLst>
                <a:ext uri="{FF2B5EF4-FFF2-40B4-BE49-F238E27FC236}">
                  <a16:creationId xmlns:a16="http://schemas.microsoft.com/office/drawing/2014/main" id="{9DDF34C8-AF2B-E58B-40C6-C80ADD355E80}"/>
                </a:ext>
              </a:extLst>
            </p:cNvPr>
            <p:cNvSpPr/>
            <p:nvPr/>
          </p:nvSpPr>
          <p:spPr>
            <a:xfrm>
              <a:off x="7014156" y="3327342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51;p13">
              <a:extLst>
                <a:ext uri="{FF2B5EF4-FFF2-40B4-BE49-F238E27FC236}">
                  <a16:creationId xmlns:a16="http://schemas.microsoft.com/office/drawing/2014/main" id="{D6F1F4C5-7AD4-7431-57BD-05039F928A38}"/>
                </a:ext>
              </a:extLst>
            </p:cNvPr>
            <p:cNvSpPr/>
            <p:nvPr/>
          </p:nvSpPr>
          <p:spPr>
            <a:xfrm>
              <a:off x="7014156" y="3298709"/>
              <a:ext cx="1790318" cy="1033653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52;p13">
              <a:extLst>
                <a:ext uri="{FF2B5EF4-FFF2-40B4-BE49-F238E27FC236}">
                  <a16:creationId xmlns:a16="http://schemas.microsoft.com/office/drawing/2014/main" id="{B0030FF5-D524-4675-C466-D201F4A4940B}"/>
                </a:ext>
              </a:extLst>
            </p:cNvPr>
            <p:cNvSpPr/>
            <p:nvPr/>
          </p:nvSpPr>
          <p:spPr>
            <a:xfrm>
              <a:off x="7976493" y="3396565"/>
              <a:ext cx="664692" cy="383742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53;p13">
              <a:extLst>
                <a:ext uri="{FF2B5EF4-FFF2-40B4-BE49-F238E27FC236}">
                  <a16:creationId xmlns:a16="http://schemas.microsoft.com/office/drawing/2014/main" id="{EFF4E967-6B02-2594-388E-11088CDD7D9E}"/>
                </a:ext>
              </a:extLst>
            </p:cNvPr>
            <p:cNvSpPr/>
            <p:nvPr/>
          </p:nvSpPr>
          <p:spPr>
            <a:xfrm>
              <a:off x="7912754" y="3450709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54;p13">
              <a:extLst>
                <a:ext uri="{FF2B5EF4-FFF2-40B4-BE49-F238E27FC236}">
                  <a16:creationId xmlns:a16="http://schemas.microsoft.com/office/drawing/2014/main" id="{C320B7F2-9FC8-F37F-FCD1-18C7D824435C}"/>
                </a:ext>
              </a:extLst>
            </p:cNvPr>
            <p:cNvSpPr/>
            <p:nvPr/>
          </p:nvSpPr>
          <p:spPr>
            <a:xfrm>
              <a:off x="7863331" y="3479190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55;p13">
              <a:extLst>
                <a:ext uri="{FF2B5EF4-FFF2-40B4-BE49-F238E27FC236}">
                  <a16:creationId xmlns:a16="http://schemas.microsoft.com/office/drawing/2014/main" id="{133156AA-BAF4-9432-5151-022554244530}"/>
                </a:ext>
              </a:extLst>
            </p:cNvPr>
            <p:cNvSpPr/>
            <p:nvPr/>
          </p:nvSpPr>
          <p:spPr>
            <a:xfrm>
              <a:off x="7813984" y="3507747"/>
              <a:ext cx="634670" cy="366446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56;p13">
              <a:extLst>
                <a:ext uri="{FF2B5EF4-FFF2-40B4-BE49-F238E27FC236}">
                  <a16:creationId xmlns:a16="http://schemas.microsoft.com/office/drawing/2014/main" id="{4D191B8A-C9F5-341D-A4CB-654B73FA8930}"/>
                </a:ext>
              </a:extLst>
            </p:cNvPr>
            <p:cNvSpPr/>
            <p:nvPr/>
          </p:nvSpPr>
          <p:spPr>
            <a:xfrm>
              <a:off x="7451727" y="3699575"/>
              <a:ext cx="664616" cy="38374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357;p13">
              <a:extLst>
                <a:ext uri="{FF2B5EF4-FFF2-40B4-BE49-F238E27FC236}">
                  <a16:creationId xmlns:a16="http://schemas.microsoft.com/office/drawing/2014/main" id="{41F1AECC-9AFB-42B4-12FB-99BBB5B3D063}"/>
                </a:ext>
              </a:extLst>
            </p:cNvPr>
            <p:cNvSpPr/>
            <p:nvPr/>
          </p:nvSpPr>
          <p:spPr>
            <a:xfrm>
              <a:off x="7387988" y="3753643"/>
              <a:ext cx="593293" cy="342595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358;p13">
              <a:extLst>
                <a:ext uri="{FF2B5EF4-FFF2-40B4-BE49-F238E27FC236}">
                  <a16:creationId xmlns:a16="http://schemas.microsoft.com/office/drawing/2014/main" id="{00A2655C-6D67-14E1-73AA-EDB753CBB442}"/>
                </a:ext>
              </a:extLst>
            </p:cNvPr>
            <p:cNvSpPr/>
            <p:nvPr/>
          </p:nvSpPr>
          <p:spPr>
            <a:xfrm>
              <a:off x="7338565" y="3782200"/>
              <a:ext cx="582091" cy="33604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59;p13">
              <a:extLst>
                <a:ext uri="{FF2B5EF4-FFF2-40B4-BE49-F238E27FC236}">
                  <a16:creationId xmlns:a16="http://schemas.microsoft.com/office/drawing/2014/main" id="{FE6BFB37-33C8-BFD1-2D3F-7D0BC855A8C9}"/>
                </a:ext>
              </a:extLst>
            </p:cNvPr>
            <p:cNvSpPr/>
            <p:nvPr/>
          </p:nvSpPr>
          <p:spPr>
            <a:xfrm>
              <a:off x="7289218" y="3810681"/>
              <a:ext cx="496671" cy="286816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60;p13">
              <a:extLst>
                <a:ext uri="{FF2B5EF4-FFF2-40B4-BE49-F238E27FC236}">
                  <a16:creationId xmlns:a16="http://schemas.microsoft.com/office/drawing/2014/main" id="{B634AF5A-02C4-24A1-1FDA-65C8B3A86C61}"/>
                </a:ext>
              </a:extLst>
            </p:cNvPr>
            <p:cNvSpPr/>
            <p:nvPr/>
          </p:nvSpPr>
          <p:spPr>
            <a:xfrm>
              <a:off x="7582329" y="3561435"/>
              <a:ext cx="337413" cy="194766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61;p13">
              <a:extLst>
                <a:ext uri="{FF2B5EF4-FFF2-40B4-BE49-F238E27FC236}">
                  <a16:creationId xmlns:a16="http://schemas.microsoft.com/office/drawing/2014/main" id="{54E23D11-2C64-AB6A-1822-6360915155B6}"/>
                </a:ext>
              </a:extLst>
            </p:cNvPr>
            <p:cNvSpPr/>
            <p:nvPr/>
          </p:nvSpPr>
          <p:spPr>
            <a:xfrm>
              <a:off x="7800200" y="3687162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62;p13">
              <a:extLst>
                <a:ext uri="{FF2B5EF4-FFF2-40B4-BE49-F238E27FC236}">
                  <a16:creationId xmlns:a16="http://schemas.microsoft.com/office/drawing/2014/main" id="{8F8134F3-E870-3366-DF81-5F918EE60C96}"/>
                </a:ext>
              </a:extLst>
            </p:cNvPr>
            <p:cNvSpPr/>
            <p:nvPr/>
          </p:nvSpPr>
          <p:spPr>
            <a:xfrm>
              <a:off x="8018073" y="3812966"/>
              <a:ext cx="337413" cy="194843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63;p13">
              <a:extLst>
                <a:ext uri="{FF2B5EF4-FFF2-40B4-BE49-F238E27FC236}">
                  <a16:creationId xmlns:a16="http://schemas.microsoft.com/office/drawing/2014/main" id="{EA22C5EC-DE8C-E9E0-2AC4-FA5DF33A99F6}"/>
                </a:ext>
              </a:extLst>
            </p:cNvPr>
            <p:cNvSpPr/>
            <p:nvPr/>
          </p:nvSpPr>
          <p:spPr>
            <a:xfrm>
              <a:off x="7794459" y="3551002"/>
              <a:ext cx="540846" cy="312343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64;p13">
              <a:extLst>
                <a:ext uri="{FF2B5EF4-FFF2-40B4-BE49-F238E27FC236}">
                  <a16:creationId xmlns:a16="http://schemas.microsoft.com/office/drawing/2014/main" id="{B75EB968-68FC-C529-434F-B0F5AAB14EC7}"/>
                </a:ext>
              </a:extLst>
            </p:cNvPr>
            <p:cNvSpPr/>
            <p:nvPr/>
          </p:nvSpPr>
          <p:spPr>
            <a:xfrm>
              <a:off x="7824798" y="3491907"/>
              <a:ext cx="470058" cy="181410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65;p13">
              <a:extLst>
                <a:ext uri="{FF2B5EF4-FFF2-40B4-BE49-F238E27FC236}">
                  <a16:creationId xmlns:a16="http://schemas.microsoft.com/office/drawing/2014/main" id="{872E07D0-895A-A8F1-26C6-60FC3D73630F}"/>
                </a:ext>
              </a:extLst>
            </p:cNvPr>
            <p:cNvSpPr/>
            <p:nvPr/>
          </p:nvSpPr>
          <p:spPr>
            <a:xfrm>
              <a:off x="7794490" y="3623727"/>
              <a:ext cx="41071" cy="82677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66;p13">
              <a:extLst>
                <a:ext uri="{FF2B5EF4-FFF2-40B4-BE49-F238E27FC236}">
                  <a16:creationId xmlns:a16="http://schemas.microsoft.com/office/drawing/2014/main" id="{5F75BE79-5338-8390-3763-C28AA758D5F4}"/>
                </a:ext>
              </a:extLst>
            </p:cNvPr>
            <p:cNvSpPr/>
            <p:nvPr/>
          </p:nvSpPr>
          <p:spPr>
            <a:xfrm>
              <a:off x="8298847" y="3624184"/>
              <a:ext cx="36118" cy="82219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67;p13">
              <a:extLst>
                <a:ext uri="{FF2B5EF4-FFF2-40B4-BE49-F238E27FC236}">
                  <a16:creationId xmlns:a16="http://schemas.microsoft.com/office/drawing/2014/main" id="{AEB95E75-FB84-A124-0224-6C76B0934FAD}"/>
                </a:ext>
              </a:extLst>
            </p:cNvPr>
            <p:cNvSpPr/>
            <p:nvPr/>
          </p:nvSpPr>
          <p:spPr>
            <a:xfrm>
              <a:off x="7842237" y="3535238"/>
              <a:ext cx="450190" cy="259842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68;p13">
              <a:extLst>
                <a:ext uri="{FF2B5EF4-FFF2-40B4-BE49-F238E27FC236}">
                  <a16:creationId xmlns:a16="http://schemas.microsoft.com/office/drawing/2014/main" id="{6473FF23-B759-B8DA-1D0F-73AD28AE1BA0}"/>
                </a:ext>
              </a:extLst>
            </p:cNvPr>
            <p:cNvSpPr/>
            <p:nvPr/>
          </p:nvSpPr>
          <p:spPr>
            <a:xfrm>
              <a:off x="7815050" y="3673683"/>
              <a:ext cx="491790" cy="17643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69;p13">
              <a:extLst>
                <a:ext uri="{FF2B5EF4-FFF2-40B4-BE49-F238E27FC236}">
                  <a16:creationId xmlns:a16="http://schemas.microsoft.com/office/drawing/2014/main" id="{8E0A23AF-2E35-CBAE-D05A-F64517022BF0}"/>
                </a:ext>
              </a:extLst>
            </p:cNvPr>
            <p:cNvSpPr/>
            <p:nvPr/>
          </p:nvSpPr>
          <p:spPr>
            <a:xfrm>
              <a:off x="7794490" y="3472184"/>
              <a:ext cx="540791" cy="312391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370;p13">
              <a:extLst>
                <a:ext uri="{FF2B5EF4-FFF2-40B4-BE49-F238E27FC236}">
                  <a16:creationId xmlns:a16="http://schemas.microsoft.com/office/drawing/2014/main" id="{724A7C97-5CDE-1FE8-2796-472F07C1B08C}"/>
                </a:ext>
              </a:extLst>
            </p:cNvPr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371;p13">
              <a:extLst>
                <a:ext uri="{FF2B5EF4-FFF2-40B4-BE49-F238E27FC236}">
                  <a16:creationId xmlns:a16="http://schemas.microsoft.com/office/drawing/2014/main" id="{5B9D8821-CC7F-4C99-5E6B-A46067E737FB}"/>
                </a:ext>
              </a:extLst>
            </p:cNvPr>
            <p:cNvSpPr/>
            <p:nvPr/>
          </p:nvSpPr>
          <p:spPr>
            <a:xfrm>
              <a:off x="7752377" y="3752957"/>
              <a:ext cx="148970" cy="86030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372;p13">
              <a:extLst>
                <a:ext uri="{FF2B5EF4-FFF2-40B4-BE49-F238E27FC236}">
                  <a16:creationId xmlns:a16="http://schemas.microsoft.com/office/drawing/2014/main" id="{17127E95-EADA-EDAB-D312-34DC0BB691AE}"/>
                </a:ext>
              </a:extLst>
            </p:cNvPr>
            <p:cNvSpPr/>
            <p:nvPr/>
          </p:nvSpPr>
          <p:spPr>
            <a:xfrm>
              <a:off x="7787483" y="3773138"/>
              <a:ext cx="113842" cy="106298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373;p13">
              <a:extLst>
                <a:ext uri="{FF2B5EF4-FFF2-40B4-BE49-F238E27FC236}">
                  <a16:creationId xmlns:a16="http://schemas.microsoft.com/office/drawing/2014/main" id="{E88B4FEE-D7EE-5482-AB0B-611ED831D73B}"/>
                </a:ext>
              </a:extLst>
            </p:cNvPr>
            <p:cNvSpPr/>
            <p:nvPr/>
          </p:nvSpPr>
          <p:spPr>
            <a:xfrm>
              <a:off x="7465892" y="3799784"/>
              <a:ext cx="345033" cy="254286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374;p13">
              <a:extLst>
                <a:ext uri="{FF2B5EF4-FFF2-40B4-BE49-F238E27FC236}">
                  <a16:creationId xmlns:a16="http://schemas.microsoft.com/office/drawing/2014/main" id="{89A6484F-12F8-FB2C-D0E7-5AEAAF29E8A8}"/>
                </a:ext>
              </a:extLst>
            </p:cNvPr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649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6556</Words>
  <Application>Microsoft Office PowerPoint</Application>
  <PresentationFormat>On-screen Show (16:9)</PresentationFormat>
  <Paragraphs>916</Paragraphs>
  <Slides>112</Slides>
  <Notes>111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3" baseType="lpstr">
      <vt:lpstr>Arial</vt:lpstr>
      <vt:lpstr>Calibri</vt:lpstr>
      <vt:lpstr>Barlow Light</vt:lpstr>
      <vt:lpstr>Barlow</vt:lpstr>
      <vt:lpstr>SFMono-Regular</vt:lpstr>
      <vt:lpstr>Barlow SemiBold</vt:lpstr>
      <vt:lpstr>Raleway Thin</vt:lpstr>
      <vt:lpstr>Segoe UI</vt:lpstr>
      <vt:lpstr>Montserrat</vt:lpstr>
      <vt:lpstr>Raleway</vt:lpstr>
      <vt:lpstr>Gaoler template</vt:lpstr>
      <vt:lpstr>Understanding Semantic Kernel SDK</vt:lpstr>
      <vt:lpstr>HELLO!</vt:lpstr>
      <vt:lpstr>Course Objectives</vt:lpstr>
      <vt:lpstr>Course Objectives</vt:lpstr>
      <vt:lpstr>Key Features</vt:lpstr>
      <vt:lpstr>Key Features</vt:lpstr>
      <vt:lpstr>Pre-requisites</vt:lpstr>
      <vt:lpstr>Welcome!</vt:lpstr>
      <vt:lpstr>Introduction to Semantic Kernel</vt:lpstr>
      <vt:lpstr>Section Overview</vt:lpstr>
      <vt:lpstr>What is an LLM?</vt:lpstr>
      <vt:lpstr>What is Generative AI?</vt:lpstr>
      <vt:lpstr>What is Semantic Kernel?</vt:lpstr>
      <vt:lpstr>PowerPoint Presentation</vt:lpstr>
      <vt:lpstr>PowerPoint Presentation</vt:lpstr>
      <vt:lpstr>Why use Semantic Kernel?</vt:lpstr>
      <vt:lpstr>Why use Semantic Kernel?</vt:lpstr>
      <vt:lpstr>AI Agents</vt:lpstr>
      <vt:lpstr>AI Agent examples</vt:lpstr>
      <vt:lpstr>Understanding AI Agents in Business Context</vt:lpstr>
      <vt:lpstr>Section Review</vt:lpstr>
      <vt:lpstr>Development Environment Setup</vt:lpstr>
      <vt:lpstr>Section Overview</vt:lpstr>
      <vt:lpstr>Visual Studio &amp; .NET Versions</vt:lpstr>
      <vt:lpstr>Visual Studio Code</vt:lpstr>
      <vt:lpstr>Overview of Microsoft Azure </vt:lpstr>
      <vt:lpstr>Setting Up Your Azure Account and Subscription</vt:lpstr>
      <vt:lpstr>Section Review</vt:lpstr>
      <vt:lpstr>Build Your Kernal</vt:lpstr>
      <vt:lpstr>Section Overview</vt:lpstr>
      <vt:lpstr>What is the Kernel?</vt:lpstr>
      <vt:lpstr>PowerPoint Presentation</vt:lpstr>
      <vt:lpstr>How to build your kernel</vt:lpstr>
      <vt:lpstr>Azure AI Services </vt:lpstr>
      <vt:lpstr>What is Azure OpenAI Service?</vt:lpstr>
      <vt:lpstr>Demo</vt:lpstr>
      <vt:lpstr>Section Review</vt:lpstr>
      <vt:lpstr>Create plugins for semantic kernel</vt:lpstr>
      <vt:lpstr>Section Overview</vt:lpstr>
      <vt:lpstr>What is a plugin? </vt:lpstr>
      <vt:lpstr>What is a plugin? </vt:lpstr>
      <vt:lpstr>Built-in plugins </vt:lpstr>
      <vt:lpstr>Demo</vt:lpstr>
      <vt:lpstr>Prompts</vt:lpstr>
      <vt:lpstr>Tips for effective prompts</vt:lpstr>
      <vt:lpstr>Optimizing Prompts</vt:lpstr>
      <vt:lpstr>Demo</vt:lpstr>
      <vt:lpstr>Personas in prompts</vt:lpstr>
      <vt:lpstr>Personas in prompts</vt:lpstr>
      <vt:lpstr>Personas in prompts</vt:lpstr>
      <vt:lpstr>Personas in prompts</vt:lpstr>
      <vt:lpstr>Saving prompts to files</vt:lpstr>
      <vt:lpstr>Saving prompts to files</vt:lpstr>
      <vt:lpstr>Section Review</vt:lpstr>
      <vt:lpstr>Native Functions and Plugins</vt:lpstr>
      <vt:lpstr>Section Overview</vt:lpstr>
      <vt:lpstr>Understanding Native Funcitons</vt:lpstr>
      <vt:lpstr>Demo!!</vt:lpstr>
      <vt:lpstr>Combining Functions with Prompts </vt:lpstr>
      <vt:lpstr>Demo</vt:lpstr>
      <vt:lpstr>Automatic function invocation</vt:lpstr>
      <vt:lpstr>Demo</vt:lpstr>
      <vt:lpstr>Section Review</vt:lpstr>
      <vt:lpstr>Create Web Chat Assistant</vt:lpstr>
      <vt:lpstr>Section Overview</vt:lpstr>
      <vt:lpstr>What is RAG?</vt:lpstr>
      <vt:lpstr>How RAG Works</vt:lpstr>
      <vt:lpstr>Benefits of RAG</vt:lpstr>
      <vt:lpstr>RAG with Semantic Kernel</vt:lpstr>
      <vt:lpstr>Section Review</vt:lpstr>
      <vt:lpstr>Conclusion</vt:lpstr>
      <vt:lpstr>Recap – Semantic Kernel</vt:lpstr>
      <vt:lpstr>Overall Result</vt:lpstr>
      <vt:lpstr>Next Steps</vt:lpstr>
      <vt:lpstr>THANK YOU!</vt:lpstr>
      <vt:lpstr>PowerPoint Presentation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PowerPoint Presentation</vt:lpstr>
      <vt:lpstr>PowerPoint Presentation</vt:lpstr>
      <vt:lpstr>PowerPoint Presentation</vt:lpstr>
      <vt:lpstr>THANKS!</vt:lpstr>
      <vt:lpstr>Credits</vt:lpstr>
      <vt:lpstr>Presentation design</vt:lpstr>
      <vt:lpstr>Extra Resources</vt:lpstr>
      <vt:lpstr>Timeline</vt:lpstr>
      <vt:lpstr>Roadmap</vt:lpstr>
      <vt:lpstr>Gantt chart</vt:lpstr>
      <vt:lpstr>SWOT Analysis</vt:lpstr>
      <vt:lpstr>Business Model Canvas</vt:lpstr>
      <vt:lpstr>Funnel</vt:lpstr>
      <vt:lpstr>Team Presentation</vt:lpstr>
      <vt:lpstr>Competitor Matrix</vt:lpstr>
      <vt:lpstr>Weekly Planner</vt:lpstr>
      <vt:lpstr>Extra resources</vt:lpstr>
      <vt:lpstr>Extra resources</vt:lpstr>
      <vt:lpstr>PowerPoint Presentation</vt:lpstr>
      <vt:lpstr>Diagrams and infographics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Trevoir Williams</cp:lastModifiedBy>
  <cp:revision>1</cp:revision>
  <dcterms:modified xsi:type="dcterms:W3CDTF">2025-02-25T13:59:26Z</dcterms:modified>
</cp:coreProperties>
</file>