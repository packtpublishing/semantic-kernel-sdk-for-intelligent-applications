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1" r:id="rId2"/>
  </p:sldMasterIdLst>
  <p:notesMasterIdLst>
    <p:notesMasterId r:id="rId178"/>
  </p:notesMasterIdLst>
  <p:sldIdLst>
    <p:sldId id="256" r:id="rId3"/>
    <p:sldId id="664" r:id="rId4"/>
    <p:sldId id="666" r:id="rId5"/>
    <p:sldId id="665" r:id="rId6"/>
    <p:sldId id="259" r:id="rId7"/>
    <p:sldId id="652" r:id="rId8"/>
    <p:sldId id="654" r:id="rId9"/>
    <p:sldId id="266" r:id="rId10"/>
    <p:sldId id="268" r:id="rId11"/>
    <p:sldId id="269" r:id="rId12"/>
    <p:sldId id="667" r:id="rId13"/>
    <p:sldId id="270" r:id="rId14"/>
    <p:sldId id="271" r:id="rId15"/>
    <p:sldId id="669" r:id="rId16"/>
    <p:sldId id="272" r:id="rId17"/>
    <p:sldId id="273" r:id="rId18"/>
    <p:sldId id="671" r:id="rId19"/>
    <p:sldId id="680" r:id="rId20"/>
    <p:sldId id="678" r:id="rId21"/>
    <p:sldId id="677" r:id="rId22"/>
    <p:sldId id="274" r:id="rId23"/>
    <p:sldId id="275" r:id="rId24"/>
    <p:sldId id="276" r:id="rId25"/>
    <p:sldId id="277" r:id="rId26"/>
    <p:sldId id="279" r:id="rId27"/>
    <p:sldId id="280" r:id="rId28"/>
    <p:sldId id="281" r:id="rId29"/>
    <p:sldId id="282" r:id="rId30"/>
    <p:sldId id="676" r:id="rId31"/>
    <p:sldId id="284" r:id="rId32"/>
    <p:sldId id="285" r:id="rId33"/>
    <p:sldId id="287" r:id="rId34"/>
    <p:sldId id="288" r:id="rId35"/>
    <p:sldId id="670" r:id="rId36"/>
    <p:sldId id="289" r:id="rId37"/>
    <p:sldId id="290" r:id="rId38"/>
    <p:sldId id="291" r:id="rId39"/>
    <p:sldId id="292" r:id="rId40"/>
    <p:sldId id="293" r:id="rId41"/>
    <p:sldId id="672" r:id="rId42"/>
    <p:sldId id="294" r:id="rId43"/>
    <p:sldId id="295" r:id="rId44"/>
    <p:sldId id="297" r:id="rId45"/>
    <p:sldId id="298" r:id="rId46"/>
    <p:sldId id="673" r:id="rId47"/>
    <p:sldId id="681" r:id="rId48"/>
    <p:sldId id="682" r:id="rId49"/>
    <p:sldId id="683" r:id="rId50"/>
    <p:sldId id="299" r:id="rId51"/>
    <p:sldId id="300" r:id="rId52"/>
    <p:sldId id="301" r:id="rId53"/>
    <p:sldId id="674" r:id="rId54"/>
    <p:sldId id="684" r:id="rId55"/>
    <p:sldId id="685" r:id="rId56"/>
    <p:sldId id="302" r:id="rId57"/>
    <p:sldId id="303" r:id="rId58"/>
    <p:sldId id="686" r:id="rId59"/>
    <p:sldId id="687" r:id="rId60"/>
    <p:sldId id="688" r:id="rId61"/>
    <p:sldId id="689" r:id="rId62"/>
    <p:sldId id="690" r:id="rId63"/>
    <p:sldId id="304" r:id="rId64"/>
    <p:sldId id="305" r:id="rId65"/>
    <p:sldId id="306" r:id="rId66"/>
    <p:sldId id="307" r:id="rId67"/>
    <p:sldId id="308" r:id="rId68"/>
    <p:sldId id="310" r:id="rId69"/>
    <p:sldId id="311" r:id="rId70"/>
    <p:sldId id="691" r:id="rId71"/>
    <p:sldId id="692" r:id="rId72"/>
    <p:sldId id="312" r:id="rId73"/>
    <p:sldId id="313" r:id="rId74"/>
    <p:sldId id="315" r:id="rId75"/>
    <p:sldId id="317" r:id="rId76"/>
    <p:sldId id="318" r:id="rId77"/>
    <p:sldId id="319" r:id="rId78"/>
    <p:sldId id="320" r:id="rId79"/>
    <p:sldId id="321" r:id="rId80"/>
    <p:sldId id="323" r:id="rId81"/>
    <p:sldId id="325" r:id="rId82"/>
    <p:sldId id="326" r:id="rId83"/>
    <p:sldId id="327" r:id="rId84"/>
    <p:sldId id="328" r:id="rId85"/>
    <p:sldId id="329" r:id="rId86"/>
    <p:sldId id="332" r:id="rId87"/>
    <p:sldId id="333" r:id="rId88"/>
    <p:sldId id="335" r:id="rId89"/>
    <p:sldId id="693" r:id="rId90"/>
    <p:sldId id="694" r:id="rId91"/>
    <p:sldId id="336" r:id="rId92"/>
    <p:sldId id="337" r:id="rId93"/>
    <p:sldId id="338" r:id="rId94"/>
    <p:sldId id="258" r:id="rId95"/>
    <p:sldId id="696" r:id="rId96"/>
    <p:sldId id="260" r:id="rId97"/>
    <p:sldId id="261" r:id="rId98"/>
    <p:sldId id="262" r:id="rId99"/>
    <p:sldId id="264" r:id="rId100"/>
    <p:sldId id="339" r:id="rId101"/>
    <p:sldId id="340" r:id="rId102"/>
    <p:sldId id="341" r:id="rId103"/>
    <p:sldId id="342" r:id="rId104"/>
    <p:sldId id="668" r:id="rId105"/>
    <p:sldId id="257" r:id="rId106"/>
    <p:sldId id="697" r:id="rId107"/>
    <p:sldId id="698" r:id="rId108"/>
    <p:sldId id="699" r:id="rId109"/>
    <p:sldId id="700" r:id="rId110"/>
    <p:sldId id="701" r:id="rId111"/>
    <p:sldId id="263" r:id="rId112"/>
    <p:sldId id="702" r:id="rId113"/>
    <p:sldId id="265" r:id="rId114"/>
    <p:sldId id="703" r:id="rId115"/>
    <p:sldId id="267" r:id="rId116"/>
    <p:sldId id="704" r:id="rId117"/>
    <p:sldId id="343" r:id="rId118"/>
    <p:sldId id="712" r:id="rId119"/>
    <p:sldId id="713" r:id="rId120"/>
    <p:sldId id="714" r:id="rId121"/>
    <p:sldId id="715" r:id="rId122"/>
    <p:sldId id="717" r:id="rId123"/>
    <p:sldId id="718" r:id="rId124"/>
    <p:sldId id="719" r:id="rId125"/>
    <p:sldId id="720" r:id="rId126"/>
    <p:sldId id="721" r:id="rId127"/>
    <p:sldId id="344" r:id="rId128"/>
    <p:sldId id="345" r:id="rId129"/>
    <p:sldId id="346" r:id="rId130"/>
    <p:sldId id="347" r:id="rId131"/>
    <p:sldId id="348" r:id="rId132"/>
    <p:sldId id="349" r:id="rId133"/>
    <p:sldId id="722" r:id="rId134"/>
    <p:sldId id="724" r:id="rId135"/>
    <p:sldId id="725" r:id="rId136"/>
    <p:sldId id="726" r:id="rId137"/>
    <p:sldId id="727" r:id="rId138"/>
    <p:sldId id="728" r:id="rId139"/>
    <p:sldId id="729" r:id="rId140"/>
    <p:sldId id="730" r:id="rId141"/>
    <p:sldId id="731" r:id="rId142"/>
    <p:sldId id="732" r:id="rId143"/>
    <p:sldId id="733" r:id="rId144"/>
    <p:sldId id="734" r:id="rId145"/>
    <p:sldId id="350" r:id="rId146"/>
    <p:sldId id="351" r:id="rId147"/>
    <p:sldId id="352" r:id="rId148"/>
    <p:sldId id="353" r:id="rId149"/>
    <p:sldId id="354" r:id="rId150"/>
    <p:sldId id="355" r:id="rId151"/>
    <p:sldId id="356" r:id="rId152"/>
    <p:sldId id="357" r:id="rId153"/>
    <p:sldId id="358" r:id="rId154"/>
    <p:sldId id="359" r:id="rId155"/>
    <p:sldId id="360" r:id="rId156"/>
    <p:sldId id="361" r:id="rId157"/>
    <p:sldId id="362" r:id="rId158"/>
    <p:sldId id="363" r:id="rId159"/>
    <p:sldId id="364" r:id="rId160"/>
    <p:sldId id="365" r:id="rId161"/>
    <p:sldId id="366" r:id="rId162"/>
    <p:sldId id="367" r:id="rId163"/>
    <p:sldId id="368" r:id="rId164"/>
    <p:sldId id="369" r:id="rId165"/>
    <p:sldId id="370" r:id="rId166"/>
    <p:sldId id="371" r:id="rId167"/>
    <p:sldId id="372" r:id="rId168"/>
    <p:sldId id="373" r:id="rId169"/>
    <p:sldId id="374" r:id="rId170"/>
    <p:sldId id="375" r:id="rId171"/>
    <p:sldId id="376" r:id="rId172"/>
    <p:sldId id="377" r:id="rId173"/>
    <p:sldId id="378" r:id="rId174"/>
    <p:sldId id="379" r:id="rId175"/>
    <p:sldId id="380" r:id="rId176"/>
    <p:sldId id="381" r:id="rId17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471CF77-B38C-4C34-B8D2-4F145D06E728}">
          <p14:sldIdLst>
            <p14:sldId id="256"/>
            <p14:sldId id="664"/>
            <p14:sldId id="666"/>
            <p14:sldId id="665"/>
            <p14:sldId id="259"/>
            <p14:sldId id="652"/>
            <p14:sldId id="654"/>
          </p14:sldIdLst>
        </p14:section>
        <p14:section name="Introduction to Semantic Kernel" id="{B2CB1D30-E136-4202-B956-3D55905E9ABC}">
          <p14:sldIdLst>
            <p14:sldId id="266"/>
            <p14:sldId id="268"/>
            <p14:sldId id="269"/>
            <p14:sldId id="667"/>
            <p14:sldId id="270"/>
            <p14:sldId id="271"/>
            <p14:sldId id="669"/>
            <p14:sldId id="272"/>
            <p14:sldId id="273"/>
            <p14:sldId id="671"/>
            <p14:sldId id="680"/>
            <p14:sldId id="678"/>
            <p14:sldId id="677"/>
            <p14:sldId id="274"/>
            <p14:sldId id="275"/>
          </p14:sldIdLst>
        </p14:section>
        <p14:section name="Environment Setup and Starter Solution" id="{7A906AEC-8757-4C82-9071-1F7BDA27659A}">
          <p14:sldIdLst>
            <p14:sldId id="276"/>
            <p14:sldId id="277"/>
            <p14:sldId id="279"/>
            <p14:sldId id="280"/>
            <p14:sldId id="281"/>
            <p14:sldId id="282"/>
            <p14:sldId id="676"/>
            <p14:sldId id="284"/>
          </p14:sldIdLst>
        </p14:section>
        <p14:section name="Building Your First Kernel" id="{1BC3EAF8-400C-4F8C-87CB-F704FF66BEC9}">
          <p14:sldIdLst>
            <p14:sldId id="285"/>
            <p14:sldId id="287"/>
            <p14:sldId id="288"/>
            <p14:sldId id="670"/>
            <p14:sldId id="289"/>
            <p14:sldId id="290"/>
            <p14:sldId id="291"/>
            <p14:sldId id="292"/>
            <p14:sldId id="293"/>
            <p14:sldId id="672"/>
            <p14:sldId id="294"/>
          </p14:sldIdLst>
        </p14:section>
        <p14:section name="Semantic Kernel Plugins" id="{9EEB5549-335A-4829-A377-7A791BDC1095}">
          <p14:sldIdLst>
            <p14:sldId id="295"/>
            <p14:sldId id="297"/>
            <p14:sldId id="298"/>
            <p14:sldId id="673"/>
            <p14:sldId id="681"/>
            <p14:sldId id="682"/>
            <p14:sldId id="683"/>
            <p14:sldId id="299"/>
            <p14:sldId id="300"/>
            <p14:sldId id="301"/>
            <p14:sldId id="674"/>
            <p14:sldId id="684"/>
            <p14:sldId id="685"/>
            <p14:sldId id="302"/>
            <p14:sldId id="303"/>
            <p14:sldId id="686"/>
            <p14:sldId id="687"/>
            <p14:sldId id="688"/>
            <p14:sldId id="689"/>
            <p14:sldId id="690"/>
            <p14:sldId id="304"/>
            <p14:sldId id="305"/>
            <p14:sldId id="306"/>
            <p14:sldId id="307"/>
          </p14:sldIdLst>
        </p14:section>
        <p14:section name="Plugins and Native Functions" id="{DAD3ECB0-3A6C-4FE8-A92F-D207C437FBE1}">
          <p14:sldIdLst>
            <p14:sldId id="308"/>
            <p14:sldId id="310"/>
            <p14:sldId id="311"/>
            <p14:sldId id="691"/>
            <p14:sldId id="692"/>
            <p14:sldId id="312"/>
            <p14:sldId id="313"/>
            <p14:sldId id="315"/>
            <p14:sldId id="317"/>
            <p14:sldId id="318"/>
            <p14:sldId id="319"/>
            <p14:sldId id="320"/>
          </p14:sldIdLst>
        </p14:section>
        <p14:section name="Moving into ASP.NET Core" id="{E63974C7-6E5E-425A-A075-F8825F686454}">
          <p14:sldIdLst>
            <p14:sldId id="321"/>
            <p14:sldId id="323"/>
            <p14:sldId id="325"/>
            <p14:sldId id="326"/>
            <p14:sldId id="327"/>
            <p14:sldId id="328"/>
            <p14:sldId id="329"/>
            <p14:sldId id="332"/>
          </p14:sldIdLst>
        </p14:section>
        <p14:section name="Contextual Assistance, History, and Grounding" id="{7EB070BF-6BEB-444F-B85A-BAF335F3BBCA}">
          <p14:sldIdLst>
            <p14:sldId id="333"/>
            <p14:sldId id="335"/>
            <p14:sldId id="693"/>
            <p14:sldId id="694"/>
            <p14:sldId id="336"/>
            <p14:sldId id="337"/>
            <p14:sldId id="338"/>
            <p14:sldId id="258"/>
            <p14:sldId id="696"/>
            <p14:sldId id="260"/>
            <p14:sldId id="261"/>
            <p14:sldId id="262"/>
            <p14:sldId id="264"/>
            <p14:sldId id="339"/>
            <p14:sldId id="340"/>
            <p14:sldId id="341"/>
            <p14:sldId id="342"/>
            <p14:sldId id="668"/>
            <p14:sldId id="257"/>
            <p14:sldId id="697"/>
            <p14:sldId id="698"/>
            <p14:sldId id="699"/>
            <p14:sldId id="700"/>
            <p14:sldId id="701"/>
            <p14:sldId id="263"/>
            <p14:sldId id="702"/>
            <p14:sldId id="265"/>
            <p14:sldId id="703"/>
            <p14:sldId id="267"/>
            <p14:sldId id="704"/>
            <p14:sldId id="343"/>
            <p14:sldId id="712"/>
            <p14:sldId id="713"/>
            <p14:sldId id="714"/>
            <p14:sldId id="715"/>
            <p14:sldId id="717"/>
            <p14:sldId id="718"/>
            <p14:sldId id="719"/>
            <p14:sldId id="720"/>
            <p14:sldId id="721"/>
            <p14:sldId id="344"/>
            <p14:sldId id="345"/>
            <p14:sldId id="346"/>
            <p14:sldId id="347"/>
            <p14:sldId id="348"/>
            <p14:sldId id="349"/>
          </p14:sldIdLst>
        </p14:section>
        <p14:section name="Agentic" id="{C76131EA-34CA-400D-8C57-6FF1A10A80EA}">
          <p14:sldIdLst>
            <p14:sldId id="722"/>
            <p14:sldId id="724"/>
            <p14:sldId id="725"/>
            <p14:sldId id="726"/>
            <p14:sldId id="727"/>
            <p14:sldId id="728"/>
            <p14:sldId id="729"/>
            <p14:sldId id="730"/>
            <p14:sldId id="731"/>
            <p14:sldId id="732"/>
            <p14:sldId id="733"/>
            <p14:sldId id="734"/>
          </p14:sldIdLst>
        </p14:section>
        <p14:section name="Enterprise Actions, Guardrails, and Workflow Orchestration" id="{9C663838-A923-4B35-BAD0-155AF1D7AE3F}">
          <p14:sldIdLst>
            <p14:sldId id="350"/>
            <p14:sldId id="351"/>
            <p14:sldId id="352"/>
            <p14:sldId id="353"/>
            <p14:sldId id="354"/>
            <p14:sldId id="355"/>
            <p14:sldId id="356"/>
            <p14:sldId id="357"/>
            <p14:sldId id="358"/>
            <p14:sldId id="359"/>
            <p14:sldId id="360"/>
            <p14:sldId id="361"/>
            <p14:sldId id="362"/>
          </p14:sldIdLst>
        </p14:section>
        <p14:section name="Observability, Evaluation, and Production Readiness" id="{42F245EA-113E-438A-8181-C80716EFD3E5}">
          <p14:sldIdLst>
            <p14:sldId id="363"/>
            <p14:sldId id="364"/>
            <p14:sldId id="365"/>
            <p14:sldId id="366"/>
            <p14:sldId id="367"/>
            <p14:sldId id="368"/>
            <p14:sldId id="369"/>
            <p14:sldId id="370"/>
            <p14:sldId id="371"/>
            <p14:sldId id="372"/>
            <p14:sldId id="373"/>
            <p14:sldId id="374"/>
            <p14:sldId id="375"/>
          </p14:sldIdLst>
        </p14:section>
        <p14:section name="Conclusion and Next Steps" id="{35B223CB-4FE5-4E1C-9DDE-71633E77CDD8}">
          <p14:sldIdLst>
            <p14:sldId id="376"/>
            <p14:sldId id="377"/>
            <p14:sldId id="378"/>
            <p14:sldId id="379"/>
            <p14:sldId id="380"/>
            <p14:sldId id="3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D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C4AF48-A3BC-4C6E-8C65-CD0344A908D5}" v="38" dt="2026-05-19T18:30:15.915"/>
    <p1510:client id="{D35234F3-3E4F-4D6B-AE7A-4E907552B384}" v="2424" dt="2026-05-19T16:55:24.8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8886" autoAdjust="0"/>
  </p:normalViewPr>
  <p:slideViewPr>
    <p:cSldViewPr snapToGrid="0">
      <p:cViewPr>
        <p:scale>
          <a:sx n="75" d="100"/>
          <a:sy n="75" d="100"/>
        </p:scale>
        <p:origin x="1914" y="3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theme" Target="theme/theme1.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tableStyles" Target="tableStyles.xml"/><Relationship Id="rId6" Type="http://schemas.openxmlformats.org/officeDocument/2006/relationships/slide" Target="slides/slide4.xml"/><Relationship Id="rId23" Type="http://schemas.openxmlformats.org/officeDocument/2006/relationships/slide" Target="slides/slide21.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77" Type="http://schemas.openxmlformats.org/officeDocument/2006/relationships/slide" Target="slides/slide175.xml"/><Relationship Id="rId172" Type="http://schemas.openxmlformats.org/officeDocument/2006/relationships/slide" Target="slides/slide170.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slide" Target="slides/slide165.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183" Type="http://schemas.microsoft.com/office/2016/11/relationships/changesInfo" Target="changesInfos/changesInfo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notesMaster" Target="notesMasters/notesMaster1.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microsoft.com/office/2015/10/relationships/revisionInfo" Target="revisionInfo.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presProps" Target="presProps.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viewProps" Target="viewProps.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 Type="http://schemas.openxmlformats.org/officeDocument/2006/relationships/slideMaster" Target="slideMasters/slideMaster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evoir Williams" userId="6a45007046124a3d" providerId="LiveId" clId="{53D5EA3C-0847-4EC1-9FDC-43DBDAEAF41A}"/>
    <pc:docChg chg="undo custSel addSld delSld modSld sldOrd addSection modSection">
      <pc:chgData name="Trevoir Williams" userId="6a45007046124a3d" providerId="LiveId" clId="{53D5EA3C-0847-4EC1-9FDC-43DBDAEAF41A}" dt="2026-05-19T18:30:15.915" v="1007"/>
      <pc:docMkLst>
        <pc:docMk/>
      </pc:docMkLst>
      <pc:sldChg chg="delSp modSp mod">
        <pc:chgData name="Trevoir Williams" userId="6a45007046124a3d" providerId="LiveId" clId="{53D5EA3C-0847-4EC1-9FDC-43DBDAEAF41A}" dt="2026-04-29T21:00:58.060" v="931" actId="1076"/>
        <pc:sldMkLst>
          <pc:docMk/>
          <pc:sldMk cId="0" sldId="256"/>
        </pc:sldMkLst>
        <pc:spChg chg="mod">
          <ac:chgData name="Trevoir Williams" userId="6a45007046124a3d" providerId="LiveId" clId="{53D5EA3C-0847-4EC1-9FDC-43DBDAEAF41A}" dt="2026-04-29T21:00:58.060" v="931" actId="1076"/>
          <ac:spMkLst>
            <pc:docMk/>
            <pc:sldMk cId="0" sldId="256"/>
            <ac:spMk id="3" creationId="{00000000-0000-0000-0000-000000000000}"/>
          </ac:spMkLst>
        </pc:spChg>
        <pc:spChg chg="mod">
          <ac:chgData name="Trevoir Williams" userId="6a45007046124a3d" providerId="LiveId" clId="{53D5EA3C-0847-4EC1-9FDC-43DBDAEAF41A}" dt="2026-04-29T21:00:42.079" v="925" actId="27636"/>
          <ac:spMkLst>
            <pc:docMk/>
            <pc:sldMk cId="0" sldId="256"/>
            <ac:spMk id="5" creationId="{00000000-0000-0000-0000-000000000000}"/>
          </ac:spMkLst>
        </pc:spChg>
        <pc:spChg chg="mod">
          <ac:chgData name="Trevoir Williams" userId="6a45007046124a3d" providerId="LiveId" clId="{53D5EA3C-0847-4EC1-9FDC-43DBDAEAF41A}" dt="2026-04-29T18:41:47.865" v="484" actId="26606"/>
          <ac:spMkLst>
            <pc:docMk/>
            <pc:sldMk cId="0" sldId="256"/>
            <ac:spMk id="6" creationId="{00000000-0000-0000-0000-000000000000}"/>
          </ac:spMkLst>
        </pc:spChg>
        <pc:spChg chg="mod">
          <ac:chgData name="Trevoir Williams" userId="6a45007046124a3d" providerId="LiveId" clId="{53D5EA3C-0847-4EC1-9FDC-43DBDAEAF41A}" dt="2026-04-29T18:41:47.865" v="484" actId="26606"/>
          <ac:spMkLst>
            <pc:docMk/>
            <pc:sldMk cId="0" sldId="256"/>
            <ac:spMk id="14" creationId="{00000000-0000-0000-0000-000000000000}"/>
          </ac:spMkLst>
        </pc:spChg>
        <pc:spChg chg="mod">
          <ac:chgData name="Trevoir Williams" userId="6a45007046124a3d" providerId="LiveId" clId="{53D5EA3C-0847-4EC1-9FDC-43DBDAEAF41A}" dt="2026-04-29T18:41:47.865" v="484" actId="26606"/>
          <ac:spMkLst>
            <pc:docMk/>
            <pc:sldMk cId="0" sldId="256"/>
            <ac:spMk id="16" creationId="{00000000-0000-0000-0000-000000000000}"/>
          </ac:spMkLst>
        </pc:spChg>
        <pc:spChg chg="mod">
          <ac:chgData name="Trevoir Williams" userId="6a45007046124a3d" providerId="LiveId" clId="{53D5EA3C-0847-4EC1-9FDC-43DBDAEAF41A}" dt="2026-04-29T18:41:47.865" v="484" actId="26606"/>
          <ac:spMkLst>
            <pc:docMk/>
            <pc:sldMk cId="0" sldId="256"/>
            <ac:spMk id="17" creationId="{00000000-0000-0000-0000-000000000000}"/>
          </ac:spMkLst>
        </pc:spChg>
      </pc:sldChg>
      <pc:sldChg chg="modSp mod addAnim delAnim modAnim modNotesTx">
        <pc:chgData name="Trevoir Williams" userId="6a45007046124a3d" providerId="LiveId" clId="{53D5EA3C-0847-4EC1-9FDC-43DBDAEAF41A}" dt="2026-04-30T03:06:19.437" v="938" actId="20577"/>
        <pc:sldMkLst>
          <pc:docMk/>
          <pc:sldMk cId="0" sldId="259"/>
        </pc:sldMkLst>
        <pc:spChg chg="mod">
          <ac:chgData name="Trevoir Williams" userId="6a45007046124a3d" providerId="LiveId" clId="{53D5EA3C-0847-4EC1-9FDC-43DBDAEAF41A}" dt="2026-04-29T18:36:33.074" v="162" actId="26606"/>
          <ac:spMkLst>
            <pc:docMk/>
            <pc:sldMk cId="0" sldId="259"/>
            <ac:spMk id="3" creationId="{00000000-0000-0000-0000-000000000000}"/>
          </ac:spMkLst>
        </pc:spChg>
        <pc:spChg chg="mod">
          <ac:chgData name="Trevoir Williams" userId="6a45007046124a3d" providerId="LiveId" clId="{53D5EA3C-0847-4EC1-9FDC-43DBDAEAF41A}" dt="2026-04-29T18:41:57.829" v="499" actId="27636"/>
          <ac:spMkLst>
            <pc:docMk/>
            <pc:sldMk cId="0" sldId="259"/>
            <ac:spMk id="4" creationId="{00000000-0000-0000-0000-000000000000}"/>
          </ac:spMkLst>
        </pc:spChg>
        <pc:spChg chg="mod">
          <ac:chgData name="Trevoir Williams" userId="6a45007046124a3d" providerId="LiveId" clId="{53D5EA3C-0847-4EC1-9FDC-43DBDAEAF41A}" dt="2026-04-29T18:18:43.239" v="116" actId="1037"/>
          <ac:spMkLst>
            <pc:docMk/>
            <pc:sldMk cId="0" sldId="259"/>
            <ac:spMk id="13" creationId="{00000000-0000-0000-0000-000000000000}"/>
          </ac:spMkLst>
        </pc:spChg>
        <pc:spChg chg="mod">
          <ac:chgData name="Trevoir Williams" userId="6a45007046124a3d" providerId="LiveId" clId="{53D5EA3C-0847-4EC1-9FDC-43DBDAEAF41A}" dt="2026-04-29T18:41:57.825" v="498" actId="27636"/>
          <ac:spMkLst>
            <pc:docMk/>
            <pc:sldMk cId="0" sldId="259"/>
            <ac:spMk id="14" creationId="{00000000-0000-0000-0000-000000000000}"/>
          </ac:spMkLst>
        </pc:spChg>
        <pc:spChg chg="mod">
          <ac:chgData name="Trevoir Williams" userId="6a45007046124a3d" providerId="LiveId" clId="{53D5EA3C-0847-4EC1-9FDC-43DBDAEAF41A}" dt="2026-04-29T18:41:47.865" v="484" actId="26606"/>
          <ac:spMkLst>
            <pc:docMk/>
            <pc:sldMk cId="0" sldId="259"/>
            <ac:spMk id="16" creationId="{00000000-0000-0000-0000-000000000000}"/>
          </ac:spMkLst>
        </pc:spChg>
        <pc:spChg chg="mod">
          <ac:chgData name="Trevoir Williams" userId="6a45007046124a3d" providerId="LiveId" clId="{53D5EA3C-0847-4EC1-9FDC-43DBDAEAF41A}" dt="2026-04-29T18:41:47.865" v="484" actId="26606"/>
          <ac:spMkLst>
            <pc:docMk/>
            <pc:sldMk cId="0" sldId="259"/>
            <ac:spMk id="17" creationId="{00000000-0000-0000-0000-000000000000}"/>
          </ac:spMkLst>
        </pc:spChg>
        <pc:spChg chg="mod">
          <ac:chgData name="Trevoir Williams" userId="6a45007046124a3d" providerId="LiveId" clId="{53D5EA3C-0847-4EC1-9FDC-43DBDAEAF41A}" dt="2026-04-29T18:41:47.865" v="484" actId="26606"/>
          <ac:spMkLst>
            <pc:docMk/>
            <pc:sldMk cId="0" sldId="259"/>
            <ac:spMk id="18" creationId="{00000000-0000-0000-0000-000000000000}"/>
          </ac:spMkLst>
        </pc:spChg>
      </pc:sldChg>
      <pc:sldChg chg="delSp modSp mod">
        <pc:chgData name="Trevoir Williams" userId="6a45007046124a3d" providerId="LiveId" clId="{53D5EA3C-0847-4EC1-9FDC-43DBDAEAF41A}" dt="2026-04-29T18:42:00.959" v="500" actId="27636"/>
        <pc:sldMkLst>
          <pc:docMk/>
          <pc:sldMk cId="0" sldId="266"/>
        </pc:sldMkLst>
        <pc:spChg chg="mod">
          <ac:chgData name="Trevoir Williams" userId="6a45007046124a3d" providerId="LiveId" clId="{53D5EA3C-0847-4EC1-9FDC-43DBDAEAF41A}" dt="2026-04-29T18:41:47.865" v="484" actId="26606"/>
          <ac:spMkLst>
            <pc:docMk/>
            <pc:sldMk cId="0" sldId="266"/>
            <ac:spMk id="6" creationId="{00000000-0000-0000-0000-000000000000}"/>
          </ac:spMkLst>
        </pc:spChg>
        <pc:spChg chg="mod">
          <ac:chgData name="Trevoir Williams" userId="6a45007046124a3d" providerId="LiveId" clId="{53D5EA3C-0847-4EC1-9FDC-43DBDAEAF41A}" dt="2026-04-29T18:42:00.959" v="500" actId="27636"/>
          <ac:spMkLst>
            <pc:docMk/>
            <pc:sldMk cId="0" sldId="266"/>
            <ac:spMk id="8" creationId="{00000000-0000-0000-0000-000000000000}"/>
          </ac:spMkLst>
        </pc:spChg>
        <pc:spChg chg="mod">
          <ac:chgData name="Trevoir Williams" userId="6a45007046124a3d" providerId="LiveId" clId="{53D5EA3C-0847-4EC1-9FDC-43DBDAEAF41A}" dt="2026-04-29T18:41:47.865" v="484" actId="26606"/>
          <ac:spMkLst>
            <pc:docMk/>
            <pc:sldMk cId="0" sldId="266"/>
            <ac:spMk id="25" creationId="{00000000-0000-0000-0000-000000000000}"/>
          </ac:spMkLst>
        </pc:spChg>
        <pc:spChg chg="mod">
          <ac:chgData name="Trevoir Williams" userId="6a45007046124a3d" providerId="LiveId" clId="{53D5EA3C-0847-4EC1-9FDC-43DBDAEAF41A}" dt="2026-04-29T18:41:47.865" v="484" actId="26606"/>
          <ac:spMkLst>
            <pc:docMk/>
            <pc:sldMk cId="0" sldId="266"/>
            <ac:spMk id="26" creationId="{00000000-0000-0000-0000-000000000000}"/>
          </ac:spMkLst>
        </pc:spChg>
      </pc:sldChg>
      <pc:sldChg chg="modSp mod addAnim delAnim modAnim">
        <pc:chgData name="Trevoir Williams" userId="6a45007046124a3d" providerId="LiveId" clId="{53D5EA3C-0847-4EC1-9FDC-43DBDAEAF41A}" dt="2026-04-29T18:44:44.794" v="522" actId="255"/>
        <pc:sldMkLst>
          <pc:docMk/>
          <pc:sldMk cId="0" sldId="268"/>
        </pc:sldMkLst>
        <pc:spChg chg="mod">
          <ac:chgData name="Trevoir Williams" userId="6a45007046124a3d" providerId="LiveId" clId="{53D5EA3C-0847-4EC1-9FDC-43DBDAEAF41A}" dt="2026-04-29T18:36:33.074" v="162" actId="26606"/>
          <ac:spMkLst>
            <pc:docMk/>
            <pc:sldMk cId="0" sldId="268"/>
            <ac:spMk id="3" creationId="{00000000-0000-0000-0000-000000000000}"/>
          </ac:spMkLst>
        </pc:spChg>
        <pc:spChg chg="mod">
          <ac:chgData name="Trevoir Williams" userId="6a45007046124a3d" providerId="LiveId" clId="{53D5EA3C-0847-4EC1-9FDC-43DBDAEAF41A}" dt="2026-04-29T18:44:36.353" v="513" actId="27636"/>
          <ac:spMkLst>
            <pc:docMk/>
            <pc:sldMk cId="0" sldId="268"/>
            <ac:spMk id="4" creationId="{00000000-0000-0000-0000-000000000000}"/>
          </ac:spMkLst>
        </pc:spChg>
        <pc:spChg chg="mod">
          <ac:chgData name="Trevoir Williams" userId="6a45007046124a3d" providerId="LiveId" clId="{53D5EA3C-0847-4EC1-9FDC-43DBDAEAF41A}" dt="2026-04-29T18:41:47.865" v="484" actId="26606"/>
          <ac:spMkLst>
            <pc:docMk/>
            <pc:sldMk cId="0" sldId="268"/>
            <ac:spMk id="22" creationId="{00000000-0000-0000-0000-000000000000}"/>
          </ac:spMkLst>
        </pc:spChg>
        <pc:spChg chg="mod">
          <ac:chgData name="Trevoir Williams" userId="6a45007046124a3d" providerId="LiveId" clId="{53D5EA3C-0847-4EC1-9FDC-43DBDAEAF41A}" dt="2026-04-29T18:41:47.865" v="484" actId="26606"/>
          <ac:spMkLst>
            <pc:docMk/>
            <pc:sldMk cId="0" sldId="268"/>
            <ac:spMk id="23" creationId="{00000000-0000-0000-0000-000000000000}"/>
          </ac:spMkLst>
        </pc:spChg>
        <pc:spChg chg="mod">
          <ac:chgData name="Trevoir Williams" userId="6a45007046124a3d" providerId="LiveId" clId="{53D5EA3C-0847-4EC1-9FDC-43DBDAEAF41A}" dt="2026-04-29T18:41:47.865" v="484" actId="26606"/>
          <ac:spMkLst>
            <pc:docMk/>
            <pc:sldMk cId="0" sldId="268"/>
            <ac:spMk id="24"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269"/>
        </pc:sldMkLst>
        <pc:spChg chg="mod">
          <ac:chgData name="Trevoir Williams" userId="6a45007046124a3d" providerId="LiveId" clId="{53D5EA3C-0847-4EC1-9FDC-43DBDAEAF41A}" dt="2026-04-29T18:36:33.074" v="162" actId="26606"/>
          <ac:spMkLst>
            <pc:docMk/>
            <pc:sldMk cId="0" sldId="269"/>
            <ac:spMk id="3" creationId="{00000000-0000-0000-0000-000000000000}"/>
          </ac:spMkLst>
        </pc:spChg>
        <pc:spChg chg="mod">
          <ac:chgData name="Trevoir Williams" userId="6a45007046124a3d" providerId="LiveId" clId="{53D5EA3C-0847-4EC1-9FDC-43DBDAEAF41A}" dt="2026-04-29T18:41:48.013" v="487" actId="27636"/>
          <ac:spMkLst>
            <pc:docMk/>
            <pc:sldMk cId="0" sldId="269"/>
            <ac:spMk id="4" creationId="{00000000-0000-0000-0000-000000000000}"/>
          </ac:spMkLst>
        </pc:spChg>
        <pc:spChg chg="mod">
          <ac:chgData name="Trevoir Williams" userId="6a45007046124a3d" providerId="LiveId" clId="{53D5EA3C-0847-4EC1-9FDC-43DBDAEAF41A}" dt="2026-04-29T18:44:59.308" v="537" actId="20577"/>
          <ac:spMkLst>
            <pc:docMk/>
            <pc:sldMk cId="0" sldId="269"/>
            <ac:spMk id="17" creationId="{00000000-0000-0000-0000-000000000000}"/>
          </ac:spMkLst>
        </pc:spChg>
        <pc:spChg chg="mod">
          <ac:chgData name="Trevoir Williams" userId="6a45007046124a3d" providerId="LiveId" clId="{53D5EA3C-0847-4EC1-9FDC-43DBDAEAF41A}" dt="2026-04-29T18:41:47.865" v="484" actId="26606"/>
          <ac:spMkLst>
            <pc:docMk/>
            <pc:sldMk cId="0" sldId="269"/>
            <ac:spMk id="19" creationId="{00000000-0000-0000-0000-000000000000}"/>
          </ac:spMkLst>
        </pc:spChg>
        <pc:spChg chg="mod">
          <ac:chgData name="Trevoir Williams" userId="6a45007046124a3d" providerId="LiveId" clId="{53D5EA3C-0847-4EC1-9FDC-43DBDAEAF41A}" dt="2026-04-29T18:41:47.865" v="484" actId="26606"/>
          <ac:spMkLst>
            <pc:docMk/>
            <pc:sldMk cId="0" sldId="269"/>
            <ac:spMk id="20" creationId="{00000000-0000-0000-0000-000000000000}"/>
          </ac:spMkLst>
        </pc:spChg>
        <pc:spChg chg="mod">
          <ac:chgData name="Trevoir Williams" userId="6a45007046124a3d" providerId="LiveId" clId="{53D5EA3C-0847-4EC1-9FDC-43DBDAEAF41A}" dt="2026-04-29T18:41:47.865" v="484" actId="26606"/>
          <ac:spMkLst>
            <pc:docMk/>
            <pc:sldMk cId="0" sldId="269"/>
            <ac:spMk id="21"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270"/>
        </pc:sldMkLst>
        <pc:spChg chg="mod">
          <ac:chgData name="Trevoir Williams" userId="6a45007046124a3d" providerId="LiveId" clId="{53D5EA3C-0847-4EC1-9FDC-43DBDAEAF41A}" dt="2026-04-29T18:36:33.074" v="162" actId="26606"/>
          <ac:spMkLst>
            <pc:docMk/>
            <pc:sldMk cId="0" sldId="270"/>
            <ac:spMk id="3" creationId="{00000000-0000-0000-0000-000000000000}"/>
          </ac:spMkLst>
        </pc:spChg>
        <pc:spChg chg="mod">
          <ac:chgData name="Trevoir Williams" userId="6a45007046124a3d" providerId="LiveId" clId="{53D5EA3C-0847-4EC1-9FDC-43DBDAEAF41A}" dt="2026-04-29T18:48:13.146" v="575" actId="27636"/>
          <ac:spMkLst>
            <pc:docMk/>
            <pc:sldMk cId="0" sldId="270"/>
            <ac:spMk id="4" creationId="{00000000-0000-0000-0000-000000000000}"/>
          </ac:spMkLst>
        </pc:spChg>
        <pc:spChg chg="mod">
          <ac:chgData name="Trevoir Williams" userId="6a45007046124a3d" providerId="LiveId" clId="{53D5EA3C-0847-4EC1-9FDC-43DBDAEAF41A}" dt="2026-04-29T18:48:13.161" v="576" actId="27636"/>
          <ac:spMkLst>
            <pc:docMk/>
            <pc:sldMk cId="0" sldId="270"/>
            <ac:spMk id="17" creationId="{00000000-0000-0000-0000-000000000000}"/>
          </ac:spMkLst>
        </pc:spChg>
        <pc:spChg chg="mod">
          <ac:chgData name="Trevoir Williams" userId="6a45007046124a3d" providerId="LiveId" clId="{53D5EA3C-0847-4EC1-9FDC-43DBDAEAF41A}" dt="2026-04-29T18:41:47.865" v="484" actId="26606"/>
          <ac:spMkLst>
            <pc:docMk/>
            <pc:sldMk cId="0" sldId="270"/>
            <ac:spMk id="19" creationId="{00000000-0000-0000-0000-000000000000}"/>
          </ac:spMkLst>
        </pc:spChg>
        <pc:spChg chg="mod">
          <ac:chgData name="Trevoir Williams" userId="6a45007046124a3d" providerId="LiveId" clId="{53D5EA3C-0847-4EC1-9FDC-43DBDAEAF41A}" dt="2026-04-29T18:41:47.865" v="484" actId="26606"/>
          <ac:spMkLst>
            <pc:docMk/>
            <pc:sldMk cId="0" sldId="270"/>
            <ac:spMk id="20" creationId="{00000000-0000-0000-0000-000000000000}"/>
          </ac:spMkLst>
        </pc:spChg>
        <pc:spChg chg="mod">
          <ac:chgData name="Trevoir Williams" userId="6a45007046124a3d" providerId="LiveId" clId="{53D5EA3C-0847-4EC1-9FDC-43DBDAEAF41A}" dt="2026-04-29T18:41:47.865" v="484" actId="26606"/>
          <ac:spMkLst>
            <pc:docMk/>
            <pc:sldMk cId="0" sldId="270"/>
            <ac:spMk id="21" creationId="{00000000-0000-0000-0000-000000000000}"/>
          </ac:spMkLst>
        </pc:spChg>
      </pc:sldChg>
      <pc:sldChg chg="modSp add del mod">
        <pc:chgData name="Trevoir Williams" userId="6a45007046124a3d" providerId="LiveId" clId="{53D5EA3C-0847-4EC1-9FDC-43DBDAEAF41A}" dt="2026-04-29T18:55:40.351" v="655" actId="27636"/>
        <pc:sldMkLst>
          <pc:docMk/>
          <pc:sldMk cId="0" sldId="271"/>
        </pc:sldMkLst>
        <pc:spChg chg="mod">
          <ac:chgData name="Trevoir Williams" userId="6a45007046124a3d" providerId="LiveId" clId="{53D5EA3C-0847-4EC1-9FDC-43DBDAEAF41A}" dt="2026-04-29T18:36:33.074" v="162" actId="26606"/>
          <ac:spMkLst>
            <pc:docMk/>
            <pc:sldMk cId="0" sldId="271"/>
            <ac:spMk id="3" creationId="{00000000-0000-0000-0000-000000000000}"/>
          </ac:spMkLst>
        </pc:spChg>
        <pc:spChg chg="mod">
          <ac:chgData name="Trevoir Williams" userId="6a45007046124a3d" providerId="LiveId" clId="{53D5EA3C-0847-4EC1-9FDC-43DBDAEAF41A}" dt="2026-04-29T18:55:40.351" v="655" actId="27636"/>
          <ac:spMkLst>
            <pc:docMk/>
            <pc:sldMk cId="0" sldId="271"/>
            <ac:spMk id="4" creationId="{00000000-0000-0000-0000-000000000000}"/>
          </ac:spMkLst>
        </pc:spChg>
        <pc:spChg chg="mod">
          <ac:chgData name="Trevoir Williams" userId="6a45007046124a3d" providerId="LiveId" clId="{53D5EA3C-0847-4EC1-9FDC-43DBDAEAF41A}" dt="2026-04-29T18:41:47.865" v="484" actId="26606"/>
          <ac:spMkLst>
            <pc:docMk/>
            <pc:sldMk cId="0" sldId="271"/>
            <ac:spMk id="28" creationId="{00000000-0000-0000-0000-000000000000}"/>
          </ac:spMkLst>
        </pc:spChg>
        <pc:spChg chg="mod">
          <ac:chgData name="Trevoir Williams" userId="6a45007046124a3d" providerId="LiveId" clId="{53D5EA3C-0847-4EC1-9FDC-43DBDAEAF41A}" dt="2026-04-29T18:41:47.865" v="484" actId="26606"/>
          <ac:spMkLst>
            <pc:docMk/>
            <pc:sldMk cId="0" sldId="271"/>
            <ac:spMk id="29" creationId="{00000000-0000-0000-0000-000000000000}"/>
          </ac:spMkLst>
        </pc:spChg>
        <pc:spChg chg="mod">
          <ac:chgData name="Trevoir Williams" userId="6a45007046124a3d" providerId="LiveId" clId="{53D5EA3C-0847-4EC1-9FDC-43DBDAEAF41A}" dt="2026-04-29T18:41:47.865" v="484" actId="26606"/>
          <ac:spMkLst>
            <pc:docMk/>
            <pc:sldMk cId="0" sldId="271"/>
            <ac:spMk id="30"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272"/>
        </pc:sldMkLst>
        <pc:spChg chg="mod">
          <ac:chgData name="Trevoir Williams" userId="6a45007046124a3d" providerId="LiveId" clId="{53D5EA3C-0847-4EC1-9FDC-43DBDAEAF41A}" dt="2026-04-29T18:48:20.339" v="581" actId="27636"/>
          <ac:spMkLst>
            <pc:docMk/>
            <pc:sldMk cId="0" sldId="272"/>
            <ac:spMk id="3" creationId="{00000000-0000-0000-0000-000000000000}"/>
          </ac:spMkLst>
        </pc:spChg>
        <pc:spChg chg="mod">
          <ac:chgData name="Trevoir Williams" userId="6a45007046124a3d" providerId="LiveId" clId="{53D5EA3C-0847-4EC1-9FDC-43DBDAEAF41A}" dt="2026-04-29T18:48:20.337" v="580" actId="27636"/>
          <ac:spMkLst>
            <pc:docMk/>
            <pc:sldMk cId="0" sldId="272"/>
            <ac:spMk id="4" creationId="{00000000-0000-0000-0000-000000000000}"/>
          </ac:spMkLst>
        </pc:spChg>
        <pc:spChg chg="mod">
          <ac:chgData name="Trevoir Williams" userId="6a45007046124a3d" providerId="LiveId" clId="{53D5EA3C-0847-4EC1-9FDC-43DBDAEAF41A}" dt="2026-04-29T18:48:20.334" v="579" actId="27636"/>
          <ac:spMkLst>
            <pc:docMk/>
            <pc:sldMk cId="0" sldId="272"/>
            <ac:spMk id="17" creationId="{00000000-0000-0000-0000-000000000000}"/>
          </ac:spMkLst>
        </pc:spChg>
        <pc:spChg chg="mod">
          <ac:chgData name="Trevoir Williams" userId="6a45007046124a3d" providerId="LiveId" clId="{53D5EA3C-0847-4EC1-9FDC-43DBDAEAF41A}" dt="2026-04-29T18:41:47.865" v="484" actId="26606"/>
          <ac:spMkLst>
            <pc:docMk/>
            <pc:sldMk cId="0" sldId="272"/>
            <ac:spMk id="19" creationId="{00000000-0000-0000-0000-000000000000}"/>
          </ac:spMkLst>
        </pc:spChg>
        <pc:spChg chg="mod">
          <ac:chgData name="Trevoir Williams" userId="6a45007046124a3d" providerId="LiveId" clId="{53D5EA3C-0847-4EC1-9FDC-43DBDAEAF41A}" dt="2026-04-29T18:41:47.865" v="484" actId="26606"/>
          <ac:spMkLst>
            <pc:docMk/>
            <pc:sldMk cId="0" sldId="272"/>
            <ac:spMk id="20" creationId="{00000000-0000-0000-0000-000000000000}"/>
          </ac:spMkLst>
        </pc:spChg>
        <pc:spChg chg="mod">
          <ac:chgData name="Trevoir Williams" userId="6a45007046124a3d" providerId="LiveId" clId="{53D5EA3C-0847-4EC1-9FDC-43DBDAEAF41A}" dt="2026-04-29T18:41:47.865" v="484" actId="26606"/>
          <ac:spMkLst>
            <pc:docMk/>
            <pc:sldMk cId="0" sldId="272"/>
            <ac:spMk id="21"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273"/>
        </pc:sldMkLst>
        <pc:spChg chg="mod">
          <ac:chgData name="Trevoir Williams" userId="6a45007046124a3d" providerId="LiveId" clId="{53D5EA3C-0847-4EC1-9FDC-43DBDAEAF41A}" dt="2026-04-29T18:36:33.234" v="163" actId="27636"/>
          <ac:spMkLst>
            <pc:docMk/>
            <pc:sldMk cId="0" sldId="273"/>
            <ac:spMk id="3" creationId="{00000000-0000-0000-0000-000000000000}"/>
          </ac:spMkLst>
        </pc:spChg>
        <pc:spChg chg="mod">
          <ac:chgData name="Trevoir Williams" userId="6a45007046124a3d" providerId="LiveId" clId="{53D5EA3C-0847-4EC1-9FDC-43DBDAEAF41A}" dt="2026-04-29T18:48:32.782" v="586" actId="27636"/>
          <ac:spMkLst>
            <pc:docMk/>
            <pc:sldMk cId="0" sldId="273"/>
            <ac:spMk id="4" creationId="{00000000-0000-0000-0000-000000000000}"/>
          </ac:spMkLst>
        </pc:spChg>
        <pc:spChg chg="mod">
          <ac:chgData name="Trevoir Williams" userId="6a45007046124a3d" providerId="LiveId" clId="{53D5EA3C-0847-4EC1-9FDC-43DBDAEAF41A}" dt="2026-04-29T18:48:32.791" v="587" actId="27636"/>
          <ac:spMkLst>
            <pc:docMk/>
            <pc:sldMk cId="0" sldId="273"/>
            <ac:spMk id="17" creationId="{00000000-0000-0000-0000-000000000000}"/>
          </ac:spMkLst>
        </pc:spChg>
        <pc:spChg chg="mod">
          <ac:chgData name="Trevoir Williams" userId="6a45007046124a3d" providerId="LiveId" clId="{53D5EA3C-0847-4EC1-9FDC-43DBDAEAF41A}" dt="2026-04-29T18:41:47.865" v="484" actId="26606"/>
          <ac:spMkLst>
            <pc:docMk/>
            <pc:sldMk cId="0" sldId="273"/>
            <ac:spMk id="19" creationId="{00000000-0000-0000-0000-000000000000}"/>
          </ac:spMkLst>
        </pc:spChg>
        <pc:spChg chg="mod">
          <ac:chgData name="Trevoir Williams" userId="6a45007046124a3d" providerId="LiveId" clId="{53D5EA3C-0847-4EC1-9FDC-43DBDAEAF41A}" dt="2026-04-29T18:41:47.865" v="484" actId="26606"/>
          <ac:spMkLst>
            <pc:docMk/>
            <pc:sldMk cId="0" sldId="273"/>
            <ac:spMk id="20" creationId="{00000000-0000-0000-0000-000000000000}"/>
          </ac:spMkLst>
        </pc:spChg>
        <pc:spChg chg="mod">
          <ac:chgData name="Trevoir Williams" userId="6a45007046124a3d" providerId="LiveId" clId="{53D5EA3C-0847-4EC1-9FDC-43DBDAEAF41A}" dt="2026-04-29T18:45:26.235" v="540" actId="20577"/>
          <ac:spMkLst>
            <pc:docMk/>
            <pc:sldMk cId="0" sldId="273"/>
            <ac:spMk id="21"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274"/>
        </pc:sldMkLst>
        <pc:spChg chg="mod">
          <ac:chgData name="Trevoir Williams" userId="6a45007046124a3d" providerId="LiveId" clId="{53D5EA3C-0847-4EC1-9FDC-43DBDAEAF41A}" dt="2026-04-29T18:36:33.341" v="164" actId="27636"/>
          <ac:spMkLst>
            <pc:docMk/>
            <pc:sldMk cId="0" sldId="274"/>
            <ac:spMk id="3" creationId="{00000000-0000-0000-0000-000000000000}"/>
          </ac:spMkLst>
        </pc:spChg>
        <pc:spChg chg="mod">
          <ac:chgData name="Trevoir Williams" userId="6a45007046124a3d" providerId="LiveId" clId="{53D5EA3C-0847-4EC1-9FDC-43DBDAEAF41A}" dt="2026-04-29T18:48:35.933" v="589" actId="27636"/>
          <ac:spMkLst>
            <pc:docMk/>
            <pc:sldMk cId="0" sldId="274"/>
            <ac:spMk id="4" creationId="{00000000-0000-0000-0000-000000000000}"/>
          </ac:spMkLst>
        </pc:spChg>
        <pc:spChg chg="mod">
          <ac:chgData name="Trevoir Williams" userId="6a45007046124a3d" providerId="LiveId" clId="{53D5EA3C-0847-4EC1-9FDC-43DBDAEAF41A}" dt="2026-04-29T18:48:35.929" v="588" actId="27636"/>
          <ac:spMkLst>
            <pc:docMk/>
            <pc:sldMk cId="0" sldId="274"/>
            <ac:spMk id="17" creationId="{00000000-0000-0000-0000-000000000000}"/>
          </ac:spMkLst>
        </pc:spChg>
        <pc:spChg chg="mod">
          <ac:chgData name="Trevoir Williams" userId="6a45007046124a3d" providerId="LiveId" clId="{53D5EA3C-0847-4EC1-9FDC-43DBDAEAF41A}" dt="2026-04-29T18:41:47.865" v="484" actId="26606"/>
          <ac:spMkLst>
            <pc:docMk/>
            <pc:sldMk cId="0" sldId="274"/>
            <ac:spMk id="19" creationId="{00000000-0000-0000-0000-000000000000}"/>
          </ac:spMkLst>
        </pc:spChg>
        <pc:spChg chg="mod">
          <ac:chgData name="Trevoir Williams" userId="6a45007046124a3d" providerId="LiveId" clId="{53D5EA3C-0847-4EC1-9FDC-43DBDAEAF41A}" dt="2026-04-29T18:41:47.865" v="484" actId="26606"/>
          <ac:spMkLst>
            <pc:docMk/>
            <pc:sldMk cId="0" sldId="274"/>
            <ac:spMk id="20" creationId="{00000000-0000-0000-0000-000000000000}"/>
          </ac:spMkLst>
        </pc:spChg>
        <pc:spChg chg="mod">
          <ac:chgData name="Trevoir Williams" userId="6a45007046124a3d" providerId="LiveId" clId="{53D5EA3C-0847-4EC1-9FDC-43DBDAEAF41A}" dt="2026-04-29T18:45:45.336" v="547" actId="20577"/>
          <ac:spMkLst>
            <pc:docMk/>
            <pc:sldMk cId="0" sldId="274"/>
            <ac:spMk id="21" creationId="{00000000-0000-0000-0000-000000000000}"/>
          </ac:spMkLst>
        </pc:spChg>
      </pc:sldChg>
      <pc:sldChg chg="modSp mod addAnim delAnim modAnim">
        <pc:chgData name="Trevoir Williams" userId="6a45007046124a3d" providerId="LiveId" clId="{53D5EA3C-0847-4EC1-9FDC-43DBDAEAF41A}" dt="2026-04-29T18:48:41.672" v="594" actId="27636"/>
        <pc:sldMkLst>
          <pc:docMk/>
          <pc:sldMk cId="0" sldId="275"/>
        </pc:sldMkLst>
        <pc:spChg chg="mod">
          <ac:chgData name="Trevoir Williams" userId="6a45007046124a3d" providerId="LiveId" clId="{53D5EA3C-0847-4EC1-9FDC-43DBDAEAF41A}" dt="2026-04-29T18:36:33.074" v="162" actId="26606"/>
          <ac:spMkLst>
            <pc:docMk/>
            <pc:sldMk cId="0" sldId="275"/>
            <ac:spMk id="3" creationId="{00000000-0000-0000-0000-000000000000}"/>
          </ac:spMkLst>
        </pc:spChg>
        <pc:spChg chg="mod">
          <ac:chgData name="Trevoir Williams" userId="6a45007046124a3d" providerId="LiveId" clId="{53D5EA3C-0847-4EC1-9FDC-43DBDAEAF41A}" dt="2026-04-29T18:48:41.656" v="592" actId="27636"/>
          <ac:spMkLst>
            <pc:docMk/>
            <pc:sldMk cId="0" sldId="275"/>
            <ac:spMk id="4" creationId="{00000000-0000-0000-0000-000000000000}"/>
          </ac:spMkLst>
        </pc:spChg>
        <pc:spChg chg="mod">
          <ac:chgData name="Trevoir Williams" userId="6a45007046124a3d" providerId="LiveId" clId="{53D5EA3C-0847-4EC1-9FDC-43DBDAEAF41A}" dt="2026-04-29T18:48:41.672" v="594" actId="27636"/>
          <ac:spMkLst>
            <pc:docMk/>
            <pc:sldMk cId="0" sldId="275"/>
            <ac:spMk id="8" creationId="{00000000-0000-0000-0000-000000000000}"/>
          </ac:spMkLst>
        </pc:spChg>
        <pc:spChg chg="mod">
          <ac:chgData name="Trevoir Williams" userId="6a45007046124a3d" providerId="LiveId" clId="{53D5EA3C-0847-4EC1-9FDC-43DBDAEAF41A}" dt="2026-04-29T18:48:41.656" v="591" actId="27636"/>
          <ac:spMkLst>
            <pc:docMk/>
            <pc:sldMk cId="0" sldId="275"/>
            <ac:spMk id="12" creationId="{00000000-0000-0000-0000-000000000000}"/>
          </ac:spMkLst>
        </pc:spChg>
        <pc:spChg chg="mod">
          <ac:chgData name="Trevoir Williams" userId="6a45007046124a3d" providerId="LiveId" clId="{53D5EA3C-0847-4EC1-9FDC-43DBDAEAF41A}" dt="2026-04-29T18:48:41.672" v="593" actId="27636"/>
          <ac:spMkLst>
            <pc:docMk/>
            <pc:sldMk cId="0" sldId="275"/>
            <ac:spMk id="16" creationId="{00000000-0000-0000-0000-000000000000}"/>
          </ac:spMkLst>
        </pc:spChg>
        <pc:spChg chg="mod">
          <ac:chgData name="Trevoir Williams" userId="6a45007046124a3d" providerId="LiveId" clId="{53D5EA3C-0847-4EC1-9FDC-43DBDAEAF41A}" dt="2026-04-29T18:41:47.865" v="484" actId="26606"/>
          <ac:spMkLst>
            <pc:docMk/>
            <pc:sldMk cId="0" sldId="275"/>
            <ac:spMk id="20" creationId="{00000000-0000-0000-0000-000000000000}"/>
          </ac:spMkLst>
        </pc:spChg>
        <pc:spChg chg="mod">
          <ac:chgData name="Trevoir Williams" userId="6a45007046124a3d" providerId="LiveId" clId="{53D5EA3C-0847-4EC1-9FDC-43DBDAEAF41A}" dt="2026-04-29T18:41:47.865" v="484" actId="26606"/>
          <ac:spMkLst>
            <pc:docMk/>
            <pc:sldMk cId="0" sldId="275"/>
            <ac:spMk id="22" creationId="{00000000-0000-0000-0000-000000000000}"/>
          </ac:spMkLst>
        </pc:spChg>
        <pc:spChg chg="mod">
          <ac:chgData name="Trevoir Williams" userId="6a45007046124a3d" providerId="LiveId" clId="{53D5EA3C-0847-4EC1-9FDC-43DBDAEAF41A}" dt="2026-04-29T18:41:47.865" v="484" actId="26606"/>
          <ac:spMkLst>
            <pc:docMk/>
            <pc:sldMk cId="0" sldId="275"/>
            <ac:spMk id="24" creationId="{00000000-0000-0000-0000-000000000000}"/>
          </ac:spMkLst>
        </pc:spChg>
        <pc:spChg chg="mod">
          <ac:chgData name="Trevoir Williams" userId="6a45007046124a3d" providerId="LiveId" clId="{53D5EA3C-0847-4EC1-9FDC-43DBDAEAF41A}" dt="2026-04-29T18:41:47.865" v="484" actId="26606"/>
          <ac:spMkLst>
            <pc:docMk/>
            <pc:sldMk cId="0" sldId="275"/>
            <ac:spMk id="25" creationId="{00000000-0000-0000-0000-000000000000}"/>
          </ac:spMkLst>
        </pc:spChg>
      </pc:sldChg>
      <pc:sldChg chg="delSp modSp mod">
        <pc:chgData name="Trevoir Williams" userId="6a45007046124a3d" providerId="LiveId" clId="{53D5EA3C-0847-4EC1-9FDC-43DBDAEAF41A}" dt="2026-04-29T18:48:45.204" v="595" actId="27636"/>
        <pc:sldMkLst>
          <pc:docMk/>
          <pc:sldMk cId="0" sldId="276"/>
        </pc:sldMkLst>
        <pc:spChg chg="mod">
          <ac:chgData name="Trevoir Williams" userId="6a45007046124a3d" providerId="LiveId" clId="{53D5EA3C-0847-4EC1-9FDC-43DBDAEAF41A}" dt="2026-04-29T18:41:47.865" v="484" actId="26606"/>
          <ac:spMkLst>
            <pc:docMk/>
            <pc:sldMk cId="0" sldId="276"/>
            <ac:spMk id="6" creationId="{00000000-0000-0000-0000-000000000000}"/>
          </ac:spMkLst>
        </pc:spChg>
        <pc:spChg chg="mod">
          <ac:chgData name="Trevoir Williams" userId="6a45007046124a3d" providerId="LiveId" clId="{53D5EA3C-0847-4EC1-9FDC-43DBDAEAF41A}" dt="2026-04-29T18:48:45.204" v="595" actId="27636"/>
          <ac:spMkLst>
            <pc:docMk/>
            <pc:sldMk cId="0" sldId="276"/>
            <ac:spMk id="8" creationId="{00000000-0000-0000-0000-000000000000}"/>
          </ac:spMkLst>
        </pc:spChg>
        <pc:spChg chg="mod">
          <ac:chgData name="Trevoir Williams" userId="6a45007046124a3d" providerId="LiveId" clId="{53D5EA3C-0847-4EC1-9FDC-43DBDAEAF41A}" dt="2026-04-29T18:41:47.865" v="484" actId="26606"/>
          <ac:spMkLst>
            <pc:docMk/>
            <pc:sldMk cId="0" sldId="276"/>
            <ac:spMk id="25" creationId="{00000000-0000-0000-0000-000000000000}"/>
          </ac:spMkLst>
        </pc:spChg>
        <pc:spChg chg="mod">
          <ac:chgData name="Trevoir Williams" userId="6a45007046124a3d" providerId="LiveId" clId="{53D5EA3C-0847-4EC1-9FDC-43DBDAEAF41A}" dt="2026-04-29T18:41:47.865" v="484" actId="26606"/>
          <ac:spMkLst>
            <pc:docMk/>
            <pc:sldMk cId="0" sldId="276"/>
            <ac:spMk id="26" creationId="{00000000-0000-0000-0000-000000000000}"/>
          </ac:spMkLst>
        </pc:spChg>
      </pc:sldChg>
      <pc:sldChg chg="modSp mod addAnim delAnim modAnim">
        <pc:chgData name="Trevoir Williams" userId="6a45007046124a3d" providerId="LiveId" clId="{53D5EA3C-0847-4EC1-9FDC-43DBDAEAF41A}" dt="2026-04-29T18:48:15.182" v="578" actId="27636"/>
        <pc:sldMkLst>
          <pc:docMk/>
          <pc:sldMk cId="0" sldId="277"/>
        </pc:sldMkLst>
        <pc:spChg chg="mod">
          <ac:chgData name="Trevoir Williams" userId="6a45007046124a3d" providerId="LiveId" clId="{53D5EA3C-0847-4EC1-9FDC-43DBDAEAF41A}" dt="2026-04-29T18:36:33.074" v="162" actId="26606"/>
          <ac:spMkLst>
            <pc:docMk/>
            <pc:sldMk cId="0" sldId="277"/>
            <ac:spMk id="3" creationId="{00000000-0000-0000-0000-000000000000}"/>
          </ac:spMkLst>
        </pc:spChg>
        <pc:spChg chg="mod">
          <ac:chgData name="Trevoir Williams" userId="6a45007046124a3d" providerId="LiveId" clId="{53D5EA3C-0847-4EC1-9FDC-43DBDAEAF41A}" dt="2026-04-29T18:48:15.182" v="578" actId="27636"/>
          <ac:spMkLst>
            <pc:docMk/>
            <pc:sldMk cId="0" sldId="277"/>
            <ac:spMk id="4" creationId="{00000000-0000-0000-0000-000000000000}"/>
          </ac:spMkLst>
        </pc:spChg>
        <pc:spChg chg="mod">
          <ac:chgData name="Trevoir Williams" userId="6a45007046124a3d" providerId="LiveId" clId="{53D5EA3C-0847-4EC1-9FDC-43DBDAEAF41A}" dt="2026-04-29T18:41:47.865" v="484" actId="26606"/>
          <ac:spMkLst>
            <pc:docMk/>
            <pc:sldMk cId="0" sldId="277"/>
            <ac:spMk id="14" creationId="{00000000-0000-0000-0000-000000000000}"/>
          </ac:spMkLst>
        </pc:spChg>
        <pc:spChg chg="mod">
          <ac:chgData name="Trevoir Williams" userId="6a45007046124a3d" providerId="LiveId" clId="{53D5EA3C-0847-4EC1-9FDC-43DBDAEAF41A}" dt="2026-04-29T18:41:47.865" v="484" actId="26606"/>
          <ac:spMkLst>
            <pc:docMk/>
            <pc:sldMk cId="0" sldId="277"/>
            <ac:spMk id="15" creationId="{00000000-0000-0000-0000-000000000000}"/>
          </ac:spMkLst>
        </pc:spChg>
        <pc:spChg chg="mod">
          <ac:chgData name="Trevoir Williams" userId="6a45007046124a3d" providerId="LiveId" clId="{53D5EA3C-0847-4EC1-9FDC-43DBDAEAF41A}" dt="2026-04-29T18:48:15.176" v="577" actId="20577"/>
          <ac:spMkLst>
            <pc:docMk/>
            <pc:sldMk cId="0" sldId="277"/>
            <ac:spMk id="16" creationId="{00000000-0000-0000-0000-000000000000}"/>
          </ac:spMkLst>
        </pc:spChg>
      </pc:sldChg>
      <pc:sldChg chg="modSp add del mod addAnim delAnim modAnim">
        <pc:chgData name="Trevoir Williams" userId="6a45007046124a3d" providerId="LiveId" clId="{53D5EA3C-0847-4EC1-9FDC-43DBDAEAF41A}" dt="2026-04-29T19:58:42.040" v="695" actId="26606"/>
        <pc:sldMkLst>
          <pc:docMk/>
          <pc:sldMk cId="0" sldId="279"/>
        </pc:sldMkLst>
        <pc:spChg chg="mod">
          <ac:chgData name="Trevoir Williams" userId="6a45007046124a3d" providerId="LiveId" clId="{53D5EA3C-0847-4EC1-9FDC-43DBDAEAF41A}" dt="2026-04-29T18:36:33.792" v="167" actId="27636"/>
          <ac:spMkLst>
            <pc:docMk/>
            <pc:sldMk cId="0" sldId="279"/>
            <ac:spMk id="3" creationId="{00000000-0000-0000-0000-000000000000}"/>
          </ac:spMkLst>
        </pc:spChg>
        <pc:spChg chg="mod">
          <ac:chgData name="Trevoir Williams" userId="6a45007046124a3d" providerId="LiveId" clId="{53D5EA3C-0847-4EC1-9FDC-43DBDAEAF41A}" dt="2026-04-29T19:00:35.581" v="659" actId="27636"/>
          <ac:spMkLst>
            <pc:docMk/>
            <pc:sldMk cId="0" sldId="279"/>
            <ac:spMk id="4" creationId="{00000000-0000-0000-0000-000000000000}"/>
          </ac:spMkLst>
        </pc:spChg>
        <pc:spChg chg="mod">
          <ac:chgData name="Trevoir Williams" userId="6a45007046124a3d" providerId="LiveId" clId="{53D5EA3C-0847-4EC1-9FDC-43DBDAEAF41A}" dt="2026-04-29T18:41:47.865" v="484" actId="26606"/>
          <ac:spMkLst>
            <pc:docMk/>
            <pc:sldMk cId="0" sldId="279"/>
            <ac:spMk id="7" creationId="{00000000-0000-0000-0000-000000000000}"/>
          </ac:spMkLst>
        </pc:spChg>
        <pc:spChg chg="mod">
          <ac:chgData name="Trevoir Williams" userId="6a45007046124a3d" providerId="LiveId" clId="{53D5EA3C-0847-4EC1-9FDC-43DBDAEAF41A}" dt="2026-04-29T19:00:35.572" v="657" actId="27636"/>
          <ac:spMkLst>
            <pc:docMk/>
            <pc:sldMk cId="0" sldId="279"/>
            <ac:spMk id="9" creationId="{00000000-0000-0000-0000-000000000000}"/>
          </ac:spMkLst>
        </pc:spChg>
        <pc:spChg chg="mod">
          <ac:chgData name="Trevoir Williams" userId="6a45007046124a3d" providerId="LiveId" clId="{53D5EA3C-0847-4EC1-9FDC-43DBDAEAF41A}" dt="2026-04-29T19:00:35.578" v="658" actId="27636"/>
          <ac:spMkLst>
            <pc:docMk/>
            <pc:sldMk cId="0" sldId="279"/>
            <ac:spMk id="14" creationId="{00000000-0000-0000-0000-000000000000}"/>
          </ac:spMkLst>
        </pc:spChg>
        <pc:spChg chg="mod">
          <ac:chgData name="Trevoir Williams" userId="6a45007046124a3d" providerId="LiveId" clId="{53D5EA3C-0847-4EC1-9FDC-43DBDAEAF41A}" dt="2026-04-29T18:41:47.865" v="484" actId="26606"/>
          <ac:spMkLst>
            <pc:docMk/>
            <pc:sldMk cId="0" sldId="279"/>
            <ac:spMk id="18" creationId="{00000000-0000-0000-0000-000000000000}"/>
          </ac:spMkLst>
        </pc:spChg>
        <pc:spChg chg="mod">
          <ac:chgData name="Trevoir Williams" userId="6a45007046124a3d" providerId="LiveId" clId="{53D5EA3C-0847-4EC1-9FDC-43DBDAEAF41A}" dt="2026-04-29T18:41:47.865" v="484" actId="26606"/>
          <ac:spMkLst>
            <pc:docMk/>
            <pc:sldMk cId="0" sldId="279"/>
            <ac:spMk id="19"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280"/>
        </pc:sldMkLst>
        <pc:spChg chg="mod">
          <ac:chgData name="Trevoir Williams" userId="6a45007046124a3d" providerId="LiveId" clId="{53D5EA3C-0847-4EC1-9FDC-43DBDAEAF41A}" dt="2026-04-29T18:55:15.567" v="605" actId="27636"/>
          <ac:spMkLst>
            <pc:docMk/>
            <pc:sldMk cId="0" sldId="280"/>
            <ac:spMk id="3" creationId="{00000000-0000-0000-0000-000000000000}"/>
          </ac:spMkLst>
        </pc:spChg>
        <pc:spChg chg="mod">
          <ac:chgData name="Trevoir Williams" userId="6a45007046124a3d" providerId="LiveId" clId="{53D5EA3C-0847-4EC1-9FDC-43DBDAEAF41A}" dt="2026-04-29T18:55:15.567" v="606" actId="27636"/>
          <ac:spMkLst>
            <pc:docMk/>
            <pc:sldMk cId="0" sldId="280"/>
            <ac:spMk id="4" creationId="{00000000-0000-0000-0000-000000000000}"/>
          </ac:spMkLst>
        </pc:spChg>
        <pc:spChg chg="mod">
          <ac:chgData name="Trevoir Williams" userId="6a45007046124a3d" providerId="LiveId" clId="{53D5EA3C-0847-4EC1-9FDC-43DBDAEAF41A}" dt="2026-04-29T18:41:47.865" v="484" actId="26606"/>
          <ac:spMkLst>
            <pc:docMk/>
            <pc:sldMk cId="0" sldId="280"/>
            <ac:spMk id="17" creationId="{00000000-0000-0000-0000-000000000000}"/>
          </ac:spMkLst>
        </pc:spChg>
        <pc:spChg chg="mod">
          <ac:chgData name="Trevoir Williams" userId="6a45007046124a3d" providerId="LiveId" clId="{53D5EA3C-0847-4EC1-9FDC-43DBDAEAF41A}" dt="2026-04-29T18:50:10.265" v="602" actId="14100"/>
          <ac:spMkLst>
            <pc:docMk/>
            <pc:sldMk cId="0" sldId="280"/>
            <ac:spMk id="18" creationId="{00000000-0000-0000-0000-000000000000}"/>
          </ac:spMkLst>
        </pc:spChg>
        <pc:spChg chg="mod">
          <ac:chgData name="Trevoir Williams" userId="6a45007046124a3d" providerId="LiveId" clId="{53D5EA3C-0847-4EC1-9FDC-43DBDAEAF41A}" dt="2026-04-29T18:50:18.352" v="603" actId="14100"/>
          <ac:spMkLst>
            <pc:docMk/>
            <pc:sldMk cId="0" sldId="280"/>
            <ac:spMk id="19" creationId="{00000000-0000-0000-0000-000000000000}"/>
          </ac:spMkLst>
        </pc:spChg>
        <pc:spChg chg="mod">
          <ac:chgData name="Trevoir Williams" userId="6a45007046124a3d" providerId="LiveId" clId="{53D5EA3C-0847-4EC1-9FDC-43DBDAEAF41A}" dt="2026-04-29T18:41:47.865" v="484" actId="26606"/>
          <ac:spMkLst>
            <pc:docMk/>
            <pc:sldMk cId="0" sldId="280"/>
            <ac:spMk id="20" creationId="{00000000-0000-0000-0000-000000000000}"/>
          </ac:spMkLst>
        </pc:spChg>
        <pc:spChg chg="mod">
          <ac:chgData name="Trevoir Williams" userId="6a45007046124a3d" providerId="LiveId" clId="{53D5EA3C-0847-4EC1-9FDC-43DBDAEAF41A}" dt="2026-04-29T19:00:29.360" v="656" actId="20577"/>
          <ac:spMkLst>
            <pc:docMk/>
            <pc:sldMk cId="0" sldId="280"/>
            <ac:spMk id="21" creationId="{00000000-0000-0000-0000-000000000000}"/>
          </ac:spMkLst>
        </pc:spChg>
      </pc:sldChg>
      <pc:sldChg chg="modSp add del mod">
        <pc:chgData name="Trevoir Williams" userId="6a45007046124a3d" providerId="LiveId" clId="{53D5EA3C-0847-4EC1-9FDC-43DBDAEAF41A}" dt="2026-04-29T19:59:15.876" v="870" actId="27636"/>
        <pc:sldMkLst>
          <pc:docMk/>
          <pc:sldMk cId="0" sldId="281"/>
        </pc:sldMkLst>
        <pc:spChg chg="mod">
          <ac:chgData name="Trevoir Williams" userId="6a45007046124a3d" providerId="LiveId" clId="{53D5EA3C-0847-4EC1-9FDC-43DBDAEAF41A}" dt="2026-04-29T18:36:33.074" v="162" actId="26606"/>
          <ac:spMkLst>
            <pc:docMk/>
            <pc:sldMk cId="0" sldId="281"/>
            <ac:spMk id="3" creationId="{00000000-0000-0000-0000-000000000000}"/>
          </ac:spMkLst>
        </pc:spChg>
        <pc:spChg chg="mod">
          <ac:chgData name="Trevoir Williams" userId="6a45007046124a3d" providerId="LiveId" clId="{53D5EA3C-0847-4EC1-9FDC-43DBDAEAF41A}" dt="2026-04-29T19:59:15.864" v="869" actId="27636"/>
          <ac:spMkLst>
            <pc:docMk/>
            <pc:sldMk cId="0" sldId="281"/>
            <ac:spMk id="4" creationId="{00000000-0000-0000-0000-000000000000}"/>
          </ac:spMkLst>
        </pc:spChg>
        <pc:spChg chg="mod">
          <ac:chgData name="Trevoir Williams" userId="6a45007046124a3d" providerId="LiveId" clId="{53D5EA3C-0847-4EC1-9FDC-43DBDAEAF41A}" dt="2026-04-29T19:59:15.858" v="867" actId="27636"/>
          <ac:spMkLst>
            <pc:docMk/>
            <pc:sldMk cId="0" sldId="281"/>
            <ac:spMk id="7" creationId="{00000000-0000-0000-0000-000000000000}"/>
          </ac:spMkLst>
        </pc:spChg>
        <pc:spChg chg="mod">
          <ac:chgData name="Trevoir Williams" userId="6a45007046124a3d" providerId="LiveId" clId="{53D5EA3C-0847-4EC1-9FDC-43DBDAEAF41A}" dt="2026-04-29T19:59:15.858" v="868" actId="27636"/>
          <ac:spMkLst>
            <pc:docMk/>
            <pc:sldMk cId="0" sldId="281"/>
            <ac:spMk id="9" creationId="{00000000-0000-0000-0000-000000000000}"/>
          </ac:spMkLst>
        </pc:spChg>
        <pc:spChg chg="mod">
          <ac:chgData name="Trevoir Williams" userId="6a45007046124a3d" providerId="LiveId" clId="{53D5EA3C-0847-4EC1-9FDC-43DBDAEAF41A}" dt="2026-04-29T19:59:15.876" v="870" actId="27636"/>
          <ac:spMkLst>
            <pc:docMk/>
            <pc:sldMk cId="0" sldId="281"/>
            <ac:spMk id="14" creationId="{00000000-0000-0000-0000-000000000000}"/>
          </ac:spMkLst>
        </pc:spChg>
        <pc:spChg chg="mod">
          <ac:chgData name="Trevoir Williams" userId="6a45007046124a3d" providerId="LiveId" clId="{53D5EA3C-0847-4EC1-9FDC-43DBDAEAF41A}" dt="2026-04-29T18:41:47.865" v="484" actId="26606"/>
          <ac:spMkLst>
            <pc:docMk/>
            <pc:sldMk cId="0" sldId="281"/>
            <ac:spMk id="18" creationId="{00000000-0000-0000-0000-000000000000}"/>
          </ac:spMkLst>
        </pc:spChg>
        <pc:spChg chg="mod">
          <ac:chgData name="Trevoir Williams" userId="6a45007046124a3d" providerId="LiveId" clId="{53D5EA3C-0847-4EC1-9FDC-43DBDAEAF41A}" dt="2026-04-29T18:41:47.865" v="484" actId="26606"/>
          <ac:spMkLst>
            <pc:docMk/>
            <pc:sldMk cId="0" sldId="281"/>
            <ac:spMk id="19" creationId="{00000000-0000-0000-0000-000000000000}"/>
          </ac:spMkLst>
        </pc:spChg>
      </pc:sldChg>
      <pc:sldChg chg="modSp add del mod">
        <pc:chgData name="Trevoir Williams" userId="6a45007046124a3d" providerId="LiveId" clId="{53D5EA3C-0847-4EC1-9FDC-43DBDAEAF41A}" dt="2026-04-29T19:59:18.800" v="874" actId="27636"/>
        <pc:sldMkLst>
          <pc:docMk/>
          <pc:sldMk cId="0" sldId="282"/>
        </pc:sldMkLst>
        <pc:spChg chg="mod">
          <ac:chgData name="Trevoir Williams" userId="6a45007046124a3d" providerId="LiveId" clId="{53D5EA3C-0847-4EC1-9FDC-43DBDAEAF41A}" dt="2026-04-29T18:36:34.007" v="168" actId="27636"/>
          <ac:spMkLst>
            <pc:docMk/>
            <pc:sldMk cId="0" sldId="282"/>
            <ac:spMk id="3" creationId="{00000000-0000-0000-0000-000000000000}"/>
          </ac:spMkLst>
        </pc:spChg>
        <pc:spChg chg="mod">
          <ac:chgData name="Trevoir Williams" userId="6a45007046124a3d" providerId="LiveId" clId="{53D5EA3C-0847-4EC1-9FDC-43DBDAEAF41A}" dt="2026-04-29T19:59:18.800" v="874" actId="27636"/>
          <ac:spMkLst>
            <pc:docMk/>
            <pc:sldMk cId="0" sldId="282"/>
            <ac:spMk id="4" creationId="{00000000-0000-0000-0000-000000000000}"/>
          </ac:spMkLst>
        </pc:spChg>
        <pc:spChg chg="mod">
          <ac:chgData name="Trevoir Williams" userId="6a45007046124a3d" providerId="LiveId" clId="{53D5EA3C-0847-4EC1-9FDC-43DBDAEAF41A}" dt="2026-04-29T19:59:18.782" v="871" actId="27636"/>
          <ac:spMkLst>
            <pc:docMk/>
            <pc:sldMk cId="0" sldId="282"/>
            <ac:spMk id="7" creationId="{00000000-0000-0000-0000-000000000000}"/>
          </ac:spMkLst>
        </pc:spChg>
        <pc:spChg chg="mod">
          <ac:chgData name="Trevoir Williams" userId="6a45007046124a3d" providerId="LiveId" clId="{53D5EA3C-0847-4EC1-9FDC-43DBDAEAF41A}" dt="2026-04-29T19:59:18.790" v="872" actId="27636"/>
          <ac:spMkLst>
            <pc:docMk/>
            <pc:sldMk cId="0" sldId="282"/>
            <ac:spMk id="9" creationId="{00000000-0000-0000-0000-000000000000}"/>
          </ac:spMkLst>
        </pc:spChg>
        <pc:spChg chg="mod">
          <ac:chgData name="Trevoir Williams" userId="6a45007046124a3d" providerId="LiveId" clId="{53D5EA3C-0847-4EC1-9FDC-43DBDAEAF41A}" dt="2026-04-29T19:59:18.796" v="873" actId="27636"/>
          <ac:spMkLst>
            <pc:docMk/>
            <pc:sldMk cId="0" sldId="282"/>
            <ac:spMk id="14" creationId="{00000000-0000-0000-0000-000000000000}"/>
          </ac:spMkLst>
        </pc:spChg>
        <pc:spChg chg="mod">
          <ac:chgData name="Trevoir Williams" userId="6a45007046124a3d" providerId="LiveId" clId="{53D5EA3C-0847-4EC1-9FDC-43DBDAEAF41A}" dt="2026-04-29T18:41:47.865" v="484" actId="26606"/>
          <ac:spMkLst>
            <pc:docMk/>
            <pc:sldMk cId="0" sldId="282"/>
            <ac:spMk id="18" creationId="{00000000-0000-0000-0000-000000000000}"/>
          </ac:spMkLst>
        </pc:spChg>
        <pc:spChg chg="mod">
          <ac:chgData name="Trevoir Williams" userId="6a45007046124a3d" providerId="LiveId" clId="{53D5EA3C-0847-4EC1-9FDC-43DBDAEAF41A}" dt="2026-04-29T18:41:47.865" v="484" actId="26606"/>
          <ac:spMkLst>
            <pc:docMk/>
            <pc:sldMk cId="0" sldId="282"/>
            <ac:spMk id="19" creationId="{00000000-0000-0000-0000-000000000000}"/>
          </ac:spMkLst>
        </pc:spChg>
      </pc:sldChg>
      <pc:sldChg chg="modSp add del mod addAnim delAnim modAnim">
        <pc:chgData name="Trevoir Williams" userId="6a45007046124a3d" providerId="LiveId" clId="{53D5EA3C-0847-4EC1-9FDC-43DBDAEAF41A}" dt="2026-04-29T20:18:55.376" v="891"/>
        <pc:sldMkLst>
          <pc:docMk/>
          <pc:sldMk cId="0" sldId="284"/>
        </pc:sldMkLst>
        <pc:spChg chg="mod">
          <ac:chgData name="Trevoir Williams" userId="6a45007046124a3d" providerId="LiveId" clId="{53D5EA3C-0847-4EC1-9FDC-43DBDAEAF41A}" dt="2026-04-29T18:36:33.074" v="162" actId="26606"/>
          <ac:spMkLst>
            <pc:docMk/>
            <pc:sldMk cId="0" sldId="284"/>
            <ac:spMk id="3" creationId="{00000000-0000-0000-0000-000000000000}"/>
          </ac:spMkLst>
        </pc:spChg>
        <pc:spChg chg="mod">
          <ac:chgData name="Trevoir Williams" userId="6a45007046124a3d" providerId="LiveId" clId="{53D5EA3C-0847-4EC1-9FDC-43DBDAEAF41A}" dt="2026-04-29T19:27:36.791" v="661" actId="27636"/>
          <ac:spMkLst>
            <pc:docMk/>
            <pc:sldMk cId="0" sldId="284"/>
            <ac:spMk id="4" creationId="{00000000-0000-0000-0000-000000000000}"/>
          </ac:spMkLst>
        </pc:spChg>
        <pc:spChg chg="mod">
          <ac:chgData name="Trevoir Williams" userId="6a45007046124a3d" providerId="LiveId" clId="{53D5EA3C-0847-4EC1-9FDC-43DBDAEAF41A}" dt="2026-04-29T18:41:47.865" v="484" actId="26606"/>
          <ac:spMkLst>
            <pc:docMk/>
            <pc:sldMk cId="0" sldId="284"/>
            <ac:spMk id="8" creationId="{00000000-0000-0000-0000-000000000000}"/>
          </ac:spMkLst>
        </pc:spChg>
        <pc:spChg chg="mod">
          <ac:chgData name="Trevoir Williams" userId="6a45007046124a3d" providerId="LiveId" clId="{53D5EA3C-0847-4EC1-9FDC-43DBDAEAF41A}" dt="2026-04-29T19:27:36.801" v="663" actId="27636"/>
          <ac:spMkLst>
            <pc:docMk/>
            <pc:sldMk cId="0" sldId="284"/>
            <ac:spMk id="12" creationId="{00000000-0000-0000-0000-000000000000}"/>
          </ac:spMkLst>
        </pc:spChg>
        <pc:spChg chg="mod">
          <ac:chgData name="Trevoir Williams" userId="6a45007046124a3d" providerId="LiveId" clId="{53D5EA3C-0847-4EC1-9FDC-43DBDAEAF41A}" dt="2026-04-29T19:27:36.796" v="662" actId="27636"/>
          <ac:spMkLst>
            <pc:docMk/>
            <pc:sldMk cId="0" sldId="284"/>
            <ac:spMk id="16" creationId="{00000000-0000-0000-0000-000000000000}"/>
          </ac:spMkLst>
        </pc:spChg>
        <pc:spChg chg="mod">
          <ac:chgData name="Trevoir Williams" userId="6a45007046124a3d" providerId="LiveId" clId="{53D5EA3C-0847-4EC1-9FDC-43DBDAEAF41A}" dt="2026-04-29T18:41:47.865" v="484" actId="26606"/>
          <ac:spMkLst>
            <pc:docMk/>
            <pc:sldMk cId="0" sldId="284"/>
            <ac:spMk id="20" creationId="{00000000-0000-0000-0000-000000000000}"/>
          </ac:spMkLst>
        </pc:spChg>
        <pc:spChg chg="mod">
          <ac:chgData name="Trevoir Williams" userId="6a45007046124a3d" providerId="LiveId" clId="{53D5EA3C-0847-4EC1-9FDC-43DBDAEAF41A}" dt="2026-04-29T18:41:47.865" v="484" actId="26606"/>
          <ac:spMkLst>
            <pc:docMk/>
            <pc:sldMk cId="0" sldId="284"/>
            <ac:spMk id="22" creationId="{00000000-0000-0000-0000-000000000000}"/>
          </ac:spMkLst>
        </pc:spChg>
        <pc:spChg chg="mod">
          <ac:chgData name="Trevoir Williams" userId="6a45007046124a3d" providerId="LiveId" clId="{53D5EA3C-0847-4EC1-9FDC-43DBDAEAF41A}" dt="2026-04-29T18:41:47.865" v="484" actId="26606"/>
          <ac:spMkLst>
            <pc:docMk/>
            <pc:sldMk cId="0" sldId="284"/>
            <ac:spMk id="24" creationId="{00000000-0000-0000-0000-000000000000}"/>
          </ac:spMkLst>
        </pc:spChg>
        <pc:spChg chg="mod">
          <ac:chgData name="Trevoir Williams" userId="6a45007046124a3d" providerId="LiveId" clId="{53D5EA3C-0847-4EC1-9FDC-43DBDAEAF41A}" dt="2026-04-29T18:41:47.865" v="484" actId="26606"/>
          <ac:spMkLst>
            <pc:docMk/>
            <pc:sldMk cId="0" sldId="284"/>
            <ac:spMk id="25" creationId="{00000000-0000-0000-0000-000000000000}"/>
          </ac:spMkLst>
        </pc:spChg>
      </pc:sldChg>
      <pc:sldChg chg="modSp add del mod">
        <pc:chgData name="Trevoir Williams" userId="6a45007046124a3d" providerId="LiveId" clId="{53D5EA3C-0847-4EC1-9FDC-43DBDAEAF41A}" dt="2026-04-29T20:28:13.734" v="893" actId="26606"/>
        <pc:sldMkLst>
          <pc:docMk/>
          <pc:sldMk cId="0" sldId="285"/>
        </pc:sldMkLst>
        <pc:spChg chg="mod">
          <ac:chgData name="Trevoir Williams" userId="6a45007046124a3d" providerId="LiveId" clId="{53D5EA3C-0847-4EC1-9FDC-43DBDAEAF41A}" dt="2026-04-29T20:28:13.734" v="893" actId="26606"/>
          <ac:spMkLst>
            <pc:docMk/>
            <pc:sldMk cId="0" sldId="285"/>
            <ac:spMk id="4" creationId="{00000000-0000-0000-0000-000000000000}"/>
          </ac:spMkLst>
        </pc:spChg>
        <pc:spChg chg="mod">
          <ac:chgData name="Trevoir Williams" userId="6a45007046124a3d" providerId="LiveId" clId="{53D5EA3C-0847-4EC1-9FDC-43DBDAEAF41A}" dt="2026-04-29T20:28:13.734" v="893" actId="26606"/>
          <ac:spMkLst>
            <pc:docMk/>
            <pc:sldMk cId="0" sldId="285"/>
            <ac:spMk id="5" creationId="{00000000-0000-0000-0000-000000000000}"/>
          </ac:spMkLst>
        </pc:spChg>
        <pc:spChg chg="mod">
          <ac:chgData name="Trevoir Williams" userId="6a45007046124a3d" providerId="LiveId" clId="{53D5EA3C-0847-4EC1-9FDC-43DBDAEAF41A}" dt="2026-04-29T20:28:13.734" v="893" actId="26606"/>
          <ac:spMkLst>
            <pc:docMk/>
            <pc:sldMk cId="0" sldId="285"/>
            <ac:spMk id="6" creationId="{00000000-0000-0000-0000-000000000000}"/>
          </ac:spMkLst>
        </pc:spChg>
        <pc:spChg chg="mod">
          <ac:chgData name="Trevoir Williams" userId="6a45007046124a3d" providerId="LiveId" clId="{53D5EA3C-0847-4EC1-9FDC-43DBDAEAF41A}" dt="2026-04-29T20:28:13.734" v="893" actId="26606"/>
          <ac:spMkLst>
            <pc:docMk/>
            <pc:sldMk cId="0" sldId="285"/>
            <ac:spMk id="7" creationId="{00000000-0000-0000-0000-000000000000}"/>
          </ac:spMkLst>
        </pc:spChg>
        <pc:spChg chg="mod">
          <ac:chgData name="Trevoir Williams" userId="6a45007046124a3d" providerId="LiveId" clId="{53D5EA3C-0847-4EC1-9FDC-43DBDAEAF41A}" dt="2026-04-29T20:28:13.734" v="893" actId="26606"/>
          <ac:spMkLst>
            <pc:docMk/>
            <pc:sldMk cId="0" sldId="285"/>
            <ac:spMk id="8" creationId="{00000000-0000-0000-0000-000000000000}"/>
          </ac:spMkLst>
        </pc:spChg>
        <pc:spChg chg="mod">
          <ac:chgData name="Trevoir Williams" userId="6a45007046124a3d" providerId="LiveId" clId="{53D5EA3C-0847-4EC1-9FDC-43DBDAEAF41A}" dt="2026-04-29T20:28:13.734" v="893" actId="26606"/>
          <ac:spMkLst>
            <pc:docMk/>
            <pc:sldMk cId="0" sldId="285"/>
            <ac:spMk id="9" creationId="{00000000-0000-0000-0000-000000000000}"/>
          </ac:spMkLst>
        </pc:spChg>
        <pc:spChg chg="mod">
          <ac:chgData name="Trevoir Williams" userId="6a45007046124a3d" providerId="LiveId" clId="{53D5EA3C-0847-4EC1-9FDC-43DBDAEAF41A}" dt="2026-04-29T20:28:13.734" v="893" actId="26606"/>
          <ac:spMkLst>
            <pc:docMk/>
            <pc:sldMk cId="0" sldId="285"/>
            <ac:spMk id="11" creationId="{00000000-0000-0000-0000-000000000000}"/>
          </ac:spMkLst>
        </pc:spChg>
        <pc:spChg chg="mod">
          <ac:chgData name="Trevoir Williams" userId="6a45007046124a3d" providerId="LiveId" clId="{53D5EA3C-0847-4EC1-9FDC-43DBDAEAF41A}" dt="2026-04-29T20:28:13.734" v="893" actId="26606"/>
          <ac:spMkLst>
            <pc:docMk/>
            <pc:sldMk cId="0" sldId="285"/>
            <ac:spMk id="13" creationId="{00000000-0000-0000-0000-000000000000}"/>
          </ac:spMkLst>
        </pc:spChg>
        <pc:spChg chg="mod">
          <ac:chgData name="Trevoir Williams" userId="6a45007046124a3d" providerId="LiveId" clId="{53D5EA3C-0847-4EC1-9FDC-43DBDAEAF41A}" dt="2026-04-29T20:28:13.734" v="893" actId="26606"/>
          <ac:spMkLst>
            <pc:docMk/>
            <pc:sldMk cId="0" sldId="285"/>
            <ac:spMk id="14" creationId="{00000000-0000-0000-0000-000000000000}"/>
          </ac:spMkLst>
        </pc:spChg>
        <pc:spChg chg="mod">
          <ac:chgData name="Trevoir Williams" userId="6a45007046124a3d" providerId="LiveId" clId="{53D5EA3C-0847-4EC1-9FDC-43DBDAEAF41A}" dt="2026-04-29T20:28:13.734" v="893" actId="26606"/>
          <ac:spMkLst>
            <pc:docMk/>
            <pc:sldMk cId="0" sldId="285"/>
            <ac:spMk id="15" creationId="{00000000-0000-0000-0000-000000000000}"/>
          </ac:spMkLst>
        </pc:spChg>
        <pc:spChg chg="mod">
          <ac:chgData name="Trevoir Williams" userId="6a45007046124a3d" providerId="LiveId" clId="{53D5EA3C-0847-4EC1-9FDC-43DBDAEAF41A}" dt="2026-04-29T18:41:47.865" v="484" actId="26606"/>
          <ac:spMkLst>
            <pc:docMk/>
            <pc:sldMk cId="0" sldId="285"/>
            <ac:spMk id="25" creationId="{00000000-0000-0000-0000-000000000000}"/>
          </ac:spMkLst>
        </pc:spChg>
        <pc:spChg chg="mod">
          <ac:chgData name="Trevoir Williams" userId="6a45007046124a3d" providerId="LiveId" clId="{53D5EA3C-0847-4EC1-9FDC-43DBDAEAF41A}" dt="2026-04-29T18:41:47.865" v="484" actId="26606"/>
          <ac:spMkLst>
            <pc:docMk/>
            <pc:sldMk cId="0" sldId="285"/>
            <ac:spMk id="26" creationId="{00000000-0000-0000-0000-000000000000}"/>
          </ac:spMkLst>
        </pc:spChg>
      </pc:sldChg>
      <pc:sldChg chg="modSp add del mod">
        <pc:chgData name="Trevoir Williams" userId="6a45007046124a3d" providerId="LiveId" clId="{53D5EA3C-0847-4EC1-9FDC-43DBDAEAF41A}" dt="2026-04-29T18:55:15.829" v="609" actId="27636"/>
        <pc:sldMkLst>
          <pc:docMk/>
          <pc:sldMk cId="0" sldId="287"/>
        </pc:sldMkLst>
        <pc:spChg chg="mod">
          <ac:chgData name="Trevoir Williams" userId="6a45007046124a3d" providerId="LiveId" clId="{53D5EA3C-0847-4EC1-9FDC-43DBDAEAF41A}" dt="2026-04-29T18:36:33.074" v="162" actId="26606"/>
          <ac:spMkLst>
            <pc:docMk/>
            <pc:sldMk cId="0" sldId="287"/>
            <ac:spMk id="3" creationId="{00000000-0000-0000-0000-000000000000}"/>
          </ac:spMkLst>
        </pc:spChg>
        <pc:spChg chg="mod">
          <ac:chgData name="Trevoir Williams" userId="6a45007046124a3d" providerId="LiveId" clId="{53D5EA3C-0847-4EC1-9FDC-43DBDAEAF41A}" dt="2026-04-29T18:55:15.829" v="609" actId="27636"/>
          <ac:spMkLst>
            <pc:docMk/>
            <pc:sldMk cId="0" sldId="287"/>
            <ac:spMk id="4" creationId="{00000000-0000-0000-0000-000000000000}"/>
          </ac:spMkLst>
        </pc:spChg>
        <pc:spChg chg="mod">
          <ac:chgData name="Trevoir Williams" userId="6a45007046124a3d" providerId="LiveId" clId="{53D5EA3C-0847-4EC1-9FDC-43DBDAEAF41A}" dt="2026-04-29T18:41:47.865" v="484" actId="26606"/>
          <ac:spMkLst>
            <pc:docMk/>
            <pc:sldMk cId="0" sldId="287"/>
            <ac:spMk id="22" creationId="{00000000-0000-0000-0000-000000000000}"/>
          </ac:spMkLst>
        </pc:spChg>
        <pc:spChg chg="mod">
          <ac:chgData name="Trevoir Williams" userId="6a45007046124a3d" providerId="LiveId" clId="{53D5EA3C-0847-4EC1-9FDC-43DBDAEAF41A}" dt="2026-04-29T18:41:47.865" v="484" actId="26606"/>
          <ac:spMkLst>
            <pc:docMk/>
            <pc:sldMk cId="0" sldId="287"/>
            <ac:spMk id="23" creationId="{00000000-0000-0000-0000-000000000000}"/>
          </ac:spMkLst>
        </pc:spChg>
        <pc:spChg chg="mod">
          <ac:chgData name="Trevoir Williams" userId="6a45007046124a3d" providerId="LiveId" clId="{53D5EA3C-0847-4EC1-9FDC-43DBDAEAF41A}" dt="2026-04-29T18:41:47.865" v="484" actId="26606"/>
          <ac:spMkLst>
            <pc:docMk/>
            <pc:sldMk cId="0" sldId="287"/>
            <ac:spMk id="24" creationId="{00000000-0000-0000-0000-000000000000}"/>
          </ac:spMkLst>
        </pc:spChg>
      </pc:sldChg>
      <pc:sldChg chg="modSp add del mod">
        <pc:chgData name="Trevoir Williams" userId="6a45007046124a3d" providerId="LiveId" clId="{53D5EA3C-0847-4EC1-9FDC-43DBDAEAF41A}" dt="2026-04-29T18:55:15.962" v="611" actId="27636"/>
        <pc:sldMkLst>
          <pc:docMk/>
          <pc:sldMk cId="0" sldId="288"/>
        </pc:sldMkLst>
        <pc:spChg chg="mod">
          <ac:chgData name="Trevoir Williams" userId="6a45007046124a3d" providerId="LiveId" clId="{53D5EA3C-0847-4EC1-9FDC-43DBDAEAF41A}" dt="2026-04-29T18:55:15.960" v="610" actId="27636"/>
          <ac:spMkLst>
            <pc:docMk/>
            <pc:sldMk cId="0" sldId="288"/>
            <ac:spMk id="3" creationId="{00000000-0000-0000-0000-000000000000}"/>
          </ac:spMkLst>
        </pc:spChg>
        <pc:spChg chg="mod">
          <ac:chgData name="Trevoir Williams" userId="6a45007046124a3d" providerId="LiveId" clId="{53D5EA3C-0847-4EC1-9FDC-43DBDAEAF41A}" dt="2026-04-29T18:55:15.962" v="611" actId="27636"/>
          <ac:spMkLst>
            <pc:docMk/>
            <pc:sldMk cId="0" sldId="288"/>
            <ac:spMk id="4" creationId="{00000000-0000-0000-0000-000000000000}"/>
          </ac:spMkLst>
        </pc:spChg>
        <pc:spChg chg="mod">
          <ac:chgData name="Trevoir Williams" userId="6a45007046124a3d" providerId="LiveId" clId="{53D5EA3C-0847-4EC1-9FDC-43DBDAEAF41A}" dt="2026-04-29T18:41:47.865" v="484" actId="26606"/>
          <ac:spMkLst>
            <pc:docMk/>
            <pc:sldMk cId="0" sldId="288"/>
            <ac:spMk id="28" creationId="{00000000-0000-0000-0000-000000000000}"/>
          </ac:spMkLst>
        </pc:spChg>
        <pc:spChg chg="mod">
          <ac:chgData name="Trevoir Williams" userId="6a45007046124a3d" providerId="LiveId" clId="{53D5EA3C-0847-4EC1-9FDC-43DBDAEAF41A}" dt="2026-04-29T18:41:47.865" v="484" actId="26606"/>
          <ac:spMkLst>
            <pc:docMk/>
            <pc:sldMk cId="0" sldId="288"/>
            <ac:spMk id="29" creationId="{00000000-0000-0000-0000-000000000000}"/>
          </ac:spMkLst>
        </pc:spChg>
        <pc:spChg chg="mod">
          <ac:chgData name="Trevoir Williams" userId="6a45007046124a3d" providerId="LiveId" clId="{53D5EA3C-0847-4EC1-9FDC-43DBDAEAF41A}" dt="2026-04-29T18:41:47.865" v="484" actId="26606"/>
          <ac:spMkLst>
            <pc:docMk/>
            <pc:sldMk cId="0" sldId="288"/>
            <ac:spMk id="30" creationId="{00000000-0000-0000-0000-000000000000}"/>
          </ac:spMkLst>
        </pc:spChg>
      </pc:sldChg>
      <pc:sldChg chg="modSp add del mod">
        <pc:chgData name="Trevoir Williams" userId="6a45007046124a3d" providerId="LiveId" clId="{53D5EA3C-0847-4EC1-9FDC-43DBDAEAF41A}" dt="2026-04-29T19:59:24.480" v="880" actId="27636"/>
        <pc:sldMkLst>
          <pc:docMk/>
          <pc:sldMk cId="0" sldId="289"/>
        </pc:sldMkLst>
        <pc:spChg chg="mod">
          <ac:chgData name="Trevoir Williams" userId="6a45007046124a3d" providerId="LiveId" clId="{53D5EA3C-0847-4EC1-9FDC-43DBDAEAF41A}" dt="2026-04-29T18:36:34.494" v="170" actId="27636"/>
          <ac:spMkLst>
            <pc:docMk/>
            <pc:sldMk cId="0" sldId="289"/>
            <ac:spMk id="3" creationId="{00000000-0000-0000-0000-000000000000}"/>
          </ac:spMkLst>
        </pc:spChg>
        <pc:spChg chg="mod">
          <ac:chgData name="Trevoir Williams" userId="6a45007046124a3d" providerId="LiveId" clId="{53D5EA3C-0847-4EC1-9FDC-43DBDAEAF41A}" dt="2026-04-29T19:59:24.480" v="880" actId="27636"/>
          <ac:spMkLst>
            <pc:docMk/>
            <pc:sldMk cId="0" sldId="289"/>
            <ac:spMk id="4" creationId="{00000000-0000-0000-0000-000000000000}"/>
          </ac:spMkLst>
        </pc:spChg>
        <pc:spChg chg="mod">
          <ac:chgData name="Trevoir Williams" userId="6a45007046124a3d" providerId="LiveId" clId="{53D5EA3C-0847-4EC1-9FDC-43DBDAEAF41A}" dt="2026-04-29T18:41:47.865" v="484" actId="26606"/>
          <ac:spMkLst>
            <pc:docMk/>
            <pc:sldMk cId="0" sldId="289"/>
            <ac:spMk id="7" creationId="{00000000-0000-0000-0000-000000000000}"/>
          </ac:spMkLst>
        </pc:spChg>
        <pc:spChg chg="mod">
          <ac:chgData name="Trevoir Williams" userId="6a45007046124a3d" providerId="LiveId" clId="{53D5EA3C-0847-4EC1-9FDC-43DBDAEAF41A}" dt="2026-04-29T19:59:24.464" v="878" actId="27636"/>
          <ac:spMkLst>
            <pc:docMk/>
            <pc:sldMk cId="0" sldId="289"/>
            <ac:spMk id="9" creationId="{00000000-0000-0000-0000-000000000000}"/>
          </ac:spMkLst>
        </pc:spChg>
        <pc:spChg chg="mod">
          <ac:chgData name="Trevoir Williams" userId="6a45007046124a3d" providerId="LiveId" clId="{53D5EA3C-0847-4EC1-9FDC-43DBDAEAF41A}" dt="2026-04-29T19:59:24.474" v="879" actId="27636"/>
          <ac:spMkLst>
            <pc:docMk/>
            <pc:sldMk cId="0" sldId="289"/>
            <ac:spMk id="14" creationId="{00000000-0000-0000-0000-000000000000}"/>
          </ac:spMkLst>
        </pc:spChg>
        <pc:spChg chg="mod">
          <ac:chgData name="Trevoir Williams" userId="6a45007046124a3d" providerId="LiveId" clId="{53D5EA3C-0847-4EC1-9FDC-43DBDAEAF41A}" dt="2026-04-29T18:41:47.865" v="484" actId="26606"/>
          <ac:spMkLst>
            <pc:docMk/>
            <pc:sldMk cId="0" sldId="289"/>
            <ac:spMk id="18" creationId="{00000000-0000-0000-0000-000000000000}"/>
          </ac:spMkLst>
        </pc:spChg>
        <pc:spChg chg="mod">
          <ac:chgData name="Trevoir Williams" userId="6a45007046124a3d" providerId="LiveId" clId="{53D5EA3C-0847-4EC1-9FDC-43DBDAEAF41A}" dt="2026-04-29T18:41:47.865" v="484" actId="26606"/>
          <ac:spMkLst>
            <pc:docMk/>
            <pc:sldMk cId="0" sldId="289"/>
            <ac:spMk id="19" creationId="{00000000-0000-0000-0000-000000000000}"/>
          </ac:spMkLst>
        </pc:spChg>
      </pc:sldChg>
      <pc:sldChg chg="modSp add del mod">
        <pc:chgData name="Trevoir Williams" userId="6a45007046124a3d" providerId="LiveId" clId="{53D5EA3C-0847-4EC1-9FDC-43DBDAEAF41A}" dt="2026-04-29T19:58:42.138" v="699" actId="27636"/>
        <pc:sldMkLst>
          <pc:docMk/>
          <pc:sldMk cId="0" sldId="290"/>
        </pc:sldMkLst>
        <pc:spChg chg="mod">
          <ac:chgData name="Trevoir Williams" userId="6a45007046124a3d" providerId="LiveId" clId="{53D5EA3C-0847-4EC1-9FDC-43DBDAEAF41A}" dt="2026-04-29T18:36:34.803" v="171" actId="27636"/>
          <ac:spMkLst>
            <pc:docMk/>
            <pc:sldMk cId="0" sldId="290"/>
            <ac:spMk id="3" creationId="{00000000-0000-0000-0000-000000000000}"/>
          </ac:spMkLst>
        </pc:spChg>
        <pc:spChg chg="mod">
          <ac:chgData name="Trevoir Williams" userId="6a45007046124a3d" providerId="LiveId" clId="{53D5EA3C-0847-4EC1-9FDC-43DBDAEAF41A}" dt="2026-04-29T19:58:42.138" v="699" actId="27636"/>
          <ac:spMkLst>
            <pc:docMk/>
            <pc:sldMk cId="0" sldId="290"/>
            <ac:spMk id="4" creationId="{00000000-0000-0000-0000-000000000000}"/>
          </ac:spMkLst>
        </pc:spChg>
        <pc:spChg chg="mod">
          <ac:chgData name="Trevoir Williams" userId="6a45007046124a3d" providerId="LiveId" clId="{53D5EA3C-0847-4EC1-9FDC-43DBDAEAF41A}" dt="2026-04-29T19:58:42.132" v="697" actId="27636"/>
          <ac:spMkLst>
            <pc:docMk/>
            <pc:sldMk cId="0" sldId="290"/>
            <ac:spMk id="7" creationId="{00000000-0000-0000-0000-000000000000}"/>
          </ac:spMkLst>
        </pc:spChg>
        <pc:spChg chg="mod">
          <ac:chgData name="Trevoir Williams" userId="6a45007046124a3d" providerId="LiveId" clId="{53D5EA3C-0847-4EC1-9FDC-43DBDAEAF41A}" dt="2026-04-29T19:58:42.136" v="698" actId="27636"/>
          <ac:spMkLst>
            <pc:docMk/>
            <pc:sldMk cId="0" sldId="290"/>
            <ac:spMk id="9" creationId="{00000000-0000-0000-0000-000000000000}"/>
          </ac:spMkLst>
        </pc:spChg>
        <pc:spChg chg="mod">
          <ac:chgData name="Trevoir Williams" userId="6a45007046124a3d" providerId="LiveId" clId="{53D5EA3C-0847-4EC1-9FDC-43DBDAEAF41A}" dt="2026-04-29T19:58:42.126" v="696" actId="27636"/>
          <ac:spMkLst>
            <pc:docMk/>
            <pc:sldMk cId="0" sldId="290"/>
            <ac:spMk id="14" creationId="{00000000-0000-0000-0000-000000000000}"/>
          </ac:spMkLst>
        </pc:spChg>
        <pc:spChg chg="mod">
          <ac:chgData name="Trevoir Williams" userId="6a45007046124a3d" providerId="LiveId" clId="{53D5EA3C-0847-4EC1-9FDC-43DBDAEAF41A}" dt="2026-04-29T18:41:47.865" v="484" actId="26606"/>
          <ac:spMkLst>
            <pc:docMk/>
            <pc:sldMk cId="0" sldId="290"/>
            <ac:spMk id="18" creationId="{00000000-0000-0000-0000-000000000000}"/>
          </ac:spMkLst>
        </pc:spChg>
        <pc:spChg chg="mod">
          <ac:chgData name="Trevoir Williams" userId="6a45007046124a3d" providerId="LiveId" clId="{53D5EA3C-0847-4EC1-9FDC-43DBDAEAF41A}" dt="2026-04-29T18:41:47.865" v="484" actId="26606"/>
          <ac:spMkLst>
            <pc:docMk/>
            <pc:sldMk cId="0" sldId="290"/>
            <ac:spMk id="19" creationId="{00000000-0000-0000-0000-000000000000}"/>
          </ac:spMkLst>
        </pc:spChg>
      </pc:sldChg>
      <pc:sldChg chg="modSp add del mod">
        <pc:chgData name="Trevoir Williams" userId="6a45007046124a3d" providerId="LiveId" clId="{53D5EA3C-0847-4EC1-9FDC-43DBDAEAF41A}" dt="2026-04-29T19:58:42.274" v="703" actId="27636"/>
        <pc:sldMkLst>
          <pc:docMk/>
          <pc:sldMk cId="0" sldId="291"/>
        </pc:sldMkLst>
        <pc:spChg chg="mod">
          <ac:chgData name="Trevoir Williams" userId="6a45007046124a3d" providerId="LiveId" clId="{53D5EA3C-0847-4EC1-9FDC-43DBDAEAF41A}" dt="2026-04-29T19:58:42.263" v="700" actId="27636"/>
          <ac:spMkLst>
            <pc:docMk/>
            <pc:sldMk cId="0" sldId="291"/>
            <ac:spMk id="3" creationId="{00000000-0000-0000-0000-000000000000}"/>
          </ac:spMkLst>
        </pc:spChg>
        <pc:spChg chg="mod">
          <ac:chgData name="Trevoir Williams" userId="6a45007046124a3d" providerId="LiveId" clId="{53D5EA3C-0847-4EC1-9FDC-43DBDAEAF41A}" dt="2026-04-29T19:58:42.274" v="703" actId="27636"/>
          <ac:spMkLst>
            <pc:docMk/>
            <pc:sldMk cId="0" sldId="291"/>
            <ac:spMk id="4" creationId="{00000000-0000-0000-0000-000000000000}"/>
          </ac:spMkLst>
        </pc:spChg>
        <pc:spChg chg="mod">
          <ac:chgData name="Trevoir Williams" userId="6a45007046124a3d" providerId="LiveId" clId="{53D5EA3C-0847-4EC1-9FDC-43DBDAEAF41A}" dt="2026-04-29T19:58:42.267" v="701" actId="27636"/>
          <ac:spMkLst>
            <pc:docMk/>
            <pc:sldMk cId="0" sldId="291"/>
            <ac:spMk id="7" creationId="{00000000-0000-0000-0000-000000000000}"/>
          </ac:spMkLst>
        </pc:spChg>
        <pc:spChg chg="mod">
          <ac:chgData name="Trevoir Williams" userId="6a45007046124a3d" providerId="LiveId" clId="{53D5EA3C-0847-4EC1-9FDC-43DBDAEAF41A}" dt="2026-04-29T19:58:42.271" v="702" actId="27636"/>
          <ac:spMkLst>
            <pc:docMk/>
            <pc:sldMk cId="0" sldId="291"/>
            <ac:spMk id="9" creationId="{00000000-0000-0000-0000-000000000000}"/>
          </ac:spMkLst>
        </pc:spChg>
        <pc:spChg chg="mod">
          <ac:chgData name="Trevoir Williams" userId="6a45007046124a3d" providerId="LiveId" clId="{53D5EA3C-0847-4EC1-9FDC-43DBDAEAF41A}" dt="2026-04-29T18:41:47.865" v="484" actId="26606"/>
          <ac:spMkLst>
            <pc:docMk/>
            <pc:sldMk cId="0" sldId="291"/>
            <ac:spMk id="14" creationId="{00000000-0000-0000-0000-000000000000}"/>
          </ac:spMkLst>
        </pc:spChg>
        <pc:spChg chg="mod">
          <ac:chgData name="Trevoir Williams" userId="6a45007046124a3d" providerId="LiveId" clId="{53D5EA3C-0847-4EC1-9FDC-43DBDAEAF41A}" dt="2026-04-29T18:41:47.865" v="484" actId="26606"/>
          <ac:spMkLst>
            <pc:docMk/>
            <pc:sldMk cId="0" sldId="291"/>
            <ac:spMk id="16" creationId="{00000000-0000-0000-0000-000000000000}"/>
          </ac:spMkLst>
        </pc:spChg>
        <pc:spChg chg="mod">
          <ac:chgData name="Trevoir Williams" userId="6a45007046124a3d" providerId="LiveId" clId="{53D5EA3C-0847-4EC1-9FDC-43DBDAEAF41A}" dt="2026-04-29T18:41:47.865" v="484" actId="26606"/>
          <ac:spMkLst>
            <pc:docMk/>
            <pc:sldMk cId="0" sldId="291"/>
            <ac:spMk id="17" creationId="{00000000-0000-0000-0000-000000000000}"/>
          </ac:spMkLst>
        </pc:spChg>
      </pc:sldChg>
      <pc:sldChg chg="modSp add del mod">
        <pc:chgData name="Trevoir Williams" userId="6a45007046124a3d" providerId="LiveId" clId="{53D5EA3C-0847-4EC1-9FDC-43DBDAEAF41A}" dt="2026-05-19T18:27:56.816" v="966" actId="27636"/>
        <pc:sldMkLst>
          <pc:docMk/>
          <pc:sldMk cId="0" sldId="292"/>
        </pc:sldMkLst>
        <pc:spChg chg="mod">
          <ac:chgData name="Trevoir Williams" userId="6a45007046124a3d" providerId="LiveId" clId="{53D5EA3C-0847-4EC1-9FDC-43DBDAEAF41A}" dt="2026-04-29T18:36:33.074" v="162" actId="26606"/>
          <ac:spMkLst>
            <pc:docMk/>
            <pc:sldMk cId="0" sldId="292"/>
            <ac:spMk id="3" creationId="{00000000-0000-0000-0000-000000000000}"/>
          </ac:spMkLst>
        </pc:spChg>
        <pc:spChg chg="mod">
          <ac:chgData name="Trevoir Williams" userId="6a45007046124a3d" providerId="LiveId" clId="{53D5EA3C-0847-4EC1-9FDC-43DBDAEAF41A}" dt="2026-04-29T19:58:42.350" v="705" actId="27636"/>
          <ac:spMkLst>
            <pc:docMk/>
            <pc:sldMk cId="0" sldId="292"/>
            <ac:spMk id="4" creationId="{00000000-0000-0000-0000-000000000000}"/>
          </ac:spMkLst>
        </pc:spChg>
        <pc:spChg chg="mod">
          <ac:chgData name="Trevoir Williams" userId="6a45007046124a3d" providerId="LiveId" clId="{53D5EA3C-0847-4EC1-9FDC-43DBDAEAF41A}" dt="2026-04-29T18:41:47.865" v="484" actId="26606"/>
          <ac:spMkLst>
            <pc:docMk/>
            <pc:sldMk cId="0" sldId="292"/>
            <ac:spMk id="7" creationId="{00000000-0000-0000-0000-000000000000}"/>
          </ac:spMkLst>
        </pc:spChg>
        <pc:spChg chg="mod">
          <ac:chgData name="Trevoir Williams" userId="6a45007046124a3d" providerId="LiveId" clId="{53D5EA3C-0847-4EC1-9FDC-43DBDAEAF41A}" dt="2026-05-19T18:27:56.816" v="966" actId="27636"/>
          <ac:spMkLst>
            <pc:docMk/>
            <pc:sldMk cId="0" sldId="292"/>
            <ac:spMk id="9" creationId="{00000000-0000-0000-0000-000000000000}"/>
          </ac:spMkLst>
        </pc:spChg>
        <pc:spChg chg="mod">
          <ac:chgData name="Trevoir Williams" userId="6a45007046124a3d" providerId="LiveId" clId="{53D5EA3C-0847-4EC1-9FDC-43DBDAEAF41A}" dt="2026-04-29T18:41:47.865" v="484" actId="26606"/>
          <ac:spMkLst>
            <pc:docMk/>
            <pc:sldMk cId="0" sldId="292"/>
            <ac:spMk id="14" creationId="{00000000-0000-0000-0000-000000000000}"/>
          </ac:spMkLst>
        </pc:spChg>
        <pc:spChg chg="mod">
          <ac:chgData name="Trevoir Williams" userId="6a45007046124a3d" providerId="LiveId" clId="{53D5EA3C-0847-4EC1-9FDC-43DBDAEAF41A}" dt="2026-04-29T18:41:47.865" v="484" actId="26606"/>
          <ac:spMkLst>
            <pc:docMk/>
            <pc:sldMk cId="0" sldId="292"/>
            <ac:spMk id="16" creationId="{00000000-0000-0000-0000-000000000000}"/>
          </ac:spMkLst>
        </pc:spChg>
        <pc:spChg chg="mod">
          <ac:chgData name="Trevoir Williams" userId="6a45007046124a3d" providerId="LiveId" clId="{53D5EA3C-0847-4EC1-9FDC-43DBDAEAF41A}" dt="2026-04-29T18:41:47.865" v="484" actId="26606"/>
          <ac:spMkLst>
            <pc:docMk/>
            <pc:sldMk cId="0" sldId="292"/>
            <ac:spMk id="17" creationId="{00000000-0000-0000-0000-000000000000}"/>
          </ac:spMkLst>
        </pc:spChg>
      </pc:sldChg>
      <pc:sldChg chg="modSp add del mod">
        <pc:chgData name="Trevoir Williams" userId="6a45007046124a3d" providerId="LiveId" clId="{53D5EA3C-0847-4EC1-9FDC-43DBDAEAF41A}" dt="2026-04-29T19:58:42.512" v="709" actId="27636"/>
        <pc:sldMkLst>
          <pc:docMk/>
          <pc:sldMk cId="0" sldId="293"/>
        </pc:sldMkLst>
        <pc:spChg chg="mod">
          <ac:chgData name="Trevoir Williams" userId="6a45007046124a3d" providerId="LiveId" clId="{53D5EA3C-0847-4EC1-9FDC-43DBDAEAF41A}" dt="2026-04-29T19:58:42.498" v="706" actId="27636"/>
          <ac:spMkLst>
            <pc:docMk/>
            <pc:sldMk cId="0" sldId="293"/>
            <ac:spMk id="3" creationId="{00000000-0000-0000-0000-000000000000}"/>
          </ac:spMkLst>
        </pc:spChg>
        <pc:spChg chg="mod">
          <ac:chgData name="Trevoir Williams" userId="6a45007046124a3d" providerId="LiveId" clId="{53D5EA3C-0847-4EC1-9FDC-43DBDAEAF41A}" dt="2026-04-29T19:58:42.506" v="708" actId="27636"/>
          <ac:spMkLst>
            <pc:docMk/>
            <pc:sldMk cId="0" sldId="293"/>
            <ac:spMk id="4" creationId="{00000000-0000-0000-0000-000000000000}"/>
          </ac:spMkLst>
        </pc:spChg>
        <pc:spChg chg="mod">
          <ac:chgData name="Trevoir Williams" userId="6a45007046124a3d" providerId="LiveId" clId="{53D5EA3C-0847-4EC1-9FDC-43DBDAEAF41A}" dt="2026-04-29T19:58:42.512" v="709" actId="27636"/>
          <ac:spMkLst>
            <pc:docMk/>
            <pc:sldMk cId="0" sldId="293"/>
            <ac:spMk id="7" creationId="{00000000-0000-0000-0000-000000000000}"/>
          </ac:spMkLst>
        </pc:spChg>
        <pc:spChg chg="mod">
          <ac:chgData name="Trevoir Williams" userId="6a45007046124a3d" providerId="LiveId" clId="{53D5EA3C-0847-4EC1-9FDC-43DBDAEAF41A}" dt="2026-04-29T19:58:42.502" v="707" actId="27636"/>
          <ac:spMkLst>
            <pc:docMk/>
            <pc:sldMk cId="0" sldId="293"/>
            <ac:spMk id="9" creationId="{00000000-0000-0000-0000-000000000000}"/>
          </ac:spMkLst>
        </pc:spChg>
        <pc:spChg chg="mod">
          <ac:chgData name="Trevoir Williams" userId="6a45007046124a3d" providerId="LiveId" clId="{53D5EA3C-0847-4EC1-9FDC-43DBDAEAF41A}" dt="2026-04-29T18:41:47.865" v="484" actId="26606"/>
          <ac:spMkLst>
            <pc:docMk/>
            <pc:sldMk cId="0" sldId="293"/>
            <ac:spMk id="14" creationId="{00000000-0000-0000-0000-000000000000}"/>
          </ac:spMkLst>
        </pc:spChg>
        <pc:spChg chg="mod">
          <ac:chgData name="Trevoir Williams" userId="6a45007046124a3d" providerId="LiveId" clId="{53D5EA3C-0847-4EC1-9FDC-43DBDAEAF41A}" dt="2026-04-29T18:41:47.865" v="484" actId="26606"/>
          <ac:spMkLst>
            <pc:docMk/>
            <pc:sldMk cId="0" sldId="293"/>
            <ac:spMk id="16" creationId="{00000000-0000-0000-0000-000000000000}"/>
          </ac:spMkLst>
        </pc:spChg>
        <pc:spChg chg="mod">
          <ac:chgData name="Trevoir Williams" userId="6a45007046124a3d" providerId="LiveId" clId="{53D5EA3C-0847-4EC1-9FDC-43DBDAEAF41A}" dt="2026-04-29T18:41:47.865" v="484" actId="26606"/>
          <ac:spMkLst>
            <pc:docMk/>
            <pc:sldMk cId="0" sldId="293"/>
            <ac:spMk id="17" creationId="{00000000-0000-0000-0000-000000000000}"/>
          </ac:spMkLst>
        </pc:spChg>
      </pc:sldChg>
      <pc:sldChg chg="modSp add del mod">
        <pc:chgData name="Trevoir Williams" userId="6a45007046124a3d" providerId="LiveId" clId="{53D5EA3C-0847-4EC1-9FDC-43DBDAEAF41A}" dt="2026-04-29T19:27:37.005" v="667" actId="27636"/>
        <pc:sldMkLst>
          <pc:docMk/>
          <pc:sldMk cId="0" sldId="294"/>
        </pc:sldMkLst>
        <pc:spChg chg="mod">
          <ac:chgData name="Trevoir Williams" userId="6a45007046124a3d" providerId="LiveId" clId="{53D5EA3C-0847-4EC1-9FDC-43DBDAEAF41A}" dt="2026-04-29T18:36:33.074" v="162" actId="26606"/>
          <ac:spMkLst>
            <pc:docMk/>
            <pc:sldMk cId="0" sldId="294"/>
            <ac:spMk id="3" creationId="{00000000-0000-0000-0000-000000000000}"/>
          </ac:spMkLst>
        </pc:spChg>
        <pc:spChg chg="mod">
          <ac:chgData name="Trevoir Williams" userId="6a45007046124a3d" providerId="LiveId" clId="{53D5EA3C-0847-4EC1-9FDC-43DBDAEAF41A}" dt="2026-04-29T19:27:37.005" v="667" actId="27636"/>
          <ac:spMkLst>
            <pc:docMk/>
            <pc:sldMk cId="0" sldId="294"/>
            <ac:spMk id="4" creationId="{00000000-0000-0000-0000-000000000000}"/>
          </ac:spMkLst>
        </pc:spChg>
        <pc:spChg chg="mod">
          <ac:chgData name="Trevoir Williams" userId="6a45007046124a3d" providerId="LiveId" clId="{53D5EA3C-0847-4EC1-9FDC-43DBDAEAF41A}" dt="2026-04-29T19:27:36.997" v="665" actId="27636"/>
          <ac:spMkLst>
            <pc:docMk/>
            <pc:sldMk cId="0" sldId="294"/>
            <ac:spMk id="8" creationId="{00000000-0000-0000-0000-000000000000}"/>
          </ac:spMkLst>
        </pc:spChg>
        <pc:spChg chg="mod">
          <ac:chgData name="Trevoir Williams" userId="6a45007046124a3d" providerId="LiveId" clId="{53D5EA3C-0847-4EC1-9FDC-43DBDAEAF41A}" dt="2026-04-29T19:27:36.994" v="664" actId="27636"/>
          <ac:spMkLst>
            <pc:docMk/>
            <pc:sldMk cId="0" sldId="294"/>
            <ac:spMk id="12" creationId="{00000000-0000-0000-0000-000000000000}"/>
          </ac:spMkLst>
        </pc:spChg>
        <pc:spChg chg="mod">
          <ac:chgData name="Trevoir Williams" userId="6a45007046124a3d" providerId="LiveId" clId="{53D5EA3C-0847-4EC1-9FDC-43DBDAEAF41A}" dt="2026-04-29T19:27:36.998" v="666" actId="27636"/>
          <ac:spMkLst>
            <pc:docMk/>
            <pc:sldMk cId="0" sldId="294"/>
            <ac:spMk id="16" creationId="{00000000-0000-0000-0000-000000000000}"/>
          </ac:spMkLst>
        </pc:spChg>
        <pc:spChg chg="mod">
          <ac:chgData name="Trevoir Williams" userId="6a45007046124a3d" providerId="LiveId" clId="{53D5EA3C-0847-4EC1-9FDC-43DBDAEAF41A}" dt="2026-04-29T18:41:47.865" v="484" actId="26606"/>
          <ac:spMkLst>
            <pc:docMk/>
            <pc:sldMk cId="0" sldId="294"/>
            <ac:spMk id="20" creationId="{00000000-0000-0000-0000-000000000000}"/>
          </ac:spMkLst>
        </pc:spChg>
        <pc:spChg chg="mod">
          <ac:chgData name="Trevoir Williams" userId="6a45007046124a3d" providerId="LiveId" clId="{53D5EA3C-0847-4EC1-9FDC-43DBDAEAF41A}" dt="2026-04-29T18:41:47.865" v="484" actId="26606"/>
          <ac:spMkLst>
            <pc:docMk/>
            <pc:sldMk cId="0" sldId="294"/>
            <ac:spMk id="22" creationId="{00000000-0000-0000-0000-000000000000}"/>
          </ac:spMkLst>
        </pc:spChg>
        <pc:spChg chg="mod">
          <ac:chgData name="Trevoir Williams" userId="6a45007046124a3d" providerId="LiveId" clId="{53D5EA3C-0847-4EC1-9FDC-43DBDAEAF41A}" dt="2026-04-29T18:41:47.865" v="484" actId="26606"/>
          <ac:spMkLst>
            <pc:docMk/>
            <pc:sldMk cId="0" sldId="294"/>
            <ac:spMk id="24" creationId="{00000000-0000-0000-0000-000000000000}"/>
          </ac:spMkLst>
        </pc:spChg>
        <pc:spChg chg="mod">
          <ac:chgData name="Trevoir Williams" userId="6a45007046124a3d" providerId="LiveId" clId="{53D5EA3C-0847-4EC1-9FDC-43DBDAEAF41A}" dt="2026-04-29T18:41:47.865" v="484" actId="26606"/>
          <ac:spMkLst>
            <pc:docMk/>
            <pc:sldMk cId="0" sldId="294"/>
            <ac:spMk id="25" creationId="{00000000-0000-0000-0000-000000000000}"/>
          </ac:spMkLst>
        </pc:spChg>
      </pc:sldChg>
      <pc:sldChg chg="modSp add del mod">
        <pc:chgData name="Trevoir Williams" userId="6a45007046124a3d" providerId="LiveId" clId="{53D5EA3C-0847-4EC1-9FDC-43DBDAEAF41A}" dt="2026-04-29T20:28:13.734" v="893" actId="26606"/>
        <pc:sldMkLst>
          <pc:docMk/>
          <pc:sldMk cId="0" sldId="295"/>
        </pc:sldMkLst>
        <pc:spChg chg="mod">
          <ac:chgData name="Trevoir Williams" userId="6a45007046124a3d" providerId="LiveId" clId="{53D5EA3C-0847-4EC1-9FDC-43DBDAEAF41A}" dt="2026-04-29T20:28:13.734" v="893" actId="26606"/>
          <ac:spMkLst>
            <pc:docMk/>
            <pc:sldMk cId="0" sldId="295"/>
            <ac:spMk id="4" creationId="{00000000-0000-0000-0000-000000000000}"/>
          </ac:spMkLst>
        </pc:spChg>
        <pc:spChg chg="mod">
          <ac:chgData name="Trevoir Williams" userId="6a45007046124a3d" providerId="LiveId" clId="{53D5EA3C-0847-4EC1-9FDC-43DBDAEAF41A}" dt="2026-04-29T20:28:13.734" v="893" actId="26606"/>
          <ac:spMkLst>
            <pc:docMk/>
            <pc:sldMk cId="0" sldId="295"/>
            <ac:spMk id="5" creationId="{00000000-0000-0000-0000-000000000000}"/>
          </ac:spMkLst>
        </pc:spChg>
        <pc:spChg chg="mod">
          <ac:chgData name="Trevoir Williams" userId="6a45007046124a3d" providerId="LiveId" clId="{53D5EA3C-0847-4EC1-9FDC-43DBDAEAF41A}" dt="2026-04-29T20:28:13.734" v="893" actId="26606"/>
          <ac:spMkLst>
            <pc:docMk/>
            <pc:sldMk cId="0" sldId="295"/>
            <ac:spMk id="6" creationId="{00000000-0000-0000-0000-000000000000}"/>
          </ac:spMkLst>
        </pc:spChg>
        <pc:spChg chg="mod">
          <ac:chgData name="Trevoir Williams" userId="6a45007046124a3d" providerId="LiveId" clId="{53D5EA3C-0847-4EC1-9FDC-43DBDAEAF41A}" dt="2026-04-29T20:28:13.734" v="893" actId="26606"/>
          <ac:spMkLst>
            <pc:docMk/>
            <pc:sldMk cId="0" sldId="295"/>
            <ac:spMk id="7" creationId="{00000000-0000-0000-0000-000000000000}"/>
          </ac:spMkLst>
        </pc:spChg>
        <pc:spChg chg="mod">
          <ac:chgData name="Trevoir Williams" userId="6a45007046124a3d" providerId="LiveId" clId="{53D5EA3C-0847-4EC1-9FDC-43DBDAEAF41A}" dt="2026-04-29T18:55:16.143" v="612" actId="27636"/>
          <ac:spMkLst>
            <pc:docMk/>
            <pc:sldMk cId="0" sldId="295"/>
            <ac:spMk id="8" creationId="{00000000-0000-0000-0000-000000000000}"/>
          </ac:spMkLst>
        </pc:spChg>
        <pc:spChg chg="mod">
          <ac:chgData name="Trevoir Williams" userId="6a45007046124a3d" providerId="LiveId" clId="{53D5EA3C-0847-4EC1-9FDC-43DBDAEAF41A}" dt="2026-04-29T20:28:13.734" v="893" actId="26606"/>
          <ac:spMkLst>
            <pc:docMk/>
            <pc:sldMk cId="0" sldId="295"/>
            <ac:spMk id="9" creationId="{00000000-0000-0000-0000-000000000000}"/>
          </ac:spMkLst>
        </pc:spChg>
        <pc:spChg chg="mod">
          <ac:chgData name="Trevoir Williams" userId="6a45007046124a3d" providerId="LiveId" clId="{53D5EA3C-0847-4EC1-9FDC-43DBDAEAF41A}" dt="2026-04-29T20:28:13.734" v="893" actId="26606"/>
          <ac:spMkLst>
            <pc:docMk/>
            <pc:sldMk cId="0" sldId="295"/>
            <ac:spMk id="10" creationId="{00000000-0000-0000-0000-000000000000}"/>
          </ac:spMkLst>
        </pc:spChg>
        <pc:spChg chg="mod">
          <ac:chgData name="Trevoir Williams" userId="6a45007046124a3d" providerId="LiveId" clId="{53D5EA3C-0847-4EC1-9FDC-43DBDAEAF41A}" dt="2026-04-29T20:28:13.734" v="893" actId="26606"/>
          <ac:spMkLst>
            <pc:docMk/>
            <pc:sldMk cId="0" sldId="295"/>
            <ac:spMk id="11" creationId="{00000000-0000-0000-0000-000000000000}"/>
          </ac:spMkLst>
        </pc:spChg>
        <pc:spChg chg="mod">
          <ac:chgData name="Trevoir Williams" userId="6a45007046124a3d" providerId="LiveId" clId="{53D5EA3C-0847-4EC1-9FDC-43DBDAEAF41A}" dt="2026-04-29T20:28:13.734" v="893" actId="26606"/>
          <ac:spMkLst>
            <pc:docMk/>
            <pc:sldMk cId="0" sldId="295"/>
            <ac:spMk id="12" creationId="{00000000-0000-0000-0000-000000000000}"/>
          </ac:spMkLst>
        </pc:spChg>
        <pc:spChg chg="mod">
          <ac:chgData name="Trevoir Williams" userId="6a45007046124a3d" providerId="LiveId" clId="{53D5EA3C-0847-4EC1-9FDC-43DBDAEAF41A}" dt="2026-04-29T20:28:13.734" v="893" actId="26606"/>
          <ac:spMkLst>
            <pc:docMk/>
            <pc:sldMk cId="0" sldId="295"/>
            <ac:spMk id="14" creationId="{00000000-0000-0000-0000-000000000000}"/>
          </ac:spMkLst>
        </pc:spChg>
        <pc:spChg chg="mod">
          <ac:chgData name="Trevoir Williams" userId="6a45007046124a3d" providerId="LiveId" clId="{53D5EA3C-0847-4EC1-9FDC-43DBDAEAF41A}" dt="2026-04-29T20:28:13.734" v="893" actId="26606"/>
          <ac:spMkLst>
            <pc:docMk/>
            <pc:sldMk cId="0" sldId="295"/>
            <ac:spMk id="15" creationId="{00000000-0000-0000-0000-000000000000}"/>
          </ac:spMkLst>
        </pc:spChg>
        <pc:spChg chg="mod">
          <ac:chgData name="Trevoir Williams" userId="6a45007046124a3d" providerId="LiveId" clId="{53D5EA3C-0847-4EC1-9FDC-43DBDAEAF41A}" dt="2026-04-29T18:41:47.865" v="484" actId="26606"/>
          <ac:spMkLst>
            <pc:docMk/>
            <pc:sldMk cId="0" sldId="295"/>
            <ac:spMk id="25" creationId="{00000000-0000-0000-0000-000000000000}"/>
          </ac:spMkLst>
        </pc:spChg>
        <pc:spChg chg="mod">
          <ac:chgData name="Trevoir Williams" userId="6a45007046124a3d" providerId="LiveId" clId="{53D5EA3C-0847-4EC1-9FDC-43DBDAEAF41A}" dt="2026-04-29T18:41:47.865" v="484" actId="26606"/>
          <ac:spMkLst>
            <pc:docMk/>
            <pc:sldMk cId="0" sldId="295"/>
            <ac:spMk id="26" creationId="{00000000-0000-0000-0000-000000000000}"/>
          </ac:spMkLst>
        </pc:spChg>
      </pc:sldChg>
      <pc:sldChg chg="modSp add del mod">
        <pc:chgData name="Trevoir Williams" userId="6a45007046124a3d" providerId="LiveId" clId="{53D5EA3C-0847-4EC1-9FDC-43DBDAEAF41A}" dt="2026-04-29T18:55:16.511" v="614" actId="27636"/>
        <pc:sldMkLst>
          <pc:docMk/>
          <pc:sldMk cId="0" sldId="297"/>
        </pc:sldMkLst>
        <pc:spChg chg="mod">
          <ac:chgData name="Trevoir Williams" userId="6a45007046124a3d" providerId="LiveId" clId="{53D5EA3C-0847-4EC1-9FDC-43DBDAEAF41A}" dt="2026-04-29T18:36:33.074" v="162" actId="26606"/>
          <ac:spMkLst>
            <pc:docMk/>
            <pc:sldMk cId="0" sldId="297"/>
            <ac:spMk id="3" creationId="{00000000-0000-0000-0000-000000000000}"/>
          </ac:spMkLst>
        </pc:spChg>
        <pc:spChg chg="mod">
          <ac:chgData name="Trevoir Williams" userId="6a45007046124a3d" providerId="LiveId" clId="{53D5EA3C-0847-4EC1-9FDC-43DBDAEAF41A}" dt="2026-04-29T18:55:16.511" v="614" actId="27636"/>
          <ac:spMkLst>
            <pc:docMk/>
            <pc:sldMk cId="0" sldId="297"/>
            <ac:spMk id="4" creationId="{00000000-0000-0000-0000-000000000000}"/>
          </ac:spMkLst>
        </pc:spChg>
        <pc:spChg chg="mod">
          <ac:chgData name="Trevoir Williams" userId="6a45007046124a3d" providerId="LiveId" clId="{53D5EA3C-0847-4EC1-9FDC-43DBDAEAF41A}" dt="2026-04-29T18:41:47.865" v="484" actId="26606"/>
          <ac:spMkLst>
            <pc:docMk/>
            <pc:sldMk cId="0" sldId="297"/>
            <ac:spMk id="25" creationId="{00000000-0000-0000-0000-000000000000}"/>
          </ac:spMkLst>
        </pc:spChg>
        <pc:spChg chg="mod">
          <ac:chgData name="Trevoir Williams" userId="6a45007046124a3d" providerId="LiveId" clId="{53D5EA3C-0847-4EC1-9FDC-43DBDAEAF41A}" dt="2026-04-29T18:41:47.865" v="484" actId="26606"/>
          <ac:spMkLst>
            <pc:docMk/>
            <pc:sldMk cId="0" sldId="297"/>
            <ac:spMk id="26"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298"/>
        </pc:sldMkLst>
        <pc:spChg chg="mod">
          <ac:chgData name="Trevoir Williams" userId="6a45007046124a3d" providerId="LiveId" clId="{53D5EA3C-0847-4EC1-9FDC-43DBDAEAF41A}" dt="2026-04-29T18:36:33.074" v="162" actId="26606"/>
          <ac:spMkLst>
            <pc:docMk/>
            <pc:sldMk cId="0" sldId="298"/>
            <ac:spMk id="3" creationId="{00000000-0000-0000-0000-000000000000}"/>
          </ac:spMkLst>
        </pc:spChg>
        <pc:spChg chg="mod">
          <ac:chgData name="Trevoir Williams" userId="6a45007046124a3d" providerId="LiveId" clId="{53D5EA3C-0847-4EC1-9FDC-43DBDAEAF41A}" dt="2026-04-29T18:55:16.822" v="615" actId="27636"/>
          <ac:spMkLst>
            <pc:docMk/>
            <pc:sldMk cId="0" sldId="298"/>
            <ac:spMk id="4" creationId="{00000000-0000-0000-0000-000000000000}"/>
          </ac:spMkLst>
        </pc:spChg>
        <pc:spChg chg="mod">
          <ac:chgData name="Trevoir Williams" userId="6a45007046124a3d" providerId="LiveId" clId="{53D5EA3C-0847-4EC1-9FDC-43DBDAEAF41A}" dt="2026-04-29T18:55:16.829" v="616" actId="27636"/>
          <ac:spMkLst>
            <pc:docMk/>
            <pc:sldMk cId="0" sldId="298"/>
            <ac:spMk id="17" creationId="{00000000-0000-0000-0000-000000000000}"/>
          </ac:spMkLst>
        </pc:spChg>
        <pc:spChg chg="mod">
          <ac:chgData name="Trevoir Williams" userId="6a45007046124a3d" providerId="LiveId" clId="{53D5EA3C-0847-4EC1-9FDC-43DBDAEAF41A}" dt="2026-04-29T18:41:47.865" v="484" actId="26606"/>
          <ac:spMkLst>
            <pc:docMk/>
            <pc:sldMk cId="0" sldId="298"/>
            <ac:spMk id="19" creationId="{00000000-0000-0000-0000-000000000000}"/>
          </ac:spMkLst>
        </pc:spChg>
        <pc:spChg chg="mod">
          <ac:chgData name="Trevoir Williams" userId="6a45007046124a3d" providerId="LiveId" clId="{53D5EA3C-0847-4EC1-9FDC-43DBDAEAF41A}" dt="2026-04-29T18:41:47.865" v="484" actId="26606"/>
          <ac:spMkLst>
            <pc:docMk/>
            <pc:sldMk cId="0" sldId="298"/>
            <ac:spMk id="20" creationId="{00000000-0000-0000-0000-000000000000}"/>
          </ac:spMkLst>
        </pc:spChg>
        <pc:spChg chg="mod">
          <ac:chgData name="Trevoir Williams" userId="6a45007046124a3d" providerId="LiveId" clId="{53D5EA3C-0847-4EC1-9FDC-43DBDAEAF41A}" dt="2026-04-29T18:41:47.865" v="484" actId="26606"/>
          <ac:spMkLst>
            <pc:docMk/>
            <pc:sldMk cId="0" sldId="298"/>
            <ac:spMk id="21" creationId="{00000000-0000-0000-0000-000000000000}"/>
          </ac:spMkLst>
        </pc:spChg>
      </pc:sldChg>
      <pc:sldChg chg="modSp add del mod">
        <pc:chgData name="Trevoir Williams" userId="6a45007046124a3d" providerId="LiveId" clId="{53D5EA3C-0847-4EC1-9FDC-43DBDAEAF41A}" dt="2026-04-29T19:58:42.666" v="712" actId="27636"/>
        <pc:sldMkLst>
          <pc:docMk/>
          <pc:sldMk cId="0" sldId="299"/>
        </pc:sldMkLst>
        <pc:spChg chg="mod">
          <ac:chgData name="Trevoir Williams" userId="6a45007046124a3d" providerId="LiveId" clId="{53D5EA3C-0847-4EC1-9FDC-43DBDAEAF41A}" dt="2026-04-29T18:36:33.074" v="162" actId="26606"/>
          <ac:spMkLst>
            <pc:docMk/>
            <pc:sldMk cId="0" sldId="299"/>
            <ac:spMk id="3" creationId="{00000000-0000-0000-0000-000000000000}"/>
          </ac:spMkLst>
        </pc:spChg>
        <pc:spChg chg="mod">
          <ac:chgData name="Trevoir Williams" userId="6a45007046124a3d" providerId="LiveId" clId="{53D5EA3C-0847-4EC1-9FDC-43DBDAEAF41A}" dt="2026-04-29T19:58:42.666" v="712" actId="27636"/>
          <ac:spMkLst>
            <pc:docMk/>
            <pc:sldMk cId="0" sldId="299"/>
            <ac:spMk id="4" creationId="{00000000-0000-0000-0000-000000000000}"/>
          </ac:spMkLst>
        </pc:spChg>
        <pc:spChg chg="mod">
          <ac:chgData name="Trevoir Williams" userId="6a45007046124a3d" providerId="LiveId" clId="{53D5EA3C-0847-4EC1-9FDC-43DBDAEAF41A}" dt="2026-04-29T19:58:42.660" v="711" actId="27636"/>
          <ac:spMkLst>
            <pc:docMk/>
            <pc:sldMk cId="0" sldId="299"/>
            <ac:spMk id="7" creationId="{00000000-0000-0000-0000-000000000000}"/>
          </ac:spMkLst>
        </pc:spChg>
        <pc:spChg chg="mod">
          <ac:chgData name="Trevoir Williams" userId="6a45007046124a3d" providerId="LiveId" clId="{53D5EA3C-0847-4EC1-9FDC-43DBDAEAF41A}" dt="2026-04-29T19:58:42.650" v="710" actId="27636"/>
          <ac:spMkLst>
            <pc:docMk/>
            <pc:sldMk cId="0" sldId="299"/>
            <ac:spMk id="9" creationId="{00000000-0000-0000-0000-000000000000}"/>
          </ac:spMkLst>
        </pc:spChg>
        <pc:spChg chg="mod">
          <ac:chgData name="Trevoir Williams" userId="6a45007046124a3d" providerId="LiveId" clId="{53D5EA3C-0847-4EC1-9FDC-43DBDAEAF41A}" dt="2026-04-29T18:41:47.865" v="484" actId="26606"/>
          <ac:spMkLst>
            <pc:docMk/>
            <pc:sldMk cId="0" sldId="299"/>
            <ac:spMk id="14" creationId="{00000000-0000-0000-0000-000000000000}"/>
          </ac:spMkLst>
        </pc:spChg>
        <pc:spChg chg="mod">
          <ac:chgData name="Trevoir Williams" userId="6a45007046124a3d" providerId="LiveId" clId="{53D5EA3C-0847-4EC1-9FDC-43DBDAEAF41A}" dt="2026-04-29T18:41:47.865" v="484" actId="26606"/>
          <ac:spMkLst>
            <pc:docMk/>
            <pc:sldMk cId="0" sldId="299"/>
            <ac:spMk id="16" creationId="{00000000-0000-0000-0000-000000000000}"/>
          </ac:spMkLst>
        </pc:spChg>
        <pc:spChg chg="mod">
          <ac:chgData name="Trevoir Williams" userId="6a45007046124a3d" providerId="LiveId" clId="{53D5EA3C-0847-4EC1-9FDC-43DBDAEAF41A}" dt="2026-04-29T18:41:47.865" v="484" actId="26606"/>
          <ac:spMkLst>
            <pc:docMk/>
            <pc:sldMk cId="0" sldId="299"/>
            <ac:spMk id="17"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300"/>
        </pc:sldMkLst>
        <pc:spChg chg="mod">
          <ac:chgData name="Trevoir Williams" userId="6a45007046124a3d" providerId="LiveId" clId="{53D5EA3C-0847-4EC1-9FDC-43DBDAEAF41A}" dt="2026-04-29T18:36:35.286" v="172" actId="27636"/>
          <ac:spMkLst>
            <pc:docMk/>
            <pc:sldMk cId="0" sldId="300"/>
            <ac:spMk id="3" creationId="{00000000-0000-0000-0000-000000000000}"/>
          </ac:spMkLst>
        </pc:spChg>
        <pc:spChg chg="mod">
          <ac:chgData name="Trevoir Williams" userId="6a45007046124a3d" providerId="LiveId" clId="{53D5EA3C-0847-4EC1-9FDC-43DBDAEAF41A}" dt="2026-04-29T18:55:17.087" v="617" actId="27636"/>
          <ac:spMkLst>
            <pc:docMk/>
            <pc:sldMk cId="0" sldId="300"/>
            <ac:spMk id="4" creationId="{00000000-0000-0000-0000-000000000000}"/>
          </ac:spMkLst>
        </pc:spChg>
        <pc:spChg chg="mod">
          <ac:chgData name="Trevoir Williams" userId="6a45007046124a3d" providerId="LiveId" clId="{53D5EA3C-0847-4EC1-9FDC-43DBDAEAF41A}" dt="2026-04-29T18:55:17.094" v="618" actId="27636"/>
          <ac:spMkLst>
            <pc:docMk/>
            <pc:sldMk cId="0" sldId="300"/>
            <ac:spMk id="17" creationId="{00000000-0000-0000-0000-000000000000}"/>
          </ac:spMkLst>
        </pc:spChg>
        <pc:spChg chg="mod">
          <ac:chgData name="Trevoir Williams" userId="6a45007046124a3d" providerId="LiveId" clId="{53D5EA3C-0847-4EC1-9FDC-43DBDAEAF41A}" dt="2026-04-29T18:41:47.865" v="484" actId="26606"/>
          <ac:spMkLst>
            <pc:docMk/>
            <pc:sldMk cId="0" sldId="300"/>
            <ac:spMk id="19" creationId="{00000000-0000-0000-0000-000000000000}"/>
          </ac:spMkLst>
        </pc:spChg>
        <pc:spChg chg="mod">
          <ac:chgData name="Trevoir Williams" userId="6a45007046124a3d" providerId="LiveId" clId="{53D5EA3C-0847-4EC1-9FDC-43DBDAEAF41A}" dt="2026-04-29T18:41:47.865" v="484" actId="26606"/>
          <ac:spMkLst>
            <pc:docMk/>
            <pc:sldMk cId="0" sldId="300"/>
            <ac:spMk id="20" creationId="{00000000-0000-0000-0000-000000000000}"/>
          </ac:spMkLst>
        </pc:spChg>
        <pc:spChg chg="mod">
          <ac:chgData name="Trevoir Williams" userId="6a45007046124a3d" providerId="LiveId" clId="{53D5EA3C-0847-4EC1-9FDC-43DBDAEAF41A}" dt="2026-04-29T18:41:47.865" v="484" actId="26606"/>
          <ac:spMkLst>
            <pc:docMk/>
            <pc:sldMk cId="0" sldId="300"/>
            <ac:spMk id="21" creationId="{00000000-0000-0000-0000-000000000000}"/>
          </ac:spMkLst>
        </pc:spChg>
      </pc:sldChg>
      <pc:sldChg chg="modSp add del mod">
        <pc:chgData name="Trevoir Williams" userId="6a45007046124a3d" providerId="LiveId" clId="{53D5EA3C-0847-4EC1-9FDC-43DBDAEAF41A}" dt="2026-04-29T18:55:17.342" v="619" actId="27636"/>
        <pc:sldMkLst>
          <pc:docMk/>
          <pc:sldMk cId="0" sldId="301"/>
        </pc:sldMkLst>
        <pc:spChg chg="mod">
          <ac:chgData name="Trevoir Williams" userId="6a45007046124a3d" providerId="LiveId" clId="{53D5EA3C-0847-4EC1-9FDC-43DBDAEAF41A}" dt="2026-04-29T18:36:35.731" v="173" actId="27636"/>
          <ac:spMkLst>
            <pc:docMk/>
            <pc:sldMk cId="0" sldId="301"/>
            <ac:spMk id="3" creationId="{00000000-0000-0000-0000-000000000000}"/>
          </ac:spMkLst>
        </pc:spChg>
        <pc:spChg chg="mod">
          <ac:chgData name="Trevoir Williams" userId="6a45007046124a3d" providerId="LiveId" clId="{53D5EA3C-0847-4EC1-9FDC-43DBDAEAF41A}" dt="2026-04-29T18:55:17.342" v="619" actId="27636"/>
          <ac:spMkLst>
            <pc:docMk/>
            <pc:sldMk cId="0" sldId="301"/>
            <ac:spMk id="4" creationId="{00000000-0000-0000-0000-000000000000}"/>
          </ac:spMkLst>
        </pc:spChg>
        <pc:spChg chg="mod">
          <ac:chgData name="Trevoir Williams" userId="6a45007046124a3d" providerId="LiveId" clId="{53D5EA3C-0847-4EC1-9FDC-43DBDAEAF41A}" dt="2026-04-29T18:14:05.507" v="39" actId="27636"/>
          <ac:spMkLst>
            <pc:docMk/>
            <pc:sldMk cId="0" sldId="301"/>
            <ac:spMk id="20" creationId="{00000000-0000-0000-0000-000000000000}"/>
          </ac:spMkLst>
        </pc:spChg>
        <pc:spChg chg="mod">
          <ac:chgData name="Trevoir Williams" userId="6a45007046124a3d" providerId="LiveId" clId="{53D5EA3C-0847-4EC1-9FDC-43DBDAEAF41A}" dt="2026-04-29T18:41:47.865" v="484" actId="26606"/>
          <ac:spMkLst>
            <pc:docMk/>
            <pc:sldMk cId="0" sldId="301"/>
            <ac:spMk id="28" creationId="{00000000-0000-0000-0000-000000000000}"/>
          </ac:spMkLst>
        </pc:spChg>
        <pc:spChg chg="mod">
          <ac:chgData name="Trevoir Williams" userId="6a45007046124a3d" providerId="LiveId" clId="{53D5EA3C-0847-4EC1-9FDC-43DBDAEAF41A}" dt="2026-04-29T18:41:47.865" v="484" actId="26606"/>
          <ac:spMkLst>
            <pc:docMk/>
            <pc:sldMk cId="0" sldId="301"/>
            <ac:spMk id="29" creationId="{00000000-0000-0000-0000-000000000000}"/>
          </ac:spMkLst>
        </pc:spChg>
        <pc:spChg chg="mod">
          <ac:chgData name="Trevoir Williams" userId="6a45007046124a3d" providerId="LiveId" clId="{53D5EA3C-0847-4EC1-9FDC-43DBDAEAF41A}" dt="2026-04-29T18:41:47.865" v="484" actId="26606"/>
          <ac:spMkLst>
            <pc:docMk/>
            <pc:sldMk cId="0" sldId="301"/>
            <ac:spMk id="30" creationId="{00000000-0000-0000-0000-000000000000}"/>
          </ac:spMkLst>
        </pc:spChg>
      </pc:sldChg>
      <pc:sldChg chg="modSp add del mod">
        <pc:chgData name="Trevoir Williams" userId="6a45007046124a3d" providerId="LiveId" clId="{53D5EA3C-0847-4EC1-9FDC-43DBDAEAF41A}" dt="2026-04-29T19:58:42.884" v="716" actId="27636"/>
        <pc:sldMkLst>
          <pc:docMk/>
          <pc:sldMk cId="0" sldId="302"/>
        </pc:sldMkLst>
        <pc:spChg chg="mod">
          <ac:chgData name="Trevoir Williams" userId="6a45007046124a3d" providerId="LiveId" clId="{53D5EA3C-0847-4EC1-9FDC-43DBDAEAF41A}" dt="2026-04-29T18:36:36.678" v="176" actId="27636"/>
          <ac:spMkLst>
            <pc:docMk/>
            <pc:sldMk cId="0" sldId="302"/>
            <ac:spMk id="3" creationId="{00000000-0000-0000-0000-000000000000}"/>
          </ac:spMkLst>
        </pc:spChg>
        <pc:spChg chg="mod">
          <ac:chgData name="Trevoir Williams" userId="6a45007046124a3d" providerId="LiveId" clId="{53D5EA3C-0847-4EC1-9FDC-43DBDAEAF41A}" dt="2026-04-29T19:58:42.868" v="714" actId="27636"/>
          <ac:spMkLst>
            <pc:docMk/>
            <pc:sldMk cId="0" sldId="302"/>
            <ac:spMk id="4" creationId="{00000000-0000-0000-0000-000000000000}"/>
          </ac:spMkLst>
        </pc:spChg>
        <pc:spChg chg="mod">
          <ac:chgData name="Trevoir Williams" userId="6a45007046124a3d" providerId="LiveId" clId="{53D5EA3C-0847-4EC1-9FDC-43DBDAEAF41A}" dt="2026-04-29T19:58:42.880" v="715" actId="27636"/>
          <ac:spMkLst>
            <pc:docMk/>
            <pc:sldMk cId="0" sldId="302"/>
            <ac:spMk id="7" creationId="{00000000-0000-0000-0000-000000000000}"/>
          </ac:spMkLst>
        </pc:spChg>
        <pc:spChg chg="mod">
          <ac:chgData name="Trevoir Williams" userId="6a45007046124a3d" providerId="LiveId" clId="{53D5EA3C-0847-4EC1-9FDC-43DBDAEAF41A}" dt="2026-04-29T19:58:42.868" v="713" actId="27636"/>
          <ac:spMkLst>
            <pc:docMk/>
            <pc:sldMk cId="0" sldId="302"/>
            <ac:spMk id="9" creationId="{00000000-0000-0000-0000-000000000000}"/>
          </ac:spMkLst>
        </pc:spChg>
        <pc:spChg chg="mod">
          <ac:chgData name="Trevoir Williams" userId="6a45007046124a3d" providerId="LiveId" clId="{53D5EA3C-0847-4EC1-9FDC-43DBDAEAF41A}" dt="2026-04-29T19:58:42.884" v="716" actId="27636"/>
          <ac:spMkLst>
            <pc:docMk/>
            <pc:sldMk cId="0" sldId="302"/>
            <ac:spMk id="14" creationId="{00000000-0000-0000-0000-000000000000}"/>
          </ac:spMkLst>
        </pc:spChg>
        <pc:spChg chg="mod">
          <ac:chgData name="Trevoir Williams" userId="6a45007046124a3d" providerId="LiveId" clId="{53D5EA3C-0847-4EC1-9FDC-43DBDAEAF41A}" dt="2026-04-29T18:41:47.865" v="484" actId="26606"/>
          <ac:spMkLst>
            <pc:docMk/>
            <pc:sldMk cId="0" sldId="302"/>
            <ac:spMk id="18" creationId="{00000000-0000-0000-0000-000000000000}"/>
          </ac:spMkLst>
        </pc:spChg>
        <pc:spChg chg="mod">
          <ac:chgData name="Trevoir Williams" userId="6a45007046124a3d" providerId="LiveId" clId="{53D5EA3C-0847-4EC1-9FDC-43DBDAEAF41A}" dt="2026-04-29T18:41:47.865" v="484" actId="26606"/>
          <ac:spMkLst>
            <pc:docMk/>
            <pc:sldMk cId="0" sldId="302"/>
            <ac:spMk id="19" creationId="{00000000-0000-0000-0000-000000000000}"/>
          </ac:spMkLst>
        </pc:spChg>
      </pc:sldChg>
      <pc:sldChg chg="modSp add del mod">
        <pc:chgData name="Trevoir Williams" userId="6a45007046124a3d" providerId="LiveId" clId="{53D5EA3C-0847-4EC1-9FDC-43DBDAEAF41A}" dt="2026-04-29T19:58:43.110" v="719" actId="27636"/>
        <pc:sldMkLst>
          <pc:docMk/>
          <pc:sldMk cId="0" sldId="303"/>
        </pc:sldMkLst>
        <pc:spChg chg="mod">
          <ac:chgData name="Trevoir Williams" userId="6a45007046124a3d" providerId="LiveId" clId="{53D5EA3C-0847-4EC1-9FDC-43DBDAEAF41A}" dt="2026-04-29T18:36:37.600" v="178" actId="27636"/>
          <ac:spMkLst>
            <pc:docMk/>
            <pc:sldMk cId="0" sldId="303"/>
            <ac:spMk id="3" creationId="{00000000-0000-0000-0000-000000000000}"/>
          </ac:spMkLst>
        </pc:spChg>
        <pc:spChg chg="mod">
          <ac:chgData name="Trevoir Williams" userId="6a45007046124a3d" providerId="LiveId" clId="{53D5EA3C-0847-4EC1-9FDC-43DBDAEAF41A}" dt="2026-04-29T19:58:43.107" v="717" actId="27636"/>
          <ac:spMkLst>
            <pc:docMk/>
            <pc:sldMk cId="0" sldId="303"/>
            <ac:spMk id="4" creationId="{00000000-0000-0000-0000-000000000000}"/>
          </ac:spMkLst>
        </pc:spChg>
        <pc:spChg chg="mod">
          <ac:chgData name="Trevoir Williams" userId="6a45007046124a3d" providerId="LiveId" clId="{53D5EA3C-0847-4EC1-9FDC-43DBDAEAF41A}" dt="2026-04-29T19:58:43.110" v="718" actId="27636"/>
          <ac:spMkLst>
            <pc:docMk/>
            <pc:sldMk cId="0" sldId="303"/>
            <ac:spMk id="7" creationId="{00000000-0000-0000-0000-000000000000}"/>
          </ac:spMkLst>
        </pc:spChg>
        <pc:spChg chg="mod">
          <ac:chgData name="Trevoir Williams" userId="6a45007046124a3d" providerId="LiveId" clId="{53D5EA3C-0847-4EC1-9FDC-43DBDAEAF41A}" dt="2026-04-29T19:58:43.110" v="719" actId="27636"/>
          <ac:spMkLst>
            <pc:docMk/>
            <pc:sldMk cId="0" sldId="303"/>
            <ac:spMk id="9" creationId="{00000000-0000-0000-0000-000000000000}"/>
          </ac:spMkLst>
        </pc:spChg>
        <pc:spChg chg="mod">
          <ac:chgData name="Trevoir Williams" userId="6a45007046124a3d" providerId="LiveId" clId="{53D5EA3C-0847-4EC1-9FDC-43DBDAEAF41A}" dt="2026-04-29T18:41:47.865" v="484" actId="26606"/>
          <ac:spMkLst>
            <pc:docMk/>
            <pc:sldMk cId="0" sldId="303"/>
            <ac:spMk id="14" creationId="{00000000-0000-0000-0000-000000000000}"/>
          </ac:spMkLst>
        </pc:spChg>
        <pc:spChg chg="mod">
          <ac:chgData name="Trevoir Williams" userId="6a45007046124a3d" providerId="LiveId" clId="{53D5EA3C-0847-4EC1-9FDC-43DBDAEAF41A}" dt="2026-04-29T18:41:47.865" v="484" actId="26606"/>
          <ac:spMkLst>
            <pc:docMk/>
            <pc:sldMk cId="0" sldId="303"/>
            <ac:spMk id="16" creationId="{00000000-0000-0000-0000-000000000000}"/>
          </ac:spMkLst>
        </pc:spChg>
        <pc:spChg chg="mod">
          <ac:chgData name="Trevoir Williams" userId="6a45007046124a3d" providerId="LiveId" clId="{53D5EA3C-0847-4EC1-9FDC-43DBDAEAF41A}" dt="2026-04-29T18:41:47.865" v="484" actId="26606"/>
          <ac:spMkLst>
            <pc:docMk/>
            <pc:sldMk cId="0" sldId="303"/>
            <ac:spMk id="17" creationId="{00000000-0000-0000-0000-000000000000}"/>
          </ac:spMkLst>
        </pc:spChg>
      </pc:sldChg>
      <pc:sldChg chg="modSp add del mod">
        <pc:chgData name="Trevoir Williams" userId="6a45007046124a3d" providerId="LiveId" clId="{53D5EA3C-0847-4EC1-9FDC-43DBDAEAF41A}" dt="2026-04-29T19:58:43.323" v="722" actId="27636"/>
        <pc:sldMkLst>
          <pc:docMk/>
          <pc:sldMk cId="0" sldId="304"/>
        </pc:sldMkLst>
        <pc:spChg chg="mod">
          <ac:chgData name="Trevoir Williams" userId="6a45007046124a3d" providerId="LiveId" clId="{53D5EA3C-0847-4EC1-9FDC-43DBDAEAF41A}" dt="2026-04-29T18:36:33.074" v="162" actId="26606"/>
          <ac:spMkLst>
            <pc:docMk/>
            <pc:sldMk cId="0" sldId="304"/>
            <ac:spMk id="3" creationId="{00000000-0000-0000-0000-000000000000}"/>
          </ac:spMkLst>
        </pc:spChg>
        <pc:spChg chg="mod">
          <ac:chgData name="Trevoir Williams" userId="6a45007046124a3d" providerId="LiveId" clId="{53D5EA3C-0847-4EC1-9FDC-43DBDAEAF41A}" dt="2026-04-29T19:58:43.319" v="721" actId="27636"/>
          <ac:spMkLst>
            <pc:docMk/>
            <pc:sldMk cId="0" sldId="304"/>
            <ac:spMk id="4" creationId="{00000000-0000-0000-0000-000000000000}"/>
          </ac:spMkLst>
        </pc:spChg>
        <pc:spChg chg="mod">
          <ac:chgData name="Trevoir Williams" userId="6a45007046124a3d" providerId="LiveId" clId="{53D5EA3C-0847-4EC1-9FDC-43DBDAEAF41A}" dt="2026-04-29T19:58:43.315" v="720" actId="27636"/>
          <ac:spMkLst>
            <pc:docMk/>
            <pc:sldMk cId="0" sldId="304"/>
            <ac:spMk id="7" creationId="{00000000-0000-0000-0000-000000000000}"/>
          </ac:spMkLst>
        </pc:spChg>
        <pc:spChg chg="mod">
          <ac:chgData name="Trevoir Williams" userId="6a45007046124a3d" providerId="LiveId" clId="{53D5EA3C-0847-4EC1-9FDC-43DBDAEAF41A}" dt="2026-04-29T19:58:43.323" v="722" actId="27636"/>
          <ac:spMkLst>
            <pc:docMk/>
            <pc:sldMk cId="0" sldId="304"/>
            <ac:spMk id="9" creationId="{00000000-0000-0000-0000-000000000000}"/>
          </ac:spMkLst>
        </pc:spChg>
        <pc:spChg chg="mod">
          <ac:chgData name="Trevoir Williams" userId="6a45007046124a3d" providerId="LiveId" clId="{53D5EA3C-0847-4EC1-9FDC-43DBDAEAF41A}" dt="2026-04-29T18:41:47.865" v="484" actId="26606"/>
          <ac:spMkLst>
            <pc:docMk/>
            <pc:sldMk cId="0" sldId="304"/>
            <ac:spMk id="14" creationId="{00000000-0000-0000-0000-000000000000}"/>
          </ac:spMkLst>
        </pc:spChg>
        <pc:spChg chg="mod">
          <ac:chgData name="Trevoir Williams" userId="6a45007046124a3d" providerId="LiveId" clId="{53D5EA3C-0847-4EC1-9FDC-43DBDAEAF41A}" dt="2026-04-29T18:41:47.865" v="484" actId="26606"/>
          <ac:spMkLst>
            <pc:docMk/>
            <pc:sldMk cId="0" sldId="304"/>
            <ac:spMk id="16" creationId="{00000000-0000-0000-0000-000000000000}"/>
          </ac:spMkLst>
        </pc:spChg>
        <pc:spChg chg="mod">
          <ac:chgData name="Trevoir Williams" userId="6a45007046124a3d" providerId="LiveId" clId="{53D5EA3C-0847-4EC1-9FDC-43DBDAEAF41A}" dt="2026-04-29T18:41:47.865" v="484" actId="26606"/>
          <ac:spMkLst>
            <pc:docMk/>
            <pc:sldMk cId="0" sldId="304"/>
            <ac:spMk id="17" creationId="{00000000-0000-0000-0000-000000000000}"/>
          </ac:spMkLst>
        </pc:spChg>
      </pc:sldChg>
      <pc:sldChg chg="modSp add del mod">
        <pc:chgData name="Trevoir Williams" userId="6a45007046124a3d" providerId="LiveId" clId="{53D5EA3C-0847-4EC1-9FDC-43DBDAEAF41A}" dt="2026-04-29T19:58:43.545" v="726" actId="27636"/>
        <pc:sldMkLst>
          <pc:docMk/>
          <pc:sldMk cId="0" sldId="305"/>
        </pc:sldMkLst>
        <pc:spChg chg="mod">
          <ac:chgData name="Trevoir Williams" userId="6a45007046124a3d" providerId="LiveId" clId="{53D5EA3C-0847-4EC1-9FDC-43DBDAEAF41A}" dt="2026-04-29T19:58:43.541" v="725" actId="27636"/>
          <ac:spMkLst>
            <pc:docMk/>
            <pc:sldMk cId="0" sldId="305"/>
            <ac:spMk id="3" creationId="{00000000-0000-0000-0000-000000000000}"/>
          </ac:spMkLst>
        </pc:spChg>
        <pc:spChg chg="mod">
          <ac:chgData name="Trevoir Williams" userId="6a45007046124a3d" providerId="LiveId" clId="{53D5EA3C-0847-4EC1-9FDC-43DBDAEAF41A}" dt="2026-04-29T19:58:43.537" v="724" actId="27636"/>
          <ac:spMkLst>
            <pc:docMk/>
            <pc:sldMk cId="0" sldId="305"/>
            <ac:spMk id="4" creationId="{00000000-0000-0000-0000-000000000000}"/>
          </ac:spMkLst>
        </pc:spChg>
        <pc:spChg chg="mod">
          <ac:chgData name="Trevoir Williams" userId="6a45007046124a3d" providerId="LiveId" clId="{53D5EA3C-0847-4EC1-9FDC-43DBDAEAF41A}" dt="2026-04-29T19:58:43.545" v="726" actId="27636"/>
          <ac:spMkLst>
            <pc:docMk/>
            <pc:sldMk cId="0" sldId="305"/>
            <ac:spMk id="7" creationId="{00000000-0000-0000-0000-000000000000}"/>
          </ac:spMkLst>
        </pc:spChg>
        <pc:spChg chg="mod">
          <ac:chgData name="Trevoir Williams" userId="6a45007046124a3d" providerId="LiveId" clId="{53D5EA3C-0847-4EC1-9FDC-43DBDAEAF41A}" dt="2026-04-29T19:58:43.533" v="723" actId="27636"/>
          <ac:spMkLst>
            <pc:docMk/>
            <pc:sldMk cId="0" sldId="305"/>
            <ac:spMk id="9" creationId="{00000000-0000-0000-0000-000000000000}"/>
          </ac:spMkLst>
        </pc:spChg>
        <pc:spChg chg="mod">
          <ac:chgData name="Trevoir Williams" userId="6a45007046124a3d" providerId="LiveId" clId="{53D5EA3C-0847-4EC1-9FDC-43DBDAEAF41A}" dt="2026-04-29T18:41:47.865" v="484" actId="26606"/>
          <ac:spMkLst>
            <pc:docMk/>
            <pc:sldMk cId="0" sldId="305"/>
            <ac:spMk id="14" creationId="{00000000-0000-0000-0000-000000000000}"/>
          </ac:spMkLst>
        </pc:spChg>
        <pc:spChg chg="mod">
          <ac:chgData name="Trevoir Williams" userId="6a45007046124a3d" providerId="LiveId" clId="{53D5EA3C-0847-4EC1-9FDC-43DBDAEAF41A}" dt="2026-04-29T18:41:47.865" v="484" actId="26606"/>
          <ac:spMkLst>
            <pc:docMk/>
            <pc:sldMk cId="0" sldId="305"/>
            <ac:spMk id="16" creationId="{00000000-0000-0000-0000-000000000000}"/>
          </ac:spMkLst>
        </pc:spChg>
        <pc:spChg chg="mod">
          <ac:chgData name="Trevoir Williams" userId="6a45007046124a3d" providerId="LiveId" clId="{53D5EA3C-0847-4EC1-9FDC-43DBDAEAF41A}" dt="2026-04-29T18:41:47.865" v="484" actId="26606"/>
          <ac:spMkLst>
            <pc:docMk/>
            <pc:sldMk cId="0" sldId="305"/>
            <ac:spMk id="17" creationId="{00000000-0000-0000-0000-000000000000}"/>
          </ac:spMkLst>
        </pc:spChg>
      </pc:sldChg>
      <pc:sldChg chg="modSp add del mod">
        <pc:chgData name="Trevoir Williams" userId="6a45007046124a3d" providerId="LiveId" clId="{53D5EA3C-0847-4EC1-9FDC-43DBDAEAF41A}" dt="2026-04-29T19:58:43.780" v="729" actId="27636"/>
        <pc:sldMkLst>
          <pc:docMk/>
          <pc:sldMk cId="0" sldId="306"/>
        </pc:sldMkLst>
        <pc:spChg chg="mod">
          <ac:chgData name="Trevoir Williams" userId="6a45007046124a3d" providerId="LiveId" clId="{53D5EA3C-0847-4EC1-9FDC-43DBDAEAF41A}" dt="2026-04-29T18:36:33.074" v="162" actId="26606"/>
          <ac:spMkLst>
            <pc:docMk/>
            <pc:sldMk cId="0" sldId="306"/>
            <ac:spMk id="3" creationId="{00000000-0000-0000-0000-000000000000}"/>
          </ac:spMkLst>
        </pc:spChg>
        <pc:spChg chg="mod">
          <ac:chgData name="Trevoir Williams" userId="6a45007046124a3d" providerId="LiveId" clId="{53D5EA3C-0847-4EC1-9FDC-43DBDAEAF41A}" dt="2026-04-29T19:58:43.780" v="728" actId="27636"/>
          <ac:spMkLst>
            <pc:docMk/>
            <pc:sldMk cId="0" sldId="306"/>
            <ac:spMk id="4" creationId="{00000000-0000-0000-0000-000000000000}"/>
          </ac:spMkLst>
        </pc:spChg>
        <pc:spChg chg="mod">
          <ac:chgData name="Trevoir Williams" userId="6a45007046124a3d" providerId="LiveId" clId="{53D5EA3C-0847-4EC1-9FDC-43DBDAEAF41A}" dt="2026-04-29T19:58:43.780" v="729" actId="27636"/>
          <ac:spMkLst>
            <pc:docMk/>
            <pc:sldMk cId="0" sldId="306"/>
            <ac:spMk id="7" creationId="{00000000-0000-0000-0000-000000000000}"/>
          </ac:spMkLst>
        </pc:spChg>
        <pc:spChg chg="mod">
          <ac:chgData name="Trevoir Williams" userId="6a45007046124a3d" providerId="LiveId" clId="{53D5EA3C-0847-4EC1-9FDC-43DBDAEAF41A}" dt="2026-04-29T19:58:43.774" v="727" actId="27636"/>
          <ac:spMkLst>
            <pc:docMk/>
            <pc:sldMk cId="0" sldId="306"/>
            <ac:spMk id="9" creationId="{00000000-0000-0000-0000-000000000000}"/>
          </ac:spMkLst>
        </pc:spChg>
        <pc:spChg chg="mod">
          <ac:chgData name="Trevoir Williams" userId="6a45007046124a3d" providerId="LiveId" clId="{53D5EA3C-0847-4EC1-9FDC-43DBDAEAF41A}" dt="2026-04-29T18:41:47.865" v="484" actId="26606"/>
          <ac:spMkLst>
            <pc:docMk/>
            <pc:sldMk cId="0" sldId="306"/>
            <ac:spMk id="14" creationId="{00000000-0000-0000-0000-000000000000}"/>
          </ac:spMkLst>
        </pc:spChg>
        <pc:spChg chg="mod">
          <ac:chgData name="Trevoir Williams" userId="6a45007046124a3d" providerId="LiveId" clId="{53D5EA3C-0847-4EC1-9FDC-43DBDAEAF41A}" dt="2026-04-29T18:41:47.865" v="484" actId="26606"/>
          <ac:spMkLst>
            <pc:docMk/>
            <pc:sldMk cId="0" sldId="306"/>
            <ac:spMk id="16" creationId="{00000000-0000-0000-0000-000000000000}"/>
          </ac:spMkLst>
        </pc:spChg>
        <pc:spChg chg="mod">
          <ac:chgData name="Trevoir Williams" userId="6a45007046124a3d" providerId="LiveId" clId="{53D5EA3C-0847-4EC1-9FDC-43DBDAEAF41A}" dt="2026-04-29T18:41:47.865" v="484" actId="26606"/>
          <ac:spMkLst>
            <pc:docMk/>
            <pc:sldMk cId="0" sldId="306"/>
            <ac:spMk id="17" creationId="{00000000-0000-0000-0000-000000000000}"/>
          </ac:spMkLst>
        </pc:spChg>
      </pc:sldChg>
      <pc:sldChg chg="modSp add del mod">
        <pc:chgData name="Trevoir Williams" userId="6a45007046124a3d" providerId="LiveId" clId="{53D5EA3C-0847-4EC1-9FDC-43DBDAEAF41A}" dt="2026-04-29T19:27:37.420" v="671" actId="27636"/>
        <pc:sldMkLst>
          <pc:docMk/>
          <pc:sldMk cId="0" sldId="307"/>
        </pc:sldMkLst>
        <pc:spChg chg="mod">
          <ac:chgData name="Trevoir Williams" userId="6a45007046124a3d" providerId="LiveId" clId="{53D5EA3C-0847-4EC1-9FDC-43DBDAEAF41A}" dt="2026-04-29T18:36:33.074" v="162" actId="26606"/>
          <ac:spMkLst>
            <pc:docMk/>
            <pc:sldMk cId="0" sldId="307"/>
            <ac:spMk id="3" creationId="{00000000-0000-0000-0000-000000000000}"/>
          </ac:spMkLst>
        </pc:spChg>
        <pc:spChg chg="mod">
          <ac:chgData name="Trevoir Williams" userId="6a45007046124a3d" providerId="LiveId" clId="{53D5EA3C-0847-4EC1-9FDC-43DBDAEAF41A}" dt="2026-04-29T19:27:37.420" v="671" actId="27636"/>
          <ac:spMkLst>
            <pc:docMk/>
            <pc:sldMk cId="0" sldId="307"/>
            <ac:spMk id="4" creationId="{00000000-0000-0000-0000-000000000000}"/>
          </ac:spMkLst>
        </pc:spChg>
        <pc:spChg chg="mod">
          <ac:chgData name="Trevoir Williams" userId="6a45007046124a3d" providerId="LiveId" clId="{53D5EA3C-0847-4EC1-9FDC-43DBDAEAF41A}" dt="2026-04-29T19:27:37.406" v="668" actId="27636"/>
          <ac:spMkLst>
            <pc:docMk/>
            <pc:sldMk cId="0" sldId="307"/>
            <ac:spMk id="8" creationId="{00000000-0000-0000-0000-000000000000}"/>
          </ac:spMkLst>
        </pc:spChg>
        <pc:spChg chg="mod">
          <ac:chgData name="Trevoir Williams" userId="6a45007046124a3d" providerId="LiveId" clId="{53D5EA3C-0847-4EC1-9FDC-43DBDAEAF41A}" dt="2026-04-29T19:27:37.418" v="670" actId="27636"/>
          <ac:spMkLst>
            <pc:docMk/>
            <pc:sldMk cId="0" sldId="307"/>
            <ac:spMk id="12" creationId="{00000000-0000-0000-0000-000000000000}"/>
          </ac:spMkLst>
        </pc:spChg>
        <pc:spChg chg="mod">
          <ac:chgData name="Trevoir Williams" userId="6a45007046124a3d" providerId="LiveId" clId="{53D5EA3C-0847-4EC1-9FDC-43DBDAEAF41A}" dt="2026-04-29T19:27:37.411" v="669" actId="27636"/>
          <ac:spMkLst>
            <pc:docMk/>
            <pc:sldMk cId="0" sldId="307"/>
            <ac:spMk id="16" creationId="{00000000-0000-0000-0000-000000000000}"/>
          </ac:spMkLst>
        </pc:spChg>
        <pc:spChg chg="mod">
          <ac:chgData name="Trevoir Williams" userId="6a45007046124a3d" providerId="LiveId" clId="{53D5EA3C-0847-4EC1-9FDC-43DBDAEAF41A}" dt="2026-04-29T18:41:47.865" v="484" actId="26606"/>
          <ac:spMkLst>
            <pc:docMk/>
            <pc:sldMk cId="0" sldId="307"/>
            <ac:spMk id="20" creationId="{00000000-0000-0000-0000-000000000000}"/>
          </ac:spMkLst>
        </pc:spChg>
        <pc:spChg chg="mod">
          <ac:chgData name="Trevoir Williams" userId="6a45007046124a3d" providerId="LiveId" clId="{53D5EA3C-0847-4EC1-9FDC-43DBDAEAF41A}" dt="2026-04-29T18:41:47.865" v="484" actId="26606"/>
          <ac:spMkLst>
            <pc:docMk/>
            <pc:sldMk cId="0" sldId="307"/>
            <ac:spMk id="22" creationId="{00000000-0000-0000-0000-000000000000}"/>
          </ac:spMkLst>
        </pc:spChg>
        <pc:spChg chg="mod">
          <ac:chgData name="Trevoir Williams" userId="6a45007046124a3d" providerId="LiveId" clId="{53D5EA3C-0847-4EC1-9FDC-43DBDAEAF41A}" dt="2026-04-29T18:41:47.865" v="484" actId="26606"/>
          <ac:spMkLst>
            <pc:docMk/>
            <pc:sldMk cId="0" sldId="307"/>
            <ac:spMk id="24" creationId="{00000000-0000-0000-0000-000000000000}"/>
          </ac:spMkLst>
        </pc:spChg>
        <pc:spChg chg="mod">
          <ac:chgData name="Trevoir Williams" userId="6a45007046124a3d" providerId="LiveId" clId="{53D5EA3C-0847-4EC1-9FDC-43DBDAEAF41A}" dt="2026-04-29T18:41:47.865" v="484" actId="26606"/>
          <ac:spMkLst>
            <pc:docMk/>
            <pc:sldMk cId="0" sldId="307"/>
            <ac:spMk id="25" creationId="{00000000-0000-0000-0000-000000000000}"/>
          </ac:spMkLst>
        </pc:spChg>
      </pc:sldChg>
      <pc:sldChg chg="modSp add del mod">
        <pc:chgData name="Trevoir Williams" userId="6a45007046124a3d" providerId="LiveId" clId="{53D5EA3C-0847-4EC1-9FDC-43DBDAEAF41A}" dt="2026-04-29T20:28:13.734" v="893" actId="26606"/>
        <pc:sldMkLst>
          <pc:docMk/>
          <pc:sldMk cId="0" sldId="308"/>
        </pc:sldMkLst>
        <pc:spChg chg="mod">
          <ac:chgData name="Trevoir Williams" userId="6a45007046124a3d" providerId="LiveId" clId="{53D5EA3C-0847-4EC1-9FDC-43DBDAEAF41A}" dt="2026-04-29T20:28:13.734" v="893" actId="26606"/>
          <ac:spMkLst>
            <pc:docMk/>
            <pc:sldMk cId="0" sldId="308"/>
            <ac:spMk id="4" creationId="{00000000-0000-0000-0000-000000000000}"/>
          </ac:spMkLst>
        </pc:spChg>
        <pc:spChg chg="mod">
          <ac:chgData name="Trevoir Williams" userId="6a45007046124a3d" providerId="LiveId" clId="{53D5EA3C-0847-4EC1-9FDC-43DBDAEAF41A}" dt="2026-04-29T20:28:13.734" v="893" actId="26606"/>
          <ac:spMkLst>
            <pc:docMk/>
            <pc:sldMk cId="0" sldId="308"/>
            <ac:spMk id="6" creationId="{00000000-0000-0000-0000-000000000000}"/>
          </ac:spMkLst>
        </pc:spChg>
        <pc:spChg chg="mod">
          <ac:chgData name="Trevoir Williams" userId="6a45007046124a3d" providerId="LiveId" clId="{53D5EA3C-0847-4EC1-9FDC-43DBDAEAF41A}" dt="2026-04-29T20:28:13.734" v="893" actId="26606"/>
          <ac:spMkLst>
            <pc:docMk/>
            <pc:sldMk cId="0" sldId="308"/>
            <ac:spMk id="7" creationId="{00000000-0000-0000-0000-000000000000}"/>
          </ac:spMkLst>
        </pc:spChg>
        <pc:spChg chg="mod">
          <ac:chgData name="Trevoir Williams" userId="6a45007046124a3d" providerId="LiveId" clId="{53D5EA3C-0847-4EC1-9FDC-43DBDAEAF41A}" dt="2026-04-29T18:55:17.691" v="620" actId="27636"/>
          <ac:spMkLst>
            <pc:docMk/>
            <pc:sldMk cId="0" sldId="308"/>
            <ac:spMk id="8" creationId="{00000000-0000-0000-0000-000000000000}"/>
          </ac:spMkLst>
        </pc:spChg>
        <pc:spChg chg="mod">
          <ac:chgData name="Trevoir Williams" userId="6a45007046124a3d" providerId="LiveId" clId="{53D5EA3C-0847-4EC1-9FDC-43DBDAEAF41A}" dt="2026-04-29T20:28:13.734" v="893" actId="26606"/>
          <ac:spMkLst>
            <pc:docMk/>
            <pc:sldMk cId="0" sldId="308"/>
            <ac:spMk id="9" creationId="{00000000-0000-0000-0000-000000000000}"/>
          </ac:spMkLst>
        </pc:spChg>
        <pc:spChg chg="mod">
          <ac:chgData name="Trevoir Williams" userId="6a45007046124a3d" providerId="LiveId" clId="{53D5EA3C-0847-4EC1-9FDC-43DBDAEAF41A}" dt="2026-04-29T20:28:13.734" v="893" actId="26606"/>
          <ac:spMkLst>
            <pc:docMk/>
            <pc:sldMk cId="0" sldId="308"/>
            <ac:spMk id="10" creationId="{00000000-0000-0000-0000-000000000000}"/>
          </ac:spMkLst>
        </pc:spChg>
        <pc:spChg chg="mod">
          <ac:chgData name="Trevoir Williams" userId="6a45007046124a3d" providerId="LiveId" clId="{53D5EA3C-0847-4EC1-9FDC-43DBDAEAF41A}" dt="2026-04-29T20:28:13.734" v="893" actId="26606"/>
          <ac:spMkLst>
            <pc:docMk/>
            <pc:sldMk cId="0" sldId="308"/>
            <ac:spMk id="11" creationId="{00000000-0000-0000-0000-000000000000}"/>
          </ac:spMkLst>
        </pc:spChg>
        <pc:spChg chg="mod">
          <ac:chgData name="Trevoir Williams" userId="6a45007046124a3d" providerId="LiveId" clId="{53D5EA3C-0847-4EC1-9FDC-43DBDAEAF41A}" dt="2026-04-29T20:28:13.734" v="893" actId="26606"/>
          <ac:spMkLst>
            <pc:docMk/>
            <pc:sldMk cId="0" sldId="308"/>
            <ac:spMk id="12" creationId="{00000000-0000-0000-0000-000000000000}"/>
          </ac:spMkLst>
        </pc:spChg>
        <pc:spChg chg="mod">
          <ac:chgData name="Trevoir Williams" userId="6a45007046124a3d" providerId="LiveId" clId="{53D5EA3C-0847-4EC1-9FDC-43DBDAEAF41A}" dt="2026-04-29T20:28:13.734" v="893" actId="26606"/>
          <ac:spMkLst>
            <pc:docMk/>
            <pc:sldMk cId="0" sldId="308"/>
            <ac:spMk id="13" creationId="{00000000-0000-0000-0000-000000000000}"/>
          </ac:spMkLst>
        </pc:spChg>
        <pc:spChg chg="mod">
          <ac:chgData name="Trevoir Williams" userId="6a45007046124a3d" providerId="LiveId" clId="{53D5EA3C-0847-4EC1-9FDC-43DBDAEAF41A}" dt="2026-04-29T20:28:13.734" v="893" actId="26606"/>
          <ac:spMkLst>
            <pc:docMk/>
            <pc:sldMk cId="0" sldId="308"/>
            <ac:spMk id="14" creationId="{00000000-0000-0000-0000-000000000000}"/>
          </ac:spMkLst>
        </pc:spChg>
        <pc:spChg chg="mod">
          <ac:chgData name="Trevoir Williams" userId="6a45007046124a3d" providerId="LiveId" clId="{53D5EA3C-0847-4EC1-9FDC-43DBDAEAF41A}" dt="2026-04-29T20:28:13.734" v="893" actId="26606"/>
          <ac:spMkLst>
            <pc:docMk/>
            <pc:sldMk cId="0" sldId="308"/>
            <ac:spMk id="15" creationId="{00000000-0000-0000-0000-000000000000}"/>
          </ac:spMkLst>
        </pc:spChg>
        <pc:spChg chg="mod">
          <ac:chgData name="Trevoir Williams" userId="6a45007046124a3d" providerId="LiveId" clId="{53D5EA3C-0847-4EC1-9FDC-43DBDAEAF41A}" dt="2026-04-29T18:41:47.865" v="484" actId="26606"/>
          <ac:spMkLst>
            <pc:docMk/>
            <pc:sldMk cId="0" sldId="308"/>
            <ac:spMk id="25" creationId="{00000000-0000-0000-0000-000000000000}"/>
          </ac:spMkLst>
        </pc:spChg>
        <pc:spChg chg="mod">
          <ac:chgData name="Trevoir Williams" userId="6a45007046124a3d" providerId="LiveId" clId="{53D5EA3C-0847-4EC1-9FDC-43DBDAEAF41A}" dt="2026-04-29T18:41:47.865" v="484" actId="26606"/>
          <ac:spMkLst>
            <pc:docMk/>
            <pc:sldMk cId="0" sldId="308"/>
            <ac:spMk id="26" creationId="{00000000-0000-0000-0000-000000000000}"/>
          </ac:spMkLst>
        </pc:spChg>
      </pc:sldChg>
      <pc:sldChg chg="modSp add del mod">
        <pc:chgData name="Trevoir Williams" userId="6a45007046124a3d" providerId="LiveId" clId="{53D5EA3C-0847-4EC1-9FDC-43DBDAEAF41A}" dt="2026-04-29T18:55:18.480" v="622" actId="27636"/>
        <pc:sldMkLst>
          <pc:docMk/>
          <pc:sldMk cId="0" sldId="310"/>
        </pc:sldMkLst>
        <pc:spChg chg="mod">
          <ac:chgData name="Trevoir Williams" userId="6a45007046124a3d" providerId="LiveId" clId="{53D5EA3C-0847-4EC1-9FDC-43DBDAEAF41A}" dt="2026-04-29T18:36:33.074" v="162" actId="26606"/>
          <ac:spMkLst>
            <pc:docMk/>
            <pc:sldMk cId="0" sldId="310"/>
            <ac:spMk id="3" creationId="{00000000-0000-0000-0000-000000000000}"/>
          </ac:spMkLst>
        </pc:spChg>
        <pc:spChg chg="mod">
          <ac:chgData name="Trevoir Williams" userId="6a45007046124a3d" providerId="LiveId" clId="{53D5EA3C-0847-4EC1-9FDC-43DBDAEAF41A}" dt="2026-04-29T18:55:18.480" v="622" actId="27636"/>
          <ac:spMkLst>
            <pc:docMk/>
            <pc:sldMk cId="0" sldId="310"/>
            <ac:spMk id="4" creationId="{00000000-0000-0000-0000-000000000000}"/>
          </ac:spMkLst>
        </pc:spChg>
        <pc:spChg chg="mod">
          <ac:chgData name="Trevoir Williams" userId="6a45007046124a3d" providerId="LiveId" clId="{53D5EA3C-0847-4EC1-9FDC-43DBDAEAF41A}" dt="2026-04-29T18:41:47.865" v="484" actId="26606"/>
          <ac:spMkLst>
            <pc:docMk/>
            <pc:sldMk cId="0" sldId="310"/>
            <ac:spMk id="25" creationId="{00000000-0000-0000-0000-000000000000}"/>
          </ac:spMkLst>
        </pc:spChg>
        <pc:spChg chg="mod">
          <ac:chgData name="Trevoir Williams" userId="6a45007046124a3d" providerId="LiveId" clId="{53D5EA3C-0847-4EC1-9FDC-43DBDAEAF41A}" dt="2026-04-29T18:41:47.865" v="484" actId="26606"/>
          <ac:spMkLst>
            <pc:docMk/>
            <pc:sldMk cId="0" sldId="310"/>
            <ac:spMk id="26"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311"/>
        </pc:sldMkLst>
        <pc:spChg chg="mod">
          <ac:chgData name="Trevoir Williams" userId="6a45007046124a3d" providerId="LiveId" clId="{53D5EA3C-0847-4EC1-9FDC-43DBDAEAF41A}" dt="2026-04-29T18:55:18.859" v="624" actId="27636"/>
          <ac:spMkLst>
            <pc:docMk/>
            <pc:sldMk cId="0" sldId="311"/>
            <ac:spMk id="3" creationId="{00000000-0000-0000-0000-000000000000}"/>
          </ac:spMkLst>
        </pc:spChg>
        <pc:spChg chg="mod">
          <ac:chgData name="Trevoir Williams" userId="6a45007046124a3d" providerId="LiveId" clId="{53D5EA3C-0847-4EC1-9FDC-43DBDAEAF41A}" dt="2026-04-29T18:55:18.855" v="623" actId="27636"/>
          <ac:spMkLst>
            <pc:docMk/>
            <pc:sldMk cId="0" sldId="311"/>
            <ac:spMk id="4" creationId="{00000000-0000-0000-0000-000000000000}"/>
          </ac:spMkLst>
        </pc:spChg>
        <pc:spChg chg="mod">
          <ac:chgData name="Trevoir Williams" userId="6a45007046124a3d" providerId="LiveId" clId="{53D5EA3C-0847-4EC1-9FDC-43DBDAEAF41A}" dt="2026-04-29T18:41:47.865" v="484" actId="26606"/>
          <ac:spMkLst>
            <pc:docMk/>
            <pc:sldMk cId="0" sldId="311"/>
            <ac:spMk id="17" creationId="{00000000-0000-0000-0000-000000000000}"/>
          </ac:spMkLst>
        </pc:spChg>
        <pc:spChg chg="mod">
          <ac:chgData name="Trevoir Williams" userId="6a45007046124a3d" providerId="LiveId" clId="{53D5EA3C-0847-4EC1-9FDC-43DBDAEAF41A}" dt="2026-04-29T18:41:47.865" v="484" actId="26606"/>
          <ac:spMkLst>
            <pc:docMk/>
            <pc:sldMk cId="0" sldId="311"/>
            <ac:spMk id="19" creationId="{00000000-0000-0000-0000-000000000000}"/>
          </ac:spMkLst>
        </pc:spChg>
        <pc:spChg chg="mod">
          <ac:chgData name="Trevoir Williams" userId="6a45007046124a3d" providerId="LiveId" clId="{53D5EA3C-0847-4EC1-9FDC-43DBDAEAF41A}" dt="2026-04-29T18:41:47.865" v="484" actId="26606"/>
          <ac:spMkLst>
            <pc:docMk/>
            <pc:sldMk cId="0" sldId="311"/>
            <ac:spMk id="20" creationId="{00000000-0000-0000-0000-000000000000}"/>
          </ac:spMkLst>
        </pc:spChg>
        <pc:spChg chg="mod">
          <ac:chgData name="Trevoir Williams" userId="6a45007046124a3d" providerId="LiveId" clId="{53D5EA3C-0847-4EC1-9FDC-43DBDAEAF41A}" dt="2026-04-29T18:41:47.865" v="484" actId="26606"/>
          <ac:spMkLst>
            <pc:docMk/>
            <pc:sldMk cId="0" sldId="311"/>
            <ac:spMk id="21" creationId="{00000000-0000-0000-0000-000000000000}"/>
          </ac:spMkLst>
        </pc:spChg>
      </pc:sldChg>
      <pc:sldChg chg="modSp add del mod">
        <pc:chgData name="Trevoir Williams" userId="6a45007046124a3d" providerId="LiveId" clId="{53D5EA3C-0847-4EC1-9FDC-43DBDAEAF41A}" dt="2026-04-29T19:58:44.115" v="732" actId="27636"/>
        <pc:sldMkLst>
          <pc:docMk/>
          <pc:sldMk cId="0" sldId="312"/>
        </pc:sldMkLst>
        <pc:spChg chg="mod">
          <ac:chgData name="Trevoir Williams" userId="6a45007046124a3d" providerId="LiveId" clId="{53D5EA3C-0847-4EC1-9FDC-43DBDAEAF41A}" dt="2026-04-29T18:36:33.074" v="162" actId="26606"/>
          <ac:spMkLst>
            <pc:docMk/>
            <pc:sldMk cId="0" sldId="312"/>
            <ac:spMk id="3" creationId="{00000000-0000-0000-0000-000000000000}"/>
          </ac:spMkLst>
        </pc:spChg>
        <pc:spChg chg="mod">
          <ac:chgData name="Trevoir Williams" userId="6a45007046124a3d" providerId="LiveId" clId="{53D5EA3C-0847-4EC1-9FDC-43DBDAEAF41A}" dt="2026-04-29T19:58:44.115" v="731" actId="27636"/>
          <ac:spMkLst>
            <pc:docMk/>
            <pc:sldMk cId="0" sldId="312"/>
            <ac:spMk id="4" creationId="{00000000-0000-0000-0000-000000000000}"/>
          </ac:spMkLst>
        </pc:spChg>
        <pc:spChg chg="mod">
          <ac:chgData name="Trevoir Williams" userId="6a45007046124a3d" providerId="LiveId" clId="{53D5EA3C-0847-4EC1-9FDC-43DBDAEAF41A}" dt="2026-04-29T18:41:47.865" v="484" actId="26606"/>
          <ac:spMkLst>
            <pc:docMk/>
            <pc:sldMk cId="0" sldId="312"/>
            <ac:spMk id="7" creationId="{00000000-0000-0000-0000-000000000000}"/>
          </ac:spMkLst>
        </pc:spChg>
        <pc:spChg chg="mod">
          <ac:chgData name="Trevoir Williams" userId="6a45007046124a3d" providerId="LiveId" clId="{53D5EA3C-0847-4EC1-9FDC-43DBDAEAF41A}" dt="2026-04-29T19:58:44.115" v="732" actId="27636"/>
          <ac:spMkLst>
            <pc:docMk/>
            <pc:sldMk cId="0" sldId="312"/>
            <ac:spMk id="9" creationId="{00000000-0000-0000-0000-000000000000}"/>
          </ac:spMkLst>
        </pc:spChg>
        <pc:spChg chg="mod">
          <ac:chgData name="Trevoir Williams" userId="6a45007046124a3d" providerId="LiveId" clId="{53D5EA3C-0847-4EC1-9FDC-43DBDAEAF41A}" dt="2026-04-29T19:58:44.106" v="730" actId="27636"/>
          <ac:spMkLst>
            <pc:docMk/>
            <pc:sldMk cId="0" sldId="312"/>
            <ac:spMk id="14" creationId="{00000000-0000-0000-0000-000000000000}"/>
          </ac:spMkLst>
        </pc:spChg>
        <pc:spChg chg="mod">
          <ac:chgData name="Trevoir Williams" userId="6a45007046124a3d" providerId="LiveId" clId="{53D5EA3C-0847-4EC1-9FDC-43DBDAEAF41A}" dt="2026-04-29T18:41:47.865" v="484" actId="26606"/>
          <ac:spMkLst>
            <pc:docMk/>
            <pc:sldMk cId="0" sldId="312"/>
            <ac:spMk id="18" creationId="{00000000-0000-0000-0000-000000000000}"/>
          </ac:spMkLst>
        </pc:spChg>
        <pc:spChg chg="mod">
          <ac:chgData name="Trevoir Williams" userId="6a45007046124a3d" providerId="LiveId" clId="{53D5EA3C-0847-4EC1-9FDC-43DBDAEAF41A}" dt="2026-04-29T18:41:47.865" v="484" actId="26606"/>
          <ac:spMkLst>
            <pc:docMk/>
            <pc:sldMk cId="0" sldId="312"/>
            <ac:spMk id="19" creationId="{00000000-0000-0000-0000-000000000000}"/>
          </ac:spMkLst>
        </pc:spChg>
      </pc:sldChg>
      <pc:sldChg chg="modSp add del mod">
        <pc:chgData name="Trevoir Williams" userId="6a45007046124a3d" providerId="LiveId" clId="{53D5EA3C-0847-4EC1-9FDC-43DBDAEAF41A}" dt="2026-04-29T19:58:44.462" v="736" actId="27636"/>
        <pc:sldMkLst>
          <pc:docMk/>
          <pc:sldMk cId="0" sldId="313"/>
        </pc:sldMkLst>
        <pc:spChg chg="mod">
          <ac:chgData name="Trevoir Williams" userId="6a45007046124a3d" providerId="LiveId" clId="{53D5EA3C-0847-4EC1-9FDC-43DBDAEAF41A}" dt="2026-04-29T19:58:44.450" v="733" actId="27636"/>
          <ac:spMkLst>
            <pc:docMk/>
            <pc:sldMk cId="0" sldId="313"/>
            <ac:spMk id="3" creationId="{00000000-0000-0000-0000-000000000000}"/>
          </ac:spMkLst>
        </pc:spChg>
        <pc:spChg chg="mod">
          <ac:chgData name="Trevoir Williams" userId="6a45007046124a3d" providerId="LiveId" clId="{53D5EA3C-0847-4EC1-9FDC-43DBDAEAF41A}" dt="2026-04-29T19:58:44.450" v="734" actId="27636"/>
          <ac:spMkLst>
            <pc:docMk/>
            <pc:sldMk cId="0" sldId="313"/>
            <ac:spMk id="4" creationId="{00000000-0000-0000-0000-000000000000}"/>
          </ac:spMkLst>
        </pc:spChg>
        <pc:spChg chg="mod">
          <ac:chgData name="Trevoir Williams" userId="6a45007046124a3d" providerId="LiveId" clId="{53D5EA3C-0847-4EC1-9FDC-43DBDAEAF41A}" dt="2026-04-29T19:58:44.450" v="735" actId="27636"/>
          <ac:spMkLst>
            <pc:docMk/>
            <pc:sldMk cId="0" sldId="313"/>
            <ac:spMk id="7" creationId="{00000000-0000-0000-0000-000000000000}"/>
          </ac:spMkLst>
        </pc:spChg>
        <pc:spChg chg="mod">
          <ac:chgData name="Trevoir Williams" userId="6a45007046124a3d" providerId="LiveId" clId="{53D5EA3C-0847-4EC1-9FDC-43DBDAEAF41A}" dt="2026-04-29T19:58:44.462" v="736" actId="27636"/>
          <ac:spMkLst>
            <pc:docMk/>
            <pc:sldMk cId="0" sldId="313"/>
            <ac:spMk id="9" creationId="{00000000-0000-0000-0000-000000000000}"/>
          </ac:spMkLst>
        </pc:spChg>
        <pc:spChg chg="mod">
          <ac:chgData name="Trevoir Williams" userId="6a45007046124a3d" providerId="LiveId" clId="{53D5EA3C-0847-4EC1-9FDC-43DBDAEAF41A}" dt="2026-04-29T18:41:47.865" v="484" actId="26606"/>
          <ac:spMkLst>
            <pc:docMk/>
            <pc:sldMk cId="0" sldId="313"/>
            <ac:spMk id="14" creationId="{00000000-0000-0000-0000-000000000000}"/>
          </ac:spMkLst>
        </pc:spChg>
        <pc:spChg chg="mod">
          <ac:chgData name="Trevoir Williams" userId="6a45007046124a3d" providerId="LiveId" clId="{53D5EA3C-0847-4EC1-9FDC-43DBDAEAF41A}" dt="2026-04-29T18:41:47.865" v="484" actId="26606"/>
          <ac:spMkLst>
            <pc:docMk/>
            <pc:sldMk cId="0" sldId="313"/>
            <ac:spMk id="16" creationId="{00000000-0000-0000-0000-000000000000}"/>
          </ac:spMkLst>
        </pc:spChg>
        <pc:spChg chg="mod">
          <ac:chgData name="Trevoir Williams" userId="6a45007046124a3d" providerId="LiveId" clId="{53D5EA3C-0847-4EC1-9FDC-43DBDAEAF41A}" dt="2026-04-29T18:41:47.865" v="484" actId="26606"/>
          <ac:spMkLst>
            <pc:docMk/>
            <pc:sldMk cId="0" sldId="313"/>
            <ac:spMk id="17" creationId="{00000000-0000-0000-0000-000000000000}"/>
          </ac:spMkLst>
        </pc:spChg>
      </pc:sldChg>
      <pc:sldChg chg="modSp add del mod">
        <pc:chgData name="Trevoir Williams" userId="6a45007046124a3d" providerId="LiveId" clId="{53D5EA3C-0847-4EC1-9FDC-43DBDAEAF41A}" dt="2026-04-29T19:58:45.216" v="744" actId="27636"/>
        <pc:sldMkLst>
          <pc:docMk/>
          <pc:sldMk cId="0" sldId="315"/>
        </pc:sldMkLst>
        <pc:spChg chg="mod">
          <ac:chgData name="Trevoir Williams" userId="6a45007046124a3d" providerId="LiveId" clId="{53D5EA3C-0847-4EC1-9FDC-43DBDAEAF41A}" dt="2026-04-29T19:58:45.206" v="742" actId="27636"/>
          <ac:spMkLst>
            <pc:docMk/>
            <pc:sldMk cId="0" sldId="315"/>
            <ac:spMk id="3" creationId="{00000000-0000-0000-0000-000000000000}"/>
          </ac:spMkLst>
        </pc:spChg>
        <pc:spChg chg="mod">
          <ac:chgData name="Trevoir Williams" userId="6a45007046124a3d" providerId="LiveId" clId="{53D5EA3C-0847-4EC1-9FDC-43DBDAEAF41A}" dt="2026-04-29T19:58:45.216" v="744" actId="27636"/>
          <ac:spMkLst>
            <pc:docMk/>
            <pc:sldMk cId="0" sldId="315"/>
            <ac:spMk id="4" creationId="{00000000-0000-0000-0000-000000000000}"/>
          </ac:spMkLst>
        </pc:spChg>
        <pc:spChg chg="mod">
          <ac:chgData name="Trevoir Williams" userId="6a45007046124a3d" providerId="LiveId" clId="{53D5EA3C-0847-4EC1-9FDC-43DBDAEAF41A}" dt="2026-04-29T19:58:45.200" v="741" actId="27636"/>
          <ac:spMkLst>
            <pc:docMk/>
            <pc:sldMk cId="0" sldId="315"/>
            <ac:spMk id="7" creationId="{00000000-0000-0000-0000-000000000000}"/>
          </ac:spMkLst>
        </pc:spChg>
        <pc:spChg chg="mod">
          <ac:chgData name="Trevoir Williams" userId="6a45007046124a3d" providerId="LiveId" clId="{53D5EA3C-0847-4EC1-9FDC-43DBDAEAF41A}" dt="2026-04-29T19:58:45.216" v="743" actId="27636"/>
          <ac:spMkLst>
            <pc:docMk/>
            <pc:sldMk cId="0" sldId="315"/>
            <ac:spMk id="9" creationId="{00000000-0000-0000-0000-000000000000}"/>
          </ac:spMkLst>
        </pc:spChg>
        <pc:spChg chg="mod">
          <ac:chgData name="Trevoir Williams" userId="6a45007046124a3d" providerId="LiveId" clId="{53D5EA3C-0847-4EC1-9FDC-43DBDAEAF41A}" dt="2026-04-29T19:58:45.200" v="740" actId="27636"/>
          <ac:spMkLst>
            <pc:docMk/>
            <pc:sldMk cId="0" sldId="315"/>
            <ac:spMk id="14" creationId="{00000000-0000-0000-0000-000000000000}"/>
          </ac:spMkLst>
        </pc:spChg>
        <pc:spChg chg="mod">
          <ac:chgData name="Trevoir Williams" userId="6a45007046124a3d" providerId="LiveId" clId="{53D5EA3C-0847-4EC1-9FDC-43DBDAEAF41A}" dt="2026-04-29T18:41:47.865" v="484" actId="26606"/>
          <ac:spMkLst>
            <pc:docMk/>
            <pc:sldMk cId="0" sldId="315"/>
            <ac:spMk id="18" creationId="{00000000-0000-0000-0000-000000000000}"/>
          </ac:spMkLst>
        </pc:spChg>
        <pc:spChg chg="mod">
          <ac:chgData name="Trevoir Williams" userId="6a45007046124a3d" providerId="LiveId" clId="{53D5EA3C-0847-4EC1-9FDC-43DBDAEAF41A}" dt="2026-04-29T18:41:47.865" v="484" actId="26606"/>
          <ac:spMkLst>
            <pc:docMk/>
            <pc:sldMk cId="0" sldId="315"/>
            <ac:spMk id="19"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317"/>
        </pc:sldMkLst>
        <pc:spChg chg="mod">
          <ac:chgData name="Trevoir Williams" userId="6a45007046124a3d" providerId="LiveId" clId="{53D5EA3C-0847-4EC1-9FDC-43DBDAEAF41A}" dt="2026-04-29T18:36:33.074" v="162" actId="26606"/>
          <ac:spMkLst>
            <pc:docMk/>
            <pc:sldMk cId="0" sldId="317"/>
            <ac:spMk id="3" creationId="{00000000-0000-0000-0000-000000000000}"/>
          </ac:spMkLst>
        </pc:spChg>
        <pc:spChg chg="mod">
          <ac:chgData name="Trevoir Williams" userId="6a45007046124a3d" providerId="LiveId" clId="{53D5EA3C-0847-4EC1-9FDC-43DBDAEAF41A}" dt="2026-04-29T18:55:19.250" v="626" actId="27636"/>
          <ac:spMkLst>
            <pc:docMk/>
            <pc:sldMk cId="0" sldId="317"/>
            <ac:spMk id="4" creationId="{00000000-0000-0000-0000-000000000000}"/>
          </ac:spMkLst>
        </pc:spChg>
        <pc:spChg chg="mod">
          <ac:chgData name="Trevoir Williams" userId="6a45007046124a3d" providerId="LiveId" clId="{53D5EA3C-0847-4EC1-9FDC-43DBDAEAF41A}" dt="2026-04-29T18:55:19.247" v="625" actId="27636"/>
          <ac:spMkLst>
            <pc:docMk/>
            <pc:sldMk cId="0" sldId="317"/>
            <ac:spMk id="17" creationId="{00000000-0000-0000-0000-000000000000}"/>
          </ac:spMkLst>
        </pc:spChg>
        <pc:spChg chg="mod">
          <ac:chgData name="Trevoir Williams" userId="6a45007046124a3d" providerId="LiveId" clId="{53D5EA3C-0847-4EC1-9FDC-43DBDAEAF41A}" dt="2026-04-29T18:41:47.865" v="484" actId="26606"/>
          <ac:spMkLst>
            <pc:docMk/>
            <pc:sldMk cId="0" sldId="317"/>
            <ac:spMk id="19" creationId="{00000000-0000-0000-0000-000000000000}"/>
          </ac:spMkLst>
        </pc:spChg>
        <pc:spChg chg="mod">
          <ac:chgData name="Trevoir Williams" userId="6a45007046124a3d" providerId="LiveId" clId="{53D5EA3C-0847-4EC1-9FDC-43DBDAEAF41A}" dt="2026-04-29T18:41:47.865" v="484" actId="26606"/>
          <ac:spMkLst>
            <pc:docMk/>
            <pc:sldMk cId="0" sldId="317"/>
            <ac:spMk id="20" creationId="{00000000-0000-0000-0000-000000000000}"/>
          </ac:spMkLst>
        </pc:spChg>
        <pc:spChg chg="mod">
          <ac:chgData name="Trevoir Williams" userId="6a45007046124a3d" providerId="LiveId" clId="{53D5EA3C-0847-4EC1-9FDC-43DBDAEAF41A}" dt="2026-04-29T18:41:47.865" v="484" actId="26606"/>
          <ac:spMkLst>
            <pc:docMk/>
            <pc:sldMk cId="0" sldId="317"/>
            <ac:spMk id="21" creationId="{00000000-0000-0000-0000-000000000000}"/>
          </ac:spMkLst>
        </pc:spChg>
      </pc:sldChg>
      <pc:sldChg chg="modSp add del mod">
        <pc:chgData name="Trevoir Williams" userId="6a45007046124a3d" providerId="LiveId" clId="{53D5EA3C-0847-4EC1-9FDC-43DBDAEAF41A}" dt="2026-04-29T19:58:46.070" v="750" actId="27636"/>
        <pc:sldMkLst>
          <pc:docMk/>
          <pc:sldMk cId="0" sldId="318"/>
        </pc:sldMkLst>
        <pc:spChg chg="mod">
          <ac:chgData name="Trevoir Williams" userId="6a45007046124a3d" providerId="LiveId" clId="{53D5EA3C-0847-4EC1-9FDC-43DBDAEAF41A}" dt="2026-04-29T18:36:39.622" v="181" actId="27636"/>
          <ac:spMkLst>
            <pc:docMk/>
            <pc:sldMk cId="0" sldId="318"/>
            <ac:spMk id="3" creationId="{00000000-0000-0000-0000-000000000000}"/>
          </ac:spMkLst>
        </pc:spChg>
        <pc:spChg chg="mod">
          <ac:chgData name="Trevoir Williams" userId="6a45007046124a3d" providerId="LiveId" clId="{53D5EA3C-0847-4EC1-9FDC-43DBDAEAF41A}" dt="2026-04-29T19:58:46.060" v="749" actId="27636"/>
          <ac:spMkLst>
            <pc:docMk/>
            <pc:sldMk cId="0" sldId="318"/>
            <ac:spMk id="4" creationId="{00000000-0000-0000-0000-000000000000}"/>
          </ac:spMkLst>
        </pc:spChg>
        <pc:spChg chg="mod">
          <ac:chgData name="Trevoir Williams" userId="6a45007046124a3d" providerId="LiveId" clId="{53D5EA3C-0847-4EC1-9FDC-43DBDAEAF41A}" dt="2026-04-29T19:58:46.070" v="750" actId="27636"/>
          <ac:spMkLst>
            <pc:docMk/>
            <pc:sldMk cId="0" sldId="318"/>
            <ac:spMk id="7" creationId="{00000000-0000-0000-0000-000000000000}"/>
          </ac:spMkLst>
        </pc:spChg>
        <pc:spChg chg="mod">
          <ac:chgData name="Trevoir Williams" userId="6a45007046124a3d" providerId="LiveId" clId="{53D5EA3C-0847-4EC1-9FDC-43DBDAEAF41A}" dt="2026-04-29T19:58:46.050" v="748" actId="27636"/>
          <ac:spMkLst>
            <pc:docMk/>
            <pc:sldMk cId="0" sldId="318"/>
            <ac:spMk id="9" creationId="{00000000-0000-0000-0000-000000000000}"/>
          </ac:spMkLst>
        </pc:spChg>
        <pc:spChg chg="mod">
          <ac:chgData name="Trevoir Williams" userId="6a45007046124a3d" providerId="LiveId" clId="{53D5EA3C-0847-4EC1-9FDC-43DBDAEAF41A}" dt="2026-04-29T18:41:47.865" v="484" actId="26606"/>
          <ac:spMkLst>
            <pc:docMk/>
            <pc:sldMk cId="0" sldId="318"/>
            <ac:spMk id="14" creationId="{00000000-0000-0000-0000-000000000000}"/>
          </ac:spMkLst>
        </pc:spChg>
        <pc:spChg chg="mod">
          <ac:chgData name="Trevoir Williams" userId="6a45007046124a3d" providerId="LiveId" clId="{53D5EA3C-0847-4EC1-9FDC-43DBDAEAF41A}" dt="2026-04-29T18:41:47.865" v="484" actId="26606"/>
          <ac:spMkLst>
            <pc:docMk/>
            <pc:sldMk cId="0" sldId="318"/>
            <ac:spMk id="16" creationId="{00000000-0000-0000-0000-000000000000}"/>
          </ac:spMkLst>
        </pc:spChg>
        <pc:spChg chg="mod">
          <ac:chgData name="Trevoir Williams" userId="6a45007046124a3d" providerId="LiveId" clId="{53D5EA3C-0847-4EC1-9FDC-43DBDAEAF41A}" dt="2026-04-29T18:41:47.865" v="484" actId="26606"/>
          <ac:spMkLst>
            <pc:docMk/>
            <pc:sldMk cId="0" sldId="318"/>
            <ac:spMk id="17" creationId="{00000000-0000-0000-0000-000000000000}"/>
          </ac:spMkLst>
        </pc:spChg>
      </pc:sldChg>
      <pc:sldChg chg="modSp add del mod">
        <pc:chgData name="Trevoir Williams" userId="6a45007046124a3d" providerId="LiveId" clId="{53D5EA3C-0847-4EC1-9FDC-43DBDAEAF41A}" dt="2026-04-29T18:55:19.695" v="627" actId="27636"/>
        <pc:sldMkLst>
          <pc:docMk/>
          <pc:sldMk cId="0" sldId="319"/>
        </pc:sldMkLst>
        <pc:spChg chg="mod">
          <ac:chgData name="Trevoir Williams" userId="6a45007046124a3d" providerId="LiveId" clId="{53D5EA3C-0847-4EC1-9FDC-43DBDAEAF41A}" dt="2026-04-29T18:36:33.074" v="162" actId="26606"/>
          <ac:spMkLst>
            <pc:docMk/>
            <pc:sldMk cId="0" sldId="319"/>
            <ac:spMk id="3" creationId="{00000000-0000-0000-0000-000000000000}"/>
          </ac:spMkLst>
        </pc:spChg>
        <pc:spChg chg="mod">
          <ac:chgData name="Trevoir Williams" userId="6a45007046124a3d" providerId="LiveId" clId="{53D5EA3C-0847-4EC1-9FDC-43DBDAEAF41A}" dt="2026-04-29T18:55:19.695" v="627" actId="27636"/>
          <ac:spMkLst>
            <pc:docMk/>
            <pc:sldMk cId="0" sldId="319"/>
            <ac:spMk id="4" creationId="{00000000-0000-0000-0000-000000000000}"/>
          </ac:spMkLst>
        </pc:spChg>
        <pc:spChg chg="mod">
          <ac:chgData name="Trevoir Williams" userId="6a45007046124a3d" providerId="LiveId" clId="{53D5EA3C-0847-4EC1-9FDC-43DBDAEAF41A}" dt="2026-04-29T18:41:47.865" v="484" actId="26606"/>
          <ac:spMkLst>
            <pc:docMk/>
            <pc:sldMk cId="0" sldId="319"/>
            <ac:spMk id="16" creationId="{00000000-0000-0000-0000-000000000000}"/>
          </ac:spMkLst>
        </pc:spChg>
        <pc:spChg chg="mod">
          <ac:chgData name="Trevoir Williams" userId="6a45007046124a3d" providerId="LiveId" clId="{53D5EA3C-0847-4EC1-9FDC-43DBDAEAF41A}" dt="2026-04-29T18:41:47.865" v="484" actId="26606"/>
          <ac:spMkLst>
            <pc:docMk/>
            <pc:sldMk cId="0" sldId="319"/>
            <ac:spMk id="17" creationId="{00000000-0000-0000-0000-000000000000}"/>
          </ac:spMkLst>
        </pc:spChg>
        <pc:spChg chg="mod">
          <ac:chgData name="Trevoir Williams" userId="6a45007046124a3d" providerId="LiveId" clId="{53D5EA3C-0847-4EC1-9FDC-43DBDAEAF41A}" dt="2026-04-29T18:41:47.865" v="484" actId="26606"/>
          <ac:spMkLst>
            <pc:docMk/>
            <pc:sldMk cId="0" sldId="319"/>
            <ac:spMk id="18" creationId="{00000000-0000-0000-0000-000000000000}"/>
          </ac:spMkLst>
        </pc:spChg>
      </pc:sldChg>
      <pc:sldChg chg="modSp add del mod">
        <pc:chgData name="Trevoir Williams" userId="6a45007046124a3d" providerId="LiveId" clId="{53D5EA3C-0847-4EC1-9FDC-43DBDAEAF41A}" dt="2026-05-19T18:27:56.969" v="969" actId="27636"/>
        <pc:sldMkLst>
          <pc:docMk/>
          <pc:sldMk cId="0" sldId="320"/>
        </pc:sldMkLst>
        <pc:spChg chg="mod">
          <ac:chgData name="Trevoir Williams" userId="6a45007046124a3d" providerId="LiveId" clId="{53D5EA3C-0847-4EC1-9FDC-43DBDAEAF41A}" dt="2026-04-29T18:36:33.074" v="162" actId="26606"/>
          <ac:spMkLst>
            <pc:docMk/>
            <pc:sldMk cId="0" sldId="320"/>
            <ac:spMk id="3" creationId="{00000000-0000-0000-0000-000000000000}"/>
          </ac:spMkLst>
        </pc:spChg>
        <pc:spChg chg="mod">
          <ac:chgData name="Trevoir Williams" userId="6a45007046124a3d" providerId="LiveId" clId="{53D5EA3C-0847-4EC1-9FDC-43DBDAEAF41A}" dt="2026-04-29T19:27:38.127" v="675" actId="27636"/>
          <ac:spMkLst>
            <pc:docMk/>
            <pc:sldMk cId="0" sldId="320"/>
            <ac:spMk id="4" creationId="{00000000-0000-0000-0000-000000000000}"/>
          </ac:spMkLst>
        </pc:spChg>
        <pc:spChg chg="mod">
          <ac:chgData name="Trevoir Williams" userId="6a45007046124a3d" providerId="LiveId" clId="{53D5EA3C-0847-4EC1-9FDC-43DBDAEAF41A}" dt="2026-04-29T18:41:47.865" v="484" actId="26606"/>
          <ac:spMkLst>
            <pc:docMk/>
            <pc:sldMk cId="0" sldId="320"/>
            <ac:spMk id="22" creationId="{00000000-0000-0000-0000-000000000000}"/>
          </ac:spMkLst>
        </pc:spChg>
        <pc:spChg chg="mod">
          <ac:chgData name="Trevoir Williams" userId="6a45007046124a3d" providerId="LiveId" clId="{53D5EA3C-0847-4EC1-9FDC-43DBDAEAF41A}" dt="2026-04-29T18:41:47.865" v="484" actId="26606"/>
          <ac:spMkLst>
            <pc:docMk/>
            <pc:sldMk cId="0" sldId="320"/>
            <ac:spMk id="24" creationId="{00000000-0000-0000-0000-000000000000}"/>
          </ac:spMkLst>
        </pc:spChg>
        <pc:spChg chg="mod">
          <ac:chgData name="Trevoir Williams" userId="6a45007046124a3d" providerId="LiveId" clId="{53D5EA3C-0847-4EC1-9FDC-43DBDAEAF41A}" dt="2026-04-29T18:41:47.865" v="484" actId="26606"/>
          <ac:spMkLst>
            <pc:docMk/>
            <pc:sldMk cId="0" sldId="320"/>
            <ac:spMk id="25" creationId="{00000000-0000-0000-0000-000000000000}"/>
          </ac:spMkLst>
        </pc:spChg>
        <pc:spChg chg="mod">
          <ac:chgData name="Trevoir Williams" userId="6a45007046124a3d" providerId="LiveId" clId="{53D5EA3C-0847-4EC1-9FDC-43DBDAEAF41A}" dt="2026-05-19T18:27:56.969" v="969" actId="27636"/>
          <ac:spMkLst>
            <pc:docMk/>
            <pc:sldMk cId="0" sldId="320"/>
            <ac:spMk id="41" creationId="{06AA08EA-5997-2A38-0386-1B4CAB8AFD0F}"/>
          </ac:spMkLst>
        </pc:spChg>
      </pc:sldChg>
      <pc:sldChg chg="modSp add del mod">
        <pc:chgData name="Trevoir Williams" userId="6a45007046124a3d" providerId="LiveId" clId="{53D5EA3C-0847-4EC1-9FDC-43DBDAEAF41A}" dt="2026-04-29T20:28:13.734" v="893" actId="26606"/>
        <pc:sldMkLst>
          <pc:docMk/>
          <pc:sldMk cId="0" sldId="321"/>
        </pc:sldMkLst>
        <pc:spChg chg="mod">
          <ac:chgData name="Trevoir Williams" userId="6a45007046124a3d" providerId="LiveId" clId="{53D5EA3C-0847-4EC1-9FDC-43DBDAEAF41A}" dt="2026-04-29T20:28:13.734" v="893" actId="26606"/>
          <ac:spMkLst>
            <pc:docMk/>
            <pc:sldMk cId="0" sldId="321"/>
            <ac:spMk id="4" creationId="{00000000-0000-0000-0000-000000000000}"/>
          </ac:spMkLst>
        </pc:spChg>
        <pc:spChg chg="mod">
          <ac:chgData name="Trevoir Williams" userId="6a45007046124a3d" providerId="LiveId" clId="{53D5EA3C-0847-4EC1-9FDC-43DBDAEAF41A}" dt="2026-04-29T20:28:13.734" v="893" actId="26606"/>
          <ac:spMkLst>
            <pc:docMk/>
            <pc:sldMk cId="0" sldId="321"/>
            <ac:spMk id="6" creationId="{00000000-0000-0000-0000-000000000000}"/>
          </ac:spMkLst>
        </pc:spChg>
        <pc:spChg chg="mod">
          <ac:chgData name="Trevoir Williams" userId="6a45007046124a3d" providerId="LiveId" clId="{53D5EA3C-0847-4EC1-9FDC-43DBDAEAF41A}" dt="2026-04-29T20:28:13.734" v="893" actId="26606"/>
          <ac:spMkLst>
            <pc:docMk/>
            <pc:sldMk cId="0" sldId="321"/>
            <ac:spMk id="7" creationId="{00000000-0000-0000-0000-000000000000}"/>
          </ac:spMkLst>
        </pc:spChg>
        <pc:spChg chg="mod">
          <ac:chgData name="Trevoir Williams" userId="6a45007046124a3d" providerId="LiveId" clId="{53D5EA3C-0847-4EC1-9FDC-43DBDAEAF41A}" dt="2026-04-29T20:28:13.734" v="893" actId="26606"/>
          <ac:spMkLst>
            <pc:docMk/>
            <pc:sldMk cId="0" sldId="321"/>
            <ac:spMk id="8" creationId="{00000000-0000-0000-0000-000000000000}"/>
          </ac:spMkLst>
        </pc:spChg>
        <pc:spChg chg="mod">
          <ac:chgData name="Trevoir Williams" userId="6a45007046124a3d" providerId="LiveId" clId="{53D5EA3C-0847-4EC1-9FDC-43DBDAEAF41A}" dt="2026-04-29T20:28:13.734" v="893" actId="26606"/>
          <ac:spMkLst>
            <pc:docMk/>
            <pc:sldMk cId="0" sldId="321"/>
            <ac:spMk id="9" creationId="{00000000-0000-0000-0000-000000000000}"/>
          </ac:spMkLst>
        </pc:spChg>
        <pc:spChg chg="mod">
          <ac:chgData name="Trevoir Williams" userId="6a45007046124a3d" providerId="LiveId" clId="{53D5EA3C-0847-4EC1-9FDC-43DBDAEAF41A}" dt="2026-04-29T20:28:13.734" v="893" actId="26606"/>
          <ac:spMkLst>
            <pc:docMk/>
            <pc:sldMk cId="0" sldId="321"/>
            <ac:spMk id="11" creationId="{00000000-0000-0000-0000-000000000000}"/>
          </ac:spMkLst>
        </pc:spChg>
        <pc:spChg chg="mod">
          <ac:chgData name="Trevoir Williams" userId="6a45007046124a3d" providerId="LiveId" clId="{53D5EA3C-0847-4EC1-9FDC-43DBDAEAF41A}" dt="2026-04-29T20:28:13.734" v="893" actId="26606"/>
          <ac:spMkLst>
            <pc:docMk/>
            <pc:sldMk cId="0" sldId="321"/>
            <ac:spMk id="12" creationId="{00000000-0000-0000-0000-000000000000}"/>
          </ac:spMkLst>
        </pc:spChg>
        <pc:spChg chg="mod">
          <ac:chgData name="Trevoir Williams" userId="6a45007046124a3d" providerId="LiveId" clId="{53D5EA3C-0847-4EC1-9FDC-43DBDAEAF41A}" dt="2026-04-29T20:28:13.734" v="893" actId="26606"/>
          <ac:spMkLst>
            <pc:docMk/>
            <pc:sldMk cId="0" sldId="321"/>
            <ac:spMk id="13" creationId="{00000000-0000-0000-0000-000000000000}"/>
          </ac:spMkLst>
        </pc:spChg>
        <pc:spChg chg="mod">
          <ac:chgData name="Trevoir Williams" userId="6a45007046124a3d" providerId="LiveId" clId="{53D5EA3C-0847-4EC1-9FDC-43DBDAEAF41A}" dt="2026-04-29T20:28:13.734" v="893" actId="26606"/>
          <ac:spMkLst>
            <pc:docMk/>
            <pc:sldMk cId="0" sldId="321"/>
            <ac:spMk id="14" creationId="{00000000-0000-0000-0000-000000000000}"/>
          </ac:spMkLst>
        </pc:spChg>
        <pc:spChg chg="mod">
          <ac:chgData name="Trevoir Williams" userId="6a45007046124a3d" providerId="LiveId" clId="{53D5EA3C-0847-4EC1-9FDC-43DBDAEAF41A}" dt="2026-04-29T20:28:13.734" v="893" actId="26606"/>
          <ac:spMkLst>
            <pc:docMk/>
            <pc:sldMk cId="0" sldId="321"/>
            <ac:spMk id="15" creationId="{00000000-0000-0000-0000-000000000000}"/>
          </ac:spMkLst>
        </pc:spChg>
        <pc:spChg chg="mod">
          <ac:chgData name="Trevoir Williams" userId="6a45007046124a3d" providerId="LiveId" clId="{53D5EA3C-0847-4EC1-9FDC-43DBDAEAF41A}" dt="2026-04-29T18:41:47.865" v="484" actId="26606"/>
          <ac:spMkLst>
            <pc:docMk/>
            <pc:sldMk cId="0" sldId="321"/>
            <ac:spMk id="25" creationId="{00000000-0000-0000-0000-000000000000}"/>
          </ac:spMkLst>
        </pc:spChg>
        <pc:spChg chg="mod">
          <ac:chgData name="Trevoir Williams" userId="6a45007046124a3d" providerId="LiveId" clId="{53D5EA3C-0847-4EC1-9FDC-43DBDAEAF41A}" dt="2026-04-29T18:41:47.865" v="484" actId="26606"/>
          <ac:spMkLst>
            <pc:docMk/>
            <pc:sldMk cId="0" sldId="321"/>
            <ac:spMk id="26" creationId="{00000000-0000-0000-0000-000000000000}"/>
          </ac:spMkLst>
        </pc:spChg>
      </pc:sldChg>
      <pc:sldChg chg="modSp add del mod">
        <pc:chgData name="Trevoir Williams" userId="6a45007046124a3d" providerId="LiveId" clId="{53D5EA3C-0847-4EC1-9FDC-43DBDAEAF41A}" dt="2026-04-29T18:55:20.994" v="630" actId="27636"/>
        <pc:sldMkLst>
          <pc:docMk/>
          <pc:sldMk cId="0" sldId="323"/>
        </pc:sldMkLst>
        <pc:spChg chg="mod">
          <ac:chgData name="Trevoir Williams" userId="6a45007046124a3d" providerId="LiveId" clId="{53D5EA3C-0847-4EC1-9FDC-43DBDAEAF41A}" dt="2026-04-29T18:36:33.074" v="162" actId="26606"/>
          <ac:spMkLst>
            <pc:docMk/>
            <pc:sldMk cId="0" sldId="323"/>
            <ac:spMk id="3" creationId="{00000000-0000-0000-0000-000000000000}"/>
          </ac:spMkLst>
        </pc:spChg>
        <pc:spChg chg="mod">
          <ac:chgData name="Trevoir Williams" userId="6a45007046124a3d" providerId="LiveId" clId="{53D5EA3C-0847-4EC1-9FDC-43DBDAEAF41A}" dt="2026-04-29T18:55:20.994" v="630" actId="27636"/>
          <ac:spMkLst>
            <pc:docMk/>
            <pc:sldMk cId="0" sldId="323"/>
            <ac:spMk id="4" creationId="{00000000-0000-0000-0000-000000000000}"/>
          </ac:spMkLst>
        </pc:spChg>
        <pc:spChg chg="mod">
          <ac:chgData name="Trevoir Williams" userId="6a45007046124a3d" providerId="LiveId" clId="{53D5EA3C-0847-4EC1-9FDC-43DBDAEAF41A}" dt="2026-04-29T18:41:47.865" v="484" actId="26606"/>
          <ac:spMkLst>
            <pc:docMk/>
            <pc:sldMk cId="0" sldId="323"/>
            <ac:spMk id="25" creationId="{00000000-0000-0000-0000-000000000000}"/>
          </ac:spMkLst>
        </pc:spChg>
        <pc:spChg chg="mod">
          <ac:chgData name="Trevoir Williams" userId="6a45007046124a3d" providerId="LiveId" clId="{53D5EA3C-0847-4EC1-9FDC-43DBDAEAF41A}" dt="2026-04-29T18:41:47.865" v="484" actId="26606"/>
          <ac:spMkLst>
            <pc:docMk/>
            <pc:sldMk cId="0" sldId="323"/>
            <ac:spMk id="26" creationId="{00000000-0000-0000-0000-000000000000}"/>
          </ac:spMkLst>
        </pc:spChg>
      </pc:sldChg>
      <pc:sldChg chg="modSp add del mod">
        <pc:chgData name="Trevoir Williams" userId="6a45007046124a3d" providerId="LiveId" clId="{53D5EA3C-0847-4EC1-9FDC-43DBDAEAF41A}" dt="2026-04-29T19:58:46.964" v="759" actId="27636"/>
        <pc:sldMkLst>
          <pc:docMk/>
          <pc:sldMk cId="0" sldId="325"/>
        </pc:sldMkLst>
        <pc:spChg chg="mod">
          <ac:chgData name="Trevoir Williams" userId="6a45007046124a3d" providerId="LiveId" clId="{53D5EA3C-0847-4EC1-9FDC-43DBDAEAF41A}" dt="2026-04-29T19:58:46.962" v="758" actId="27636"/>
          <ac:spMkLst>
            <pc:docMk/>
            <pc:sldMk cId="0" sldId="325"/>
            <ac:spMk id="3" creationId="{00000000-0000-0000-0000-000000000000}"/>
          </ac:spMkLst>
        </pc:spChg>
        <pc:spChg chg="mod">
          <ac:chgData name="Trevoir Williams" userId="6a45007046124a3d" providerId="LiveId" clId="{53D5EA3C-0847-4EC1-9FDC-43DBDAEAF41A}" dt="2026-04-29T19:58:46.958" v="757" actId="27636"/>
          <ac:spMkLst>
            <pc:docMk/>
            <pc:sldMk cId="0" sldId="325"/>
            <ac:spMk id="4" creationId="{00000000-0000-0000-0000-000000000000}"/>
          </ac:spMkLst>
        </pc:spChg>
        <pc:spChg chg="mod">
          <ac:chgData name="Trevoir Williams" userId="6a45007046124a3d" providerId="LiveId" clId="{53D5EA3C-0847-4EC1-9FDC-43DBDAEAF41A}" dt="2026-04-29T19:58:46.939" v="755" actId="27636"/>
          <ac:spMkLst>
            <pc:docMk/>
            <pc:sldMk cId="0" sldId="325"/>
            <ac:spMk id="7" creationId="{00000000-0000-0000-0000-000000000000}"/>
          </ac:spMkLst>
        </pc:spChg>
        <pc:spChg chg="mod">
          <ac:chgData name="Trevoir Williams" userId="6a45007046124a3d" providerId="LiveId" clId="{53D5EA3C-0847-4EC1-9FDC-43DBDAEAF41A}" dt="2026-04-29T19:58:46.955" v="756" actId="27636"/>
          <ac:spMkLst>
            <pc:docMk/>
            <pc:sldMk cId="0" sldId="325"/>
            <ac:spMk id="9" creationId="{00000000-0000-0000-0000-000000000000}"/>
          </ac:spMkLst>
        </pc:spChg>
        <pc:spChg chg="mod">
          <ac:chgData name="Trevoir Williams" userId="6a45007046124a3d" providerId="LiveId" clId="{53D5EA3C-0847-4EC1-9FDC-43DBDAEAF41A}" dt="2026-04-29T19:58:46.964" v="759" actId="27636"/>
          <ac:spMkLst>
            <pc:docMk/>
            <pc:sldMk cId="0" sldId="325"/>
            <ac:spMk id="14" creationId="{00000000-0000-0000-0000-000000000000}"/>
          </ac:spMkLst>
        </pc:spChg>
        <pc:spChg chg="mod">
          <ac:chgData name="Trevoir Williams" userId="6a45007046124a3d" providerId="LiveId" clId="{53D5EA3C-0847-4EC1-9FDC-43DBDAEAF41A}" dt="2026-04-29T18:41:47.865" v="484" actId="26606"/>
          <ac:spMkLst>
            <pc:docMk/>
            <pc:sldMk cId="0" sldId="325"/>
            <ac:spMk id="18" creationId="{00000000-0000-0000-0000-000000000000}"/>
          </ac:spMkLst>
        </pc:spChg>
        <pc:spChg chg="mod">
          <ac:chgData name="Trevoir Williams" userId="6a45007046124a3d" providerId="LiveId" clId="{53D5EA3C-0847-4EC1-9FDC-43DBDAEAF41A}" dt="2026-04-29T18:41:47.865" v="484" actId="26606"/>
          <ac:spMkLst>
            <pc:docMk/>
            <pc:sldMk cId="0" sldId="325"/>
            <ac:spMk id="19" creationId="{00000000-0000-0000-0000-000000000000}"/>
          </ac:spMkLst>
        </pc:spChg>
      </pc:sldChg>
      <pc:sldChg chg="modSp add del mod">
        <pc:chgData name="Trevoir Williams" userId="6a45007046124a3d" providerId="LiveId" clId="{53D5EA3C-0847-4EC1-9FDC-43DBDAEAF41A}" dt="2026-04-29T19:58:47.397" v="762" actId="27636"/>
        <pc:sldMkLst>
          <pc:docMk/>
          <pc:sldMk cId="0" sldId="326"/>
        </pc:sldMkLst>
        <pc:spChg chg="mod">
          <ac:chgData name="Trevoir Williams" userId="6a45007046124a3d" providerId="LiveId" clId="{53D5EA3C-0847-4EC1-9FDC-43DBDAEAF41A}" dt="2026-04-29T18:36:41.337" v="182" actId="27636"/>
          <ac:spMkLst>
            <pc:docMk/>
            <pc:sldMk cId="0" sldId="326"/>
            <ac:spMk id="3" creationId="{00000000-0000-0000-0000-000000000000}"/>
          </ac:spMkLst>
        </pc:spChg>
        <pc:spChg chg="mod">
          <ac:chgData name="Trevoir Williams" userId="6a45007046124a3d" providerId="LiveId" clId="{53D5EA3C-0847-4EC1-9FDC-43DBDAEAF41A}" dt="2026-04-29T19:58:47.390" v="760" actId="27636"/>
          <ac:spMkLst>
            <pc:docMk/>
            <pc:sldMk cId="0" sldId="326"/>
            <ac:spMk id="4" creationId="{00000000-0000-0000-0000-000000000000}"/>
          </ac:spMkLst>
        </pc:spChg>
        <pc:spChg chg="mod">
          <ac:chgData name="Trevoir Williams" userId="6a45007046124a3d" providerId="LiveId" clId="{53D5EA3C-0847-4EC1-9FDC-43DBDAEAF41A}" dt="2026-04-29T19:58:47.397" v="762" actId="27636"/>
          <ac:spMkLst>
            <pc:docMk/>
            <pc:sldMk cId="0" sldId="326"/>
            <ac:spMk id="7" creationId="{00000000-0000-0000-0000-000000000000}"/>
          </ac:spMkLst>
        </pc:spChg>
        <pc:spChg chg="mod">
          <ac:chgData name="Trevoir Williams" userId="6a45007046124a3d" providerId="LiveId" clId="{53D5EA3C-0847-4EC1-9FDC-43DBDAEAF41A}" dt="2026-04-29T19:58:47.394" v="761" actId="27636"/>
          <ac:spMkLst>
            <pc:docMk/>
            <pc:sldMk cId="0" sldId="326"/>
            <ac:spMk id="9" creationId="{00000000-0000-0000-0000-000000000000}"/>
          </ac:spMkLst>
        </pc:spChg>
        <pc:spChg chg="mod">
          <ac:chgData name="Trevoir Williams" userId="6a45007046124a3d" providerId="LiveId" clId="{53D5EA3C-0847-4EC1-9FDC-43DBDAEAF41A}" dt="2026-04-29T18:41:47.865" v="484" actId="26606"/>
          <ac:spMkLst>
            <pc:docMk/>
            <pc:sldMk cId="0" sldId="326"/>
            <ac:spMk id="14" creationId="{00000000-0000-0000-0000-000000000000}"/>
          </ac:spMkLst>
        </pc:spChg>
        <pc:spChg chg="mod">
          <ac:chgData name="Trevoir Williams" userId="6a45007046124a3d" providerId="LiveId" clId="{53D5EA3C-0847-4EC1-9FDC-43DBDAEAF41A}" dt="2026-04-29T18:41:47.865" v="484" actId="26606"/>
          <ac:spMkLst>
            <pc:docMk/>
            <pc:sldMk cId="0" sldId="326"/>
            <ac:spMk id="16" creationId="{00000000-0000-0000-0000-000000000000}"/>
          </ac:spMkLst>
        </pc:spChg>
        <pc:spChg chg="mod">
          <ac:chgData name="Trevoir Williams" userId="6a45007046124a3d" providerId="LiveId" clId="{53D5EA3C-0847-4EC1-9FDC-43DBDAEAF41A}" dt="2026-04-29T18:41:47.865" v="484" actId="26606"/>
          <ac:spMkLst>
            <pc:docMk/>
            <pc:sldMk cId="0" sldId="326"/>
            <ac:spMk id="17" creationId="{00000000-0000-0000-0000-000000000000}"/>
          </ac:spMkLst>
        </pc:spChg>
      </pc:sldChg>
      <pc:sldChg chg="modSp add del mod">
        <pc:chgData name="Trevoir Williams" userId="6a45007046124a3d" providerId="LiveId" clId="{53D5EA3C-0847-4EC1-9FDC-43DBDAEAF41A}" dt="2026-04-29T19:58:47.880" v="765" actId="27636"/>
        <pc:sldMkLst>
          <pc:docMk/>
          <pc:sldMk cId="0" sldId="327"/>
        </pc:sldMkLst>
        <pc:spChg chg="mod">
          <ac:chgData name="Trevoir Williams" userId="6a45007046124a3d" providerId="LiveId" clId="{53D5EA3C-0847-4EC1-9FDC-43DBDAEAF41A}" dt="2026-04-29T18:44:37.508" v="514" actId="27636"/>
          <ac:spMkLst>
            <pc:docMk/>
            <pc:sldMk cId="0" sldId="327"/>
            <ac:spMk id="3" creationId="{00000000-0000-0000-0000-000000000000}"/>
          </ac:spMkLst>
        </pc:spChg>
        <pc:spChg chg="mod">
          <ac:chgData name="Trevoir Williams" userId="6a45007046124a3d" providerId="LiveId" clId="{53D5EA3C-0847-4EC1-9FDC-43DBDAEAF41A}" dt="2026-04-29T19:58:47.874" v="764" actId="27636"/>
          <ac:spMkLst>
            <pc:docMk/>
            <pc:sldMk cId="0" sldId="327"/>
            <ac:spMk id="4" creationId="{00000000-0000-0000-0000-000000000000}"/>
          </ac:spMkLst>
        </pc:spChg>
        <pc:spChg chg="mod">
          <ac:chgData name="Trevoir Williams" userId="6a45007046124a3d" providerId="LiveId" clId="{53D5EA3C-0847-4EC1-9FDC-43DBDAEAF41A}" dt="2026-04-29T19:58:47.880" v="765" actId="27636"/>
          <ac:spMkLst>
            <pc:docMk/>
            <pc:sldMk cId="0" sldId="327"/>
            <ac:spMk id="7" creationId="{00000000-0000-0000-0000-000000000000}"/>
          </ac:spMkLst>
        </pc:spChg>
        <pc:spChg chg="mod">
          <ac:chgData name="Trevoir Williams" userId="6a45007046124a3d" providerId="LiveId" clId="{53D5EA3C-0847-4EC1-9FDC-43DBDAEAF41A}" dt="2026-04-29T19:58:47.870" v="763" actId="27636"/>
          <ac:spMkLst>
            <pc:docMk/>
            <pc:sldMk cId="0" sldId="327"/>
            <ac:spMk id="9" creationId="{00000000-0000-0000-0000-000000000000}"/>
          </ac:spMkLst>
        </pc:spChg>
        <pc:spChg chg="mod">
          <ac:chgData name="Trevoir Williams" userId="6a45007046124a3d" providerId="LiveId" clId="{53D5EA3C-0847-4EC1-9FDC-43DBDAEAF41A}" dt="2026-04-29T18:41:47.865" v="484" actId="26606"/>
          <ac:spMkLst>
            <pc:docMk/>
            <pc:sldMk cId="0" sldId="327"/>
            <ac:spMk id="14" creationId="{00000000-0000-0000-0000-000000000000}"/>
          </ac:spMkLst>
        </pc:spChg>
        <pc:spChg chg="mod">
          <ac:chgData name="Trevoir Williams" userId="6a45007046124a3d" providerId="LiveId" clId="{53D5EA3C-0847-4EC1-9FDC-43DBDAEAF41A}" dt="2026-04-29T18:41:47.865" v="484" actId="26606"/>
          <ac:spMkLst>
            <pc:docMk/>
            <pc:sldMk cId="0" sldId="327"/>
            <ac:spMk id="16" creationId="{00000000-0000-0000-0000-000000000000}"/>
          </ac:spMkLst>
        </pc:spChg>
        <pc:spChg chg="mod">
          <ac:chgData name="Trevoir Williams" userId="6a45007046124a3d" providerId="LiveId" clId="{53D5EA3C-0847-4EC1-9FDC-43DBDAEAF41A}" dt="2026-04-29T18:41:47.865" v="484" actId="26606"/>
          <ac:spMkLst>
            <pc:docMk/>
            <pc:sldMk cId="0" sldId="327"/>
            <ac:spMk id="17" creationId="{00000000-0000-0000-0000-000000000000}"/>
          </ac:spMkLst>
        </pc:spChg>
      </pc:sldChg>
      <pc:sldChg chg="modSp add del mod">
        <pc:chgData name="Trevoir Williams" userId="6a45007046124a3d" providerId="LiveId" clId="{53D5EA3C-0847-4EC1-9FDC-43DBDAEAF41A}" dt="2026-04-29T19:58:48.388" v="768" actId="27636"/>
        <pc:sldMkLst>
          <pc:docMk/>
          <pc:sldMk cId="0" sldId="328"/>
        </pc:sldMkLst>
        <pc:spChg chg="mod">
          <ac:chgData name="Trevoir Williams" userId="6a45007046124a3d" providerId="LiveId" clId="{53D5EA3C-0847-4EC1-9FDC-43DBDAEAF41A}" dt="2026-04-29T18:44:38.497" v="515" actId="27636"/>
          <ac:spMkLst>
            <pc:docMk/>
            <pc:sldMk cId="0" sldId="328"/>
            <ac:spMk id="3" creationId="{00000000-0000-0000-0000-000000000000}"/>
          </ac:spMkLst>
        </pc:spChg>
        <pc:spChg chg="mod">
          <ac:chgData name="Trevoir Williams" userId="6a45007046124a3d" providerId="LiveId" clId="{53D5EA3C-0847-4EC1-9FDC-43DBDAEAF41A}" dt="2026-04-29T19:58:48.379" v="766" actId="27636"/>
          <ac:spMkLst>
            <pc:docMk/>
            <pc:sldMk cId="0" sldId="328"/>
            <ac:spMk id="4" creationId="{00000000-0000-0000-0000-000000000000}"/>
          </ac:spMkLst>
        </pc:spChg>
        <pc:spChg chg="mod">
          <ac:chgData name="Trevoir Williams" userId="6a45007046124a3d" providerId="LiveId" clId="{53D5EA3C-0847-4EC1-9FDC-43DBDAEAF41A}" dt="2026-04-29T19:58:48.383" v="767" actId="27636"/>
          <ac:spMkLst>
            <pc:docMk/>
            <pc:sldMk cId="0" sldId="328"/>
            <ac:spMk id="7" creationId="{00000000-0000-0000-0000-000000000000}"/>
          </ac:spMkLst>
        </pc:spChg>
        <pc:spChg chg="mod">
          <ac:chgData name="Trevoir Williams" userId="6a45007046124a3d" providerId="LiveId" clId="{53D5EA3C-0847-4EC1-9FDC-43DBDAEAF41A}" dt="2026-04-29T19:58:48.388" v="768" actId="27636"/>
          <ac:spMkLst>
            <pc:docMk/>
            <pc:sldMk cId="0" sldId="328"/>
            <ac:spMk id="9" creationId="{00000000-0000-0000-0000-000000000000}"/>
          </ac:spMkLst>
        </pc:spChg>
        <pc:spChg chg="mod">
          <ac:chgData name="Trevoir Williams" userId="6a45007046124a3d" providerId="LiveId" clId="{53D5EA3C-0847-4EC1-9FDC-43DBDAEAF41A}" dt="2026-04-29T18:41:47.865" v="484" actId="26606"/>
          <ac:spMkLst>
            <pc:docMk/>
            <pc:sldMk cId="0" sldId="328"/>
            <ac:spMk id="14" creationId="{00000000-0000-0000-0000-000000000000}"/>
          </ac:spMkLst>
        </pc:spChg>
        <pc:spChg chg="mod">
          <ac:chgData name="Trevoir Williams" userId="6a45007046124a3d" providerId="LiveId" clId="{53D5EA3C-0847-4EC1-9FDC-43DBDAEAF41A}" dt="2026-04-29T18:41:47.865" v="484" actId="26606"/>
          <ac:spMkLst>
            <pc:docMk/>
            <pc:sldMk cId="0" sldId="328"/>
            <ac:spMk id="16" creationId="{00000000-0000-0000-0000-000000000000}"/>
          </ac:spMkLst>
        </pc:spChg>
        <pc:spChg chg="mod">
          <ac:chgData name="Trevoir Williams" userId="6a45007046124a3d" providerId="LiveId" clId="{53D5EA3C-0847-4EC1-9FDC-43DBDAEAF41A}" dt="2026-04-29T18:41:47.865" v="484" actId="26606"/>
          <ac:spMkLst>
            <pc:docMk/>
            <pc:sldMk cId="0" sldId="328"/>
            <ac:spMk id="17" creationId="{00000000-0000-0000-0000-000000000000}"/>
          </ac:spMkLst>
        </pc:spChg>
      </pc:sldChg>
      <pc:sldChg chg="modSp add del mod">
        <pc:chgData name="Trevoir Williams" userId="6a45007046124a3d" providerId="LiveId" clId="{53D5EA3C-0847-4EC1-9FDC-43DBDAEAF41A}" dt="2026-04-29T19:58:48.940" v="771" actId="27636"/>
        <pc:sldMkLst>
          <pc:docMk/>
          <pc:sldMk cId="0" sldId="329"/>
        </pc:sldMkLst>
        <pc:spChg chg="mod">
          <ac:chgData name="Trevoir Williams" userId="6a45007046124a3d" providerId="LiveId" clId="{53D5EA3C-0847-4EC1-9FDC-43DBDAEAF41A}" dt="2026-04-29T18:44:39.461" v="516" actId="27636"/>
          <ac:spMkLst>
            <pc:docMk/>
            <pc:sldMk cId="0" sldId="329"/>
            <ac:spMk id="3" creationId="{00000000-0000-0000-0000-000000000000}"/>
          </ac:spMkLst>
        </pc:spChg>
        <pc:spChg chg="mod">
          <ac:chgData name="Trevoir Williams" userId="6a45007046124a3d" providerId="LiveId" clId="{53D5EA3C-0847-4EC1-9FDC-43DBDAEAF41A}" dt="2026-04-29T19:58:48.940" v="771" actId="27636"/>
          <ac:spMkLst>
            <pc:docMk/>
            <pc:sldMk cId="0" sldId="329"/>
            <ac:spMk id="4" creationId="{00000000-0000-0000-0000-000000000000}"/>
          </ac:spMkLst>
        </pc:spChg>
        <pc:spChg chg="mod">
          <ac:chgData name="Trevoir Williams" userId="6a45007046124a3d" providerId="LiveId" clId="{53D5EA3C-0847-4EC1-9FDC-43DBDAEAF41A}" dt="2026-04-29T19:58:48.934" v="770" actId="27636"/>
          <ac:spMkLst>
            <pc:docMk/>
            <pc:sldMk cId="0" sldId="329"/>
            <ac:spMk id="7" creationId="{00000000-0000-0000-0000-000000000000}"/>
          </ac:spMkLst>
        </pc:spChg>
        <pc:spChg chg="mod">
          <ac:chgData name="Trevoir Williams" userId="6a45007046124a3d" providerId="LiveId" clId="{53D5EA3C-0847-4EC1-9FDC-43DBDAEAF41A}" dt="2026-04-29T19:58:48.930" v="769" actId="27636"/>
          <ac:spMkLst>
            <pc:docMk/>
            <pc:sldMk cId="0" sldId="329"/>
            <ac:spMk id="9" creationId="{00000000-0000-0000-0000-000000000000}"/>
          </ac:spMkLst>
        </pc:spChg>
        <pc:spChg chg="mod">
          <ac:chgData name="Trevoir Williams" userId="6a45007046124a3d" providerId="LiveId" clId="{53D5EA3C-0847-4EC1-9FDC-43DBDAEAF41A}" dt="2026-04-29T18:41:47.865" v="484" actId="26606"/>
          <ac:spMkLst>
            <pc:docMk/>
            <pc:sldMk cId="0" sldId="329"/>
            <ac:spMk id="14" creationId="{00000000-0000-0000-0000-000000000000}"/>
          </ac:spMkLst>
        </pc:spChg>
        <pc:spChg chg="mod">
          <ac:chgData name="Trevoir Williams" userId="6a45007046124a3d" providerId="LiveId" clId="{53D5EA3C-0847-4EC1-9FDC-43DBDAEAF41A}" dt="2026-04-29T18:41:47.865" v="484" actId="26606"/>
          <ac:spMkLst>
            <pc:docMk/>
            <pc:sldMk cId="0" sldId="329"/>
            <ac:spMk id="16" creationId="{00000000-0000-0000-0000-000000000000}"/>
          </ac:spMkLst>
        </pc:spChg>
        <pc:spChg chg="mod">
          <ac:chgData name="Trevoir Williams" userId="6a45007046124a3d" providerId="LiveId" clId="{53D5EA3C-0847-4EC1-9FDC-43DBDAEAF41A}" dt="2026-04-29T18:41:47.865" v="484" actId="26606"/>
          <ac:spMkLst>
            <pc:docMk/>
            <pc:sldMk cId="0" sldId="329"/>
            <ac:spMk id="17" creationId="{00000000-0000-0000-0000-000000000000}"/>
          </ac:spMkLst>
        </pc:spChg>
      </pc:sldChg>
      <pc:sldChg chg="modSp add del mod">
        <pc:chgData name="Trevoir Williams" userId="6a45007046124a3d" providerId="LiveId" clId="{53D5EA3C-0847-4EC1-9FDC-43DBDAEAF41A}" dt="2026-04-29T19:27:38.779" v="678" actId="27636"/>
        <pc:sldMkLst>
          <pc:docMk/>
          <pc:sldMk cId="0" sldId="332"/>
        </pc:sldMkLst>
        <pc:spChg chg="mod">
          <ac:chgData name="Trevoir Williams" userId="6a45007046124a3d" providerId="LiveId" clId="{53D5EA3C-0847-4EC1-9FDC-43DBDAEAF41A}" dt="2026-04-29T18:36:33.074" v="162" actId="26606"/>
          <ac:spMkLst>
            <pc:docMk/>
            <pc:sldMk cId="0" sldId="332"/>
            <ac:spMk id="3" creationId="{00000000-0000-0000-0000-000000000000}"/>
          </ac:spMkLst>
        </pc:spChg>
        <pc:spChg chg="mod">
          <ac:chgData name="Trevoir Williams" userId="6a45007046124a3d" providerId="LiveId" clId="{53D5EA3C-0847-4EC1-9FDC-43DBDAEAF41A}" dt="2026-04-29T19:27:38.775" v="677" actId="27636"/>
          <ac:spMkLst>
            <pc:docMk/>
            <pc:sldMk cId="0" sldId="332"/>
            <ac:spMk id="4" creationId="{00000000-0000-0000-0000-000000000000}"/>
          </ac:spMkLst>
        </pc:spChg>
        <pc:spChg chg="mod">
          <ac:chgData name="Trevoir Williams" userId="6a45007046124a3d" providerId="LiveId" clId="{53D5EA3C-0847-4EC1-9FDC-43DBDAEAF41A}" dt="2026-04-29T18:41:47.865" v="484" actId="26606"/>
          <ac:spMkLst>
            <pc:docMk/>
            <pc:sldMk cId="0" sldId="332"/>
            <ac:spMk id="8" creationId="{00000000-0000-0000-0000-000000000000}"/>
          </ac:spMkLst>
        </pc:spChg>
        <pc:spChg chg="mod">
          <ac:chgData name="Trevoir Williams" userId="6a45007046124a3d" providerId="LiveId" clId="{53D5EA3C-0847-4EC1-9FDC-43DBDAEAF41A}" dt="2026-04-29T19:27:38.779" v="678" actId="27636"/>
          <ac:spMkLst>
            <pc:docMk/>
            <pc:sldMk cId="0" sldId="332"/>
            <ac:spMk id="12" creationId="{00000000-0000-0000-0000-000000000000}"/>
          </ac:spMkLst>
        </pc:spChg>
        <pc:spChg chg="mod">
          <ac:chgData name="Trevoir Williams" userId="6a45007046124a3d" providerId="LiveId" clId="{53D5EA3C-0847-4EC1-9FDC-43DBDAEAF41A}" dt="2026-04-29T19:27:38.772" v="676" actId="27636"/>
          <ac:spMkLst>
            <pc:docMk/>
            <pc:sldMk cId="0" sldId="332"/>
            <ac:spMk id="16" creationId="{00000000-0000-0000-0000-000000000000}"/>
          </ac:spMkLst>
        </pc:spChg>
        <pc:spChg chg="mod">
          <ac:chgData name="Trevoir Williams" userId="6a45007046124a3d" providerId="LiveId" clId="{53D5EA3C-0847-4EC1-9FDC-43DBDAEAF41A}" dt="2026-04-29T18:41:47.865" v="484" actId="26606"/>
          <ac:spMkLst>
            <pc:docMk/>
            <pc:sldMk cId="0" sldId="332"/>
            <ac:spMk id="20" creationId="{00000000-0000-0000-0000-000000000000}"/>
          </ac:spMkLst>
        </pc:spChg>
        <pc:spChg chg="mod">
          <ac:chgData name="Trevoir Williams" userId="6a45007046124a3d" providerId="LiveId" clId="{53D5EA3C-0847-4EC1-9FDC-43DBDAEAF41A}" dt="2026-04-29T18:41:47.865" v="484" actId="26606"/>
          <ac:spMkLst>
            <pc:docMk/>
            <pc:sldMk cId="0" sldId="332"/>
            <ac:spMk id="22" creationId="{00000000-0000-0000-0000-000000000000}"/>
          </ac:spMkLst>
        </pc:spChg>
        <pc:spChg chg="mod">
          <ac:chgData name="Trevoir Williams" userId="6a45007046124a3d" providerId="LiveId" clId="{53D5EA3C-0847-4EC1-9FDC-43DBDAEAF41A}" dt="2026-04-29T18:41:47.865" v="484" actId="26606"/>
          <ac:spMkLst>
            <pc:docMk/>
            <pc:sldMk cId="0" sldId="332"/>
            <ac:spMk id="24" creationId="{00000000-0000-0000-0000-000000000000}"/>
          </ac:spMkLst>
        </pc:spChg>
        <pc:spChg chg="mod">
          <ac:chgData name="Trevoir Williams" userId="6a45007046124a3d" providerId="LiveId" clId="{53D5EA3C-0847-4EC1-9FDC-43DBDAEAF41A}" dt="2026-04-29T18:41:47.865" v="484" actId="26606"/>
          <ac:spMkLst>
            <pc:docMk/>
            <pc:sldMk cId="0" sldId="332"/>
            <ac:spMk id="25" creationId="{00000000-0000-0000-0000-000000000000}"/>
          </ac:spMkLst>
        </pc:spChg>
      </pc:sldChg>
      <pc:sldChg chg="modSp add del mod">
        <pc:chgData name="Trevoir Williams" userId="6a45007046124a3d" providerId="LiveId" clId="{53D5EA3C-0847-4EC1-9FDC-43DBDAEAF41A}" dt="2026-04-29T20:28:13.734" v="893" actId="26606"/>
        <pc:sldMkLst>
          <pc:docMk/>
          <pc:sldMk cId="0" sldId="333"/>
        </pc:sldMkLst>
        <pc:spChg chg="mod">
          <ac:chgData name="Trevoir Williams" userId="6a45007046124a3d" providerId="LiveId" clId="{53D5EA3C-0847-4EC1-9FDC-43DBDAEAF41A}" dt="2026-04-29T20:28:13.734" v="893" actId="26606"/>
          <ac:spMkLst>
            <pc:docMk/>
            <pc:sldMk cId="0" sldId="333"/>
            <ac:spMk id="4" creationId="{00000000-0000-0000-0000-000000000000}"/>
          </ac:spMkLst>
        </pc:spChg>
        <pc:spChg chg="mod">
          <ac:chgData name="Trevoir Williams" userId="6a45007046124a3d" providerId="LiveId" clId="{53D5EA3C-0847-4EC1-9FDC-43DBDAEAF41A}" dt="2026-04-29T20:28:13.734" v="893" actId="26606"/>
          <ac:spMkLst>
            <pc:docMk/>
            <pc:sldMk cId="0" sldId="333"/>
            <ac:spMk id="5" creationId="{00000000-0000-0000-0000-000000000000}"/>
          </ac:spMkLst>
        </pc:spChg>
        <pc:spChg chg="mod">
          <ac:chgData name="Trevoir Williams" userId="6a45007046124a3d" providerId="LiveId" clId="{53D5EA3C-0847-4EC1-9FDC-43DBDAEAF41A}" dt="2026-04-29T20:28:13.734" v="893" actId="26606"/>
          <ac:spMkLst>
            <pc:docMk/>
            <pc:sldMk cId="0" sldId="333"/>
            <ac:spMk id="6" creationId="{00000000-0000-0000-0000-000000000000}"/>
          </ac:spMkLst>
        </pc:spChg>
        <pc:spChg chg="mod">
          <ac:chgData name="Trevoir Williams" userId="6a45007046124a3d" providerId="LiveId" clId="{53D5EA3C-0847-4EC1-9FDC-43DBDAEAF41A}" dt="2026-04-29T20:28:13.734" v="893" actId="26606"/>
          <ac:spMkLst>
            <pc:docMk/>
            <pc:sldMk cId="0" sldId="333"/>
            <ac:spMk id="7" creationId="{00000000-0000-0000-0000-000000000000}"/>
          </ac:spMkLst>
        </pc:spChg>
        <pc:spChg chg="mod">
          <ac:chgData name="Trevoir Williams" userId="6a45007046124a3d" providerId="LiveId" clId="{53D5EA3C-0847-4EC1-9FDC-43DBDAEAF41A}" dt="2026-04-29T18:55:21.520" v="631" actId="27636"/>
          <ac:spMkLst>
            <pc:docMk/>
            <pc:sldMk cId="0" sldId="333"/>
            <ac:spMk id="8" creationId="{00000000-0000-0000-0000-000000000000}"/>
          </ac:spMkLst>
        </pc:spChg>
        <pc:spChg chg="mod">
          <ac:chgData name="Trevoir Williams" userId="6a45007046124a3d" providerId="LiveId" clId="{53D5EA3C-0847-4EC1-9FDC-43DBDAEAF41A}" dt="2026-04-29T20:28:13.734" v="893" actId="26606"/>
          <ac:spMkLst>
            <pc:docMk/>
            <pc:sldMk cId="0" sldId="333"/>
            <ac:spMk id="9" creationId="{00000000-0000-0000-0000-000000000000}"/>
          </ac:spMkLst>
        </pc:spChg>
        <pc:spChg chg="mod">
          <ac:chgData name="Trevoir Williams" userId="6a45007046124a3d" providerId="LiveId" clId="{53D5EA3C-0847-4EC1-9FDC-43DBDAEAF41A}" dt="2026-04-29T20:28:13.734" v="893" actId="26606"/>
          <ac:spMkLst>
            <pc:docMk/>
            <pc:sldMk cId="0" sldId="333"/>
            <ac:spMk id="10" creationId="{00000000-0000-0000-0000-000000000000}"/>
          </ac:spMkLst>
        </pc:spChg>
        <pc:spChg chg="mod">
          <ac:chgData name="Trevoir Williams" userId="6a45007046124a3d" providerId="LiveId" clId="{53D5EA3C-0847-4EC1-9FDC-43DBDAEAF41A}" dt="2026-04-29T20:28:13.734" v="893" actId="26606"/>
          <ac:spMkLst>
            <pc:docMk/>
            <pc:sldMk cId="0" sldId="333"/>
            <ac:spMk id="11" creationId="{00000000-0000-0000-0000-000000000000}"/>
          </ac:spMkLst>
        </pc:spChg>
        <pc:spChg chg="mod">
          <ac:chgData name="Trevoir Williams" userId="6a45007046124a3d" providerId="LiveId" clId="{53D5EA3C-0847-4EC1-9FDC-43DBDAEAF41A}" dt="2026-04-29T20:28:13.734" v="893" actId="26606"/>
          <ac:spMkLst>
            <pc:docMk/>
            <pc:sldMk cId="0" sldId="333"/>
            <ac:spMk id="13" creationId="{00000000-0000-0000-0000-000000000000}"/>
          </ac:spMkLst>
        </pc:spChg>
        <pc:spChg chg="mod">
          <ac:chgData name="Trevoir Williams" userId="6a45007046124a3d" providerId="LiveId" clId="{53D5EA3C-0847-4EC1-9FDC-43DBDAEAF41A}" dt="2026-04-29T20:28:13.734" v="893" actId="26606"/>
          <ac:spMkLst>
            <pc:docMk/>
            <pc:sldMk cId="0" sldId="333"/>
            <ac:spMk id="14" creationId="{00000000-0000-0000-0000-000000000000}"/>
          </ac:spMkLst>
        </pc:spChg>
        <pc:spChg chg="mod">
          <ac:chgData name="Trevoir Williams" userId="6a45007046124a3d" providerId="LiveId" clId="{53D5EA3C-0847-4EC1-9FDC-43DBDAEAF41A}" dt="2026-04-29T20:28:13.734" v="893" actId="26606"/>
          <ac:spMkLst>
            <pc:docMk/>
            <pc:sldMk cId="0" sldId="333"/>
            <ac:spMk id="15" creationId="{00000000-0000-0000-0000-000000000000}"/>
          </ac:spMkLst>
        </pc:spChg>
        <pc:spChg chg="mod">
          <ac:chgData name="Trevoir Williams" userId="6a45007046124a3d" providerId="LiveId" clId="{53D5EA3C-0847-4EC1-9FDC-43DBDAEAF41A}" dt="2026-04-29T18:41:47.865" v="484" actId="26606"/>
          <ac:spMkLst>
            <pc:docMk/>
            <pc:sldMk cId="0" sldId="333"/>
            <ac:spMk id="25" creationId="{00000000-0000-0000-0000-000000000000}"/>
          </ac:spMkLst>
        </pc:spChg>
        <pc:spChg chg="mod">
          <ac:chgData name="Trevoir Williams" userId="6a45007046124a3d" providerId="LiveId" clId="{53D5EA3C-0847-4EC1-9FDC-43DBDAEAF41A}" dt="2026-04-29T18:41:47.865" v="484" actId="26606"/>
          <ac:spMkLst>
            <pc:docMk/>
            <pc:sldMk cId="0" sldId="333"/>
            <ac:spMk id="26" creationId="{00000000-0000-0000-0000-000000000000}"/>
          </ac:spMkLst>
        </pc:spChg>
      </pc:sldChg>
      <pc:sldChg chg="modSp add del mod">
        <pc:chgData name="Trevoir Williams" userId="6a45007046124a3d" providerId="LiveId" clId="{53D5EA3C-0847-4EC1-9FDC-43DBDAEAF41A}" dt="2026-04-29T18:55:22.599" v="634" actId="27636"/>
        <pc:sldMkLst>
          <pc:docMk/>
          <pc:sldMk cId="0" sldId="335"/>
        </pc:sldMkLst>
        <pc:spChg chg="mod">
          <ac:chgData name="Trevoir Williams" userId="6a45007046124a3d" providerId="LiveId" clId="{53D5EA3C-0847-4EC1-9FDC-43DBDAEAF41A}" dt="2026-04-29T18:55:22.595" v="633" actId="27636"/>
          <ac:spMkLst>
            <pc:docMk/>
            <pc:sldMk cId="0" sldId="335"/>
            <ac:spMk id="3" creationId="{00000000-0000-0000-0000-000000000000}"/>
          </ac:spMkLst>
        </pc:spChg>
        <pc:spChg chg="mod">
          <ac:chgData name="Trevoir Williams" userId="6a45007046124a3d" providerId="LiveId" clId="{53D5EA3C-0847-4EC1-9FDC-43DBDAEAF41A}" dt="2026-04-29T18:55:22.599" v="634" actId="27636"/>
          <ac:spMkLst>
            <pc:docMk/>
            <pc:sldMk cId="0" sldId="335"/>
            <ac:spMk id="4" creationId="{00000000-0000-0000-0000-000000000000}"/>
          </ac:spMkLst>
        </pc:spChg>
        <pc:spChg chg="mod">
          <ac:chgData name="Trevoir Williams" userId="6a45007046124a3d" providerId="LiveId" clId="{53D5EA3C-0847-4EC1-9FDC-43DBDAEAF41A}" dt="2026-04-29T18:41:47.865" v="484" actId="26606"/>
          <ac:spMkLst>
            <pc:docMk/>
            <pc:sldMk cId="0" sldId="335"/>
            <ac:spMk id="25" creationId="{00000000-0000-0000-0000-000000000000}"/>
          </ac:spMkLst>
        </pc:spChg>
        <pc:spChg chg="mod">
          <ac:chgData name="Trevoir Williams" userId="6a45007046124a3d" providerId="LiveId" clId="{53D5EA3C-0847-4EC1-9FDC-43DBDAEAF41A}" dt="2026-04-29T18:41:47.865" v="484" actId="26606"/>
          <ac:spMkLst>
            <pc:docMk/>
            <pc:sldMk cId="0" sldId="335"/>
            <ac:spMk id="26" creationId="{00000000-0000-0000-0000-000000000000}"/>
          </ac:spMkLst>
        </pc:spChg>
      </pc:sldChg>
      <pc:sldChg chg="modSp add del mod">
        <pc:chgData name="Trevoir Williams" userId="6a45007046124a3d" providerId="LiveId" clId="{53D5EA3C-0847-4EC1-9FDC-43DBDAEAF41A}" dt="2026-04-29T19:58:50.534" v="780" actId="27636"/>
        <pc:sldMkLst>
          <pc:docMk/>
          <pc:sldMk cId="0" sldId="336"/>
        </pc:sldMkLst>
        <pc:spChg chg="mod">
          <ac:chgData name="Trevoir Williams" userId="6a45007046124a3d" providerId="LiveId" clId="{53D5EA3C-0847-4EC1-9FDC-43DBDAEAF41A}" dt="2026-04-29T18:36:33.074" v="162" actId="26606"/>
          <ac:spMkLst>
            <pc:docMk/>
            <pc:sldMk cId="0" sldId="336"/>
            <ac:spMk id="3" creationId="{00000000-0000-0000-0000-000000000000}"/>
          </ac:spMkLst>
        </pc:spChg>
        <pc:spChg chg="mod">
          <ac:chgData name="Trevoir Williams" userId="6a45007046124a3d" providerId="LiveId" clId="{53D5EA3C-0847-4EC1-9FDC-43DBDAEAF41A}" dt="2026-04-29T19:58:50.519" v="778" actId="27636"/>
          <ac:spMkLst>
            <pc:docMk/>
            <pc:sldMk cId="0" sldId="336"/>
            <ac:spMk id="4" creationId="{00000000-0000-0000-0000-000000000000}"/>
          </ac:spMkLst>
        </pc:spChg>
        <pc:spChg chg="mod">
          <ac:chgData name="Trevoir Williams" userId="6a45007046124a3d" providerId="LiveId" clId="{53D5EA3C-0847-4EC1-9FDC-43DBDAEAF41A}" dt="2026-04-29T19:58:50.530" v="779" actId="27636"/>
          <ac:spMkLst>
            <pc:docMk/>
            <pc:sldMk cId="0" sldId="336"/>
            <ac:spMk id="7" creationId="{00000000-0000-0000-0000-000000000000}"/>
          </ac:spMkLst>
        </pc:spChg>
        <pc:spChg chg="mod">
          <ac:chgData name="Trevoir Williams" userId="6a45007046124a3d" providerId="LiveId" clId="{53D5EA3C-0847-4EC1-9FDC-43DBDAEAF41A}" dt="2026-04-29T19:58:50.534" v="780" actId="27636"/>
          <ac:spMkLst>
            <pc:docMk/>
            <pc:sldMk cId="0" sldId="336"/>
            <ac:spMk id="9" creationId="{00000000-0000-0000-0000-000000000000}"/>
          </ac:spMkLst>
        </pc:spChg>
        <pc:spChg chg="mod">
          <ac:chgData name="Trevoir Williams" userId="6a45007046124a3d" providerId="LiveId" clId="{53D5EA3C-0847-4EC1-9FDC-43DBDAEAF41A}" dt="2026-04-29T18:41:47.865" v="484" actId="26606"/>
          <ac:spMkLst>
            <pc:docMk/>
            <pc:sldMk cId="0" sldId="336"/>
            <ac:spMk id="14" creationId="{00000000-0000-0000-0000-000000000000}"/>
          </ac:spMkLst>
        </pc:spChg>
        <pc:spChg chg="mod">
          <ac:chgData name="Trevoir Williams" userId="6a45007046124a3d" providerId="LiveId" clId="{53D5EA3C-0847-4EC1-9FDC-43DBDAEAF41A}" dt="2026-04-29T18:41:47.865" v="484" actId="26606"/>
          <ac:spMkLst>
            <pc:docMk/>
            <pc:sldMk cId="0" sldId="336"/>
            <ac:spMk id="16" creationId="{00000000-0000-0000-0000-000000000000}"/>
          </ac:spMkLst>
        </pc:spChg>
        <pc:spChg chg="mod">
          <ac:chgData name="Trevoir Williams" userId="6a45007046124a3d" providerId="LiveId" clId="{53D5EA3C-0847-4EC1-9FDC-43DBDAEAF41A}" dt="2026-04-29T18:41:47.865" v="484" actId="26606"/>
          <ac:spMkLst>
            <pc:docMk/>
            <pc:sldMk cId="0" sldId="336"/>
            <ac:spMk id="17" creationId="{00000000-0000-0000-0000-000000000000}"/>
          </ac:spMkLst>
        </pc:spChg>
      </pc:sldChg>
      <pc:sldChg chg="modSp add del mod">
        <pc:chgData name="Trevoir Williams" userId="6a45007046124a3d" providerId="LiveId" clId="{53D5EA3C-0847-4EC1-9FDC-43DBDAEAF41A}" dt="2026-04-29T19:58:51.240" v="784" actId="27636"/>
        <pc:sldMkLst>
          <pc:docMk/>
          <pc:sldMk cId="0" sldId="337"/>
        </pc:sldMkLst>
        <pc:spChg chg="mod">
          <ac:chgData name="Trevoir Williams" userId="6a45007046124a3d" providerId="LiveId" clId="{53D5EA3C-0847-4EC1-9FDC-43DBDAEAF41A}" dt="2026-04-29T19:58:51.220" v="781" actId="27636"/>
          <ac:spMkLst>
            <pc:docMk/>
            <pc:sldMk cId="0" sldId="337"/>
            <ac:spMk id="3" creationId="{00000000-0000-0000-0000-000000000000}"/>
          </ac:spMkLst>
        </pc:spChg>
        <pc:spChg chg="mod">
          <ac:chgData name="Trevoir Williams" userId="6a45007046124a3d" providerId="LiveId" clId="{53D5EA3C-0847-4EC1-9FDC-43DBDAEAF41A}" dt="2026-04-29T19:58:51.240" v="784" actId="27636"/>
          <ac:spMkLst>
            <pc:docMk/>
            <pc:sldMk cId="0" sldId="337"/>
            <ac:spMk id="4" creationId="{00000000-0000-0000-0000-000000000000}"/>
          </ac:spMkLst>
        </pc:spChg>
        <pc:spChg chg="mod">
          <ac:chgData name="Trevoir Williams" userId="6a45007046124a3d" providerId="LiveId" clId="{53D5EA3C-0847-4EC1-9FDC-43DBDAEAF41A}" dt="2026-04-29T19:58:51.231" v="782" actId="27636"/>
          <ac:spMkLst>
            <pc:docMk/>
            <pc:sldMk cId="0" sldId="337"/>
            <ac:spMk id="7" creationId="{00000000-0000-0000-0000-000000000000}"/>
          </ac:spMkLst>
        </pc:spChg>
        <pc:spChg chg="mod">
          <ac:chgData name="Trevoir Williams" userId="6a45007046124a3d" providerId="LiveId" clId="{53D5EA3C-0847-4EC1-9FDC-43DBDAEAF41A}" dt="2026-04-29T19:58:51.231" v="783" actId="27636"/>
          <ac:spMkLst>
            <pc:docMk/>
            <pc:sldMk cId="0" sldId="337"/>
            <ac:spMk id="9" creationId="{00000000-0000-0000-0000-000000000000}"/>
          </ac:spMkLst>
        </pc:spChg>
        <pc:spChg chg="mod">
          <ac:chgData name="Trevoir Williams" userId="6a45007046124a3d" providerId="LiveId" clId="{53D5EA3C-0847-4EC1-9FDC-43DBDAEAF41A}" dt="2026-04-29T18:41:47.865" v="484" actId="26606"/>
          <ac:spMkLst>
            <pc:docMk/>
            <pc:sldMk cId="0" sldId="337"/>
            <ac:spMk id="14" creationId="{00000000-0000-0000-0000-000000000000}"/>
          </ac:spMkLst>
        </pc:spChg>
        <pc:spChg chg="mod">
          <ac:chgData name="Trevoir Williams" userId="6a45007046124a3d" providerId="LiveId" clId="{53D5EA3C-0847-4EC1-9FDC-43DBDAEAF41A}" dt="2026-04-29T18:41:47.865" v="484" actId="26606"/>
          <ac:spMkLst>
            <pc:docMk/>
            <pc:sldMk cId="0" sldId="337"/>
            <ac:spMk id="16" creationId="{00000000-0000-0000-0000-000000000000}"/>
          </ac:spMkLst>
        </pc:spChg>
        <pc:spChg chg="mod">
          <ac:chgData name="Trevoir Williams" userId="6a45007046124a3d" providerId="LiveId" clId="{53D5EA3C-0847-4EC1-9FDC-43DBDAEAF41A}" dt="2026-04-29T18:41:47.865" v="484" actId="26606"/>
          <ac:spMkLst>
            <pc:docMk/>
            <pc:sldMk cId="0" sldId="337"/>
            <ac:spMk id="17" creationId="{00000000-0000-0000-0000-000000000000}"/>
          </ac:spMkLst>
        </pc:spChg>
      </pc:sldChg>
      <pc:sldChg chg="modSp add del mod">
        <pc:chgData name="Trevoir Williams" userId="6a45007046124a3d" providerId="LiveId" clId="{53D5EA3C-0847-4EC1-9FDC-43DBDAEAF41A}" dt="2026-04-29T19:58:53.270" v="787" actId="27636"/>
        <pc:sldMkLst>
          <pc:docMk/>
          <pc:sldMk cId="0" sldId="338"/>
        </pc:sldMkLst>
        <pc:spChg chg="mod">
          <ac:chgData name="Trevoir Williams" userId="6a45007046124a3d" providerId="LiveId" clId="{53D5EA3C-0847-4EC1-9FDC-43DBDAEAF41A}" dt="2026-04-29T18:36:33.074" v="162" actId="26606"/>
          <ac:spMkLst>
            <pc:docMk/>
            <pc:sldMk cId="0" sldId="338"/>
            <ac:spMk id="3" creationId="{00000000-0000-0000-0000-000000000000}"/>
          </ac:spMkLst>
        </pc:spChg>
        <pc:spChg chg="mod">
          <ac:chgData name="Trevoir Williams" userId="6a45007046124a3d" providerId="LiveId" clId="{53D5EA3C-0847-4EC1-9FDC-43DBDAEAF41A}" dt="2026-04-29T19:58:53.270" v="787" actId="27636"/>
          <ac:spMkLst>
            <pc:docMk/>
            <pc:sldMk cId="0" sldId="338"/>
            <ac:spMk id="4" creationId="{00000000-0000-0000-0000-000000000000}"/>
          </ac:spMkLst>
        </pc:spChg>
        <pc:spChg chg="mod">
          <ac:chgData name="Trevoir Williams" userId="6a45007046124a3d" providerId="LiveId" clId="{53D5EA3C-0847-4EC1-9FDC-43DBDAEAF41A}" dt="2026-04-29T19:58:53.260" v="785" actId="27636"/>
          <ac:spMkLst>
            <pc:docMk/>
            <pc:sldMk cId="0" sldId="338"/>
            <ac:spMk id="7" creationId="{00000000-0000-0000-0000-000000000000}"/>
          </ac:spMkLst>
        </pc:spChg>
        <pc:spChg chg="mod">
          <ac:chgData name="Trevoir Williams" userId="6a45007046124a3d" providerId="LiveId" clId="{53D5EA3C-0847-4EC1-9FDC-43DBDAEAF41A}" dt="2026-04-29T19:58:53.264" v="786" actId="27636"/>
          <ac:spMkLst>
            <pc:docMk/>
            <pc:sldMk cId="0" sldId="338"/>
            <ac:spMk id="9" creationId="{00000000-0000-0000-0000-000000000000}"/>
          </ac:spMkLst>
        </pc:spChg>
        <pc:spChg chg="mod">
          <ac:chgData name="Trevoir Williams" userId="6a45007046124a3d" providerId="LiveId" clId="{53D5EA3C-0847-4EC1-9FDC-43DBDAEAF41A}" dt="2026-04-29T18:41:47.865" v="484" actId="26606"/>
          <ac:spMkLst>
            <pc:docMk/>
            <pc:sldMk cId="0" sldId="338"/>
            <ac:spMk id="14" creationId="{00000000-0000-0000-0000-000000000000}"/>
          </ac:spMkLst>
        </pc:spChg>
        <pc:spChg chg="mod">
          <ac:chgData name="Trevoir Williams" userId="6a45007046124a3d" providerId="LiveId" clId="{53D5EA3C-0847-4EC1-9FDC-43DBDAEAF41A}" dt="2026-04-29T18:41:47.865" v="484" actId="26606"/>
          <ac:spMkLst>
            <pc:docMk/>
            <pc:sldMk cId="0" sldId="338"/>
            <ac:spMk id="16" creationId="{00000000-0000-0000-0000-000000000000}"/>
          </ac:spMkLst>
        </pc:spChg>
        <pc:spChg chg="mod">
          <ac:chgData name="Trevoir Williams" userId="6a45007046124a3d" providerId="LiveId" clId="{53D5EA3C-0847-4EC1-9FDC-43DBDAEAF41A}" dt="2026-04-29T18:41:47.865" v="484" actId="26606"/>
          <ac:spMkLst>
            <pc:docMk/>
            <pc:sldMk cId="0" sldId="338"/>
            <ac:spMk id="17" creationId="{00000000-0000-0000-0000-000000000000}"/>
          </ac:spMkLst>
        </pc:spChg>
      </pc:sldChg>
      <pc:sldChg chg="modSp add del mod">
        <pc:chgData name="Trevoir Williams" userId="6a45007046124a3d" providerId="LiveId" clId="{53D5EA3C-0847-4EC1-9FDC-43DBDAEAF41A}" dt="2026-04-29T19:58:54.160" v="790" actId="27636"/>
        <pc:sldMkLst>
          <pc:docMk/>
          <pc:sldMk cId="0" sldId="339"/>
        </pc:sldMkLst>
        <pc:spChg chg="mod">
          <ac:chgData name="Trevoir Williams" userId="6a45007046124a3d" providerId="LiveId" clId="{53D5EA3C-0847-4EC1-9FDC-43DBDAEAF41A}" dt="2026-04-29T18:44:42.712" v="519" actId="27636"/>
          <ac:spMkLst>
            <pc:docMk/>
            <pc:sldMk cId="0" sldId="339"/>
            <ac:spMk id="3" creationId="{00000000-0000-0000-0000-000000000000}"/>
          </ac:spMkLst>
        </pc:spChg>
        <pc:spChg chg="mod">
          <ac:chgData name="Trevoir Williams" userId="6a45007046124a3d" providerId="LiveId" clId="{53D5EA3C-0847-4EC1-9FDC-43DBDAEAF41A}" dt="2026-04-29T19:58:54.148" v="788" actId="27636"/>
          <ac:spMkLst>
            <pc:docMk/>
            <pc:sldMk cId="0" sldId="339"/>
            <ac:spMk id="4" creationId="{00000000-0000-0000-0000-000000000000}"/>
          </ac:spMkLst>
        </pc:spChg>
        <pc:spChg chg="mod">
          <ac:chgData name="Trevoir Williams" userId="6a45007046124a3d" providerId="LiveId" clId="{53D5EA3C-0847-4EC1-9FDC-43DBDAEAF41A}" dt="2026-04-29T19:58:54.160" v="790" actId="27636"/>
          <ac:spMkLst>
            <pc:docMk/>
            <pc:sldMk cId="0" sldId="339"/>
            <ac:spMk id="7" creationId="{00000000-0000-0000-0000-000000000000}"/>
          </ac:spMkLst>
        </pc:spChg>
        <pc:spChg chg="mod">
          <ac:chgData name="Trevoir Williams" userId="6a45007046124a3d" providerId="LiveId" clId="{53D5EA3C-0847-4EC1-9FDC-43DBDAEAF41A}" dt="2026-04-29T19:58:54.155" v="789" actId="27636"/>
          <ac:spMkLst>
            <pc:docMk/>
            <pc:sldMk cId="0" sldId="339"/>
            <ac:spMk id="9" creationId="{00000000-0000-0000-0000-000000000000}"/>
          </ac:spMkLst>
        </pc:spChg>
        <pc:spChg chg="mod">
          <ac:chgData name="Trevoir Williams" userId="6a45007046124a3d" providerId="LiveId" clId="{53D5EA3C-0847-4EC1-9FDC-43DBDAEAF41A}" dt="2026-04-29T18:41:47.865" v="484" actId="26606"/>
          <ac:spMkLst>
            <pc:docMk/>
            <pc:sldMk cId="0" sldId="339"/>
            <ac:spMk id="14" creationId="{00000000-0000-0000-0000-000000000000}"/>
          </ac:spMkLst>
        </pc:spChg>
        <pc:spChg chg="mod">
          <ac:chgData name="Trevoir Williams" userId="6a45007046124a3d" providerId="LiveId" clId="{53D5EA3C-0847-4EC1-9FDC-43DBDAEAF41A}" dt="2026-04-29T18:41:47.865" v="484" actId="26606"/>
          <ac:spMkLst>
            <pc:docMk/>
            <pc:sldMk cId="0" sldId="339"/>
            <ac:spMk id="16" creationId="{00000000-0000-0000-0000-000000000000}"/>
          </ac:spMkLst>
        </pc:spChg>
        <pc:spChg chg="mod">
          <ac:chgData name="Trevoir Williams" userId="6a45007046124a3d" providerId="LiveId" clId="{53D5EA3C-0847-4EC1-9FDC-43DBDAEAF41A}" dt="2026-04-29T18:41:47.865" v="484" actId="26606"/>
          <ac:spMkLst>
            <pc:docMk/>
            <pc:sldMk cId="0" sldId="339"/>
            <ac:spMk id="17" creationId="{00000000-0000-0000-0000-000000000000}"/>
          </ac:spMkLst>
        </pc:spChg>
      </pc:sldChg>
      <pc:sldChg chg="modSp add del mod">
        <pc:chgData name="Trevoir Williams" userId="6a45007046124a3d" providerId="LiveId" clId="{53D5EA3C-0847-4EC1-9FDC-43DBDAEAF41A}" dt="2026-04-29T19:58:55.010" v="793" actId="27636"/>
        <pc:sldMkLst>
          <pc:docMk/>
          <pc:sldMk cId="0" sldId="340"/>
        </pc:sldMkLst>
        <pc:spChg chg="mod">
          <ac:chgData name="Trevoir Williams" userId="6a45007046124a3d" providerId="LiveId" clId="{53D5EA3C-0847-4EC1-9FDC-43DBDAEAF41A}" dt="2026-04-29T18:36:33.074" v="162" actId="26606"/>
          <ac:spMkLst>
            <pc:docMk/>
            <pc:sldMk cId="0" sldId="340"/>
            <ac:spMk id="3" creationId="{00000000-0000-0000-0000-000000000000}"/>
          </ac:spMkLst>
        </pc:spChg>
        <pc:spChg chg="mod">
          <ac:chgData name="Trevoir Williams" userId="6a45007046124a3d" providerId="LiveId" clId="{53D5EA3C-0847-4EC1-9FDC-43DBDAEAF41A}" dt="2026-04-29T19:58:55" v="791" actId="27636"/>
          <ac:spMkLst>
            <pc:docMk/>
            <pc:sldMk cId="0" sldId="340"/>
            <ac:spMk id="4" creationId="{00000000-0000-0000-0000-000000000000}"/>
          </ac:spMkLst>
        </pc:spChg>
        <pc:spChg chg="mod">
          <ac:chgData name="Trevoir Williams" userId="6a45007046124a3d" providerId="LiveId" clId="{53D5EA3C-0847-4EC1-9FDC-43DBDAEAF41A}" dt="2026-04-29T19:58:55.002" v="792" actId="27636"/>
          <ac:spMkLst>
            <pc:docMk/>
            <pc:sldMk cId="0" sldId="340"/>
            <ac:spMk id="7" creationId="{00000000-0000-0000-0000-000000000000}"/>
          </ac:spMkLst>
        </pc:spChg>
        <pc:spChg chg="mod">
          <ac:chgData name="Trevoir Williams" userId="6a45007046124a3d" providerId="LiveId" clId="{53D5EA3C-0847-4EC1-9FDC-43DBDAEAF41A}" dt="2026-04-29T19:58:55.010" v="793" actId="27636"/>
          <ac:spMkLst>
            <pc:docMk/>
            <pc:sldMk cId="0" sldId="340"/>
            <ac:spMk id="9" creationId="{00000000-0000-0000-0000-000000000000}"/>
          </ac:spMkLst>
        </pc:spChg>
        <pc:spChg chg="mod">
          <ac:chgData name="Trevoir Williams" userId="6a45007046124a3d" providerId="LiveId" clId="{53D5EA3C-0847-4EC1-9FDC-43DBDAEAF41A}" dt="2026-04-29T18:41:47.865" v="484" actId="26606"/>
          <ac:spMkLst>
            <pc:docMk/>
            <pc:sldMk cId="0" sldId="340"/>
            <ac:spMk id="14" creationId="{00000000-0000-0000-0000-000000000000}"/>
          </ac:spMkLst>
        </pc:spChg>
        <pc:spChg chg="mod">
          <ac:chgData name="Trevoir Williams" userId="6a45007046124a3d" providerId="LiveId" clId="{53D5EA3C-0847-4EC1-9FDC-43DBDAEAF41A}" dt="2026-04-29T18:41:47.865" v="484" actId="26606"/>
          <ac:spMkLst>
            <pc:docMk/>
            <pc:sldMk cId="0" sldId="340"/>
            <ac:spMk id="16" creationId="{00000000-0000-0000-0000-000000000000}"/>
          </ac:spMkLst>
        </pc:spChg>
        <pc:spChg chg="mod">
          <ac:chgData name="Trevoir Williams" userId="6a45007046124a3d" providerId="LiveId" clId="{53D5EA3C-0847-4EC1-9FDC-43DBDAEAF41A}" dt="2026-04-29T18:41:47.865" v="484" actId="26606"/>
          <ac:spMkLst>
            <pc:docMk/>
            <pc:sldMk cId="0" sldId="340"/>
            <ac:spMk id="17" creationId="{00000000-0000-0000-0000-000000000000}"/>
          </ac:spMkLst>
        </pc:spChg>
      </pc:sldChg>
      <pc:sldChg chg="modSp add del mod">
        <pc:chgData name="Trevoir Williams" userId="6a45007046124a3d" providerId="LiveId" clId="{53D5EA3C-0847-4EC1-9FDC-43DBDAEAF41A}" dt="2026-04-29T19:58:55.722" v="796" actId="27636"/>
        <pc:sldMkLst>
          <pc:docMk/>
          <pc:sldMk cId="0" sldId="341"/>
        </pc:sldMkLst>
        <pc:spChg chg="mod">
          <ac:chgData name="Trevoir Williams" userId="6a45007046124a3d" providerId="LiveId" clId="{53D5EA3C-0847-4EC1-9FDC-43DBDAEAF41A}" dt="2026-04-29T18:44:43.656" v="520" actId="27636"/>
          <ac:spMkLst>
            <pc:docMk/>
            <pc:sldMk cId="0" sldId="341"/>
            <ac:spMk id="3" creationId="{00000000-0000-0000-0000-000000000000}"/>
          </ac:spMkLst>
        </pc:spChg>
        <pc:spChg chg="mod">
          <ac:chgData name="Trevoir Williams" userId="6a45007046124a3d" providerId="LiveId" clId="{53D5EA3C-0847-4EC1-9FDC-43DBDAEAF41A}" dt="2026-04-29T19:58:55.718" v="795" actId="27636"/>
          <ac:spMkLst>
            <pc:docMk/>
            <pc:sldMk cId="0" sldId="341"/>
            <ac:spMk id="4" creationId="{00000000-0000-0000-0000-000000000000}"/>
          </ac:spMkLst>
        </pc:spChg>
        <pc:spChg chg="mod">
          <ac:chgData name="Trevoir Williams" userId="6a45007046124a3d" providerId="LiveId" clId="{53D5EA3C-0847-4EC1-9FDC-43DBDAEAF41A}" dt="2026-04-29T19:58:55.722" v="796" actId="27636"/>
          <ac:spMkLst>
            <pc:docMk/>
            <pc:sldMk cId="0" sldId="341"/>
            <ac:spMk id="7" creationId="{00000000-0000-0000-0000-000000000000}"/>
          </ac:spMkLst>
        </pc:spChg>
        <pc:spChg chg="mod">
          <ac:chgData name="Trevoir Williams" userId="6a45007046124a3d" providerId="LiveId" clId="{53D5EA3C-0847-4EC1-9FDC-43DBDAEAF41A}" dt="2026-04-29T19:58:55.700" v="794" actId="27636"/>
          <ac:spMkLst>
            <pc:docMk/>
            <pc:sldMk cId="0" sldId="341"/>
            <ac:spMk id="9" creationId="{00000000-0000-0000-0000-000000000000}"/>
          </ac:spMkLst>
        </pc:spChg>
        <pc:spChg chg="mod">
          <ac:chgData name="Trevoir Williams" userId="6a45007046124a3d" providerId="LiveId" clId="{53D5EA3C-0847-4EC1-9FDC-43DBDAEAF41A}" dt="2026-04-29T18:41:47.865" v="484" actId="26606"/>
          <ac:spMkLst>
            <pc:docMk/>
            <pc:sldMk cId="0" sldId="341"/>
            <ac:spMk id="14" creationId="{00000000-0000-0000-0000-000000000000}"/>
          </ac:spMkLst>
        </pc:spChg>
        <pc:spChg chg="mod">
          <ac:chgData name="Trevoir Williams" userId="6a45007046124a3d" providerId="LiveId" clId="{53D5EA3C-0847-4EC1-9FDC-43DBDAEAF41A}" dt="2026-04-29T18:41:47.865" v="484" actId="26606"/>
          <ac:spMkLst>
            <pc:docMk/>
            <pc:sldMk cId="0" sldId="341"/>
            <ac:spMk id="16" creationId="{00000000-0000-0000-0000-000000000000}"/>
          </ac:spMkLst>
        </pc:spChg>
        <pc:spChg chg="mod">
          <ac:chgData name="Trevoir Williams" userId="6a45007046124a3d" providerId="LiveId" clId="{53D5EA3C-0847-4EC1-9FDC-43DBDAEAF41A}" dt="2026-04-29T18:41:47.865" v="484" actId="26606"/>
          <ac:spMkLst>
            <pc:docMk/>
            <pc:sldMk cId="0" sldId="341"/>
            <ac:spMk id="17"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342"/>
        </pc:sldMkLst>
        <pc:spChg chg="mod">
          <ac:chgData name="Trevoir Williams" userId="6a45007046124a3d" providerId="LiveId" clId="{53D5EA3C-0847-4EC1-9FDC-43DBDAEAF41A}" dt="2026-04-29T18:36:33.074" v="162" actId="26606"/>
          <ac:spMkLst>
            <pc:docMk/>
            <pc:sldMk cId="0" sldId="342"/>
            <ac:spMk id="3" creationId="{00000000-0000-0000-0000-000000000000}"/>
          </ac:spMkLst>
        </pc:spChg>
        <pc:spChg chg="mod">
          <ac:chgData name="Trevoir Williams" userId="6a45007046124a3d" providerId="LiveId" clId="{53D5EA3C-0847-4EC1-9FDC-43DBDAEAF41A}" dt="2026-04-29T18:55:23.307" v="635" actId="27636"/>
          <ac:spMkLst>
            <pc:docMk/>
            <pc:sldMk cId="0" sldId="342"/>
            <ac:spMk id="4" creationId="{00000000-0000-0000-0000-000000000000}"/>
          </ac:spMkLst>
        </pc:spChg>
        <pc:spChg chg="mod">
          <ac:chgData name="Trevoir Williams" userId="6a45007046124a3d" providerId="LiveId" clId="{53D5EA3C-0847-4EC1-9FDC-43DBDAEAF41A}" dt="2026-04-29T18:41:47.865" v="484" actId="26606"/>
          <ac:spMkLst>
            <pc:docMk/>
            <pc:sldMk cId="0" sldId="342"/>
            <ac:spMk id="17" creationId="{00000000-0000-0000-0000-000000000000}"/>
          </ac:spMkLst>
        </pc:spChg>
        <pc:spChg chg="mod">
          <ac:chgData name="Trevoir Williams" userId="6a45007046124a3d" providerId="LiveId" clId="{53D5EA3C-0847-4EC1-9FDC-43DBDAEAF41A}" dt="2026-04-29T18:41:47.865" v="484" actId="26606"/>
          <ac:spMkLst>
            <pc:docMk/>
            <pc:sldMk cId="0" sldId="342"/>
            <ac:spMk id="19" creationId="{00000000-0000-0000-0000-000000000000}"/>
          </ac:spMkLst>
        </pc:spChg>
        <pc:spChg chg="mod">
          <ac:chgData name="Trevoir Williams" userId="6a45007046124a3d" providerId="LiveId" clId="{53D5EA3C-0847-4EC1-9FDC-43DBDAEAF41A}" dt="2026-04-29T18:41:47.865" v="484" actId="26606"/>
          <ac:spMkLst>
            <pc:docMk/>
            <pc:sldMk cId="0" sldId="342"/>
            <ac:spMk id="20" creationId="{00000000-0000-0000-0000-000000000000}"/>
          </ac:spMkLst>
        </pc:spChg>
        <pc:spChg chg="mod">
          <ac:chgData name="Trevoir Williams" userId="6a45007046124a3d" providerId="LiveId" clId="{53D5EA3C-0847-4EC1-9FDC-43DBDAEAF41A}" dt="2026-04-29T18:41:47.865" v="484" actId="26606"/>
          <ac:spMkLst>
            <pc:docMk/>
            <pc:sldMk cId="0" sldId="342"/>
            <ac:spMk id="21" creationId="{00000000-0000-0000-0000-000000000000}"/>
          </ac:spMkLst>
        </pc:spChg>
      </pc:sldChg>
      <pc:sldChg chg="modSp add del mod">
        <pc:chgData name="Trevoir Williams" userId="6a45007046124a3d" providerId="LiveId" clId="{53D5EA3C-0847-4EC1-9FDC-43DBDAEAF41A}" dt="2026-04-29T19:58:56.306" v="799" actId="27636"/>
        <pc:sldMkLst>
          <pc:docMk/>
          <pc:sldMk cId="0" sldId="343"/>
        </pc:sldMkLst>
        <pc:spChg chg="mod">
          <ac:chgData name="Trevoir Williams" userId="6a45007046124a3d" providerId="LiveId" clId="{53D5EA3C-0847-4EC1-9FDC-43DBDAEAF41A}" dt="2026-04-29T18:44:44.534" v="521" actId="27636"/>
          <ac:spMkLst>
            <pc:docMk/>
            <pc:sldMk cId="0" sldId="343"/>
            <ac:spMk id="3" creationId="{00000000-0000-0000-0000-000000000000}"/>
          </ac:spMkLst>
        </pc:spChg>
        <pc:spChg chg="mod">
          <ac:chgData name="Trevoir Williams" userId="6a45007046124a3d" providerId="LiveId" clId="{53D5EA3C-0847-4EC1-9FDC-43DBDAEAF41A}" dt="2026-04-29T19:58:56.300" v="797" actId="27636"/>
          <ac:spMkLst>
            <pc:docMk/>
            <pc:sldMk cId="0" sldId="343"/>
            <ac:spMk id="4" creationId="{00000000-0000-0000-0000-000000000000}"/>
          </ac:spMkLst>
        </pc:spChg>
        <pc:spChg chg="mod">
          <ac:chgData name="Trevoir Williams" userId="6a45007046124a3d" providerId="LiveId" clId="{53D5EA3C-0847-4EC1-9FDC-43DBDAEAF41A}" dt="2026-04-29T19:58:56.306" v="799" actId="27636"/>
          <ac:spMkLst>
            <pc:docMk/>
            <pc:sldMk cId="0" sldId="343"/>
            <ac:spMk id="7" creationId="{00000000-0000-0000-0000-000000000000}"/>
          </ac:spMkLst>
        </pc:spChg>
        <pc:spChg chg="mod">
          <ac:chgData name="Trevoir Williams" userId="6a45007046124a3d" providerId="LiveId" clId="{53D5EA3C-0847-4EC1-9FDC-43DBDAEAF41A}" dt="2026-04-29T19:58:56.304" v="798" actId="27636"/>
          <ac:spMkLst>
            <pc:docMk/>
            <pc:sldMk cId="0" sldId="343"/>
            <ac:spMk id="9" creationId="{00000000-0000-0000-0000-000000000000}"/>
          </ac:spMkLst>
        </pc:spChg>
        <pc:spChg chg="mod">
          <ac:chgData name="Trevoir Williams" userId="6a45007046124a3d" providerId="LiveId" clId="{53D5EA3C-0847-4EC1-9FDC-43DBDAEAF41A}" dt="2026-04-29T18:41:47.865" v="484" actId="26606"/>
          <ac:spMkLst>
            <pc:docMk/>
            <pc:sldMk cId="0" sldId="343"/>
            <ac:spMk id="14" creationId="{00000000-0000-0000-0000-000000000000}"/>
          </ac:spMkLst>
        </pc:spChg>
        <pc:spChg chg="mod">
          <ac:chgData name="Trevoir Williams" userId="6a45007046124a3d" providerId="LiveId" clId="{53D5EA3C-0847-4EC1-9FDC-43DBDAEAF41A}" dt="2026-04-29T18:41:47.865" v="484" actId="26606"/>
          <ac:spMkLst>
            <pc:docMk/>
            <pc:sldMk cId="0" sldId="343"/>
            <ac:spMk id="16" creationId="{00000000-0000-0000-0000-000000000000}"/>
          </ac:spMkLst>
        </pc:spChg>
        <pc:spChg chg="mod">
          <ac:chgData name="Trevoir Williams" userId="6a45007046124a3d" providerId="LiveId" clId="{53D5EA3C-0847-4EC1-9FDC-43DBDAEAF41A}" dt="2026-04-29T18:41:47.865" v="484" actId="26606"/>
          <ac:spMkLst>
            <pc:docMk/>
            <pc:sldMk cId="0" sldId="343"/>
            <ac:spMk id="17" creationId="{00000000-0000-0000-0000-000000000000}"/>
          </ac:spMkLst>
        </pc:spChg>
      </pc:sldChg>
      <pc:sldChg chg="modSp add del mod">
        <pc:chgData name="Trevoir Williams" userId="6a45007046124a3d" providerId="LiveId" clId="{53D5EA3C-0847-4EC1-9FDC-43DBDAEAF41A}" dt="2026-04-29T19:58:56.893" v="802" actId="27636"/>
        <pc:sldMkLst>
          <pc:docMk/>
          <pc:sldMk cId="0" sldId="344"/>
        </pc:sldMkLst>
        <pc:spChg chg="mod">
          <ac:chgData name="Trevoir Williams" userId="6a45007046124a3d" providerId="LiveId" clId="{53D5EA3C-0847-4EC1-9FDC-43DBDAEAF41A}" dt="2026-04-29T19:58:56.884" v="800" actId="27636"/>
          <ac:spMkLst>
            <pc:docMk/>
            <pc:sldMk cId="0" sldId="344"/>
            <ac:spMk id="3" creationId="{00000000-0000-0000-0000-000000000000}"/>
          </ac:spMkLst>
        </pc:spChg>
        <pc:spChg chg="mod">
          <ac:chgData name="Trevoir Williams" userId="6a45007046124a3d" providerId="LiveId" clId="{53D5EA3C-0847-4EC1-9FDC-43DBDAEAF41A}" dt="2026-04-29T19:58:56.893" v="802" actId="27636"/>
          <ac:spMkLst>
            <pc:docMk/>
            <pc:sldMk cId="0" sldId="344"/>
            <ac:spMk id="4" creationId="{00000000-0000-0000-0000-000000000000}"/>
          </ac:spMkLst>
        </pc:spChg>
        <pc:spChg chg="mod">
          <ac:chgData name="Trevoir Williams" userId="6a45007046124a3d" providerId="LiveId" clId="{53D5EA3C-0847-4EC1-9FDC-43DBDAEAF41A}" dt="2026-04-29T18:41:47.865" v="484" actId="26606"/>
          <ac:spMkLst>
            <pc:docMk/>
            <pc:sldMk cId="0" sldId="344"/>
            <ac:spMk id="7" creationId="{00000000-0000-0000-0000-000000000000}"/>
          </ac:spMkLst>
        </pc:spChg>
        <pc:spChg chg="mod">
          <ac:chgData name="Trevoir Williams" userId="6a45007046124a3d" providerId="LiveId" clId="{53D5EA3C-0847-4EC1-9FDC-43DBDAEAF41A}" dt="2026-04-29T19:58:56.889" v="801" actId="27636"/>
          <ac:spMkLst>
            <pc:docMk/>
            <pc:sldMk cId="0" sldId="344"/>
            <ac:spMk id="9" creationId="{00000000-0000-0000-0000-000000000000}"/>
          </ac:spMkLst>
        </pc:spChg>
        <pc:spChg chg="mod">
          <ac:chgData name="Trevoir Williams" userId="6a45007046124a3d" providerId="LiveId" clId="{53D5EA3C-0847-4EC1-9FDC-43DBDAEAF41A}" dt="2026-04-29T18:41:47.865" v="484" actId="26606"/>
          <ac:spMkLst>
            <pc:docMk/>
            <pc:sldMk cId="0" sldId="344"/>
            <ac:spMk id="14" creationId="{00000000-0000-0000-0000-000000000000}"/>
          </ac:spMkLst>
        </pc:spChg>
        <pc:spChg chg="mod">
          <ac:chgData name="Trevoir Williams" userId="6a45007046124a3d" providerId="LiveId" clId="{53D5EA3C-0847-4EC1-9FDC-43DBDAEAF41A}" dt="2026-04-29T18:41:47.865" v="484" actId="26606"/>
          <ac:spMkLst>
            <pc:docMk/>
            <pc:sldMk cId="0" sldId="344"/>
            <ac:spMk id="16" creationId="{00000000-0000-0000-0000-000000000000}"/>
          </ac:spMkLst>
        </pc:spChg>
        <pc:spChg chg="mod">
          <ac:chgData name="Trevoir Williams" userId="6a45007046124a3d" providerId="LiveId" clId="{53D5EA3C-0847-4EC1-9FDC-43DBDAEAF41A}" dt="2026-04-29T18:41:47.865" v="484" actId="26606"/>
          <ac:spMkLst>
            <pc:docMk/>
            <pc:sldMk cId="0" sldId="344"/>
            <ac:spMk id="17" creationId="{00000000-0000-0000-0000-000000000000}"/>
          </ac:spMkLst>
        </pc:spChg>
      </pc:sldChg>
      <pc:sldChg chg="modSp add del mod">
        <pc:chgData name="Trevoir Williams" userId="6a45007046124a3d" providerId="LiveId" clId="{53D5EA3C-0847-4EC1-9FDC-43DBDAEAF41A}" dt="2026-04-29T19:58:57.592" v="805" actId="27636"/>
        <pc:sldMkLst>
          <pc:docMk/>
          <pc:sldMk cId="0" sldId="345"/>
        </pc:sldMkLst>
        <pc:spChg chg="mod">
          <ac:chgData name="Trevoir Williams" userId="6a45007046124a3d" providerId="LiveId" clId="{53D5EA3C-0847-4EC1-9FDC-43DBDAEAF41A}" dt="2026-04-29T19:58:57.570" v="803" actId="27636"/>
          <ac:spMkLst>
            <pc:docMk/>
            <pc:sldMk cId="0" sldId="345"/>
            <ac:spMk id="3" creationId="{00000000-0000-0000-0000-000000000000}"/>
          </ac:spMkLst>
        </pc:spChg>
        <pc:spChg chg="mod">
          <ac:chgData name="Trevoir Williams" userId="6a45007046124a3d" providerId="LiveId" clId="{53D5EA3C-0847-4EC1-9FDC-43DBDAEAF41A}" dt="2026-04-29T19:58:57.592" v="805" actId="27636"/>
          <ac:spMkLst>
            <pc:docMk/>
            <pc:sldMk cId="0" sldId="345"/>
            <ac:spMk id="4" creationId="{00000000-0000-0000-0000-000000000000}"/>
          </ac:spMkLst>
        </pc:spChg>
        <pc:spChg chg="mod">
          <ac:chgData name="Trevoir Williams" userId="6a45007046124a3d" providerId="LiveId" clId="{53D5EA3C-0847-4EC1-9FDC-43DBDAEAF41A}" dt="2026-04-29T18:41:47.865" v="484" actId="26606"/>
          <ac:spMkLst>
            <pc:docMk/>
            <pc:sldMk cId="0" sldId="345"/>
            <ac:spMk id="7" creationId="{00000000-0000-0000-0000-000000000000}"/>
          </ac:spMkLst>
        </pc:spChg>
        <pc:spChg chg="mod">
          <ac:chgData name="Trevoir Williams" userId="6a45007046124a3d" providerId="LiveId" clId="{53D5EA3C-0847-4EC1-9FDC-43DBDAEAF41A}" dt="2026-04-29T19:58:57.588" v="804" actId="27636"/>
          <ac:spMkLst>
            <pc:docMk/>
            <pc:sldMk cId="0" sldId="345"/>
            <ac:spMk id="9" creationId="{00000000-0000-0000-0000-000000000000}"/>
          </ac:spMkLst>
        </pc:spChg>
        <pc:spChg chg="mod">
          <ac:chgData name="Trevoir Williams" userId="6a45007046124a3d" providerId="LiveId" clId="{53D5EA3C-0847-4EC1-9FDC-43DBDAEAF41A}" dt="2026-04-29T18:41:47.865" v="484" actId="26606"/>
          <ac:spMkLst>
            <pc:docMk/>
            <pc:sldMk cId="0" sldId="345"/>
            <ac:spMk id="14" creationId="{00000000-0000-0000-0000-000000000000}"/>
          </ac:spMkLst>
        </pc:spChg>
        <pc:spChg chg="mod">
          <ac:chgData name="Trevoir Williams" userId="6a45007046124a3d" providerId="LiveId" clId="{53D5EA3C-0847-4EC1-9FDC-43DBDAEAF41A}" dt="2026-04-29T18:41:47.865" v="484" actId="26606"/>
          <ac:spMkLst>
            <pc:docMk/>
            <pc:sldMk cId="0" sldId="345"/>
            <ac:spMk id="16" creationId="{00000000-0000-0000-0000-000000000000}"/>
          </ac:spMkLst>
        </pc:spChg>
        <pc:spChg chg="mod">
          <ac:chgData name="Trevoir Williams" userId="6a45007046124a3d" providerId="LiveId" clId="{53D5EA3C-0847-4EC1-9FDC-43DBDAEAF41A}" dt="2026-04-29T18:41:47.865" v="484" actId="26606"/>
          <ac:spMkLst>
            <pc:docMk/>
            <pc:sldMk cId="0" sldId="345"/>
            <ac:spMk id="17" creationId="{00000000-0000-0000-0000-000000000000}"/>
          </ac:spMkLst>
        </pc:spChg>
      </pc:sldChg>
      <pc:sldChg chg="modSp add del mod">
        <pc:chgData name="Trevoir Williams" userId="6a45007046124a3d" providerId="LiveId" clId="{53D5EA3C-0847-4EC1-9FDC-43DBDAEAF41A}" dt="2026-04-29T19:58:58.391" v="809" actId="27636"/>
        <pc:sldMkLst>
          <pc:docMk/>
          <pc:sldMk cId="0" sldId="346"/>
        </pc:sldMkLst>
        <pc:spChg chg="mod">
          <ac:chgData name="Trevoir Williams" userId="6a45007046124a3d" providerId="LiveId" clId="{53D5EA3C-0847-4EC1-9FDC-43DBDAEAF41A}" dt="2026-04-29T19:58:58.383" v="807" actId="27636"/>
          <ac:spMkLst>
            <pc:docMk/>
            <pc:sldMk cId="0" sldId="346"/>
            <ac:spMk id="3" creationId="{00000000-0000-0000-0000-000000000000}"/>
          </ac:spMkLst>
        </pc:spChg>
        <pc:spChg chg="mod">
          <ac:chgData name="Trevoir Williams" userId="6a45007046124a3d" providerId="LiveId" clId="{53D5EA3C-0847-4EC1-9FDC-43DBDAEAF41A}" dt="2026-04-29T19:58:58.387" v="808" actId="27636"/>
          <ac:spMkLst>
            <pc:docMk/>
            <pc:sldMk cId="0" sldId="346"/>
            <ac:spMk id="4" creationId="{00000000-0000-0000-0000-000000000000}"/>
          </ac:spMkLst>
        </pc:spChg>
        <pc:spChg chg="mod">
          <ac:chgData name="Trevoir Williams" userId="6a45007046124a3d" providerId="LiveId" clId="{53D5EA3C-0847-4EC1-9FDC-43DBDAEAF41A}" dt="2026-04-29T19:58:58.391" v="809" actId="27636"/>
          <ac:spMkLst>
            <pc:docMk/>
            <pc:sldMk cId="0" sldId="346"/>
            <ac:spMk id="7" creationId="{00000000-0000-0000-0000-000000000000}"/>
          </ac:spMkLst>
        </pc:spChg>
        <pc:spChg chg="mod">
          <ac:chgData name="Trevoir Williams" userId="6a45007046124a3d" providerId="LiveId" clId="{53D5EA3C-0847-4EC1-9FDC-43DBDAEAF41A}" dt="2026-04-29T19:58:58.376" v="806" actId="27636"/>
          <ac:spMkLst>
            <pc:docMk/>
            <pc:sldMk cId="0" sldId="346"/>
            <ac:spMk id="9" creationId="{00000000-0000-0000-0000-000000000000}"/>
          </ac:spMkLst>
        </pc:spChg>
        <pc:spChg chg="mod">
          <ac:chgData name="Trevoir Williams" userId="6a45007046124a3d" providerId="LiveId" clId="{53D5EA3C-0847-4EC1-9FDC-43DBDAEAF41A}" dt="2026-04-29T18:41:47.865" v="484" actId="26606"/>
          <ac:spMkLst>
            <pc:docMk/>
            <pc:sldMk cId="0" sldId="346"/>
            <ac:spMk id="14" creationId="{00000000-0000-0000-0000-000000000000}"/>
          </ac:spMkLst>
        </pc:spChg>
        <pc:spChg chg="mod">
          <ac:chgData name="Trevoir Williams" userId="6a45007046124a3d" providerId="LiveId" clId="{53D5EA3C-0847-4EC1-9FDC-43DBDAEAF41A}" dt="2026-04-29T18:41:47.865" v="484" actId="26606"/>
          <ac:spMkLst>
            <pc:docMk/>
            <pc:sldMk cId="0" sldId="346"/>
            <ac:spMk id="16" creationId="{00000000-0000-0000-0000-000000000000}"/>
          </ac:spMkLst>
        </pc:spChg>
        <pc:spChg chg="mod">
          <ac:chgData name="Trevoir Williams" userId="6a45007046124a3d" providerId="LiveId" clId="{53D5EA3C-0847-4EC1-9FDC-43DBDAEAF41A}" dt="2026-04-29T18:41:47.865" v="484" actId="26606"/>
          <ac:spMkLst>
            <pc:docMk/>
            <pc:sldMk cId="0" sldId="346"/>
            <ac:spMk id="17" creationId="{00000000-0000-0000-0000-000000000000}"/>
          </ac:spMkLst>
        </pc:spChg>
      </pc:sldChg>
      <pc:sldChg chg="modSp add del mod">
        <pc:chgData name="Trevoir Williams" userId="6a45007046124a3d" providerId="LiveId" clId="{53D5EA3C-0847-4EC1-9FDC-43DBDAEAF41A}" dt="2026-04-29T19:58:59.070" v="812" actId="27636"/>
        <pc:sldMkLst>
          <pc:docMk/>
          <pc:sldMk cId="0" sldId="347"/>
        </pc:sldMkLst>
        <pc:spChg chg="mod">
          <ac:chgData name="Trevoir Williams" userId="6a45007046124a3d" providerId="LiveId" clId="{53D5EA3C-0847-4EC1-9FDC-43DBDAEAF41A}" dt="2026-04-29T19:58:59.065" v="810" actId="27636"/>
          <ac:spMkLst>
            <pc:docMk/>
            <pc:sldMk cId="0" sldId="347"/>
            <ac:spMk id="3" creationId="{00000000-0000-0000-0000-000000000000}"/>
          </ac:spMkLst>
        </pc:spChg>
        <pc:spChg chg="mod">
          <ac:chgData name="Trevoir Williams" userId="6a45007046124a3d" providerId="LiveId" clId="{53D5EA3C-0847-4EC1-9FDC-43DBDAEAF41A}" dt="2026-04-29T19:58:59.069" v="811" actId="27636"/>
          <ac:spMkLst>
            <pc:docMk/>
            <pc:sldMk cId="0" sldId="347"/>
            <ac:spMk id="4" creationId="{00000000-0000-0000-0000-000000000000}"/>
          </ac:spMkLst>
        </pc:spChg>
        <pc:spChg chg="mod">
          <ac:chgData name="Trevoir Williams" userId="6a45007046124a3d" providerId="LiveId" clId="{53D5EA3C-0847-4EC1-9FDC-43DBDAEAF41A}" dt="2026-04-29T18:41:47.865" v="484" actId="26606"/>
          <ac:spMkLst>
            <pc:docMk/>
            <pc:sldMk cId="0" sldId="347"/>
            <ac:spMk id="7" creationId="{00000000-0000-0000-0000-000000000000}"/>
          </ac:spMkLst>
        </pc:spChg>
        <pc:spChg chg="mod">
          <ac:chgData name="Trevoir Williams" userId="6a45007046124a3d" providerId="LiveId" clId="{53D5EA3C-0847-4EC1-9FDC-43DBDAEAF41A}" dt="2026-04-29T19:58:59.070" v="812" actId="27636"/>
          <ac:spMkLst>
            <pc:docMk/>
            <pc:sldMk cId="0" sldId="347"/>
            <ac:spMk id="9" creationId="{00000000-0000-0000-0000-000000000000}"/>
          </ac:spMkLst>
        </pc:spChg>
        <pc:spChg chg="mod">
          <ac:chgData name="Trevoir Williams" userId="6a45007046124a3d" providerId="LiveId" clId="{53D5EA3C-0847-4EC1-9FDC-43DBDAEAF41A}" dt="2026-04-29T18:41:47.865" v="484" actId="26606"/>
          <ac:spMkLst>
            <pc:docMk/>
            <pc:sldMk cId="0" sldId="347"/>
            <ac:spMk id="14" creationId="{00000000-0000-0000-0000-000000000000}"/>
          </ac:spMkLst>
        </pc:spChg>
        <pc:spChg chg="mod">
          <ac:chgData name="Trevoir Williams" userId="6a45007046124a3d" providerId="LiveId" clId="{53D5EA3C-0847-4EC1-9FDC-43DBDAEAF41A}" dt="2026-04-29T18:41:47.865" v="484" actId="26606"/>
          <ac:spMkLst>
            <pc:docMk/>
            <pc:sldMk cId="0" sldId="347"/>
            <ac:spMk id="16" creationId="{00000000-0000-0000-0000-000000000000}"/>
          </ac:spMkLst>
        </pc:spChg>
        <pc:spChg chg="mod">
          <ac:chgData name="Trevoir Williams" userId="6a45007046124a3d" providerId="LiveId" clId="{53D5EA3C-0847-4EC1-9FDC-43DBDAEAF41A}" dt="2026-04-29T18:41:47.865" v="484" actId="26606"/>
          <ac:spMkLst>
            <pc:docMk/>
            <pc:sldMk cId="0" sldId="347"/>
            <ac:spMk id="17" creationId="{00000000-0000-0000-0000-000000000000}"/>
          </ac:spMkLst>
        </pc:spChg>
      </pc:sldChg>
      <pc:sldChg chg="modSp add del mod">
        <pc:chgData name="Trevoir Williams" userId="6a45007046124a3d" providerId="LiveId" clId="{53D5EA3C-0847-4EC1-9FDC-43DBDAEAF41A}" dt="2026-04-29T19:58:59.692" v="816" actId="27636"/>
        <pc:sldMkLst>
          <pc:docMk/>
          <pc:sldMk cId="0" sldId="348"/>
        </pc:sldMkLst>
        <pc:spChg chg="mod">
          <ac:chgData name="Trevoir Williams" userId="6a45007046124a3d" providerId="LiveId" clId="{53D5EA3C-0847-4EC1-9FDC-43DBDAEAF41A}" dt="2026-04-29T19:58:59.680" v="814" actId="27636"/>
          <ac:spMkLst>
            <pc:docMk/>
            <pc:sldMk cId="0" sldId="348"/>
            <ac:spMk id="3" creationId="{00000000-0000-0000-0000-000000000000}"/>
          </ac:spMkLst>
        </pc:spChg>
        <pc:spChg chg="mod">
          <ac:chgData name="Trevoir Williams" userId="6a45007046124a3d" providerId="LiveId" clId="{53D5EA3C-0847-4EC1-9FDC-43DBDAEAF41A}" dt="2026-04-29T19:58:59.692" v="816" actId="27636"/>
          <ac:spMkLst>
            <pc:docMk/>
            <pc:sldMk cId="0" sldId="348"/>
            <ac:spMk id="4" creationId="{00000000-0000-0000-0000-000000000000}"/>
          </ac:spMkLst>
        </pc:spChg>
        <pc:spChg chg="mod">
          <ac:chgData name="Trevoir Williams" userId="6a45007046124a3d" providerId="LiveId" clId="{53D5EA3C-0847-4EC1-9FDC-43DBDAEAF41A}" dt="2026-04-29T19:58:59.680" v="815" actId="27636"/>
          <ac:spMkLst>
            <pc:docMk/>
            <pc:sldMk cId="0" sldId="348"/>
            <ac:spMk id="7" creationId="{00000000-0000-0000-0000-000000000000}"/>
          </ac:spMkLst>
        </pc:spChg>
        <pc:spChg chg="mod">
          <ac:chgData name="Trevoir Williams" userId="6a45007046124a3d" providerId="LiveId" clId="{53D5EA3C-0847-4EC1-9FDC-43DBDAEAF41A}" dt="2026-04-29T19:58:59.680" v="813" actId="27636"/>
          <ac:spMkLst>
            <pc:docMk/>
            <pc:sldMk cId="0" sldId="348"/>
            <ac:spMk id="9" creationId="{00000000-0000-0000-0000-000000000000}"/>
          </ac:spMkLst>
        </pc:spChg>
        <pc:spChg chg="mod">
          <ac:chgData name="Trevoir Williams" userId="6a45007046124a3d" providerId="LiveId" clId="{53D5EA3C-0847-4EC1-9FDC-43DBDAEAF41A}" dt="2026-04-29T18:41:47.865" v="484" actId="26606"/>
          <ac:spMkLst>
            <pc:docMk/>
            <pc:sldMk cId="0" sldId="348"/>
            <ac:spMk id="14" creationId="{00000000-0000-0000-0000-000000000000}"/>
          </ac:spMkLst>
        </pc:spChg>
        <pc:spChg chg="mod">
          <ac:chgData name="Trevoir Williams" userId="6a45007046124a3d" providerId="LiveId" clId="{53D5EA3C-0847-4EC1-9FDC-43DBDAEAF41A}" dt="2026-04-29T18:41:47.865" v="484" actId="26606"/>
          <ac:spMkLst>
            <pc:docMk/>
            <pc:sldMk cId="0" sldId="348"/>
            <ac:spMk id="16" creationId="{00000000-0000-0000-0000-000000000000}"/>
          </ac:spMkLst>
        </pc:spChg>
        <pc:spChg chg="mod">
          <ac:chgData name="Trevoir Williams" userId="6a45007046124a3d" providerId="LiveId" clId="{53D5EA3C-0847-4EC1-9FDC-43DBDAEAF41A}" dt="2026-04-29T18:41:47.865" v="484" actId="26606"/>
          <ac:spMkLst>
            <pc:docMk/>
            <pc:sldMk cId="0" sldId="348"/>
            <ac:spMk id="17" creationId="{00000000-0000-0000-0000-000000000000}"/>
          </ac:spMkLst>
        </pc:spChg>
      </pc:sldChg>
      <pc:sldChg chg="modSp add del mod">
        <pc:chgData name="Trevoir Williams" userId="6a45007046124a3d" providerId="LiveId" clId="{53D5EA3C-0847-4EC1-9FDC-43DBDAEAF41A}" dt="2026-04-29T19:27:39.781" v="682" actId="27636"/>
        <pc:sldMkLst>
          <pc:docMk/>
          <pc:sldMk cId="0" sldId="349"/>
        </pc:sldMkLst>
        <pc:spChg chg="mod">
          <ac:chgData name="Trevoir Williams" userId="6a45007046124a3d" providerId="LiveId" clId="{53D5EA3C-0847-4EC1-9FDC-43DBDAEAF41A}" dt="2026-04-29T18:36:33.074" v="162" actId="26606"/>
          <ac:spMkLst>
            <pc:docMk/>
            <pc:sldMk cId="0" sldId="349"/>
            <ac:spMk id="3" creationId="{00000000-0000-0000-0000-000000000000}"/>
          </ac:spMkLst>
        </pc:spChg>
        <pc:spChg chg="mod">
          <ac:chgData name="Trevoir Williams" userId="6a45007046124a3d" providerId="LiveId" clId="{53D5EA3C-0847-4EC1-9FDC-43DBDAEAF41A}" dt="2026-04-29T19:27:39.771" v="680" actId="27636"/>
          <ac:spMkLst>
            <pc:docMk/>
            <pc:sldMk cId="0" sldId="349"/>
            <ac:spMk id="4" creationId="{00000000-0000-0000-0000-000000000000}"/>
          </ac:spMkLst>
        </pc:spChg>
        <pc:spChg chg="mod">
          <ac:chgData name="Trevoir Williams" userId="6a45007046124a3d" providerId="LiveId" clId="{53D5EA3C-0847-4EC1-9FDC-43DBDAEAF41A}" dt="2026-04-29T19:27:39.781" v="682" actId="27636"/>
          <ac:spMkLst>
            <pc:docMk/>
            <pc:sldMk cId="0" sldId="349"/>
            <ac:spMk id="8" creationId="{00000000-0000-0000-0000-000000000000}"/>
          </ac:spMkLst>
        </pc:spChg>
        <pc:spChg chg="mod">
          <ac:chgData name="Trevoir Williams" userId="6a45007046124a3d" providerId="LiveId" clId="{53D5EA3C-0847-4EC1-9FDC-43DBDAEAF41A}" dt="2026-04-29T19:27:39.766" v="679" actId="27636"/>
          <ac:spMkLst>
            <pc:docMk/>
            <pc:sldMk cId="0" sldId="349"/>
            <ac:spMk id="12" creationId="{00000000-0000-0000-0000-000000000000}"/>
          </ac:spMkLst>
        </pc:spChg>
        <pc:spChg chg="mod">
          <ac:chgData name="Trevoir Williams" userId="6a45007046124a3d" providerId="LiveId" clId="{53D5EA3C-0847-4EC1-9FDC-43DBDAEAF41A}" dt="2026-04-29T19:27:39.775" v="681" actId="27636"/>
          <ac:spMkLst>
            <pc:docMk/>
            <pc:sldMk cId="0" sldId="349"/>
            <ac:spMk id="16" creationId="{00000000-0000-0000-0000-000000000000}"/>
          </ac:spMkLst>
        </pc:spChg>
        <pc:spChg chg="mod">
          <ac:chgData name="Trevoir Williams" userId="6a45007046124a3d" providerId="LiveId" clId="{53D5EA3C-0847-4EC1-9FDC-43DBDAEAF41A}" dt="2026-04-29T18:41:47.865" v="484" actId="26606"/>
          <ac:spMkLst>
            <pc:docMk/>
            <pc:sldMk cId="0" sldId="349"/>
            <ac:spMk id="20" creationId="{00000000-0000-0000-0000-000000000000}"/>
          </ac:spMkLst>
        </pc:spChg>
        <pc:spChg chg="mod">
          <ac:chgData name="Trevoir Williams" userId="6a45007046124a3d" providerId="LiveId" clId="{53D5EA3C-0847-4EC1-9FDC-43DBDAEAF41A}" dt="2026-04-29T18:41:47.865" v="484" actId="26606"/>
          <ac:spMkLst>
            <pc:docMk/>
            <pc:sldMk cId="0" sldId="349"/>
            <ac:spMk id="22" creationId="{00000000-0000-0000-0000-000000000000}"/>
          </ac:spMkLst>
        </pc:spChg>
        <pc:spChg chg="mod">
          <ac:chgData name="Trevoir Williams" userId="6a45007046124a3d" providerId="LiveId" clId="{53D5EA3C-0847-4EC1-9FDC-43DBDAEAF41A}" dt="2026-04-29T18:41:47.865" v="484" actId="26606"/>
          <ac:spMkLst>
            <pc:docMk/>
            <pc:sldMk cId="0" sldId="349"/>
            <ac:spMk id="24" creationId="{00000000-0000-0000-0000-000000000000}"/>
          </ac:spMkLst>
        </pc:spChg>
        <pc:spChg chg="mod">
          <ac:chgData name="Trevoir Williams" userId="6a45007046124a3d" providerId="LiveId" clId="{53D5EA3C-0847-4EC1-9FDC-43DBDAEAF41A}" dt="2026-04-29T18:41:47.865" v="484" actId="26606"/>
          <ac:spMkLst>
            <pc:docMk/>
            <pc:sldMk cId="0" sldId="349"/>
            <ac:spMk id="25" creationId="{00000000-0000-0000-0000-000000000000}"/>
          </ac:spMkLst>
        </pc:spChg>
      </pc:sldChg>
      <pc:sldChg chg="modSp add del mod">
        <pc:chgData name="Trevoir Williams" userId="6a45007046124a3d" providerId="LiveId" clId="{53D5EA3C-0847-4EC1-9FDC-43DBDAEAF41A}" dt="2026-04-29T20:28:13.734" v="893" actId="26606"/>
        <pc:sldMkLst>
          <pc:docMk/>
          <pc:sldMk cId="0" sldId="350"/>
        </pc:sldMkLst>
        <pc:spChg chg="mod">
          <ac:chgData name="Trevoir Williams" userId="6a45007046124a3d" providerId="LiveId" clId="{53D5EA3C-0847-4EC1-9FDC-43DBDAEAF41A}" dt="2026-04-29T20:28:13.734" v="893" actId="26606"/>
          <ac:spMkLst>
            <pc:docMk/>
            <pc:sldMk cId="0" sldId="350"/>
            <ac:spMk id="4" creationId="{00000000-0000-0000-0000-000000000000}"/>
          </ac:spMkLst>
        </pc:spChg>
        <pc:spChg chg="mod">
          <ac:chgData name="Trevoir Williams" userId="6a45007046124a3d" providerId="LiveId" clId="{53D5EA3C-0847-4EC1-9FDC-43DBDAEAF41A}" dt="2026-04-29T20:28:13.734" v="893" actId="26606"/>
          <ac:spMkLst>
            <pc:docMk/>
            <pc:sldMk cId="0" sldId="350"/>
            <ac:spMk id="5" creationId="{00000000-0000-0000-0000-000000000000}"/>
          </ac:spMkLst>
        </pc:spChg>
        <pc:spChg chg="mod">
          <ac:chgData name="Trevoir Williams" userId="6a45007046124a3d" providerId="LiveId" clId="{53D5EA3C-0847-4EC1-9FDC-43DBDAEAF41A}" dt="2026-04-29T20:28:13.734" v="893" actId="26606"/>
          <ac:spMkLst>
            <pc:docMk/>
            <pc:sldMk cId="0" sldId="350"/>
            <ac:spMk id="6" creationId="{00000000-0000-0000-0000-000000000000}"/>
          </ac:spMkLst>
        </pc:spChg>
        <pc:spChg chg="mod">
          <ac:chgData name="Trevoir Williams" userId="6a45007046124a3d" providerId="LiveId" clId="{53D5EA3C-0847-4EC1-9FDC-43DBDAEAF41A}" dt="2026-04-29T18:14:05.657" v="53" actId="27636"/>
          <ac:spMkLst>
            <pc:docMk/>
            <pc:sldMk cId="0" sldId="350"/>
            <ac:spMk id="7" creationId="{00000000-0000-0000-0000-000000000000}"/>
          </ac:spMkLst>
        </pc:spChg>
        <pc:spChg chg="mod">
          <ac:chgData name="Trevoir Williams" userId="6a45007046124a3d" providerId="LiveId" clId="{53D5EA3C-0847-4EC1-9FDC-43DBDAEAF41A}" dt="2026-04-29T20:28:13.734" v="893" actId="26606"/>
          <ac:spMkLst>
            <pc:docMk/>
            <pc:sldMk cId="0" sldId="350"/>
            <ac:spMk id="8" creationId="{00000000-0000-0000-0000-000000000000}"/>
          </ac:spMkLst>
        </pc:spChg>
        <pc:spChg chg="mod">
          <ac:chgData name="Trevoir Williams" userId="6a45007046124a3d" providerId="LiveId" clId="{53D5EA3C-0847-4EC1-9FDC-43DBDAEAF41A}" dt="2026-04-29T20:28:13.734" v="893" actId="26606"/>
          <ac:spMkLst>
            <pc:docMk/>
            <pc:sldMk cId="0" sldId="350"/>
            <ac:spMk id="9" creationId="{00000000-0000-0000-0000-000000000000}"/>
          </ac:spMkLst>
        </pc:spChg>
        <pc:spChg chg="mod">
          <ac:chgData name="Trevoir Williams" userId="6a45007046124a3d" providerId="LiveId" clId="{53D5EA3C-0847-4EC1-9FDC-43DBDAEAF41A}" dt="2026-04-29T20:28:13.734" v="893" actId="26606"/>
          <ac:spMkLst>
            <pc:docMk/>
            <pc:sldMk cId="0" sldId="350"/>
            <ac:spMk id="10" creationId="{00000000-0000-0000-0000-000000000000}"/>
          </ac:spMkLst>
        </pc:spChg>
        <pc:spChg chg="mod">
          <ac:chgData name="Trevoir Williams" userId="6a45007046124a3d" providerId="LiveId" clId="{53D5EA3C-0847-4EC1-9FDC-43DBDAEAF41A}" dt="2026-04-29T20:28:13.734" v="893" actId="26606"/>
          <ac:spMkLst>
            <pc:docMk/>
            <pc:sldMk cId="0" sldId="350"/>
            <ac:spMk id="12" creationId="{00000000-0000-0000-0000-000000000000}"/>
          </ac:spMkLst>
        </pc:spChg>
        <pc:spChg chg="mod">
          <ac:chgData name="Trevoir Williams" userId="6a45007046124a3d" providerId="LiveId" clId="{53D5EA3C-0847-4EC1-9FDC-43DBDAEAF41A}" dt="2026-04-29T20:28:13.734" v="893" actId="26606"/>
          <ac:spMkLst>
            <pc:docMk/>
            <pc:sldMk cId="0" sldId="350"/>
            <ac:spMk id="13" creationId="{00000000-0000-0000-0000-000000000000}"/>
          </ac:spMkLst>
        </pc:spChg>
        <pc:spChg chg="mod">
          <ac:chgData name="Trevoir Williams" userId="6a45007046124a3d" providerId="LiveId" clId="{53D5EA3C-0847-4EC1-9FDC-43DBDAEAF41A}" dt="2026-04-29T20:28:13.734" v="893" actId="26606"/>
          <ac:spMkLst>
            <pc:docMk/>
            <pc:sldMk cId="0" sldId="350"/>
            <ac:spMk id="14" creationId="{00000000-0000-0000-0000-000000000000}"/>
          </ac:spMkLst>
        </pc:spChg>
        <pc:spChg chg="mod">
          <ac:chgData name="Trevoir Williams" userId="6a45007046124a3d" providerId="LiveId" clId="{53D5EA3C-0847-4EC1-9FDC-43DBDAEAF41A}" dt="2026-04-29T20:28:13.734" v="893" actId="26606"/>
          <ac:spMkLst>
            <pc:docMk/>
            <pc:sldMk cId="0" sldId="350"/>
            <ac:spMk id="15" creationId="{00000000-0000-0000-0000-000000000000}"/>
          </ac:spMkLst>
        </pc:spChg>
        <pc:spChg chg="mod">
          <ac:chgData name="Trevoir Williams" userId="6a45007046124a3d" providerId="LiveId" clId="{53D5EA3C-0847-4EC1-9FDC-43DBDAEAF41A}" dt="2026-04-29T18:41:47.865" v="484" actId="26606"/>
          <ac:spMkLst>
            <pc:docMk/>
            <pc:sldMk cId="0" sldId="350"/>
            <ac:spMk id="25" creationId="{00000000-0000-0000-0000-000000000000}"/>
          </ac:spMkLst>
        </pc:spChg>
        <pc:spChg chg="mod">
          <ac:chgData name="Trevoir Williams" userId="6a45007046124a3d" providerId="LiveId" clId="{53D5EA3C-0847-4EC1-9FDC-43DBDAEAF41A}" dt="2026-04-29T18:41:47.865" v="484" actId="26606"/>
          <ac:spMkLst>
            <pc:docMk/>
            <pc:sldMk cId="0" sldId="350"/>
            <ac:spMk id="26" creationId="{00000000-0000-0000-0000-000000000000}"/>
          </ac:spMkLst>
        </pc:spChg>
      </pc:sldChg>
      <pc:sldChg chg="modSp add del mod">
        <pc:chgData name="Trevoir Williams" userId="6a45007046124a3d" providerId="LiveId" clId="{53D5EA3C-0847-4EC1-9FDC-43DBDAEAF41A}" dt="2026-04-29T20:52:00.045" v="898" actId="26606"/>
        <pc:sldMkLst>
          <pc:docMk/>
          <pc:sldMk cId="0" sldId="351"/>
        </pc:sldMkLst>
        <pc:spChg chg="mod">
          <ac:chgData name="Trevoir Williams" userId="6a45007046124a3d" providerId="LiveId" clId="{53D5EA3C-0847-4EC1-9FDC-43DBDAEAF41A}" dt="2026-04-29T18:36:33.074" v="162" actId="26606"/>
          <ac:spMkLst>
            <pc:docMk/>
            <pc:sldMk cId="0" sldId="351"/>
            <ac:spMk id="3" creationId="{00000000-0000-0000-0000-000000000000}"/>
          </ac:spMkLst>
        </pc:spChg>
        <pc:spChg chg="mod">
          <ac:chgData name="Trevoir Williams" userId="6a45007046124a3d" providerId="LiveId" clId="{53D5EA3C-0847-4EC1-9FDC-43DBDAEAF41A}" dt="2026-04-29T18:55:24.927" v="637" actId="27636"/>
          <ac:spMkLst>
            <pc:docMk/>
            <pc:sldMk cId="0" sldId="351"/>
            <ac:spMk id="4" creationId="{00000000-0000-0000-0000-000000000000}"/>
          </ac:spMkLst>
        </pc:spChg>
        <pc:spChg chg="mod">
          <ac:chgData name="Trevoir Williams" userId="6a45007046124a3d" providerId="LiveId" clId="{53D5EA3C-0847-4EC1-9FDC-43DBDAEAF41A}" dt="2026-04-29T18:41:47.865" v="484" actId="26606"/>
          <ac:spMkLst>
            <pc:docMk/>
            <pc:sldMk cId="0" sldId="351"/>
            <ac:spMk id="14" creationId="{00000000-0000-0000-0000-000000000000}"/>
          </ac:spMkLst>
        </pc:spChg>
        <pc:spChg chg="mod">
          <ac:chgData name="Trevoir Williams" userId="6a45007046124a3d" providerId="LiveId" clId="{53D5EA3C-0847-4EC1-9FDC-43DBDAEAF41A}" dt="2026-04-29T18:41:47.865" v="484" actId="26606"/>
          <ac:spMkLst>
            <pc:docMk/>
            <pc:sldMk cId="0" sldId="351"/>
            <ac:spMk id="15" creationId="{00000000-0000-0000-0000-000000000000}"/>
          </ac:spMkLst>
        </pc:spChg>
        <pc:spChg chg="mod">
          <ac:chgData name="Trevoir Williams" userId="6a45007046124a3d" providerId="LiveId" clId="{53D5EA3C-0847-4EC1-9FDC-43DBDAEAF41A}" dt="2026-04-29T20:52:00.045" v="898" actId="26606"/>
          <ac:spMkLst>
            <pc:docMk/>
            <pc:sldMk cId="0" sldId="351"/>
            <ac:spMk id="16" creationId="{00000000-0000-0000-0000-000000000000}"/>
          </ac:spMkLst>
        </pc:spChg>
      </pc:sldChg>
      <pc:sldChg chg="modSp add del mod">
        <pc:chgData name="Trevoir Williams" userId="6a45007046124a3d" providerId="LiveId" clId="{53D5EA3C-0847-4EC1-9FDC-43DBDAEAF41A}" dt="2026-04-29T18:55:26.066" v="639" actId="27636"/>
        <pc:sldMkLst>
          <pc:docMk/>
          <pc:sldMk cId="0" sldId="352"/>
        </pc:sldMkLst>
        <pc:spChg chg="mod">
          <ac:chgData name="Trevoir Williams" userId="6a45007046124a3d" providerId="LiveId" clId="{53D5EA3C-0847-4EC1-9FDC-43DBDAEAF41A}" dt="2026-04-29T18:55:26.066" v="639" actId="27636"/>
          <ac:spMkLst>
            <pc:docMk/>
            <pc:sldMk cId="0" sldId="352"/>
            <ac:spMk id="3" creationId="{00000000-0000-0000-0000-000000000000}"/>
          </ac:spMkLst>
        </pc:spChg>
        <pc:spChg chg="mod">
          <ac:chgData name="Trevoir Williams" userId="6a45007046124a3d" providerId="LiveId" clId="{53D5EA3C-0847-4EC1-9FDC-43DBDAEAF41A}" dt="2026-04-29T18:55:26.064" v="638" actId="27636"/>
          <ac:spMkLst>
            <pc:docMk/>
            <pc:sldMk cId="0" sldId="352"/>
            <ac:spMk id="4" creationId="{00000000-0000-0000-0000-000000000000}"/>
          </ac:spMkLst>
        </pc:spChg>
        <pc:spChg chg="mod">
          <ac:chgData name="Trevoir Williams" userId="6a45007046124a3d" providerId="LiveId" clId="{53D5EA3C-0847-4EC1-9FDC-43DBDAEAF41A}" dt="2026-04-29T18:41:47.865" v="484" actId="26606"/>
          <ac:spMkLst>
            <pc:docMk/>
            <pc:sldMk cId="0" sldId="352"/>
            <ac:spMk id="25" creationId="{00000000-0000-0000-0000-000000000000}"/>
          </ac:spMkLst>
        </pc:spChg>
        <pc:spChg chg="mod">
          <ac:chgData name="Trevoir Williams" userId="6a45007046124a3d" providerId="LiveId" clId="{53D5EA3C-0847-4EC1-9FDC-43DBDAEAF41A}" dt="2026-04-29T18:41:47.865" v="484" actId="26606"/>
          <ac:spMkLst>
            <pc:docMk/>
            <pc:sldMk cId="0" sldId="352"/>
            <ac:spMk id="26"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353"/>
        </pc:sldMkLst>
        <pc:spChg chg="mod">
          <ac:chgData name="Trevoir Williams" userId="6a45007046124a3d" providerId="LiveId" clId="{53D5EA3C-0847-4EC1-9FDC-43DBDAEAF41A}" dt="2026-04-29T18:44:46.079" v="523" actId="27636"/>
          <ac:spMkLst>
            <pc:docMk/>
            <pc:sldMk cId="0" sldId="353"/>
            <ac:spMk id="3" creationId="{00000000-0000-0000-0000-000000000000}"/>
          </ac:spMkLst>
        </pc:spChg>
        <pc:spChg chg="mod">
          <ac:chgData name="Trevoir Williams" userId="6a45007046124a3d" providerId="LiveId" clId="{53D5EA3C-0847-4EC1-9FDC-43DBDAEAF41A}" dt="2026-04-29T18:55:26.935" v="640" actId="27636"/>
          <ac:spMkLst>
            <pc:docMk/>
            <pc:sldMk cId="0" sldId="353"/>
            <ac:spMk id="4" creationId="{00000000-0000-0000-0000-000000000000}"/>
          </ac:spMkLst>
        </pc:spChg>
        <pc:spChg chg="mod">
          <ac:chgData name="Trevoir Williams" userId="6a45007046124a3d" providerId="LiveId" clId="{53D5EA3C-0847-4EC1-9FDC-43DBDAEAF41A}" dt="2026-04-29T18:41:47.865" v="484" actId="26606"/>
          <ac:spMkLst>
            <pc:docMk/>
            <pc:sldMk cId="0" sldId="353"/>
            <ac:spMk id="17" creationId="{00000000-0000-0000-0000-000000000000}"/>
          </ac:spMkLst>
        </pc:spChg>
        <pc:spChg chg="mod">
          <ac:chgData name="Trevoir Williams" userId="6a45007046124a3d" providerId="LiveId" clId="{53D5EA3C-0847-4EC1-9FDC-43DBDAEAF41A}" dt="2026-04-29T18:41:47.865" v="484" actId="26606"/>
          <ac:spMkLst>
            <pc:docMk/>
            <pc:sldMk cId="0" sldId="353"/>
            <ac:spMk id="19" creationId="{00000000-0000-0000-0000-000000000000}"/>
          </ac:spMkLst>
        </pc:spChg>
        <pc:spChg chg="mod">
          <ac:chgData name="Trevoir Williams" userId="6a45007046124a3d" providerId="LiveId" clId="{53D5EA3C-0847-4EC1-9FDC-43DBDAEAF41A}" dt="2026-04-29T18:41:47.865" v="484" actId="26606"/>
          <ac:spMkLst>
            <pc:docMk/>
            <pc:sldMk cId="0" sldId="353"/>
            <ac:spMk id="20" creationId="{00000000-0000-0000-0000-000000000000}"/>
          </ac:spMkLst>
        </pc:spChg>
        <pc:spChg chg="mod">
          <ac:chgData name="Trevoir Williams" userId="6a45007046124a3d" providerId="LiveId" clId="{53D5EA3C-0847-4EC1-9FDC-43DBDAEAF41A}" dt="2026-04-29T18:41:47.865" v="484" actId="26606"/>
          <ac:spMkLst>
            <pc:docMk/>
            <pc:sldMk cId="0" sldId="353"/>
            <ac:spMk id="21" creationId="{00000000-0000-0000-0000-000000000000}"/>
          </ac:spMkLst>
        </pc:spChg>
      </pc:sldChg>
      <pc:sldChg chg="modSp add del mod">
        <pc:chgData name="Trevoir Williams" userId="6a45007046124a3d" providerId="LiveId" clId="{53D5EA3C-0847-4EC1-9FDC-43DBDAEAF41A}" dt="2026-05-19T18:27:56.352" v="964" actId="27636"/>
        <pc:sldMkLst>
          <pc:docMk/>
          <pc:sldMk cId="0" sldId="354"/>
        </pc:sldMkLst>
        <pc:spChg chg="mod">
          <ac:chgData name="Trevoir Williams" userId="6a45007046124a3d" providerId="LiveId" clId="{53D5EA3C-0847-4EC1-9FDC-43DBDAEAF41A}" dt="2026-05-19T18:27:56.352" v="964" actId="27636"/>
          <ac:spMkLst>
            <pc:docMk/>
            <pc:sldMk cId="0" sldId="354"/>
            <ac:spMk id="3" creationId="{00000000-0000-0000-0000-000000000000}"/>
          </ac:spMkLst>
        </pc:spChg>
        <pc:spChg chg="mod">
          <ac:chgData name="Trevoir Williams" userId="6a45007046124a3d" providerId="LiveId" clId="{53D5EA3C-0847-4EC1-9FDC-43DBDAEAF41A}" dt="2026-04-29T19:59:00.339" v="818" actId="27636"/>
          <ac:spMkLst>
            <pc:docMk/>
            <pc:sldMk cId="0" sldId="354"/>
            <ac:spMk id="4" creationId="{00000000-0000-0000-0000-000000000000}"/>
          </ac:spMkLst>
        </pc:spChg>
        <pc:spChg chg="mod">
          <ac:chgData name="Trevoir Williams" userId="6a45007046124a3d" providerId="LiveId" clId="{53D5EA3C-0847-4EC1-9FDC-43DBDAEAF41A}" dt="2026-04-29T19:59:00.344" v="819" actId="27636"/>
          <ac:spMkLst>
            <pc:docMk/>
            <pc:sldMk cId="0" sldId="354"/>
            <ac:spMk id="7" creationId="{00000000-0000-0000-0000-000000000000}"/>
          </ac:spMkLst>
        </pc:spChg>
        <pc:spChg chg="mod">
          <ac:chgData name="Trevoir Williams" userId="6a45007046124a3d" providerId="LiveId" clId="{53D5EA3C-0847-4EC1-9FDC-43DBDAEAF41A}" dt="2026-04-29T19:59:00.347" v="820" actId="27636"/>
          <ac:spMkLst>
            <pc:docMk/>
            <pc:sldMk cId="0" sldId="354"/>
            <ac:spMk id="9" creationId="{00000000-0000-0000-0000-000000000000}"/>
          </ac:spMkLst>
        </pc:spChg>
        <pc:spChg chg="mod">
          <ac:chgData name="Trevoir Williams" userId="6a45007046124a3d" providerId="LiveId" clId="{53D5EA3C-0847-4EC1-9FDC-43DBDAEAF41A}" dt="2026-04-29T18:41:47.865" v="484" actId="26606"/>
          <ac:spMkLst>
            <pc:docMk/>
            <pc:sldMk cId="0" sldId="354"/>
            <ac:spMk id="14" creationId="{00000000-0000-0000-0000-000000000000}"/>
          </ac:spMkLst>
        </pc:spChg>
        <pc:spChg chg="mod">
          <ac:chgData name="Trevoir Williams" userId="6a45007046124a3d" providerId="LiveId" clId="{53D5EA3C-0847-4EC1-9FDC-43DBDAEAF41A}" dt="2026-04-29T18:41:47.865" v="484" actId="26606"/>
          <ac:spMkLst>
            <pc:docMk/>
            <pc:sldMk cId="0" sldId="354"/>
            <ac:spMk id="16" creationId="{00000000-0000-0000-0000-000000000000}"/>
          </ac:spMkLst>
        </pc:spChg>
        <pc:spChg chg="mod">
          <ac:chgData name="Trevoir Williams" userId="6a45007046124a3d" providerId="LiveId" clId="{53D5EA3C-0847-4EC1-9FDC-43DBDAEAF41A}" dt="2026-04-29T18:41:47.865" v="484" actId="26606"/>
          <ac:spMkLst>
            <pc:docMk/>
            <pc:sldMk cId="0" sldId="354"/>
            <ac:spMk id="17" creationId="{00000000-0000-0000-0000-000000000000}"/>
          </ac:spMkLst>
        </pc:spChg>
      </pc:sldChg>
      <pc:sldChg chg="modSp add del mod">
        <pc:chgData name="Trevoir Williams" userId="6a45007046124a3d" providerId="LiveId" clId="{53D5EA3C-0847-4EC1-9FDC-43DBDAEAF41A}" dt="2026-04-29T19:59:01.158" v="824" actId="27636"/>
        <pc:sldMkLst>
          <pc:docMk/>
          <pc:sldMk cId="0" sldId="355"/>
        </pc:sldMkLst>
        <pc:spChg chg="mod">
          <ac:chgData name="Trevoir Williams" userId="6a45007046124a3d" providerId="LiveId" clId="{53D5EA3C-0847-4EC1-9FDC-43DBDAEAF41A}" dt="2026-04-29T19:59:01.158" v="824" actId="27636"/>
          <ac:spMkLst>
            <pc:docMk/>
            <pc:sldMk cId="0" sldId="355"/>
            <ac:spMk id="3" creationId="{00000000-0000-0000-0000-000000000000}"/>
          </ac:spMkLst>
        </pc:spChg>
        <pc:spChg chg="mod">
          <ac:chgData name="Trevoir Williams" userId="6a45007046124a3d" providerId="LiveId" clId="{53D5EA3C-0847-4EC1-9FDC-43DBDAEAF41A}" dt="2026-04-29T19:59:01.152" v="823" actId="27636"/>
          <ac:spMkLst>
            <pc:docMk/>
            <pc:sldMk cId="0" sldId="355"/>
            <ac:spMk id="4" creationId="{00000000-0000-0000-0000-000000000000}"/>
          </ac:spMkLst>
        </pc:spChg>
        <pc:spChg chg="mod">
          <ac:chgData name="Trevoir Williams" userId="6a45007046124a3d" providerId="LiveId" clId="{53D5EA3C-0847-4EC1-9FDC-43DBDAEAF41A}" dt="2026-04-29T19:59:01.147" v="821" actId="27636"/>
          <ac:spMkLst>
            <pc:docMk/>
            <pc:sldMk cId="0" sldId="355"/>
            <ac:spMk id="7" creationId="{00000000-0000-0000-0000-000000000000}"/>
          </ac:spMkLst>
        </pc:spChg>
        <pc:spChg chg="mod">
          <ac:chgData name="Trevoir Williams" userId="6a45007046124a3d" providerId="LiveId" clId="{53D5EA3C-0847-4EC1-9FDC-43DBDAEAF41A}" dt="2026-04-29T19:59:01.150" v="822" actId="27636"/>
          <ac:spMkLst>
            <pc:docMk/>
            <pc:sldMk cId="0" sldId="355"/>
            <ac:spMk id="9" creationId="{00000000-0000-0000-0000-000000000000}"/>
          </ac:spMkLst>
        </pc:spChg>
        <pc:spChg chg="mod">
          <ac:chgData name="Trevoir Williams" userId="6a45007046124a3d" providerId="LiveId" clId="{53D5EA3C-0847-4EC1-9FDC-43DBDAEAF41A}" dt="2026-04-29T18:41:47.865" v="484" actId="26606"/>
          <ac:spMkLst>
            <pc:docMk/>
            <pc:sldMk cId="0" sldId="355"/>
            <ac:spMk id="14" creationId="{00000000-0000-0000-0000-000000000000}"/>
          </ac:spMkLst>
        </pc:spChg>
        <pc:spChg chg="mod">
          <ac:chgData name="Trevoir Williams" userId="6a45007046124a3d" providerId="LiveId" clId="{53D5EA3C-0847-4EC1-9FDC-43DBDAEAF41A}" dt="2026-04-29T18:41:47.865" v="484" actId="26606"/>
          <ac:spMkLst>
            <pc:docMk/>
            <pc:sldMk cId="0" sldId="355"/>
            <ac:spMk id="16" creationId="{00000000-0000-0000-0000-000000000000}"/>
          </ac:spMkLst>
        </pc:spChg>
        <pc:spChg chg="mod">
          <ac:chgData name="Trevoir Williams" userId="6a45007046124a3d" providerId="LiveId" clId="{53D5EA3C-0847-4EC1-9FDC-43DBDAEAF41A}" dt="2026-04-29T18:41:47.865" v="484" actId="26606"/>
          <ac:spMkLst>
            <pc:docMk/>
            <pc:sldMk cId="0" sldId="355"/>
            <ac:spMk id="17" creationId="{00000000-0000-0000-0000-000000000000}"/>
          </ac:spMkLst>
        </pc:spChg>
      </pc:sldChg>
      <pc:sldChg chg="modSp add del mod">
        <pc:chgData name="Trevoir Williams" userId="6a45007046124a3d" providerId="LiveId" clId="{53D5EA3C-0847-4EC1-9FDC-43DBDAEAF41A}" dt="2026-04-29T19:59:01.973" v="828" actId="27636"/>
        <pc:sldMkLst>
          <pc:docMk/>
          <pc:sldMk cId="0" sldId="356"/>
        </pc:sldMkLst>
        <pc:spChg chg="mod">
          <ac:chgData name="Trevoir Williams" userId="6a45007046124a3d" providerId="LiveId" clId="{53D5EA3C-0847-4EC1-9FDC-43DBDAEAF41A}" dt="2026-04-29T19:59:01.973" v="828" actId="27636"/>
          <ac:spMkLst>
            <pc:docMk/>
            <pc:sldMk cId="0" sldId="356"/>
            <ac:spMk id="3" creationId="{00000000-0000-0000-0000-000000000000}"/>
          </ac:spMkLst>
        </pc:spChg>
        <pc:spChg chg="mod">
          <ac:chgData name="Trevoir Williams" userId="6a45007046124a3d" providerId="LiveId" clId="{53D5EA3C-0847-4EC1-9FDC-43DBDAEAF41A}" dt="2026-04-29T19:59:01.960" v="825" actId="27636"/>
          <ac:spMkLst>
            <pc:docMk/>
            <pc:sldMk cId="0" sldId="356"/>
            <ac:spMk id="4" creationId="{00000000-0000-0000-0000-000000000000}"/>
          </ac:spMkLst>
        </pc:spChg>
        <pc:spChg chg="mod">
          <ac:chgData name="Trevoir Williams" userId="6a45007046124a3d" providerId="LiveId" clId="{53D5EA3C-0847-4EC1-9FDC-43DBDAEAF41A}" dt="2026-04-29T19:59:01.973" v="827" actId="27636"/>
          <ac:spMkLst>
            <pc:docMk/>
            <pc:sldMk cId="0" sldId="356"/>
            <ac:spMk id="7" creationId="{00000000-0000-0000-0000-000000000000}"/>
          </ac:spMkLst>
        </pc:spChg>
        <pc:spChg chg="mod">
          <ac:chgData name="Trevoir Williams" userId="6a45007046124a3d" providerId="LiveId" clId="{53D5EA3C-0847-4EC1-9FDC-43DBDAEAF41A}" dt="2026-04-29T19:59:01.960" v="826" actId="27636"/>
          <ac:spMkLst>
            <pc:docMk/>
            <pc:sldMk cId="0" sldId="356"/>
            <ac:spMk id="9" creationId="{00000000-0000-0000-0000-000000000000}"/>
          </ac:spMkLst>
        </pc:spChg>
        <pc:spChg chg="mod">
          <ac:chgData name="Trevoir Williams" userId="6a45007046124a3d" providerId="LiveId" clId="{53D5EA3C-0847-4EC1-9FDC-43DBDAEAF41A}" dt="2026-04-29T18:41:47.865" v="484" actId="26606"/>
          <ac:spMkLst>
            <pc:docMk/>
            <pc:sldMk cId="0" sldId="356"/>
            <ac:spMk id="14" creationId="{00000000-0000-0000-0000-000000000000}"/>
          </ac:spMkLst>
        </pc:spChg>
        <pc:spChg chg="mod">
          <ac:chgData name="Trevoir Williams" userId="6a45007046124a3d" providerId="LiveId" clId="{53D5EA3C-0847-4EC1-9FDC-43DBDAEAF41A}" dt="2026-04-29T18:41:47.865" v="484" actId="26606"/>
          <ac:spMkLst>
            <pc:docMk/>
            <pc:sldMk cId="0" sldId="356"/>
            <ac:spMk id="16" creationId="{00000000-0000-0000-0000-000000000000}"/>
          </ac:spMkLst>
        </pc:spChg>
        <pc:spChg chg="mod">
          <ac:chgData name="Trevoir Williams" userId="6a45007046124a3d" providerId="LiveId" clId="{53D5EA3C-0847-4EC1-9FDC-43DBDAEAF41A}" dt="2026-04-29T18:41:47.865" v="484" actId="26606"/>
          <ac:spMkLst>
            <pc:docMk/>
            <pc:sldMk cId="0" sldId="356"/>
            <ac:spMk id="17" creationId="{00000000-0000-0000-0000-000000000000}"/>
          </ac:spMkLst>
        </pc:spChg>
      </pc:sldChg>
      <pc:sldChg chg="modSp add del mod">
        <pc:chgData name="Trevoir Williams" userId="6a45007046124a3d" providerId="LiveId" clId="{53D5EA3C-0847-4EC1-9FDC-43DBDAEAF41A}" dt="2026-04-29T19:59:03.001" v="831" actId="27636"/>
        <pc:sldMkLst>
          <pc:docMk/>
          <pc:sldMk cId="0" sldId="357"/>
        </pc:sldMkLst>
        <pc:spChg chg="mod">
          <ac:chgData name="Trevoir Williams" userId="6a45007046124a3d" providerId="LiveId" clId="{53D5EA3C-0847-4EC1-9FDC-43DBDAEAF41A}" dt="2026-04-29T18:44:49.780" v="525" actId="27636"/>
          <ac:spMkLst>
            <pc:docMk/>
            <pc:sldMk cId="0" sldId="357"/>
            <ac:spMk id="3" creationId="{00000000-0000-0000-0000-000000000000}"/>
          </ac:spMkLst>
        </pc:spChg>
        <pc:spChg chg="mod">
          <ac:chgData name="Trevoir Williams" userId="6a45007046124a3d" providerId="LiveId" clId="{53D5EA3C-0847-4EC1-9FDC-43DBDAEAF41A}" dt="2026-04-29T19:59:02.993" v="830" actId="27636"/>
          <ac:spMkLst>
            <pc:docMk/>
            <pc:sldMk cId="0" sldId="357"/>
            <ac:spMk id="4" creationId="{00000000-0000-0000-0000-000000000000}"/>
          </ac:spMkLst>
        </pc:spChg>
        <pc:spChg chg="mod">
          <ac:chgData name="Trevoir Williams" userId="6a45007046124a3d" providerId="LiveId" clId="{53D5EA3C-0847-4EC1-9FDC-43DBDAEAF41A}" dt="2026-04-29T19:59:02.988" v="829" actId="27636"/>
          <ac:spMkLst>
            <pc:docMk/>
            <pc:sldMk cId="0" sldId="357"/>
            <ac:spMk id="7" creationId="{00000000-0000-0000-0000-000000000000}"/>
          </ac:spMkLst>
        </pc:spChg>
        <pc:spChg chg="mod">
          <ac:chgData name="Trevoir Williams" userId="6a45007046124a3d" providerId="LiveId" clId="{53D5EA3C-0847-4EC1-9FDC-43DBDAEAF41A}" dt="2026-04-29T19:59:03.001" v="831" actId="27636"/>
          <ac:spMkLst>
            <pc:docMk/>
            <pc:sldMk cId="0" sldId="357"/>
            <ac:spMk id="9" creationId="{00000000-0000-0000-0000-000000000000}"/>
          </ac:spMkLst>
        </pc:spChg>
        <pc:spChg chg="mod">
          <ac:chgData name="Trevoir Williams" userId="6a45007046124a3d" providerId="LiveId" clId="{53D5EA3C-0847-4EC1-9FDC-43DBDAEAF41A}" dt="2026-04-29T18:41:47.865" v="484" actId="26606"/>
          <ac:spMkLst>
            <pc:docMk/>
            <pc:sldMk cId="0" sldId="357"/>
            <ac:spMk id="14" creationId="{00000000-0000-0000-0000-000000000000}"/>
          </ac:spMkLst>
        </pc:spChg>
        <pc:spChg chg="mod">
          <ac:chgData name="Trevoir Williams" userId="6a45007046124a3d" providerId="LiveId" clId="{53D5EA3C-0847-4EC1-9FDC-43DBDAEAF41A}" dt="2026-04-29T18:41:47.865" v="484" actId="26606"/>
          <ac:spMkLst>
            <pc:docMk/>
            <pc:sldMk cId="0" sldId="357"/>
            <ac:spMk id="16" creationId="{00000000-0000-0000-0000-000000000000}"/>
          </ac:spMkLst>
        </pc:spChg>
        <pc:spChg chg="mod">
          <ac:chgData name="Trevoir Williams" userId="6a45007046124a3d" providerId="LiveId" clId="{53D5EA3C-0847-4EC1-9FDC-43DBDAEAF41A}" dt="2026-04-29T18:41:47.865" v="484" actId="26606"/>
          <ac:spMkLst>
            <pc:docMk/>
            <pc:sldMk cId="0" sldId="357"/>
            <ac:spMk id="17" creationId="{00000000-0000-0000-0000-000000000000}"/>
          </ac:spMkLst>
        </pc:spChg>
      </pc:sldChg>
      <pc:sldChg chg="modSp add del mod">
        <pc:chgData name="Trevoir Williams" userId="6a45007046124a3d" providerId="LiveId" clId="{53D5EA3C-0847-4EC1-9FDC-43DBDAEAF41A}" dt="2026-04-29T19:59:04.152" v="834" actId="27636"/>
        <pc:sldMkLst>
          <pc:docMk/>
          <pc:sldMk cId="0" sldId="358"/>
        </pc:sldMkLst>
        <pc:spChg chg="mod">
          <ac:chgData name="Trevoir Williams" userId="6a45007046124a3d" providerId="LiveId" clId="{53D5EA3C-0847-4EC1-9FDC-43DBDAEAF41A}" dt="2026-04-29T18:44:51.071" v="526" actId="27636"/>
          <ac:spMkLst>
            <pc:docMk/>
            <pc:sldMk cId="0" sldId="358"/>
            <ac:spMk id="3" creationId="{00000000-0000-0000-0000-000000000000}"/>
          </ac:spMkLst>
        </pc:spChg>
        <pc:spChg chg="mod">
          <ac:chgData name="Trevoir Williams" userId="6a45007046124a3d" providerId="LiveId" clId="{53D5EA3C-0847-4EC1-9FDC-43DBDAEAF41A}" dt="2026-04-29T19:59:04.148" v="833" actId="27636"/>
          <ac:spMkLst>
            <pc:docMk/>
            <pc:sldMk cId="0" sldId="358"/>
            <ac:spMk id="4" creationId="{00000000-0000-0000-0000-000000000000}"/>
          </ac:spMkLst>
        </pc:spChg>
        <pc:spChg chg="mod">
          <ac:chgData name="Trevoir Williams" userId="6a45007046124a3d" providerId="LiveId" clId="{53D5EA3C-0847-4EC1-9FDC-43DBDAEAF41A}" dt="2026-04-29T19:59:04.144" v="832" actId="27636"/>
          <ac:spMkLst>
            <pc:docMk/>
            <pc:sldMk cId="0" sldId="358"/>
            <ac:spMk id="7" creationId="{00000000-0000-0000-0000-000000000000}"/>
          </ac:spMkLst>
        </pc:spChg>
        <pc:spChg chg="mod">
          <ac:chgData name="Trevoir Williams" userId="6a45007046124a3d" providerId="LiveId" clId="{53D5EA3C-0847-4EC1-9FDC-43DBDAEAF41A}" dt="2026-04-29T19:59:04.152" v="834" actId="27636"/>
          <ac:spMkLst>
            <pc:docMk/>
            <pc:sldMk cId="0" sldId="358"/>
            <ac:spMk id="9" creationId="{00000000-0000-0000-0000-000000000000}"/>
          </ac:spMkLst>
        </pc:spChg>
        <pc:spChg chg="mod">
          <ac:chgData name="Trevoir Williams" userId="6a45007046124a3d" providerId="LiveId" clId="{53D5EA3C-0847-4EC1-9FDC-43DBDAEAF41A}" dt="2026-04-29T18:41:47.865" v="484" actId="26606"/>
          <ac:spMkLst>
            <pc:docMk/>
            <pc:sldMk cId="0" sldId="358"/>
            <ac:spMk id="14" creationId="{00000000-0000-0000-0000-000000000000}"/>
          </ac:spMkLst>
        </pc:spChg>
        <pc:spChg chg="mod">
          <ac:chgData name="Trevoir Williams" userId="6a45007046124a3d" providerId="LiveId" clId="{53D5EA3C-0847-4EC1-9FDC-43DBDAEAF41A}" dt="2026-04-29T18:41:47.865" v="484" actId="26606"/>
          <ac:spMkLst>
            <pc:docMk/>
            <pc:sldMk cId="0" sldId="358"/>
            <ac:spMk id="16" creationId="{00000000-0000-0000-0000-000000000000}"/>
          </ac:spMkLst>
        </pc:spChg>
        <pc:spChg chg="mod">
          <ac:chgData name="Trevoir Williams" userId="6a45007046124a3d" providerId="LiveId" clId="{53D5EA3C-0847-4EC1-9FDC-43DBDAEAF41A}" dt="2026-04-29T18:41:47.865" v="484" actId="26606"/>
          <ac:spMkLst>
            <pc:docMk/>
            <pc:sldMk cId="0" sldId="358"/>
            <ac:spMk id="17" creationId="{00000000-0000-0000-0000-000000000000}"/>
          </ac:spMkLst>
        </pc:spChg>
      </pc:sldChg>
      <pc:sldChg chg="modSp add del mod">
        <pc:chgData name="Trevoir Williams" userId="6a45007046124a3d" providerId="LiveId" clId="{53D5EA3C-0847-4EC1-9FDC-43DBDAEAF41A}" dt="2026-04-29T19:59:05.130" v="837" actId="27636"/>
        <pc:sldMkLst>
          <pc:docMk/>
          <pc:sldMk cId="0" sldId="359"/>
        </pc:sldMkLst>
        <pc:spChg chg="mod">
          <ac:chgData name="Trevoir Williams" userId="6a45007046124a3d" providerId="LiveId" clId="{53D5EA3C-0847-4EC1-9FDC-43DBDAEAF41A}" dt="2026-04-29T18:36:33.074" v="162" actId="26606"/>
          <ac:spMkLst>
            <pc:docMk/>
            <pc:sldMk cId="0" sldId="359"/>
            <ac:spMk id="3" creationId="{00000000-0000-0000-0000-000000000000}"/>
          </ac:spMkLst>
        </pc:spChg>
        <pc:spChg chg="mod">
          <ac:chgData name="Trevoir Williams" userId="6a45007046124a3d" providerId="LiveId" clId="{53D5EA3C-0847-4EC1-9FDC-43DBDAEAF41A}" dt="2026-04-29T19:59:05.130" v="837" actId="27636"/>
          <ac:spMkLst>
            <pc:docMk/>
            <pc:sldMk cId="0" sldId="359"/>
            <ac:spMk id="4" creationId="{00000000-0000-0000-0000-000000000000}"/>
          </ac:spMkLst>
        </pc:spChg>
        <pc:spChg chg="mod">
          <ac:chgData name="Trevoir Williams" userId="6a45007046124a3d" providerId="LiveId" clId="{53D5EA3C-0847-4EC1-9FDC-43DBDAEAF41A}" dt="2026-04-29T19:59:05.120" v="835" actId="27636"/>
          <ac:spMkLst>
            <pc:docMk/>
            <pc:sldMk cId="0" sldId="359"/>
            <ac:spMk id="7" creationId="{00000000-0000-0000-0000-000000000000}"/>
          </ac:spMkLst>
        </pc:spChg>
        <pc:spChg chg="mod">
          <ac:chgData name="Trevoir Williams" userId="6a45007046124a3d" providerId="LiveId" clId="{53D5EA3C-0847-4EC1-9FDC-43DBDAEAF41A}" dt="2026-04-29T19:59:05.125" v="836" actId="27636"/>
          <ac:spMkLst>
            <pc:docMk/>
            <pc:sldMk cId="0" sldId="359"/>
            <ac:spMk id="9" creationId="{00000000-0000-0000-0000-000000000000}"/>
          </ac:spMkLst>
        </pc:spChg>
        <pc:spChg chg="mod">
          <ac:chgData name="Trevoir Williams" userId="6a45007046124a3d" providerId="LiveId" clId="{53D5EA3C-0847-4EC1-9FDC-43DBDAEAF41A}" dt="2026-04-29T18:41:47.865" v="484" actId="26606"/>
          <ac:spMkLst>
            <pc:docMk/>
            <pc:sldMk cId="0" sldId="359"/>
            <ac:spMk id="14" creationId="{00000000-0000-0000-0000-000000000000}"/>
          </ac:spMkLst>
        </pc:spChg>
        <pc:spChg chg="mod">
          <ac:chgData name="Trevoir Williams" userId="6a45007046124a3d" providerId="LiveId" clId="{53D5EA3C-0847-4EC1-9FDC-43DBDAEAF41A}" dt="2026-04-29T18:41:47.865" v="484" actId="26606"/>
          <ac:spMkLst>
            <pc:docMk/>
            <pc:sldMk cId="0" sldId="359"/>
            <ac:spMk id="16" creationId="{00000000-0000-0000-0000-000000000000}"/>
          </ac:spMkLst>
        </pc:spChg>
        <pc:spChg chg="mod">
          <ac:chgData name="Trevoir Williams" userId="6a45007046124a3d" providerId="LiveId" clId="{53D5EA3C-0847-4EC1-9FDC-43DBDAEAF41A}" dt="2026-04-29T18:41:47.865" v="484" actId="26606"/>
          <ac:spMkLst>
            <pc:docMk/>
            <pc:sldMk cId="0" sldId="359"/>
            <ac:spMk id="17" creationId="{00000000-0000-0000-0000-000000000000}"/>
          </ac:spMkLst>
        </pc:spChg>
      </pc:sldChg>
      <pc:sldChg chg="modSp add del mod">
        <pc:chgData name="Trevoir Williams" userId="6a45007046124a3d" providerId="LiveId" clId="{53D5EA3C-0847-4EC1-9FDC-43DBDAEAF41A}" dt="2026-04-29T19:59:05.978" v="840" actId="27636"/>
        <pc:sldMkLst>
          <pc:docMk/>
          <pc:sldMk cId="0" sldId="360"/>
        </pc:sldMkLst>
        <pc:spChg chg="mod">
          <ac:chgData name="Trevoir Williams" userId="6a45007046124a3d" providerId="LiveId" clId="{53D5EA3C-0847-4EC1-9FDC-43DBDAEAF41A}" dt="2026-04-29T18:44:52.734" v="527" actId="27636"/>
          <ac:spMkLst>
            <pc:docMk/>
            <pc:sldMk cId="0" sldId="360"/>
            <ac:spMk id="3" creationId="{00000000-0000-0000-0000-000000000000}"/>
          </ac:spMkLst>
        </pc:spChg>
        <pc:spChg chg="mod">
          <ac:chgData name="Trevoir Williams" userId="6a45007046124a3d" providerId="LiveId" clId="{53D5EA3C-0847-4EC1-9FDC-43DBDAEAF41A}" dt="2026-04-29T19:59:05.969" v="838" actId="27636"/>
          <ac:spMkLst>
            <pc:docMk/>
            <pc:sldMk cId="0" sldId="360"/>
            <ac:spMk id="4" creationId="{00000000-0000-0000-0000-000000000000}"/>
          </ac:spMkLst>
        </pc:spChg>
        <pc:spChg chg="mod">
          <ac:chgData name="Trevoir Williams" userId="6a45007046124a3d" providerId="LiveId" clId="{53D5EA3C-0847-4EC1-9FDC-43DBDAEAF41A}" dt="2026-04-29T19:59:05.978" v="840" actId="27636"/>
          <ac:spMkLst>
            <pc:docMk/>
            <pc:sldMk cId="0" sldId="360"/>
            <ac:spMk id="7" creationId="{00000000-0000-0000-0000-000000000000}"/>
          </ac:spMkLst>
        </pc:spChg>
        <pc:spChg chg="mod">
          <ac:chgData name="Trevoir Williams" userId="6a45007046124a3d" providerId="LiveId" clId="{53D5EA3C-0847-4EC1-9FDC-43DBDAEAF41A}" dt="2026-04-29T19:59:05.973" v="839" actId="27636"/>
          <ac:spMkLst>
            <pc:docMk/>
            <pc:sldMk cId="0" sldId="360"/>
            <ac:spMk id="9" creationId="{00000000-0000-0000-0000-000000000000}"/>
          </ac:spMkLst>
        </pc:spChg>
        <pc:spChg chg="mod">
          <ac:chgData name="Trevoir Williams" userId="6a45007046124a3d" providerId="LiveId" clId="{53D5EA3C-0847-4EC1-9FDC-43DBDAEAF41A}" dt="2026-04-29T18:41:47.865" v="484" actId="26606"/>
          <ac:spMkLst>
            <pc:docMk/>
            <pc:sldMk cId="0" sldId="360"/>
            <ac:spMk id="14" creationId="{00000000-0000-0000-0000-000000000000}"/>
          </ac:spMkLst>
        </pc:spChg>
        <pc:spChg chg="mod">
          <ac:chgData name="Trevoir Williams" userId="6a45007046124a3d" providerId="LiveId" clId="{53D5EA3C-0847-4EC1-9FDC-43DBDAEAF41A}" dt="2026-04-29T18:41:47.865" v="484" actId="26606"/>
          <ac:spMkLst>
            <pc:docMk/>
            <pc:sldMk cId="0" sldId="360"/>
            <ac:spMk id="16" creationId="{00000000-0000-0000-0000-000000000000}"/>
          </ac:spMkLst>
        </pc:spChg>
        <pc:spChg chg="mod">
          <ac:chgData name="Trevoir Williams" userId="6a45007046124a3d" providerId="LiveId" clId="{53D5EA3C-0847-4EC1-9FDC-43DBDAEAF41A}" dt="2026-04-29T18:41:47.865" v="484" actId="26606"/>
          <ac:spMkLst>
            <pc:docMk/>
            <pc:sldMk cId="0" sldId="360"/>
            <ac:spMk id="17"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361"/>
        </pc:sldMkLst>
        <pc:spChg chg="mod">
          <ac:chgData name="Trevoir Williams" userId="6a45007046124a3d" providerId="LiveId" clId="{53D5EA3C-0847-4EC1-9FDC-43DBDAEAF41A}" dt="2026-04-29T18:36:33.074" v="162" actId="26606"/>
          <ac:spMkLst>
            <pc:docMk/>
            <pc:sldMk cId="0" sldId="361"/>
            <ac:spMk id="3" creationId="{00000000-0000-0000-0000-000000000000}"/>
          </ac:spMkLst>
        </pc:spChg>
        <pc:spChg chg="mod">
          <ac:chgData name="Trevoir Williams" userId="6a45007046124a3d" providerId="LiveId" clId="{53D5EA3C-0847-4EC1-9FDC-43DBDAEAF41A}" dt="2026-04-29T18:55:27.860" v="641" actId="27636"/>
          <ac:spMkLst>
            <pc:docMk/>
            <pc:sldMk cId="0" sldId="361"/>
            <ac:spMk id="4" creationId="{00000000-0000-0000-0000-000000000000}"/>
          </ac:spMkLst>
        </pc:spChg>
        <pc:spChg chg="mod">
          <ac:chgData name="Trevoir Williams" userId="6a45007046124a3d" providerId="LiveId" clId="{53D5EA3C-0847-4EC1-9FDC-43DBDAEAF41A}" dt="2026-04-29T18:55:27.860" v="642" actId="27636"/>
          <ac:spMkLst>
            <pc:docMk/>
            <pc:sldMk cId="0" sldId="361"/>
            <ac:spMk id="17" creationId="{00000000-0000-0000-0000-000000000000}"/>
          </ac:spMkLst>
        </pc:spChg>
        <pc:spChg chg="mod">
          <ac:chgData name="Trevoir Williams" userId="6a45007046124a3d" providerId="LiveId" clId="{53D5EA3C-0847-4EC1-9FDC-43DBDAEAF41A}" dt="2026-04-29T18:41:47.865" v="484" actId="26606"/>
          <ac:spMkLst>
            <pc:docMk/>
            <pc:sldMk cId="0" sldId="361"/>
            <ac:spMk id="19" creationId="{00000000-0000-0000-0000-000000000000}"/>
          </ac:spMkLst>
        </pc:spChg>
        <pc:spChg chg="mod">
          <ac:chgData name="Trevoir Williams" userId="6a45007046124a3d" providerId="LiveId" clId="{53D5EA3C-0847-4EC1-9FDC-43DBDAEAF41A}" dt="2026-04-29T18:41:47.865" v="484" actId="26606"/>
          <ac:spMkLst>
            <pc:docMk/>
            <pc:sldMk cId="0" sldId="361"/>
            <ac:spMk id="20" creationId="{00000000-0000-0000-0000-000000000000}"/>
          </ac:spMkLst>
        </pc:spChg>
        <pc:spChg chg="mod">
          <ac:chgData name="Trevoir Williams" userId="6a45007046124a3d" providerId="LiveId" clId="{53D5EA3C-0847-4EC1-9FDC-43DBDAEAF41A}" dt="2026-04-29T18:41:47.865" v="484" actId="26606"/>
          <ac:spMkLst>
            <pc:docMk/>
            <pc:sldMk cId="0" sldId="361"/>
            <ac:spMk id="21" creationId="{00000000-0000-0000-0000-000000000000}"/>
          </ac:spMkLst>
        </pc:spChg>
      </pc:sldChg>
      <pc:sldChg chg="modSp add del mod">
        <pc:chgData name="Trevoir Williams" userId="6a45007046124a3d" providerId="LiveId" clId="{53D5EA3C-0847-4EC1-9FDC-43DBDAEAF41A}" dt="2026-04-29T19:27:40.755" v="686" actId="27636"/>
        <pc:sldMkLst>
          <pc:docMk/>
          <pc:sldMk cId="0" sldId="362"/>
        </pc:sldMkLst>
        <pc:spChg chg="mod">
          <ac:chgData name="Trevoir Williams" userId="6a45007046124a3d" providerId="LiveId" clId="{53D5EA3C-0847-4EC1-9FDC-43DBDAEAF41A}" dt="2026-04-29T18:36:33.074" v="162" actId="26606"/>
          <ac:spMkLst>
            <pc:docMk/>
            <pc:sldMk cId="0" sldId="362"/>
            <ac:spMk id="3" creationId="{00000000-0000-0000-0000-000000000000}"/>
          </ac:spMkLst>
        </pc:spChg>
        <pc:spChg chg="mod">
          <ac:chgData name="Trevoir Williams" userId="6a45007046124a3d" providerId="LiveId" clId="{53D5EA3C-0847-4EC1-9FDC-43DBDAEAF41A}" dt="2026-04-29T19:27:40.746" v="683" actId="27636"/>
          <ac:spMkLst>
            <pc:docMk/>
            <pc:sldMk cId="0" sldId="362"/>
            <ac:spMk id="4" creationId="{00000000-0000-0000-0000-000000000000}"/>
          </ac:spMkLst>
        </pc:spChg>
        <pc:spChg chg="mod">
          <ac:chgData name="Trevoir Williams" userId="6a45007046124a3d" providerId="LiveId" clId="{53D5EA3C-0847-4EC1-9FDC-43DBDAEAF41A}" dt="2026-04-29T19:27:40.746" v="684" actId="27636"/>
          <ac:spMkLst>
            <pc:docMk/>
            <pc:sldMk cId="0" sldId="362"/>
            <ac:spMk id="8" creationId="{00000000-0000-0000-0000-000000000000}"/>
          </ac:spMkLst>
        </pc:spChg>
        <pc:spChg chg="mod">
          <ac:chgData name="Trevoir Williams" userId="6a45007046124a3d" providerId="LiveId" clId="{53D5EA3C-0847-4EC1-9FDC-43DBDAEAF41A}" dt="2026-04-29T19:27:40.755" v="685" actId="27636"/>
          <ac:spMkLst>
            <pc:docMk/>
            <pc:sldMk cId="0" sldId="362"/>
            <ac:spMk id="12" creationId="{00000000-0000-0000-0000-000000000000}"/>
          </ac:spMkLst>
        </pc:spChg>
        <pc:spChg chg="mod">
          <ac:chgData name="Trevoir Williams" userId="6a45007046124a3d" providerId="LiveId" clId="{53D5EA3C-0847-4EC1-9FDC-43DBDAEAF41A}" dt="2026-04-29T19:27:40.755" v="686" actId="27636"/>
          <ac:spMkLst>
            <pc:docMk/>
            <pc:sldMk cId="0" sldId="362"/>
            <ac:spMk id="16" creationId="{00000000-0000-0000-0000-000000000000}"/>
          </ac:spMkLst>
        </pc:spChg>
        <pc:spChg chg="mod">
          <ac:chgData name="Trevoir Williams" userId="6a45007046124a3d" providerId="LiveId" clId="{53D5EA3C-0847-4EC1-9FDC-43DBDAEAF41A}" dt="2026-04-29T18:41:47.865" v="484" actId="26606"/>
          <ac:spMkLst>
            <pc:docMk/>
            <pc:sldMk cId="0" sldId="362"/>
            <ac:spMk id="20" creationId="{00000000-0000-0000-0000-000000000000}"/>
          </ac:spMkLst>
        </pc:spChg>
        <pc:spChg chg="mod">
          <ac:chgData name="Trevoir Williams" userId="6a45007046124a3d" providerId="LiveId" clId="{53D5EA3C-0847-4EC1-9FDC-43DBDAEAF41A}" dt="2026-04-29T18:41:47.865" v="484" actId="26606"/>
          <ac:spMkLst>
            <pc:docMk/>
            <pc:sldMk cId="0" sldId="362"/>
            <ac:spMk id="22" creationId="{00000000-0000-0000-0000-000000000000}"/>
          </ac:spMkLst>
        </pc:spChg>
        <pc:spChg chg="mod">
          <ac:chgData name="Trevoir Williams" userId="6a45007046124a3d" providerId="LiveId" clId="{53D5EA3C-0847-4EC1-9FDC-43DBDAEAF41A}" dt="2026-04-29T18:41:47.865" v="484" actId="26606"/>
          <ac:spMkLst>
            <pc:docMk/>
            <pc:sldMk cId="0" sldId="362"/>
            <ac:spMk id="24" creationId="{00000000-0000-0000-0000-000000000000}"/>
          </ac:spMkLst>
        </pc:spChg>
        <pc:spChg chg="mod">
          <ac:chgData name="Trevoir Williams" userId="6a45007046124a3d" providerId="LiveId" clId="{53D5EA3C-0847-4EC1-9FDC-43DBDAEAF41A}" dt="2026-04-29T18:41:47.865" v="484" actId="26606"/>
          <ac:spMkLst>
            <pc:docMk/>
            <pc:sldMk cId="0" sldId="362"/>
            <ac:spMk id="25" creationId="{00000000-0000-0000-0000-000000000000}"/>
          </ac:spMkLst>
        </pc:spChg>
      </pc:sldChg>
      <pc:sldChg chg="modSp add del mod">
        <pc:chgData name="Trevoir Williams" userId="6a45007046124a3d" providerId="LiveId" clId="{53D5EA3C-0847-4EC1-9FDC-43DBDAEAF41A}" dt="2026-04-29T20:28:13.734" v="893" actId="26606"/>
        <pc:sldMkLst>
          <pc:docMk/>
          <pc:sldMk cId="0" sldId="363"/>
        </pc:sldMkLst>
        <pc:spChg chg="mod">
          <ac:chgData name="Trevoir Williams" userId="6a45007046124a3d" providerId="LiveId" clId="{53D5EA3C-0847-4EC1-9FDC-43DBDAEAF41A}" dt="2026-04-29T20:28:13.734" v="893" actId="26606"/>
          <ac:spMkLst>
            <pc:docMk/>
            <pc:sldMk cId="0" sldId="363"/>
            <ac:spMk id="4" creationId="{00000000-0000-0000-0000-000000000000}"/>
          </ac:spMkLst>
        </pc:spChg>
        <pc:spChg chg="mod">
          <ac:chgData name="Trevoir Williams" userId="6a45007046124a3d" providerId="LiveId" clId="{53D5EA3C-0847-4EC1-9FDC-43DBDAEAF41A}" dt="2026-04-29T20:28:13.734" v="893" actId="26606"/>
          <ac:spMkLst>
            <pc:docMk/>
            <pc:sldMk cId="0" sldId="363"/>
            <ac:spMk id="5" creationId="{00000000-0000-0000-0000-000000000000}"/>
          </ac:spMkLst>
        </pc:spChg>
        <pc:spChg chg="mod">
          <ac:chgData name="Trevoir Williams" userId="6a45007046124a3d" providerId="LiveId" clId="{53D5EA3C-0847-4EC1-9FDC-43DBDAEAF41A}" dt="2026-04-29T20:28:13.734" v="893" actId="26606"/>
          <ac:spMkLst>
            <pc:docMk/>
            <pc:sldMk cId="0" sldId="363"/>
            <ac:spMk id="6" creationId="{00000000-0000-0000-0000-000000000000}"/>
          </ac:spMkLst>
        </pc:spChg>
        <pc:spChg chg="mod">
          <ac:chgData name="Trevoir Williams" userId="6a45007046124a3d" providerId="LiveId" clId="{53D5EA3C-0847-4EC1-9FDC-43DBDAEAF41A}" dt="2026-04-29T20:28:13.734" v="893" actId="26606"/>
          <ac:spMkLst>
            <pc:docMk/>
            <pc:sldMk cId="0" sldId="363"/>
            <ac:spMk id="7" creationId="{00000000-0000-0000-0000-000000000000}"/>
          </ac:spMkLst>
        </pc:spChg>
        <pc:spChg chg="mod">
          <ac:chgData name="Trevoir Williams" userId="6a45007046124a3d" providerId="LiveId" clId="{53D5EA3C-0847-4EC1-9FDC-43DBDAEAF41A}" dt="2026-04-29T18:55:28.931" v="643" actId="27636"/>
          <ac:spMkLst>
            <pc:docMk/>
            <pc:sldMk cId="0" sldId="363"/>
            <ac:spMk id="8" creationId="{00000000-0000-0000-0000-000000000000}"/>
          </ac:spMkLst>
        </pc:spChg>
        <pc:spChg chg="mod">
          <ac:chgData name="Trevoir Williams" userId="6a45007046124a3d" providerId="LiveId" clId="{53D5EA3C-0847-4EC1-9FDC-43DBDAEAF41A}" dt="2026-04-29T20:28:13.734" v="893" actId="26606"/>
          <ac:spMkLst>
            <pc:docMk/>
            <pc:sldMk cId="0" sldId="363"/>
            <ac:spMk id="9" creationId="{00000000-0000-0000-0000-000000000000}"/>
          </ac:spMkLst>
        </pc:spChg>
        <pc:spChg chg="mod">
          <ac:chgData name="Trevoir Williams" userId="6a45007046124a3d" providerId="LiveId" clId="{53D5EA3C-0847-4EC1-9FDC-43DBDAEAF41A}" dt="2026-04-29T20:28:13.734" v="893" actId="26606"/>
          <ac:spMkLst>
            <pc:docMk/>
            <pc:sldMk cId="0" sldId="363"/>
            <ac:spMk id="11" creationId="{00000000-0000-0000-0000-000000000000}"/>
          </ac:spMkLst>
        </pc:spChg>
        <pc:spChg chg="mod">
          <ac:chgData name="Trevoir Williams" userId="6a45007046124a3d" providerId="LiveId" clId="{53D5EA3C-0847-4EC1-9FDC-43DBDAEAF41A}" dt="2026-04-29T20:28:13.734" v="893" actId="26606"/>
          <ac:spMkLst>
            <pc:docMk/>
            <pc:sldMk cId="0" sldId="363"/>
            <ac:spMk id="12" creationId="{00000000-0000-0000-0000-000000000000}"/>
          </ac:spMkLst>
        </pc:spChg>
        <pc:spChg chg="mod">
          <ac:chgData name="Trevoir Williams" userId="6a45007046124a3d" providerId="LiveId" clId="{53D5EA3C-0847-4EC1-9FDC-43DBDAEAF41A}" dt="2026-04-29T20:28:13.734" v="893" actId="26606"/>
          <ac:spMkLst>
            <pc:docMk/>
            <pc:sldMk cId="0" sldId="363"/>
            <ac:spMk id="13" creationId="{00000000-0000-0000-0000-000000000000}"/>
          </ac:spMkLst>
        </pc:spChg>
        <pc:spChg chg="mod">
          <ac:chgData name="Trevoir Williams" userId="6a45007046124a3d" providerId="LiveId" clId="{53D5EA3C-0847-4EC1-9FDC-43DBDAEAF41A}" dt="2026-04-29T20:28:13.734" v="893" actId="26606"/>
          <ac:spMkLst>
            <pc:docMk/>
            <pc:sldMk cId="0" sldId="363"/>
            <ac:spMk id="14" creationId="{00000000-0000-0000-0000-000000000000}"/>
          </ac:spMkLst>
        </pc:spChg>
        <pc:spChg chg="mod">
          <ac:chgData name="Trevoir Williams" userId="6a45007046124a3d" providerId="LiveId" clId="{53D5EA3C-0847-4EC1-9FDC-43DBDAEAF41A}" dt="2026-04-29T20:28:13.734" v="893" actId="26606"/>
          <ac:spMkLst>
            <pc:docMk/>
            <pc:sldMk cId="0" sldId="363"/>
            <ac:spMk id="15" creationId="{00000000-0000-0000-0000-000000000000}"/>
          </ac:spMkLst>
        </pc:spChg>
        <pc:spChg chg="mod">
          <ac:chgData name="Trevoir Williams" userId="6a45007046124a3d" providerId="LiveId" clId="{53D5EA3C-0847-4EC1-9FDC-43DBDAEAF41A}" dt="2026-04-29T18:41:47.865" v="484" actId="26606"/>
          <ac:spMkLst>
            <pc:docMk/>
            <pc:sldMk cId="0" sldId="363"/>
            <ac:spMk id="25" creationId="{00000000-0000-0000-0000-000000000000}"/>
          </ac:spMkLst>
        </pc:spChg>
        <pc:spChg chg="mod">
          <ac:chgData name="Trevoir Williams" userId="6a45007046124a3d" providerId="LiveId" clId="{53D5EA3C-0847-4EC1-9FDC-43DBDAEAF41A}" dt="2026-04-29T18:41:47.865" v="484" actId="26606"/>
          <ac:spMkLst>
            <pc:docMk/>
            <pc:sldMk cId="0" sldId="363"/>
            <ac:spMk id="26" creationId="{00000000-0000-0000-0000-000000000000}"/>
          </ac:spMkLst>
        </pc:spChg>
      </pc:sldChg>
      <pc:sldChg chg="modSp add del mod">
        <pc:chgData name="Trevoir Williams" userId="6a45007046124a3d" providerId="LiveId" clId="{53D5EA3C-0847-4EC1-9FDC-43DBDAEAF41A}" dt="2026-04-29T20:52:00.045" v="898" actId="26606"/>
        <pc:sldMkLst>
          <pc:docMk/>
          <pc:sldMk cId="0" sldId="364"/>
        </pc:sldMkLst>
        <pc:spChg chg="mod">
          <ac:chgData name="Trevoir Williams" userId="6a45007046124a3d" providerId="LiveId" clId="{53D5EA3C-0847-4EC1-9FDC-43DBDAEAF41A}" dt="2026-04-29T18:36:33.074" v="162" actId="26606"/>
          <ac:spMkLst>
            <pc:docMk/>
            <pc:sldMk cId="0" sldId="364"/>
            <ac:spMk id="3" creationId="{00000000-0000-0000-0000-000000000000}"/>
          </ac:spMkLst>
        </pc:spChg>
        <pc:spChg chg="mod">
          <ac:chgData name="Trevoir Williams" userId="6a45007046124a3d" providerId="LiveId" clId="{53D5EA3C-0847-4EC1-9FDC-43DBDAEAF41A}" dt="2026-04-29T18:55:29.848" v="644" actId="27636"/>
          <ac:spMkLst>
            <pc:docMk/>
            <pc:sldMk cId="0" sldId="364"/>
            <ac:spMk id="4" creationId="{00000000-0000-0000-0000-000000000000}"/>
          </ac:spMkLst>
        </pc:spChg>
        <pc:spChg chg="mod">
          <ac:chgData name="Trevoir Williams" userId="6a45007046124a3d" providerId="LiveId" clId="{53D5EA3C-0847-4EC1-9FDC-43DBDAEAF41A}" dt="2026-04-29T18:41:47.865" v="484" actId="26606"/>
          <ac:spMkLst>
            <pc:docMk/>
            <pc:sldMk cId="0" sldId="364"/>
            <ac:spMk id="14" creationId="{00000000-0000-0000-0000-000000000000}"/>
          </ac:spMkLst>
        </pc:spChg>
        <pc:spChg chg="mod">
          <ac:chgData name="Trevoir Williams" userId="6a45007046124a3d" providerId="LiveId" clId="{53D5EA3C-0847-4EC1-9FDC-43DBDAEAF41A}" dt="2026-04-29T18:41:47.865" v="484" actId="26606"/>
          <ac:spMkLst>
            <pc:docMk/>
            <pc:sldMk cId="0" sldId="364"/>
            <ac:spMk id="15" creationId="{00000000-0000-0000-0000-000000000000}"/>
          </ac:spMkLst>
        </pc:spChg>
        <pc:spChg chg="mod">
          <ac:chgData name="Trevoir Williams" userId="6a45007046124a3d" providerId="LiveId" clId="{53D5EA3C-0847-4EC1-9FDC-43DBDAEAF41A}" dt="2026-04-29T20:52:00.045" v="898" actId="26606"/>
          <ac:spMkLst>
            <pc:docMk/>
            <pc:sldMk cId="0" sldId="364"/>
            <ac:spMk id="16" creationId="{00000000-0000-0000-0000-000000000000}"/>
          </ac:spMkLst>
        </pc:spChg>
      </pc:sldChg>
      <pc:sldChg chg="modSp add del mod">
        <pc:chgData name="Trevoir Williams" userId="6a45007046124a3d" providerId="LiveId" clId="{53D5EA3C-0847-4EC1-9FDC-43DBDAEAF41A}" dt="2026-04-29T18:55:30.619" v="646" actId="27636"/>
        <pc:sldMkLst>
          <pc:docMk/>
          <pc:sldMk cId="0" sldId="365"/>
        </pc:sldMkLst>
        <pc:spChg chg="mod">
          <ac:chgData name="Trevoir Williams" userId="6a45007046124a3d" providerId="LiveId" clId="{53D5EA3C-0847-4EC1-9FDC-43DBDAEAF41A}" dt="2026-04-29T18:55:30.619" v="646" actId="27636"/>
          <ac:spMkLst>
            <pc:docMk/>
            <pc:sldMk cId="0" sldId="365"/>
            <ac:spMk id="3" creationId="{00000000-0000-0000-0000-000000000000}"/>
          </ac:spMkLst>
        </pc:spChg>
        <pc:spChg chg="mod">
          <ac:chgData name="Trevoir Williams" userId="6a45007046124a3d" providerId="LiveId" clId="{53D5EA3C-0847-4EC1-9FDC-43DBDAEAF41A}" dt="2026-04-29T18:55:30.619" v="645" actId="27636"/>
          <ac:spMkLst>
            <pc:docMk/>
            <pc:sldMk cId="0" sldId="365"/>
            <ac:spMk id="4" creationId="{00000000-0000-0000-0000-000000000000}"/>
          </ac:spMkLst>
        </pc:spChg>
        <pc:spChg chg="mod">
          <ac:chgData name="Trevoir Williams" userId="6a45007046124a3d" providerId="LiveId" clId="{53D5EA3C-0847-4EC1-9FDC-43DBDAEAF41A}" dt="2026-04-29T18:41:47.865" v="484" actId="26606"/>
          <ac:spMkLst>
            <pc:docMk/>
            <pc:sldMk cId="0" sldId="365"/>
            <ac:spMk id="25" creationId="{00000000-0000-0000-0000-000000000000}"/>
          </ac:spMkLst>
        </pc:spChg>
        <pc:spChg chg="mod">
          <ac:chgData name="Trevoir Williams" userId="6a45007046124a3d" providerId="LiveId" clId="{53D5EA3C-0847-4EC1-9FDC-43DBDAEAF41A}" dt="2026-04-29T18:41:47.865" v="484" actId="26606"/>
          <ac:spMkLst>
            <pc:docMk/>
            <pc:sldMk cId="0" sldId="365"/>
            <ac:spMk id="26"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366"/>
        </pc:sldMkLst>
        <pc:spChg chg="mod">
          <ac:chgData name="Trevoir Williams" userId="6a45007046124a3d" providerId="LiveId" clId="{53D5EA3C-0847-4EC1-9FDC-43DBDAEAF41A}" dt="2026-04-29T18:55:31.424" v="648" actId="27636"/>
          <ac:spMkLst>
            <pc:docMk/>
            <pc:sldMk cId="0" sldId="366"/>
            <ac:spMk id="3" creationId="{00000000-0000-0000-0000-000000000000}"/>
          </ac:spMkLst>
        </pc:spChg>
        <pc:spChg chg="mod">
          <ac:chgData name="Trevoir Williams" userId="6a45007046124a3d" providerId="LiveId" clId="{53D5EA3C-0847-4EC1-9FDC-43DBDAEAF41A}" dt="2026-04-29T18:55:31.421" v="647" actId="27636"/>
          <ac:spMkLst>
            <pc:docMk/>
            <pc:sldMk cId="0" sldId="366"/>
            <ac:spMk id="4" creationId="{00000000-0000-0000-0000-000000000000}"/>
          </ac:spMkLst>
        </pc:spChg>
        <pc:spChg chg="mod">
          <ac:chgData name="Trevoir Williams" userId="6a45007046124a3d" providerId="LiveId" clId="{53D5EA3C-0847-4EC1-9FDC-43DBDAEAF41A}" dt="2026-04-29T18:41:47.865" v="484" actId="26606"/>
          <ac:spMkLst>
            <pc:docMk/>
            <pc:sldMk cId="0" sldId="366"/>
            <ac:spMk id="17" creationId="{00000000-0000-0000-0000-000000000000}"/>
          </ac:spMkLst>
        </pc:spChg>
        <pc:spChg chg="mod">
          <ac:chgData name="Trevoir Williams" userId="6a45007046124a3d" providerId="LiveId" clId="{53D5EA3C-0847-4EC1-9FDC-43DBDAEAF41A}" dt="2026-04-29T18:41:47.865" v="484" actId="26606"/>
          <ac:spMkLst>
            <pc:docMk/>
            <pc:sldMk cId="0" sldId="366"/>
            <ac:spMk id="19" creationId="{00000000-0000-0000-0000-000000000000}"/>
          </ac:spMkLst>
        </pc:spChg>
        <pc:spChg chg="mod">
          <ac:chgData name="Trevoir Williams" userId="6a45007046124a3d" providerId="LiveId" clId="{53D5EA3C-0847-4EC1-9FDC-43DBDAEAF41A}" dt="2026-04-29T18:41:47.865" v="484" actId="26606"/>
          <ac:spMkLst>
            <pc:docMk/>
            <pc:sldMk cId="0" sldId="366"/>
            <ac:spMk id="20" creationId="{00000000-0000-0000-0000-000000000000}"/>
          </ac:spMkLst>
        </pc:spChg>
        <pc:spChg chg="mod">
          <ac:chgData name="Trevoir Williams" userId="6a45007046124a3d" providerId="LiveId" clId="{53D5EA3C-0847-4EC1-9FDC-43DBDAEAF41A}" dt="2026-04-29T18:41:47.865" v="484" actId="26606"/>
          <ac:spMkLst>
            <pc:docMk/>
            <pc:sldMk cId="0" sldId="366"/>
            <ac:spMk id="21" creationId="{00000000-0000-0000-0000-000000000000}"/>
          </ac:spMkLst>
        </pc:spChg>
      </pc:sldChg>
      <pc:sldChg chg="modSp add del mod">
        <pc:chgData name="Trevoir Williams" userId="6a45007046124a3d" providerId="LiveId" clId="{53D5EA3C-0847-4EC1-9FDC-43DBDAEAF41A}" dt="2026-04-29T19:59:06.752" v="844" actId="27636"/>
        <pc:sldMkLst>
          <pc:docMk/>
          <pc:sldMk cId="0" sldId="367"/>
        </pc:sldMkLst>
        <pc:spChg chg="mod">
          <ac:chgData name="Trevoir Williams" userId="6a45007046124a3d" providerId="LiveId" clId="{53D5EA3C-0847-4EC1-9FDC-43DBDAEAF41A}" dt="2026-04-29T19:59:06.740" v="841" actId="27636"/>
          <ac:spMkLst>
            <pc:docMk/>
            <pc:sldMk cId="0" sldId="367"/>
            <ac:spMk id="3" creationId="{00000000-0000-0000-0000-000000000000}"/>
          </ac:spMkLst>
        </pc:spChg>
        <pc:spChg chg="mod">
          <ac:chgData name="Trevoir Williams" userId="6a45007046124a3d" providerId="LiveId" clId="{53D5EA3C-0847-4EC1-9FDC-43DBDAEAF41A}" dt="2026-04-29T19:59:06.743" v="842" actId="27636"/>
          <ac:spMkLst>
            <pc:docMk/>
            <pc:sldMk cId="0" sldId="367"/>
            <ac:spMk id="4" creationId="{00000000-0000-0000-0000-000000000000}"/>
          </ac:spMkLst>
        </pc:spChg>
        <pc:spChg chg="mod">
          <ac:chgData name="Trevoir Williams" userId="6a45007046124a3d" providerId="LiveId" clId="{53D5EA3C-0847-4EC1-9FDC-43DBDAEAF41A}" dt="2026-04-29T19:59:06.752" v="844" actId="27636"/>
          <ac:spMkLst>
            <pc:docMk/>
            <pc:sldMk cId="0" sldId="367"/>
            <ac:spMk id="7" creationId="{00000000-0000-0000-0000-000000000000}"/>
          </ac:spMkLst>
        </pc:spChg>
        <pc:spChg chg="mod">
          <ac:chgData name="Trevoir Williams" userId="6a45007046124a3d" providerId="LiveId" clId="{53D5EA3C-0847-4EC1-9FDC-43DBDAEAF41A}" dt="2026-04-29T19:59:06.747" v="843" actId="27636"/>
          <ac:spMkLst>
            <pc:docMk/>
            <pc:sldMk cId="0" sldId="367"/>
            <ac:spMk id="9" creationId="{00000000-0000-0000-0000-000000000000}"/>
          </ac:spMkLst>
        </pc:spChg>
        <pc:spChg chg="mod">
          <ac:chgData name="Trevoir Williams" userId="6a45007046124a3d" providerId="LiveId" clId="{53D5EA3C-0847-4EC1-9FDC-43DBDAEAF41A}" dt="2026-04-29T18:41:47.865" v="484" actId="26606"/>
          <ac:spMkLst>
            <pc:docMk/>
            <pc:sldMk cId="0" sldId="367"/>
            <ac:spMk id="14" creationId="{00000000-0000-0000-0000-000000000000}"/>
          </ac:spMkLst>
        </pc:spChg>
        <pc:spChg chg="mod">
          <ac:chgData name="Trevoir Williams" userId="6a45007046124a3d" providerId="LiveId" clId="{53D5EA3C-0847-4EC1-9FDC-43DBDAEAF41A}" dt="2026-04-29T18:41:47.865" v="484" actId="26606"/>
          <ac:spMkLst>
            <pc:docMk/>
            <pc:sldMk cId="0" sldId="367"/>
            <ac:spMk id="16" creationId="{00000000-0000-0000-0000-000000000000}"/>
          </ac:spMkLst>
        </pc:spChg>
        <pc:spChg chg="mod">
          <ac:chgData name="Trevoir Williams" userId="6a45007046124a3d" providerId="LiveId" clId="{53D5EA3C-0847-4EC1-9FDC-43DBDAEAF41A}" dt="2026-04-29T18:41:47.865" v="484" actId="26606"/>
          <ac:spMkLst>
            <pc:docMk/>
            <pc:sldMk cId="0" sldId="367"/>
            <ac:spMk id="17" creationId="{00000000-0000-0000-0000-000000000000}"/>
          </ac:spMkLst>
        </pc:spChg>
      </pc:sldChg>
      <pc:sldChg chg="modSp add del mod">
        <pc:chgData name="Trevoir Williams" userId="6a45007046124a3d" providerId="LiveId" clId="{53D5EA3C-0847-4EC1-9FDC-43DBDAEAF41A}" dt="2026-04-29T19:59:07.605" v="848" actId="27636"/>
        <pc:sldMkLst>
          <pc:docMk/>
          <pc:sldMk cId="0" sldId="368"/>
        </pc:sldMkLst>
        <pc:spChg chg="mod">
          <ac:chgData name="Trevoir Williams" userId="6a45007046124a3d" providerId="LiveId" clId="{53D5EA3C-0847-4EC1-9FDC-43DBDAEAF41A}" dt="2026-04-29T19:59:07.592" v="846" actId="27636"/>
          <ac:spMkLst>
            <pc:docMk/>
            <pc:sldMk cId="0" sldId="368"/>
            <ac:spMk id="3" creationId="{00000000-0000-0000-0000-000000000000}"/>
          </ac:spMkLst>
        </pc:spChg>
        <pc:spChg chg="mod">
          <ac:chgData name="Trevoir Williams" userId="6a45007046124a3d" providerId="LiveId" clId="{53D5EA3C-0847-4EC1-9FDC-43DBDAEAF41A}" dt="2026-04-29T19:59:07.598" v="847" actId="27636"/>
          <ac:spMkLst>
            <pc:docMk/>
            <pc:sldMk cId="0" sldId="368"/>
            <ac:spMk id="4" creationId="{00000000-0000-0000-0000-000000000000}"/>
          </ac:spMkLst>
        </pc:spChg>
        <pc:spChg chg="mod">
          <ac:chgData name="Trevoir Williams" userId="6a45007046124a3d" providerId="LiveId" clId="{53D5EA3C-0847-4EC1-9FDC-43DBDAEAF41A}" dt="2026-04-29T19:59:07.605" v="848" actId="27636"/>
          <ac:spMkLst>
            <pc:docMk/>
            <pc:sldMk cId="0" sldId="368"/>
            <ac:spMk id="7" creationId="{00000000-0000-0000-0000-000000000000}"/>
          </ac:spMkLst>
        </pc:spChg>
        <pc:spChg chg="mod">
          <ac:chgData name="Trevoir Williams" userId="6a45007046124a3d" providerId="LiveId" clId="{53D5EA3C-0847-4EC1-9FDC-43DBDAEAF41A}" dt="2026-04-29T19:59:07.571" v="845" actId="27636"/>
          <ac:spMkLst>
            <pc:docMk/>
            <pc:sldMk cId="0" sldId="368"/>
            <ac:spMk id="9" creationId="{00000000-0000-0000-0000-000000000000}"/>
          </ac:spMkLst>
        </pc:spChg>
        <pc:spChg chg="mod">
          <ac:chgData name="Trevoir Williams" userId="6a45007046124a3d" providerId="LiveId" clId="{53D5EA3C-0847-4EC1-9FDC-43DBDAEAF41A}" dt="2026-04-29T18:41:47.865" v="484" actId="26606"/>
          <ac:spMkLst>
            <pc:docMk/>
            <pc:sldMk cId="0" sldId="368"/>
            <ac:spMk id="14" creationId="{00000000-0000-0000-0000-000000000000}"/>
          </ac:spMkLst>
        </pc:spChg>
        <pc:spChg chg="mod">
          <ac:chgData name="Trevoir Williams" userId="6a45007046124a3d" providerId="LiveId" clId="{53D5EA3C-0847-4EC1-9FDC-43DBDAEAF41A}" dt="2026-04-29T18:41:47.865" v="484" actId="26606"/>
          <ac:spMkLst>
            <pc:docMk/>
            <pc:sldMk cId="0" sldId="368"/>
            <ac:spMk id="16" creationId="{00000000-0000-0000-0000-000000000000}"/>
          </ac:spMkLst>
        </pc:spChg>
        <pc:spChg chg="mod">
          <ac:chgData name="Trevoir Williams" userId="6a45007046124a3d" providerId="LiveId" clId="{53D5EA3C-0847-4EC1-9FDC-43DBDAEAF41A}" dt="2026-04-29T18:41:47.865" v="484" actId="26606"/>
          <ac:spMkLst>
            <pc:docMk/>
            <pc:sldMk cId="0" sldId="368"/>
            <ac:spMk id="17" creationId="{00000000-0000-0000-0000-000000000000}"/>
          </ac:spMkLst>
        </pc:spChg>
      </pc:sldChg>
      <pc:sldChg chg="modSp add del mod">
        <pc:chgData name="Trevoir Williams" userId="6a45007046124a3d" providerId="LiveId" clId="{53D5EA3C-0847-4EC1-9FDC-43DBDAEAF41A}" dt="2026-04-29T19:59:08.467" v="852" actId="27636"/>
        <pc:sldMkLst>
          <pc:docMk/>
          <pc:sldMk cId="0" sldId="369"/>
        </pc:sldMkLst>
        <pc:spChg chg="mod">
          <ac:chgData name="Trevoir Williams" userId="6a45007046124a3d" providerId="LiveId" clId="{53D5EA3C-0847-4EC1-9FDC-43DBDAEAF41A}" dt="2026-04-29T19:59:08.450" v="850" actId="27636"/>
          <ac:spMkLst>
            <pc:docMk/>
            <pc:sldMk cId="0" sldId="369"/>
            <ac:spMk id="3" creationId="{00000000-0000-0000-0000-000000000000}"/>
          </ac:spMkLst>
        </pc:spChg>
        <pc:spChg chg="mod">
          <ac:chgData name="Trevoir Williams" userId="6a45007046124a3d" providerId="LiveId" clId="{53D5EA3C-0847-4EC1-9FDC-43DBDAEAF41A}" dt="2026-04-29T19:59:08.460" v="851" actId="27636"/>
          <ac:spMkLst>
            <pc:docMk/>
            <pc:sldMk cId="0" sldId="369"/>
            <ac:spMk id="4" creationId="{00000000-0000-0000-0000-000000000000}"/>
          </ac:spMkLst>
        </pc:spChg>
        <pc:spChg chg="mod">
          <ac:chgData name="Trevoir Williams" userId="6a45007046124a3d" providerId="LiveId" clId="{53D5EA3C-0847-4EC1-9FDC-43DBDAEAF41A}" dt="2026-04-29T19:59:08.450" v="849" actId="27636"/>
          <ac:spMkLst>
            <pc:docMk/>
            <pc:sldMk cId="0" sldId="369"/>
            <ac:spMk id="7" creationId="{00000000-0000-0000-0000-000000000000}"/>
          </ac:spMkLst>
        </pc:spChg>
        <pc:spChg chg="mod">
          <ac:chgData name="Trevoir Williams" userId="6a45007046124a3d" providerId="LiveId" clId="{53D5EA3C-0847-4EC1-9FDC-43DBDAEAF41A}" dt="2026-04-29T19:59:08.467" v="852" actId="27636"/>
          <ac:spMkLst>
            <pc:docMk/>
            <pc:sldMk cId="0" sldId="369"/>
            <ac:spMk id="9" creationId="{00000000-0000-0000-0000-000000000000}"/>
          </ac:spMkLst>
        </pc:spChg>
        <pc:spChg chg="mod">
          <ac:chgData name="Trevoir Williams" userId="6a45007046124a3d" providerId="LiveId" clId="{53D5EA3C-0847-4EC1-9FDC-43DBDAEAF41A}" dt="2026-04-29T18:41:47.865" v="484" actId="26606"/>
          <ac:spMkLst>
            <pc:docMk/>
            <pc:sldMk cId="0" sldId="369"/>
            <ac:spMk id="14" creationId="{00000000-0000-0000-0000-000000000000}"/>
          </ac:spMkLst>
        </pc:spChg>
        <pc:spChg chg="mod">
          <ac:chgData name="Trevoir Williams" userId="6a45007046124a3d" providerId="LiveId" clId="{53D5EA3C-0847-4EC1-9FDC-43DBDAEAF41A}" dt="2026-04-29T18:41:47.865" v="484" actId="26606"/>
          <ac:spMkLst>
            <pc:docMk/>
            <pc:sldMk cId="0" sldId="369"/>
            <ac:spMk id="16" creationId="{00000000-0000-0000-0000-000000000000}"/>
          </ac:spMkLst>
        </pc:spChg>
        <pc:spChg chg="mod">
          <ac:chgData name="Trevoir Williams" userId="6a45007046124a3d" providerId="LiveId" clId="{53D5EA3C-0847-4EC1-9FDC-43DBDAEAF41A}" dt="2026-04-29T18:41:47.865" v="484" actId="26606"/>
          <ac:spMkLst>
            <pc:docMk/>
            <pc:sldMk cId="0" sldId="369"/>
            <ac:spMk id="17" creationId="{00000000-0000-0000-0000-000000000000}"/>
          </ac:spMkLst>
        </pc:spChg>
      </pc:sldChg>
      <pc:sldChg chg="modSp add del mod">
        <pc:chgData name="Trevoir Williams" userId="6a45007046124a3d" providerId="LiveId" clId="{53D5EA3C-0847-4EC1-9FDC-43DBDAEAF41A}" dt="2026-04-29T19:59:09.246" v="856" actId="27636"/>
        <pc:sldMkLst>
          <pc:docMk/>
          <pc:sldMk cId="0" sldId="370"/>
        </pc:sldMkLst>
        <pc:spChg chg="mod">
          <ac:chgData name="Trevoir Williams" userId="6a45007046124a3d" providerId="LiveId" clId="{53D5EA3C-0847-4EC1-9FDC-43DBDAEAF41A}" dt="2026-04-29T19:59:09.240" v="854" actId="27636"/>
          <ac:spMkLst>
            <pc:docMk/>
            <pc:sldMk cId="0" sldId="370"/>
            <ac:spMk id="3" creationId="{00000000-0000-0000-0000-000000000000}"/>
          </ac:spMkLst>
        </pc:spChg>
        <pc:spChg chg="mod">
          <ac:chgData name="Trevoir Williams" userId="6a45007046124a3d" providerId="LiveId" clId="{53D5EA3C-0847-4EC1-9FDC-43DBDAEAF41A}" dt="2026-04-29T19:59:09.242" v="855" actId="27636"/>
          <ac:spMkLst>
            <pc:docMk/>
            <pc:sldMk cId="0" sldId="370"/>
            <ac:spMk id="4" creationId="{00000000-0000-0000-0000-000000000000}"/>
          </ac:spMkLst>
        </pc:spChg>
        <pc:spChg chg="mod">
          <ac:chgData name="Trevoir Williams" userId="6a45007046124a3d" providerId="LiveId" clId="{53D5EA3C-0847-4EC1-9FDC-43DBDAEAF41A}" dt="2026-04-29T19:59:09.230" v="853" actId="27636"/>
          <ac:spMkLst>
            <pc:docMk/>
            <pc:sldMk cId="0" sldId="370"/>
            <ac:spMk id="7" creationId="{00000000-0000-0000-0000-000000000000}"/>
          </ac:spMkLst>
        </pc:spChg>
        <pc:spChg chg="mod">
          <ac:chgData name="Trevoir Williams" userId="6a45007046124a3d" providerId="LiveId" clId="{53D5EA3C-0847-4EC1-9FDC-43DBDAEAF41A}" dt="2026-04-29T19:59:09.246" v="856" actId="27636"/>
          <ac:spMkLst>
            <pc:docMk/>
            <pc:sldMk cId="0" sldId="370"/>
            <ac:spMk id="9" creationId="{00000000-0000-0000-0000-000000000000}"/>
          </ac:spMkLst>
        </pc:spChg>
        <pc:spChg chg="mod">
          <ac:chgData name="Trevoir Williams" userId="6a45007046124a3d" providerId="LiveId" clId="{53D5EA3C-0847-4EC1-9FDC-43DBDAEAF41A}" dt="2026-04-29T18:41:47.865" v="484" actId="26606"/>
          <ac:spMkLst>
            <pc:docMk/>
            <pc:sldMk cId="0" sldId="370"/>
            <ac:spMk id="14" creationId="{00000000-0000-0000-0000-000000000000}"/>
          </ac:spMkLst>
        </pc:spChg>
        <pc:spChg chg="mod">
          <ac:chgData name="Trevoir Williams" userId="6a45007046124a3d" providerId="LiveId" clId="{53D5EA3C-0847-4EC1-9FDC-43DBDAEAF41A}" dt="2026-04-29T18:41:47.865" v="484" actId="26606"/>
          <ac:spMkLst>
            <pc:docMk/>
            <pc:sldMk cId="0" sldId="370"/>
            <ac:spMk id="16" creationId="{00000000-0000-0000-0000-000000000000}"/>
          </ac:spMkLst>
        </pc:spChg>
        <pc:spChg chg="mod">
          <ac:chgData name="Trevoir Williams" userId="6a45007046124a3d" providerId="LiveId" clId="{53D5EA3C-0847-4EC1-9FDC-43DBDAEAF41A}" dt="2026-04-29T18:41:47.865" v="484" actId="26606"/>
          <ac:spMkLst>
            <pc:docMk/>
            <pc:sldMk cId="0" sldId="370"/>
            <ac:spMk id="17" creationId="{00000000-0000-0000-0000-000000000000}"/>
          </ac:spMkLst>
        </pc:spChg>
      </pc:sldChg>
      <pc:sldChg chg="modSp add del mod">
        <pc:chgData name="Trevoir Williams" userId="6a45007046124a3d" providerId="LiveId" clId="{53D5EA3C-0847-4EC1-9FDC-43DBDAEAF41A}" dt="2026-04-29T19:59:10.766" v="860" actId="27636"/>
        <pc:sldMkLst>
          <pc:docMk/>
          <pc:sldMk cId="0" sldId="371"/>
        </pc:sldMkLst>
        <pc:spChg chg="mod">
          <ac:chgData name="Trevoir Williams" userId="6a45007046124a3d" providerId="LiveId" clId="{53D5EA3C-0847-4EC1-9FDC-43DBDAEAF41A}" dt="2026-04-29T19:59:10.766" v="860" actId="27636"/>
          <ac:spMkLst>
            <pc:docMk/>
            <pc:sldMk cId="0" sldId="371"/>
            <ac:spMk id="3" creationId="{00000000-0000-0000-0000-000000000000}"/>
          </ac:spMkLst>
        </pc:spChg>
        <pc:spChg chg="mod">
          <ac:chgData name="Trevoir Williams" userId="6a45007046124a3d" providerId="LiveId" clId="{53D5EA3C-0847-4EC1-9FDC-43DBDAEAF41A}" dt="2026-04-29T19:59:10.738" v="857" actId="27636"/>
          <ac:spMkLst>
            <pc:docMk/>
            <pc:sldMk cId="0" sldId="371"/>
            <ac:spMk id="4" creationId="{00000000-0000-0000-0000-000000000000}"/>
          </ac:spMkLst>
        </pc:spChg>
        <pc:spChg chg="mod">
          <ac:chgData name="Trevoir Williams" userId="6a45007046124a3d" providerId="LiveId" clId="{53D5EA3C-0847-4EC1-9FDC-43DBDAEAF41A}" dt="2026-04-29T19:59:10.748" v="858" actId="27636"/>
          <ac:spMkLst>
            <pc:docMk/>
            <pc:sldMk cId="0" sldId="371"/>
            <ac:spMk id="7" creationId="{00000000-0000-0000-0000-000000000000}"/>
          </ac:spMkLst>
        </pc:spChg>
        <pc:spChg chg="mod">
          <ac:chgData name="Trevoir Williams" userId="6a45007046124a3d" providerId="LiveId" clId="{53D5EA3C-0847-4EC1-9FDC-43DBDAEAF41A}" dt="2026-04-29T19:59:10.758" v="859" actId="27636"/>
          <ac:spMkLst>
            <pc:docMk/>
            <pc:sldMk cId="0" sldId="371"/>
            <ac:spMk id="9" creationId="{00000000-0000-0000-0000-000000000000}"/>
          </ac:spMkLst>
        </pc:spChg>
        <pc:spChg chg="mod">
          <ac:chgData name="Trevoir Williams" userId="6a45007046124a3d" providerId="LiveId" clId="{53D5EA3C-0847-4EC1-9FDC-43DBDAEAF41A}" dt="2026-04-29T18:41:47.865" v="484" actId="26606"/>
          <ac:spMkLst>
            <pc:docMk/>
            <pc:sldMk cId="0" sldId="371"/>
            <ac:spMk id="14" creationId="{00000000-0000-0000-0000-000000000000}"/>
          </ac:spMkLst>
        </pc:spChg>
        <pc:spChg chg="mod">
          <ac:chgData name="Trevoir Williams" userId="6a45007046124a3d" providerId="LiveId" clId="{53D5EA3C-0847-4EC1-9FDC-43DBDAEAF41A}" dt="2026-04-29T18:41:47.865" v="484" actId="26606"/>
          <ac:spMkLst>
            <pc:docMk/>
            <pc:sldMk cId="0" sldId="371"/>
            <ac:spMk id="16" creationId="{00000000-0000-0000-0000-000000000000}"/>
          </ac:spMkLst>
        </pc:spChg>
        <pc:spChg chg="mod">
          <ac:chgData name="Trevoir Williams" userId="6a45007046124a3d" providerId="LiveId" clId="{53D5EA3C-0847-4EC1-9FDC-43DBDAEAF41A}" dt="2026-04-29T18:41:47.865" v="484" actId="26606"/>
          <ac:spMkLst>
            <pc:docMk/>
            <pc:sldMk cId="0" sldId="371"/>
            <ac:spMk id="17" creationId="{00000000-0000-0000-0000-000000000000}"/>
          </ac:spMkLst>
        </pc:spChg>
      </pc:sldChg>
      <pc:sldChg chg="modSp add del mod">
        <pc:chgData name="Trevoir Williams" userId="6a45007046124a3d" providerId="LiveId" clId="{53D5EA3C-0847-4EC1-9FDC-43DBDAEAF41A}" dt="2026-04-29T19:27:41.645" v="690" actId="27636"/>
        <pc:sldMkLst>
          <pc:docMk/>
          <pc:sldMk cId="0" sldId="372"/>
        </pc:sldMkLst>
        <pc:spChg chg="mod">
          <ac:chgData name="Trevoir Williams" userId="6a45007046124a3d" providerId="LiveId" clId="{53D5EA3C-0847-4EC1-9FDC-43DBDAEAF41A}" dt="2026-04-29T18:36:45.555" v="185" actId="27636"/>
          <ac:spMkLst>
            <pc:docMk/>
            <pc:sldMk cId="0" sldId="372"/>
            <ac:spMk id="3" creationId="{00000000-0000-0000-0000-000000000000}"/>
          </ac:spMkLst>
        </pc:spChg>
        <pc:spChg chg="mod">
          <ac:chgData name="Trevoir Williams" userId="6a45007046124a3d" providerId="LiveId" clId="{53D5EA3C-0847-4EC1-9FDC-43DBDAEAF41A}" dt="2026-04-29T19:27:41.645" v="689" actId="27636"/>
          <ac:spMkLst>
            <pc:docMk/>
            <pc:sldMk cId="0" sldId="372"/>
            <ac:spMk id="4" creationId="{00000000-0000-0000-0000-000000000000}"/>
          </ac:spMkLst>
        </pc:spChg>
        <pc:spChg chg="mod">
          <ac:chgData name="Trevoir Williams" userId="6a45007046124a3d" providerId="LiveId" clId="{53D5EA3C-0847-4EC1-9FDC-43DBDAEAF41A}" dt="2026-04-29T19:27:41.638" v="687" actId="27636"/>
          <ac:spMkLst>
            <pc:docMk/>
            <pc:sldMk cId="0" sldId="372"/>
            <ac:spMk id="8" creationId="{00000000-0000-0000-0000-000000000000}"/>
          </ac:spMkLst>
        </pc:spChg>
        <pc:spChg chg="mod">
          <ac:chgData name="Trevoir Williams" userId="6a45007046124a3d" providerId="LiveId" clId="{53D5EA3C-0847-4EC1-9FDC-43DBDAEAF41A}" dt="2026-04-29T19:27:41.645" v="690" actId="27636"/>
          <ac:spMkLst>
            <pc:docMk/>
            <pc:sldMk cId="0" sldId="372"/>
            <ac:spMk id="12" creationId="{00000000-0000-0000-0000-000000000000}"/>
          </ac:spMkLst>
        </pc:spChg>
        <pc:spChg chg="mod">
          <ac:chgData name="Trevoir Williams" userId="6a45007046124a3d" providerId="LiveId" clId="{53D5EA3C-0847-4EC1-9FDC-43DBDAEAF41A}" dt="2026-04-29T19:27:41.645" v="688" actId="27636"/>
          <ac:spMkLst>
            <pc:docMk/>
            <pc:sldMk cId="0" sldId="372"/>
            <ac:spMk id="16" creationId="{00000000-0000-0000-0000-000000000000}"/>
          </ac:spMkLst>
        </pc:spChg>
        <pc:spChg chg="mod">
          <ac:chgData name="Trevoir Williams" userId="6a45007046124a3d" providerId="LiveId" clId="{53D5EA3C-0847-4EC1-9FDC-43DBDAEAF41A}" dt="2026-04-29T18:41:47.865" v="484" actId="26606"/>
          <ac:spMkLst>
            <pc:docMk/>
            <pc:sldMk cId="0" sldId="372"/>
            <ac:spMk id="20" creationId="{00000000-0000-0000-0000-000000000000}"/>
          </ac:spMkLst>
        </pc:spChg>
        <pc:spChg chg="mod">
          <ac:chgData name="Trevoir Williams" userId="6a45007046124a3d" providerId="LiveId" clId="{53D5EA3C-0847-4EC1-9FDC-43DBDAEAF41A}" dt="2026-04-29T18:41:47.865" v="484" actId="26606"/>
          <ac:spMkLst>
            <pc:docMk/>
            <pc:sldMk cId="0" sldId="372"/>
            <ac:spMk id="22" creationId="{00000000-0000-0000-0000-000000000000}"/>
          </ac:spMkLst>
        </pc:spChg>
        <pc:spChg chg="mod">
          <ac:chgData name="Trevoir Williams" userId="6a45007046124a3d" providerId="LiveId" clId="{53D5EA3C-0847-4EC1-9FDC-43DBDAEAF41A}" dt="2026-04-29T18:41:47.865" v="484" actId="26606"/>
          <ac:spMkLst>
            <pc:docMk/>
            <pc:sldMk cId="0" sldId="372"/>
            <ac:spMk id="24" creationId="{00000000-0000-0000-0000-000000000000}"/>
          </ac:spMkLst>
        </pc:spChg>
        <pc:spChg chg="mod">
          <ac:chgData name="Trevoir Williams" userId="6a45007046124a3d" providerId="LiveId" clId="{53D5EA3C-0847-4EC1-9FDC-43DBDAEAF41A}" dt="2026-04-29T18:41:47.865" v="484" actId="26606"/>
          <ac:spMkLst>
            <pc:docMk/>
            <pc:sldMk cId="0" sldId="372"/>
            <ac:spMk id="25" creationId="{00000000-0000-0000-0000-000000000000}"/>
          </ac:spMkLst>
        </pc:spChg>
      </pc:sldChg>
      <pc:sldChg chg="modSp add del mod">
        <pc:chgData name="Trevoir Williams" userId="6a45007046124a3d" providerId="LiveId" clId="{53D5EA3C-0847-4EC1-9FDC-43DBDAEAF41A}" dt="2026-04-29T19:59:11.922" v="863" actId="27636"/>
        <pc:sldMkLst>
          <pc:docMk/>
          <pc:sldMk cId="0" sldId="373"/>
        </pc:sldMkLst>
        <pc:spChg chg="mod">
          <ac:chgData name="Trevoir Williams" userId="6a45007046124a3d" providerId="LiveId" clId="{53D5EA3C-0847-4EC1-9FDC-43DBDAEAF41A}" dt="2026-04-29T18:44:54.605" v="528" actId="27636"/>
          <ac:spMkLst>
            <pc:docMk/>
            <pc:sldMk cId="0" sldId="373"/>
            <ac:spMk id="3" creationId="{00000000-0000-0000-0000-000000000000}"/>
          </ac:spMkLst>
        </pc:spChg>
        <pc:spChg chg="mod">
          <ac:chgData name="Trevoir Williams" userId="6a45007046124a3d" providerId="LiveId" clId="{53D5EA3C-0847-4EC1-9FDC-43DBDAEAF41A}" dt="2026-04-29T19:59:11.910" v="861" actId="27636"/>
          <ac:spMkLst>
            <pc:docMk/>
            <pc:sldMk cId="0" sldId="373"/>
            <ac:spMk id="4" creationId="{00000000-0000-0000-0000-000000000000}"/>
          </ac:spMkLst>
        </pc:spChg>
        <pc:spChg chg="mod">
          <ac:chgData name="Trevoir Williams" userId="6a45007046124a3d" providerId="LiveId" clId="{53D5EA3C-0847-4EC1-9FDC-43DBDAEAF41A}" dt="2026-04-29T19:59:11.922" v="863" actId="27636"/>
          <ac:spMkLst>
            <pc:docMk/>
            <pc:sldMk cId="0" sldId="373"/>
            <ac:spMk id="7" creationId="{00000000-0000-0000-0000-000000000000}"/>
          </ac:spMkLst>
        </pc:spChg>
        <pc:spChg chg="mod">
          <ac:chgData name="Trevoir Williams" userId="6a45007046124a3d" providerId="LiveId" clId="{53D5EA3C-0847-4EC1-9FDC-43DBDAEAF41A}" dt="2026-04-29T19:59:11.915" v="862" actId="27636"/>
          <ac:spMkLst>
            <pc:docMk/>
            <pc:sldMk cId="0" sldId="373"/>
            <ac:spMk id="9" creationId="{00000000-0000-0000-0000-000000000000}"/>
          </ac:spMkLst>
        </pc:spChg>
        <pc:spChg chg="mod">
          <ac:chgData name="Trevoir Williams" userId="6a45007046124a3d" providerId="LiveId" clId="{53D5EA3C-0847-4EC1-9FDC-43DBDAEAF41A}" dt="2026-04-29T18:41:47.865" v="484" actId="26606"/>
          <ac:spMkLst>
            <pc:docMk/>
            <pc:sldMk cId="0" sldId="373"/>
            <ac:spMk id="14" creationId="{00000000-0000-0000-0000-000000000000}"/>
          </ac:spMkLst>
        </pc:spChg>
        <pc:spChg chg="mod">
          <ac:chgData name="Trevoir Williams" userId="6a45007046124a3d" providerId="LiveId" clId="{53D5EA3C-0847-4EC1-9FDC-43DBDAEAF41A}" dt="2026-04-29T18:41:47.865" v="484" actId="26606"/>
          <ac:spMkLst>
            <pc:docMk/>
            <pc:sldMk cId="0" sldId="373"/>
            <ac:spMk id="16" creationId="{00000000-0000-0000-0000-000000000000}"/>
          </ac:spMkLst>
        </pc:spChg>
        <pc:spChg chg="mod">
          <ac:chgData name="Trevoir Williams" userId="6a45007046124a3d" providerId="LiveId" clId="{53D5EA3C-0847-4EC1-9FDC-43DBDAEAF41A}" dt="2026-04-29T18:41:47.865" v="484" actId="26606"/>
          <ac:spMkLst>
            <pc:docMk/>
            <pc:sldMk cId="0" sldId="373"/>
            <ac:spMk id="17" creationId="{00000000-0000-0000-0000-000000000000}"/>
          </ac:spMkLst>
        </pc:spChg>
      </pc:sldChg>
      <pc:sldChg chg="modSp add del mod">
        <pc:chgData name="Trevoir Williams" userId="6a45007046124a3d" providerId="LiveId" clId="{53D5EA3C-0847-4EC1-9FDC-43DBDAEAF41A}" dt="2026-04-29T19:59:13.090" v="866" actId="27636"/>
        <pc:sldMkLst>
          <pc:docMk/>
          <pc:sldMk cId="0" sldId="374"/>
        </pc:sldMkLst>
        <pc:spChg chg="mod">
          <ac:chgData name="Trevoir Williams" userId="6a45007046124a3d" providerId="LiveId" clId="{53D5EA3C-0847-4EC1-9FDC-43DBDAEAF41A}" dt="2026-04-29T18:44:56.224" v="529" actId="27636"/>
          <ac:spMkLst>
            <pc:docMk/>
            <pc:sldMk cId="0" sldId="374"/>
            <ac:spMk id="3" creationId="{00000000-0000-0000-0000-000000000000}"/>
          </ac:spMkLst>
        </pc:spChg>
        <pc:spChg chg="mod">
          <ac:chgData name="Trevoir Williams" userId="6a45007046124a3d" providerId="LiveId" clId="{53D5EA3C-0847-4EC1-9FDC-43DBDAEAF41A}" dt="2026-04-29T19:59:13.081" v="864" actId="27636"/>
          <ac:spMkLst>
            <pc:docMk/>
            <pc:sldMk cId="0" sldId="374"/>
            <ac:spMk id="4" creationId="{00000000-0000-0000-0000-000000000000}"/>
          </ac:spMkLst>
        </pc:spChg>
        <pc:spChg chg="mod">
          <ac:chgData name="Trevoir Williams" userId="6a45007046124a3d" providerId="LiveId" clId="{53D5EA3C-0847-4EC1-9FDC-43DBDAEAF41A}" dt="2026-04-29T19:59:13.090" v="866" actId="27636"/>
          <ac:spMkLst>
            <pc:docMk/>
            <pc:sldMk cId="0" sldId="374"/>
            <ac:spMk id="7" creationId="{00000000-0000-0000-0000-000000000000}"/>
          </ac:spMkLst>
        </pc:spChg>
        <pc:spChg chg="mod">
          <ac:chgData name="Trevoir Williams" userId="6a45007046124a3d" providerId="LiveId" clId="{53D5EA3C-0847-4EC1-9FDC-43DBDAEAF41A}" dt="2026-04-29T19:59:13.090" v="865" actId="27636"/>
          <ac:spMkLst>
            <pc:docMk/>
            <pc:sldMk cId="0" sldId="374"/>
            <ac:spMk id="9" creationId="{00000000-0000-0000-0000-000000000000}"/>
          </ac:spMkLst>
        </pc:spChg>
        <pc:spChg chg="mod">
          <ac:chgData name="Trevoir Williams" userId="6a45007046124a3d" providerId="LiveId" clId="{53D5EA3C-0847-4EC1-9FDC-43DBDAEAF41A}" dt="2026-04-29T18:41:47.865" v="484" actId="26606"/>
          <ac:spMkLst>
            <pc:docMk/>
            <pc:sldMk cId="0" sldId="374"/>
            <ac:spMk id="14" creationId="{00000000-0000-0000-0000-000000000000}"/>
          </ac:spMkLst>
        </pc:spChg>
        <pc:spChg chg="mod">
          <ac:chgData name="Trevoir Williams" userId="6a45007046124a3d" providerId="LiveId" clId="{53D5EA3C-0847-4EC1-9FDC-43DBDAEAF41A}" dt="2026-04-29T18:41:47.865" v="484" actId="26606"/>
          <ac:spMkLst>
            <pc:docMk/>
            <pc:sldMk cId="0" sldId="374"/>
            <ac:spMk id="16" creationId="{00000000-0000-0000-0000-000000000000}"/>
          </ac:spMkLst>
        </pc:spChg>
        <pc:spChg chg="mod">
          <ac:chgData name="Trevoir Williams" userId="6a45007046124a3d" providerId="LiveId" clId="{53D5EA3C-0847-4EC1-9FDC-43DBDAEAF41A}" dt="2026-04-29T18:41:47.865" v="484" actId="26606"/>
          <ac:spMkLst>
            <pc:docMk/>
            <pc:sldMk cId="0" sldId="374"/>
            <ac:spMk id="17" creationId="{00000000-0000-0000-0000-000000000000}"/>
          </ac:spMkLst>
        </pc:spChg>
      </pc:sldChg>
      <pc:sldChg chg="modSp add del mod">
        <pc:chgData name="Trevoir Williams" userId="6a45007046124a3d" providerId="LiveId" clId="{53D5EA3C-0847-4EC1-9FDC-43DBDAEAF41A}" dt="2026-04-29T19:27:42.570" v="694" actId="27636"/>
        <pc:sldMkLst>
          <pc:docMk/>
          <pc:sldMk cId="0" sldId="375"/>
        </pc:sldMkLst>
        <pc:spChg chg="mod">
          <ac:chgData name="Trevoir Williams" userId="6a45007046124a3d" providerId="LiveId" clId="{53D5EA3C-0847-4EC1-9FDC-43DBDAEAF41A}" dt="2026-04-29T18:36:33.074" v="162" actId="26606"/>
          <ac:spMkLst>
            <pc:docMk/>
            <pc:sldMk cId="0" sldId="375"/>
            <ac:spMk id="3" creationId="{00000000-0000-0000-0000-000000000000}"/>
          </ac:spMkLst>
        </pc:spChg>
        <pc:spChg chg="mod">
          <ac:chgData name="Trevoir Williams" userId="6a45007046124a3d" providerId="LiveId" clId="{53D5EA3C-0847-4EC1-9FDC-43DBDAEAF41A}" dt="2026-04-29T19:27:42.565" v="693" actId="27636"/>
          <ac:spMkLst>
            <pc:docMk/>
            <pc:sldMk cId="0" sldId="375"/>
            <ac:spMk id="4" creationId="{00000000-0000-0000-0000-000000000000}"/>
          </ac:spMkLst>
        </pc:spChg>
        <pc:spChg chg="mod">
          <ac:chgData name="Trevoir Williams" userId="6a45007046124a3d" providerId="LiveId" clId="{53D5EA3C-0847-4EC1-9FDC-43DBDAEAF41A}" dt="2026-04-29T19:27:42.558" v="692" actId="27636"/>
          <ac:spMkLst>
            <pc:docMk/>
            <pc:sldMk cId="0" sldId="375"/>
            <ac:spMk id="8" creationId="{00000000-0000-0000-0000-000000000000}"/>
          </ac:spMkLst>
        </pc:spChg>
        <pc:spChg chg="mod">
          <ac:chgData name="Trevoir Williams" userId="6a45007046124a3d" providerId="LiveId" clId="{53D5EA3C-0847-4EC1-9FDC-43DBDAEAF41A}" dt="2026-04-29T19:27:42.570" v="694" actId="27636"/>
          <ac:spMkLst>
            <pc:docMk/>
            <pc:sldMk cId="0" sldId="375"/>
            <ac:spMk id="12" creationId="{00000000-0000-0000-0000-000000000000}"/>
          </ac:spMkLst>
        </pc:spChg>
        <pc:spChg chg="mod">
          <ac:chgData name="Trevoir Williams" userId="6a45007046124a3d" providerId="LiveId" clId="{53D5EA3C-0847-4EC1-9FDC-43DBDAEAF41A}" dt="2026-04-29T19:27:42.558" v="691" actId="27636"/>
          <ac:spMkLst>
            <pc:docMk/>
            <pc:sldMk cId="0" sldId="375"/>
            <ac:spMk id="16" creationId="{00000000-0000-0000-0000-000000000000}"/>
          </ac:spMkLst>
        </pc:spChg>
        <pc:spChg chg="mod">
          <ac:chgData name="Trevoir Williams" userId="6a45007046124a3d" providerId="LiveId" clId="{53D5EA3C-0847-4EC1-9FDC-43DBDAEAF41A}" dt="2026-04-29T18:41:47.865" v="484" actId="26606"/>
          <ac:spMkLst>
            <pc:docMk/>
            <pc:sldMk cId="0" sldId="375"/>
            <ac:spMk id="20" creationId="{00000000-0000-0000-0000-000000000000}"/>
          </ac:spMkLst>
        </pc:spChg>
        <pc:spChg chg="mod">
          <ac:chgData name="Trevoir Williams" userId="6a45007046124a3d" providerId="LiveId" clId="{53D5EA3C-0847-4EC1-9FDC-43DBDAEAF41A}" dt="2026-04-29T18:41:47.865" v="484" actId="26606"/>
          <ac:spMkLst>
            <pc:docMk/>
            <pc:sldMk cId="0" sldId="375"/>
            <ac:spMk id="22" creationId="{00000000-0000-0000-0000-000000000000}"/>
          </ac:spMkLst>
        </pc:spChg>
        <pc:spChg chg="mod">
          <ac:chgData name="Trevoir Williams" userId="6a45007046124a3d" providerId="LiveId" clId="{53D5EA3C-0847-4EC1-9FDC-43DBDAEAF41A}" dt="2026-04-29T18:41:47.865" v="484" actId="26606"/>
          <ac:spMkLst>
            <pc:docMk/>
            <pc:sldMk cId="0" sldId="375"/>
            <ac:spMk id="24" creationId="{00000000-0000-0000-0000-000000000000}"/>
          </ac:spMkLst>
        </pc:spChg>
        <pc:spChg chg="mod">
          <ac:chgData name="Trevoir Williams" userId="6a45007046124a3d" providerId="LiveId" clId="{53D5EA3C-0847-4EC1-9FDC-43DBDAEAF41A}" dt="2026-04-29T18:41:47.865" v="484" actId="26606"/>
          <ac:spMkLst>
            <pc:docMk/>
            <pc:sldMk cId="0" sldId="375"/>
            <ac:spMk id="25" creationId="{00000000-0000-0000-0000-000000000000}"/>
          </ac:spMkLst>
        </pc:spChg>
      </pc:sldChg>
      <pc:sldChg chg="modSp add del mod">
        <pc:chgData name="Trevoir Williams" userId="6a45007046124a3d" providerId="LiveId" clId="{53D5EA3C-0847-4EC1-9FDC-43DBDAEAF41A}" dt="2026-04-29T20:28:13.734" v="893" actId="26606"/>
        <pc:sldMkLst>
          <pc:docMk/>
          <pc:sldMk cId="0" sldId="376"/>
        </pc:sldMkLst>
        <pc:spChg chg="mod">
          <ac:chgData name="Trevoir Williams" userId="6a45007046124a3d" providerId="LiveId" clId="{53D5EA3C-0847-4EC1-9FDC-43DBDAEAF41A}" dt="2026-04-29T20:28:13.734" v="893" actId="26606"/>
          <ac:spMkLst>
            <pc:docMk/>
            <pc:sldMk cId="0" sldId="376"/>
            <ac:spMk id="4" creationId="{00000000-0000-0000-0000-000000000000}"/>
          </ac:spMkLst>
        </pc:spChg>
        <pc:spChg chg="mod">
          <ac:chgData name="Trevoir Williams" userId="6a45007046124a3d" providerId="LiveId" clId="{53D5EA3C-0847-4EC1-9FDC-43DBDAEAF41A}" dt="2026-04-29T20:28:13.734" v="893" actId="26606"/>
          <ac:spMkLst>
            <pc:docMk/>
            <pc:sldMk cId="0" sldId="376"/>
            <ac:spMk id="5" creationId="{00000000-0000-0000-0000-000000000000}"/>
          </ac:spMkLst>
        </pc:spChg>
        <pc:spChg chg="mod">
          <ac:chgData name="Trevoir Williams" userId="6a45007046124a3d" providerId="LiveId" clId="{53D5EA3C-0847-4EC1-9FDC-43DBDAEAF41A}" dt="2026-04-29T18:41:47.865" v="484" actId="26606"/>
          <ac:spMkLst>
            <pc:docMk/>
            <pc:sldMk cId="0" sldId="376"/>
            <ac:spMk id="6" creationId="{00000000-0000-0000-0000-000000000000}"/>
          </ac:spMkLst>
        </pc:spChg>
        <pc:spChg chg="mod">
          <ac:chgData name="Trevoir Williams" userId="6a45007046124a3d" providerId="LiveId" clId="{53D5EA3C-0847-4EC1-9FDC-43DBDAEAF41A}" dt="2026-04-29T20:28:13.734" v="893" actId="26606"/>
          <ac:spMkLst>
            <pc:docMk/>
            <pc:sldMk cId="0" sldId="376"/>
            <ac:spMk id="7" creationId="{00000000-0000-0000-0000-000000000000}"/>
          </ac:spMkLst>
        </pc:spChg>
        <pc:spChg chg="mod">
          <ac:chgData name="Trevoir Williams" userId="6a45007046124a3d" providerId="LiveId" clId="{53D5EA3C-0847-4EC1-9FDC-43DBDAEAF41A}" dt="2026-04-29T20:28:13.734" v="893" actId="26606"/>
          <ac:spMkLst>
            <pc:docMk/>
            <pc:sldMk cId="0" sldId="376"/>
            <ac:spMk id="8" creationId="{00000000-0000-0000-0000-000000000000}"/>
          </ac:spMkLst>
        </pc:spChg>
        <pc:spChg chg="mod">
          <ac:chgData name="Trevoir Williams" userId="6a45007046124a3d" providerId="LiveId" clId="{53D5EA3C-0847-4EC1-9FDC-43DBDAEAF41A}" dt="2026-04-29T20:28:13.734" v="893" actId="26606"/>
          <ac:spMkLst>
            <pc:docMk/>
            <pc:sldMk cId="0" sldId="376"/>
            <ac:spMk id="10" creationId="{00000000-0000-0000-0000-000000000000}"/>
          </ac:spMkLst>
        </pc:spChg>
        <pc:spChg chg="mod">
          <ac:chgData name="Trevoir Williams" userId="6a45007046124a3d" providerId="LiveId" clId="{53D5EA3C-0847-4EC1-9FDC-43DBDAEAF41A}" dt="2026-04-29T20:28:13.734" v="893" actId="26606"/>
          <ac:spMkLst>
            <pc:docMk/>
            <pc:sldMk cId="0" sldId="376"/>
            <ac:spMk id="11" creationId="{00000000-0000-0000-0000-000000000000}"/>
          </ac:spMkLst>
        </pc:spChg>
        <pc:spChg chg="mod">
          <ac:chgData name="Trevoir Williams" userId="6a45007046124a3d" providerId="LiveId" clId="{53D5EA3C-0847-4EC1-9FDC-43DBDAEAF41A}" dt="2026-04-29T20:28:13.734" v="893" actId="26606"/>
          <ac:spMkLst>
            <pc:docMk/>
            <pc:sldMk cId="0" sldId="376"/>
            <ac:spMk id="12" creationId="{00000000-0000-0000-0000-000000000000}"/>
          </ac:spMkLst>
        </pc:spChg>
        <pc:spChg chg="mod">
          <ac:chgData name="Trevoir Williams" userId="6a45007046124a3d" providerId="LiveId" clId="{53D5EA3C-0847-4EC1-9FDC-43DBDAEAF41A}" dt="2026-04-29T20:28:13.734" v="893" actId="26606"/>
          <ac:spMkLst>
            <pc:docMk/>
            <pc:sldMk cId="0" sldId="376"/>
            <ac:spMk id="13" creationId="{00000000-0000-0000-0000-000000000000}"/>
          </ac:spMkLst>
        </pc:spChg>
        <pc:spChg chg="mod">
          <ac:chgData name="Trevoir Williams" userId="6a45007046124a3d" providerId="LiveId" clId="{53D5EA3C-0847-4EC1-9FDC-43DBDAEAF41A}" dt="2026-04-29T20:28:13.734" v="893" actId="26606"/>
          <ac:spMkLst>
            <pc:docMk/>
            <pc:sldMk cId="0" sldId="376"/>
            <ac:spMk id="14" creationId="{00000000-0000-0000-0000-000000000000}"/>
          </ac:spMkLst>
        </pc:spChg>
        <pc:spChg chg="mod">
          <ac:chgData name="Trevoir Williams" userId="6a45007046124a3d" providerId="LiveId" clId="{53D5EA3C-0847-4EC1-9FDC-43DBDAEAF41A}" dt="2026-04-29T20:28:13.734" v="893" actId="26606"/>
          <ac:spMkLst>
            <pc:docMk/>
            <pc:sldMk cId="0" sldId="376"/>
            <ac:spMk id="15" creationId="{00000000-0000-0000-0000-000000000000}"/>
          </ac:spMkLst>
        </pc:spChg>
        <pc:spChg chg="mod">
          <ac:chgData name="Trevoir Williams" userId="6a45007046124a3d" providerId="LiveId" clId="{53D5EA3C-0847-4EC1-9FDC-43DBDAEAF41A}" dt="2026-04-29T18:41:47.865" v="484" actId="26606"/>
          <ac:spMkLst>
            <pc:docMk/>
            <pc:sldMk cId="0" sldId="376"/>
            <ac:spMk id="25" creationId="{00000000-0000-0000-0000-000000000000}"/>
          </ac:spMkLst>
        </pc:spChg>
        <pc:spChg chg="mod">
          <ac:chgData name="Trevoir Williams" userId="6a45007046124a3d" providerId="LiveId" clId="{53D5EA3C-0847-4EC1-9FDC-43DBDAEAF41A}" dt="2026-04-29T18:41:47.865" v="484" actId="26606"/>
          <ac:spMkLst>
            <pc:docMk/>
            <pc:sldMk cId="0" sldId="376"/>
            <ac:spMk id="26"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377"/>
        </pc:sldMkLst>
        <pc:spChg chg="mod">
          <ac:chgData name="Trevoir Williams" userId="6a45007046124a3d" providerId="LiveId" clId="{53D5EA3C-0847-4EC1-9FDC-43DBDAEAF41A}" dt="2026-04-29T18:36:33.074" v="162" actId="26606"/>
          <ac:spMkLst>
            <pc:docMk/>
            <pc:sldMk cId="0" sldId="377"/>
            <ac:spMk id="3" creationId="{00000000-0000-0000-0000-000000000000}"/>
          </ac:spMkLst>
        </pc:spChg>
        <pc:spChg chg="mod">
          <ac:chgData name="Trevoir Williams" userId="6a45007046124a3d" providerId="LiveId" clId="{53D5EA3C-0847-4EC1-9FDC-43DBDAEAF41A}" dt="2026-04-29T18:55:33.367" v="650" actId="27636"/>
          <ac:spMkLst>
            <pc:docMk/>
            <pc:sldMk cId="0" sldId="377"/>
            <ac:spMk id="4" creationId="{00000000-0000-0000-0000-000000000000}"/>
          </ac:spMkLst>
        </pc:spChg>
        <pc:spChg chg="mod">
          <ac:chgData name="Trevoir Williams" userId="6a45007046124a3d" providerId="LiveId" clId="{53D5EA3C-0847-4EC1-9FDC-43DBDAEAF41A}" dt="2026-04-29T18:41:47.865" v="484" actId="26606"/>
          <ac:spMkLst>
            <pc:docMk/>
            <pc:sldMk cId="0" sldId="377"/>
            <ac:spMk id="17" creationId="{00000000-0000-0000-0000-000000000000}"/>
          </ac:spMkLst>
        </pc:spChg>
        <pc:spChg chg="mod">
          <ac:chgData name="Trevoir Williams" userId="6a45007046124a3d" providerId="LiveId" clId="{53D5EA3C-0847-4EC1-9FDC-43DBDAEAF41A}" dt="2026-04-29T18:41:47.865" v="484" actId="26606"/>
          <ac:spMkLst>
            <pc:docMk/>
            <pc:sldMk cId="0" sldId="377"/>
            <ac:spMk id="19" creationId="{00000000-0000-0000-0000-000000000000}"/>
          </ac:spMkLst>
        </pc:spChg>
        <pc:spChg chg="mod">
          <ac:chgData name="Trevoir Williams" userId="6a45007046124a3d" providerId="LiveId" clId="{53D5EA3C-0847-4EC1-9FDC-43DBDAEAF41A}" dt="2026-04-29T18:41:47.865" v="484" actId="26606"/>
          <ac:spMkLst>
            <pc:docMk/>
            <pc:sldMk cId="0" sldId="377"/>
            <ac:spMk id="20" creationId="{00000000-0000-0000-0000-000000000000}"/>
          </ac:spMkLst>
        </pc:spChg>
        <pc:spChg chg="mod">
          <ac:chgData name="Trevoir Williams" userId="6a45007046124a3d" providerId="LiveId" clId="{53D5EA3C-0847-4EC1-9FDC-43DBDAEAF41A}" dt="2026-04-29T18:41:47.865" v="484" actId="26606"/>
          <ac:spMkLst>
            <pc:docMk/>
            <pc:sldMk cId="0" sldId="377"/>
            <ac:spMk id="21"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378"/>
        </pc:sldMkLst>
        <pc:spChg chg="mod">
          <ac:chgData name="Trevoir Williams" userId="6a45007046124a3d" providerId="LiveId" clId="{53D5EA3C-0847-4EC1-9FDC-43DBDAEAF41A}" dt="2026-04-29T18:36:33.074" v="162" actId="26606"/>
          <ac:spMkLst>
            <pc:docMk/>
            <pc:sldMk cId="0" sldId="378"/>
            <ac:spMk id="3" creationId="{00000000-0000-0000-0000-000000000000}"/>
          </ac:spMkLst>
        </pc:spChg>
        <pc:spChg chg="mod">
          <ac:chgData name="Trevoir Williams" userId="6a45007046124a3d" providerId="LiveId" clId="{53D5EA3C-0847-4EC1-9FDC-43DBDAEAF41A}" dt="2026-04-29T18:55:34.300" v="651" actId="27636"/>
          <ac:spMkLst>
            <pc:docMk/>
            <pc:sldMk cId="0" sldId="378"/>
            <ac:spMk id="4" creationId="{00000000-0000-0000-0000-000000000000}"/>
          </ac:spMkLst>
        </pc:spChg>
        <pc:spChg chg="mod">
          <ac:chgData name="Trevoir Williams" userId="6a45007046124a3d" providerId="LiveId" clId="{53D5EA3C-0847-4EC1-9FDC-43DBDAEAF41A}" dt="2026-04-29T18:41:47.865" v="484" actId="26606"/>
          <ac:spMkLst>
            <pc:docMk/>
            <pc:sldMk cId="0" sldId="378"/>
            <ac:spMk id="17" creationId="{00000000-0000-0000-0000-000000000000}"/>
          </ac:spMkLst>
        </pc:spChg>
        <pc:spChg chg="mod">
          <ac:chgData name="Trevoir Williams" userId="6a45007046124a3d" providerId="LiveId" clId="{53D5EA3C-0847-4EC1-9FDC-43DBDAEAF41A}" dt="2026-04-29T18:41:47.865" v="484" actId="26606"/>
          <ac:spMkLst>
            <pc:docMk/>
            <pc:sldMk cId="0" sldId="378"/>
            <ac:spMk id="19" creationId="{00000000-0000-0000-0000-000000000000}"/>
          </ac:spMkLst>
        </pc:spChg>
        <pc:spChg chg="mod">
          <ac:chgData name="Trevoir Williams" userId="6a45007046124a3d" providerId="LiveId" clId="{53D5EA3C-0847-4EC1-9FDC-43DBDAEAF41A}" dt="2026-04-29T18:41:47.865" v="484" actId="26606"/>
          <ac:spMkLst>
            <pc:docMk/>
            <pc:sldMk cId="0" sldId="378"/>
            <ac:spMk id="20" creationId="{00000000-0000-0000-0000-000000000000}"/>
          </ac:spMkLst>
        </pc:spChg>
        <pc:spChg chg="mod">
          <ac:chgData name="Trevoir Williams" userId="6a45007046124a3d" providerId="LiveId" clId="{53D5EA3C-0847-4EC1-9FDC-43DBDAEAF41A}" dt="2026-04-29T18:41:47.865" v="484" actId="26606"/>
          <ac:spMkLst>
            <pc:docMk/>
            <pc:sldMk cId="0" sldId="378"/>
            <ac:spMk id="21" creationId="{00000000-0000-0000-0000-000000000000}"/>
          </ac:spMkLst>
        </pc:spChg>
      </pc:sldChg>
      <pc:sldChg chg="modSp add del mod">
        <pc:chgData name="Trevoir Williams" userId="6a45007046124a3d" providerId="LiveId" clId="{53D5EA3C-0847-4EC1-9FDC-43DBDAEAF41A}" dt="2026-04-29T18:55:35.567" v="652" actId="27636"/>
        <pc:sldMkLst>
          <pc:docMk/>
          <pc:sldMk cId="0" sldId="379"/>
        </pc:sldMkLst>
        <pc:spChg chg="mod">
          <ac:chgData name="Trevoir Williams" userId="6a45007046124a3d" providerId="LiveId" clId="{53D5EA3C-0847-4EC1-9FDC-43DBDAEAF41A}" dt="2026-04-29T18:36:33.074" v="162" actId="26606"/>
          <ac:spMkLst>
            <pc:docMk/>
            <pc:sldMk cId="0" sldId="379"/>
            <ac:spMk id="3" creationId="{00000000-0000-0000-0000-000000000000}"/>
          </ac:spMkLst>
        </pc:spChg>
        <pc:spChg chg="mod">
          <ac:chgData name="Trevoir Williams" userId="6a45007046124a3d" providerId="LiveId" clId="{53D5EA3C-0847-4EC1-9FDC-43DBDAEAF41A}" dt="2026-04-29T18:55:35.567" v="652" actId="27636"/>
          <ac:spMkLst>
            <pc:docMk/>
            <pc:sldMk cId="0" sldId="379"/>
            <ac:spMk id="4" creationId="{00000000-0000-0000-0000-000000000000}"/>
          </ac:spMkLst>
        </pc:spChg>
        <pc:spChg chg="mod">
          <ac:chgData name="Trevoir Williams" userId="6a45007046124a3d" providerId="LiveId" clId="{53D5EA3C-0847-4EC1-9FDC-43DBDAEAF41A}" dt="2026-04-29T18:41:47.865" v="484" actId="26606"/>
          <ac:spMkLst>
            <pc:docMk/>
            <pc:sldMk cId="0" sldId="379"/>
            <ac:spMk id="16" creationId="{00000000-0000-0000-0000-000000000000}"/>
          </ac:spMkLst>
        </pc:spChg>
        <pc:spChg chg="mod">
          <ac:chgData name="Trevoir Williams" userId="6a45007046124a3d" providerId="LiveId" clId="{53D5EA3C-0847-4EC1-9FDC-43DBDAEAF41A}" dt="2026-04-29T18:41:47.865" v="484" actId="26606"/>
          <ac:spMkLst>
            <pc:docMk/>
            <pc:sldMk cId="0" sldId="379"/>
            <ac:spMk id="17" creationId="{00000000-0000-0000-0000-000000000000}"/>
          </ac:spMkLst>
        </pc:spChg>
        <pc:spChg chg="mod">
          <ac:chgData name="Trevoir Williams" userId="6a45007046124a3d" providerId="LiveId" clId="{53D5EA3C-0847-4EC1-9FDC-43DBDAEAF41A}" dt="2026-04-29T18:41:47.865" v="484" actId="26606"/>
          <ac:spMkLst>
            <pc:docMk/>
            <pc:sldMk cId="0" sldId="379"/>
            <ac:spMk id="18"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380"/>
        </pc:sldMkLst>
        <pc:spChg chg="mod">
          <ac:chgData name="Trevoir Williams" userId="6a45007046124a3d" providerId="LiveId" clId="{53D5EA3C-0847-4EC1-9FDC-43DBDAEAF41A}" dt="2026-04-29T18:36:33.074" v="162" actId="26606"/>
          <ac:spMkLst>
            <pc:docMk/>
            <pc:sldMk cId="0" sldId="380"/>
            <ac:spMk id="3" creationId="{00000000-0000-0000-0000-000000000000}"/>
          </ac:spMkLst>
        </pc:spChg>
        <pc:spChg chg="mod">
          <ac:chgData name="Trevoir Williams" userId="6a45007046124a3d" providerId="LiveId" clId="{53D5EA3C-0847-4EC1-9FDC-43DBDAEAF41A}" dt="2026-04-29T18:55:36.890" v="653" actId="27636"/>
          <ac:spMkLst>
            <pc:docMk/>
            <pc:sldMk cId="0" sldId="380"/>
            <ac:spMk id="4" creationId="{00000000-0000-0000-0000-000000000000}"/>
          </ac:spMkLst>
        </pc:spChg>
        <pc:spChg chg="mod">
          <ac:chgData name="Trevoir Williams" userId="6a45007046124a3d" providerId="LiveId" clId="{53D5EA3C-0847-4EC1-9FDC-43DBDAEAF41A}" dt="2026-04-29T18:41:47.865" v="484" actId="26606"/>
          <ac:spMkLst>
            <pc:docMk/>
            <pc:sldMk cId="0" sldId="380"/>
            <ac:spMk id="17" creationId="{00000000-0000-0000-0000-000000000000}"/>
          </ac:spMkLst>
        </pc:spChg>
        <pc:spChg chg="mod">
          <ac:chgData name="Trevoir Williams" userId="6a45007046124a3d" providerId="LiveId" clId="{53D5EA3C-0847-4EC1-9FDC-43DBDAEAF41A}" dt="2026-04-29T18:41:47.865" v="484" actId="26606"/>
          <ac:spMkLst>
            <pc:docMk/>
            <pc:sldMk cId="0" sldId="380"/>
            <ac:spMk id="19" creationId="{00000000-0000-0000-0000-000000000000}"/>
          </ac:spMkLst>
        </pc:spChg>
        <pc:spChg chg="mod">
          <ac:chgData name="Trevoir Williams" userId="6a45007046124a3d" providerId="LiveId" clId="{53D5EA3C-0847-4EC1-9FDC-43DBDAEAF41A}" dt="2026-04-29T18:41:47.865" v="484" actId="26606"/>
          <ac:spMkLst>
            <pc:docMk/>
            <pc:sldMk cId="0" sldId="380"/>
            <ac:spMk id="20" creationId="{00000000-0000-0000-0000-000000000000}"/>
          </ac:spMkLst>
        </pc:spChg>
        <pc:spChg chg="mod">
          <ac:chgData name="Trevoir Williams" userId="6a45007046124a3d" providerId="LiveId" clId="{53D5EA3C-0847-4EC1-9FDC-43DBDAEAF41A}" dt="2026-04-29T18:41:47.865" v="484" actId="26606"/>
          <ac:spMkLst>
            <pc:docMk/>
            <pc:sldMk cId="0" sldId="380"/>
            <ac:spMk id="21" creationId="{00000000-0000-0000-0000-000000000000}"/>
          </ac:spMkLst>
        </pc:spChg>
      </pc:sldChg>
      <pc:sldChg chg="modSp add del mod">
        <pc:chgData name="Trevoir Williams" userId="6a45007046124a3d" providerId="LiveId" clId="{53D5EA3C-0847-4EC1-9FDC-43DBDAEAF41A}" dt="2026-04-29T18:55:38.008" v="654" actId="27636"/>
        <pc:sldMkLst>
          <pc:docMk/>
          <pc:sldMk cId="0" sldId="381"/>
        </pc:sldMkLst>
        <pc:spChg chg="mod">
          <ac:chgData name="Trevoir Williams" userId="6a45007046124a3d" providerId="LiveId" clId="{53D5EA3C-0847-4EC1-9FDC-43DBDAEAF41A}" dt="2026-04-29T18:36:33.074" v="162" actId="26606"/>
          <ac:spMkLst>
            <pc:docMk/>
            <pc:sldMk cId="0" sldId="381"/>
            <ac:spMk id="3" creationId="{00000000-0000-0000-0000-000000000000}"/>
          </ac:spMkLst>
        </pc:spChg>
        <pc:spChg chg="mod">
          <ac:chgData name="Trevoir Williams" userId="6a45007046124a3d" providerId="LiveId" clId="{53D5EA3C-0847-4EC1-9FDC-43DBDAEAF41A}" dt="2026-04-29T18:55:38.008" v="654" actId="27636"/>
          <ac:spMkLst>
            <pc:docMk/>
            <pc:sldMk cId="0" sldId="381"/>
            <ac:spMk id="4" creationId="{00000000-0000-0000-0000-000000000000}"/>
          </ac:spMkLst>
        </pc:spChg>
        <pc:spChg chg="mod">
          <ac:chgData name="Trevoir Williams" userId="6a45007046124a3d" providerId="LiveId" clId="{53D5EA3C-0847-4EC1-9FDC-43DBDAEAF41A}" dt="2026-04-29T18:41:47.865" v="484" actId="26606"/>
          <ac:spMkLst>
            <pc:docMk/>
            <pc:sldMk cId="0" sldId="381"/>
            <ac:spMk id="16" creationId="{00000000-0000-0000-0000-000000000000}"/>
          </ac:spMkLst>
        </pc:spChg>
        <pc:spChg chg="mod">
          <ac:chgData name="Trevoir Williams" userId="6a45007046124a3d" providerId="LiveId" clId="{53D5EA3C-0847-4EC1-9FDC-43DBDAEAF41A}" dt="2026-04-29T18:41:47.865" v="484" actId="26606"/>
          <ac:spMkLst>
            <pc:docMk/>
            <pc:sldMk cId="0" sldId="381"/>
            <ac:spMk id="17" creationId="{00000000-0000-0000-0000-000000000000}"/>
          </ac:spMkLst>
        </pc:spChg>
        <pc:spChg chg="mod">
          <ac:chgData name="Trevoir Williams" userId="6a45007046124a3d" providerId="LiveId" clId="{53D5EA3C-0847-4EC1-9FDC-43DBDAEAF41A}" dt="2026-04-29T18:41:47.865" v="484" actId="26606"/>
          <ac:spMkLst>
            <pc:docMk/>
            <pc:sldMk cId="0" sldId="381"/>
            <ac:spMk id="18" creationId="{00000000-0000-0000-0000-000000000000}"/>
          </ac:spMkLst>
        </pc:spChg>
      </pc:sldChg>
      <pc:sldChg chg="modSp add del mod">
        <pc:chgData name="Trevoir Williams" userId="6a45007046124a3d" providerId="LiveId" clId="{53D5EA3C-0847-4EC1-9FDC-43DBDAEAF41A}" dt="2026-04-29T18:36:33.074" v="162" actId="26606"/>
        <pc:sldMkLst>
          <pc:docMk/>
          <pc:sldMk cId="2507848002" sldId="652"/>
        </pc:sldMkLst>
        <pc:spChg chg="mod">
          <ac:chgData name="Trevoir Williams" userId="6a45007046124a3d" providerId="LiveId" clId="{53D5EA3C-0847-4EC1-9FDC-43DBDAEAF41A}" dt="2026-04-29T18:36:33.074" v="162" actId="26606"/>
          <ac:spMkLst>
            <pc:docMk/>
            <pc:sldMk cId="2507848002" sldId="652"/>
            <ac:spMk id="594" creationId="{3D8F463B-7BFC-ED43-3BDC-C7C9ECFD84AA}"/>
          </ac:spMkLst>
        </pc:spChg>
        <pc:spChg chg="mod">
          <ac:chgData name="Trevoir Williams" userId="6a45007046124a3d" providerId="LiveId" clId="{53D5EA3C-0847-4EC1-9FDC-43DBDAEAF41A}" dt="2026-04-29T18:30:02.154" v="132" actId="403"/>
          <ac:spMkLst>
            <pc:docMk/>
            <pc:sldMk cId="2507848002" sldId="652"/>
            <ac:spMk id="595" creationId="{19EF68A1-AF8E-9D08-4FC8-997B6AE81443}"/>
          </ac:spMkLst>
        </pc:spChg>
      </pc:sldChg>
      <pc:sldChg chg="modSp add del ord">
        <pc:chgData name="Trevoir Williams" userId="6a45007046124a3d" providerId="LiveId" clId="{53D5EA3C-0847-4EC1-9FDC-43DBDAEAF41A}" dt="2026-04-29T18:40:34.283" v="482"/>
        <pc:sldMkLst>
          <pc:docMk/>
          <pc:sldMk cId="0" sldId="654"/>
        </pc:sldMkLst>
        <pc:spChg chg="mod">
          <ac:chgData name="Trevoir Williams" userId="6a45007046124a3d" providerId="LiveId" clId="{53D5EA3C-0847-4EC1-9FDC-43DBDAEAF41A}" dt="2026-04-29T18:30:11.885" v="133"/>
          <ac:spMkLst>
            <pc:docMk/>
            <pc:sldMk cId="0" sldId="654"/>
            <ac:spMk id="2223" creationId="{00000000-0000-0000-0000-000000000000}"/>
          </ac:spMkLst>
        </pc:spChg>
        <pc:spChg chg="mod">
          <ac:chgData name="Trevoir Williams" userId="6a45007046124a3d" providerId="LiveId" clId="{53D5EA3C-0847-4EC1-9FDC-43DBDAEAF41A}" dt="2026-04-29T18:30:11.885" v="133"/>
          <ac:spMkLst>
            <pc:docMk/>
            <pc:sldMk cId="0" sldId="654"/>
            <ac:spMk id="2224" creationId="{00000000-0000-0000-0000-000000000000}"/>
          </ac:spMkLst>
        </pc:spChg>
      </pc:sldChg>
      <pc:sldChg chg="modSp add del mod">
        <pc:chgData name="Trevoir Williams" userId="6a45007046124a3d" providerId="LiveId" clId="{53D5EA3C-0847-4EC1-9FDC-43DBDAEAF41A}" dt="2026-04-29T18:33:24.054" v="138" actId="26606"/>
        <pc:sldMkLst>
          <pc:docMk/>
          <pc:sldMk cId="0" sldId="664"/>
        </pc:sldMkLst>
        <pc:spChg chg="mod">
          <ac:chgData name="Trevoir Williams" userId="6a45007046124a3d" providerId="LiveId" clId="{53D5EA3C-0847-4EC1-9FDC-43DBDAEAF41A}" dt="2026-04-29T18:14:01.891" v="0"/>
          <ac:spMkLst>
            <pc:docMk/>
            <pc:sldMk cId="0" sldId="664"/>
            <ac:spMk id="379" creationId="{00000000-0000-0000-0000-000000000000}"/>
          </ac:spMkLst>
        </pc:spChg>
        <pc:spChg chg="mod">
          <ac:chgData name="Trevoir Williams" userId="6a45007046124a3d" providerId="LiveId" clId="{53D5EA3C-0847-4EC1-9FDC-43DBDAEAF41A}" dt="2026-04-29T18:14:01.891" v="0"/>
          <ac:spMkLst>
            <pc:docMk/>
            <pc:sldMk cId="0" sldId="664"/>
            <ac:spMk id="380" creationId="{00000000-0000-0000-0000-000000000000}"/>
          </ac:spMkLst>
        </pc:spChg>
        <pc:picChg chg="mod">
          <ac:chgData name="Trevoir Williams" userId="6a45007046124a3d" providerId="LiveId" clId="{53D5EA3C-0847-4EC1-9FDC-43DBDAEAF41A}" dt="2026-04-29T18:33:24.054" v="138" actId="26606"/>
          <ac:picMkLst>
            <pc:docMk/>
            <pc:sldMk cId="0" sldId="664"/>
            <ac:picMk id="3" creationId="{6796419D-C157-7E19-6A0F-0FB44E5B1A88}"/>
          </ac:picMkLst>
        </pc:picChg>
      </pc:sldChg>
      <pc:sldChg chg="modSp add mod setBg">
        <pc:chgData name="Trevoir Williams" userId="6a45007046124a3d" providerId="LiveId" clId="{53D5EA3C-0847-4EC1-9FDC-43DBDAEAF41A}" dt="2026-04-29T18:41:55.063" v="497" actId="27636"/>
        <pc:sldMkLst>
          <pc:docMk/>
          <pc:sldMk cId="0" sldId="665"/>
        </pc:sldMkLst>
        <pc:spChg chg="mod">
          <ac:chgData name="Trevoir Williams" userId="6a45007046124a3d" providerId="LiveId" clId="{53D5EA3C-0847-4EC1-9FDC-43DBDAEAF41A}" dt="2026-04-29T18:36:33.074" v="162" actId="26606"/>
          <ac:spMkLst>
            <pc:docMk/>
            <pc:sldMk cId="0" sldId="665"/>
            <ac:spMk id="3" creationId="{00000000-0000-0000-0000-000000000000}"/>
          </ac:spMkLst>
        </pc:spChg>
        <pc:spChg chg="mod">
          <ac:chgData name="Trevoir Williams" userId="6a45007046124a3d" providerId="LiveId" clId="{53D5EA3C-0847-4EC1-9FDC-43DBDAEAF41A}" dt="2026-04-29T18:41:55.055" v="495" actId="27636"/>
          <ac:spMkLst>
            <pc:docMk/>
            <pc:sldMk cId="0" sldId="665"/>
            <ac:spMk id="4" creationId="{00000000-0000-0000-0000-000000000000}"/>
          </ac:spMkLst>
        </pc:spChg>
        <pc:spChg chg="mod">
          <ac:chgData name="Trevoir Williams" userId="6a45007046124a3d" providerId="LiveId" clId="{53D5EA3C-0847-4EC1-9FDC-43DBDAEAF41A}" dt="2026-04-29T18:41:55.063" v="497" actId="27636"/>
          <ac:spMkLst>
            <pc:docMk/>
            <pc:sldMk cId="0" sldId="665"/>
            <ac:spMk id="23" creationId="{00000000-0000-0000-0000-000000000000}"/>
          </ac:spMkLst>
        </pc:spChg>
        <pc:spChg chg="mod">
          <ac:chgData name="Trevoir Williams" userId="6a45007046124a3d" providerId="LiveId" clId="{53D5EA3C-0847-4EC1-9FDC-43DBDAEAF41A}" dt="2026-04-29T18:41:47.865" v="484" actId="26606"/>
          <ac:spMkLst>
            <pc:docMk/>
            <pc:sldMk cId="0" sldId="665"/>
            <ac:spMk id="28" creationId="{00000000-0000-0000-0000-000000000000}"/>
          </ac:spMkLst>
        </pc:spChg>
        <pc:spChg chg="mod">
          <ac:chgData name="Trevoir Williams" userId="6a45007046124a3d" providerId="LiveId" clId="{53D5EA3C-0847-4EC1-9FDC-43DBDAEAF41A}" dt="2026-04-29T18:41:55.059" v="496" actId="27636"/>
          <ac:spMkLst>
            <pc:docMk/>
            <pc:sldMk cId="0" sldId="665"/>
            <ac:spMk id="33" creationId="{00000000-0000-0000-0000-000000000000}"/>
          </ac:spMkLst>
        </pc:spChg>
        <pc:spChg chg="mod">
          <ac:chgData name="Trevoir Williams" userId="6a45007046124a3d" providerId="LiveId" clId="{53D5EA3C-0847-4EC1-9FDC-43DBDAEAF41A}" dt="2026-04-29T18:41:47.865" v="484" actId="26606"/>
          <ac:spMkLst>
            <pc:docMk/>
            <pc:sldMk cId="0" sldId="665"/>
            <ac:spMk id="35" creationId="{00000000-0000-0000-0000-000000000000}"/>
          </ac:spMkLst>
        </pc:spChg>
        <pc:spChg chg="mod">
          <ac:chgData name="Trevoir Williams" userId="6a45007046124a3d" providerId="LiveId" clId="{53D5EA3C-0847-4EC1-9FDC-43DBDAEAF41A}" dt="2026-04-29T18:41:47.865" v="484" actId="26606"/>
          <ac:spMkLst>
            <pc:docMk/>
            <pc:sldMk cId="0" sldId="665"/>
            <ac:spMk id="36" creationId="{00000000-0000-0000-0000-000000000000}"/>
          </ac:spMkLst>
        </pc:spChg>
      </pc:sldChg>
      <pc:sldChg chg="modSp add mod setBg">
        <pc:chgData name="Trevoir Williams" userId="6a45007046124a3d" providerId="LiveId" clId="{53D5EA3C-0847-4EC1-9FDC-43DBDAEAF41A}" dt="2026-04-29T18:41:51.533" v="494" actId="27636"/>
        <pc:sldMkLst>
          <pc:docMk/>
          <pc:sldMk cId="0" sldId="666"/>
        </pc:sldMkLst>
        <pc:spChg chg="mod">
          <ac:chgData name="Trevoir Williams" userId="6a45007046124a3d" providerId="LiveId" clId="{53D5EA3C-0847-4EC1-9FDC-43DBDAEAF41A}" dt="2026-04-29T18:36:33.074" v="162" actId="26606"/>
          <ac:spMkLst>
            <pc:docMk/>
            <pc:sldMk cId="0" sldId="666"/>
            <ac:spMk id="3" creationId="{00000000-0000-0000-0000-000000000000}"/>
          </ac:spMkLst>
        </pc:spChg>
        <pc:spChg chg="mod">
          <ac:chgData name="Trevoir Williams" userId="6a45007046124a3d" providerId="LiveId" clId="{53D5EA3C-0847-4EC1-9FDC-43DBDAEAF41A}" dt="2026-04-29T18:41:51.517" v="489" actId="27636"/>
          <ac:spMkLst>
            <pc:docMk/>
            <pc:sldMk cId="0" sldId="666"/>
            <ac:spMk id="4" creationId="{00000000-0000-0000-0000-000000000000}"/>
          </ac:spMkLst>
        </pc:spChg>
        <pc:spChg chg="mod">
          <ac:chgData name="Trevoir Williams" userId="6a45007046124a3d" providerId="LiveId" clId="{53D5EA3C-0847-4EC1-9FDC-43DBDAEAF41A}" dt="2026-04-29T18:41:51.521" v="490" actId="27636"/>
          <ac:spMkLst>
            <pc:docMk/>
            <pc:sldMk cId="0" sldId="666"/>
            <ac:spMk id="9" creationId="{00000000-0000-0000-0000-000000000000}"/>
          </ac:spMkLst>
        </pc:spChg>
        <pc:spChg chg="mod">
          <ac:chgData name="Trevoir Williams" userId="6a45007046124a3d" providerId="LiveId" clId="{53D5EA3C-0847-4EC1-9FDC-43DBDAEAF41A}" dt="2026-04-29T18:41:51.524" v="492" actId="27636"/>
          <ac:spMkLst>
            <pc:docMk/>
            <pc:sldMk cId="0" sldId="666"/>
            <ac:spMk id="14" creationId="{00000000-0000-0000-0000-000000000000}"/>
          </ac:spMkLst>
        </pc:spChg>
        <pc:spChg chg="mod">
          <ac:chgData name="Trevoir Williams" userId="6a45007046124a3d" providerId="LiveId" clId="{53D5EA3C-0847-4EC1-9FDC-43DBDAEAF41A}" dt="2026-04-29T18:41:51.524" v="491" actId="27636"/>
          <ac:spMkLst>
            <pc:docMk/>
            <pc:sldMk cId="0" sldId="666"/>
            <ac:spMk id="19" creationId="{00000000-0000-0000-0000-000000000000}"/>
          </ac:spMkLst>
        </pc:spChg>
        <pc:spChg chg="mod">
          <ac:chgData name="Trevoir Williams" userId="6a45007046124a3d" providerId="LiveId" clId="{53D5EA3C-0847-4EC1-9FDC-43DBDAEAF41A}" dt="2026-04-29T18:41:51.515" v="488" actId="27636"/>
          <ac:spMkLst>
            <pc:docMk/>
            <pc:sldMk cId="0" sldId="666"/>
            <ac:spMk id="24" creationId="{00000000-0000-0000-0000-000000000000}"/>
          </ac:spMkLst>
        </pc:spChg>
        <pc:spChg chg="mod">
          <ac:chgData name="Trevoir Williams" userId="6a45007046124a3d" providerId="LiveId" clId="{53D5EA3C-0847-4EC1-9FDC-43DBDAEAF41A}" dt="2026-04-29T18:41:51.533" v="494" actId="27636"/>
          <ac:spMkLst>
            <pc:docMk/>
            <pc:sldMk cId="0" sldId="666"/>
            <ac:spMk id="29" creationId="{00000000-0000-0000-0000-000000000000}"/>
          </ac:spMkLst>
        </pc:spChg>
        <pc:spChg chg="mod">
          <ac:chgData name="Trevoir Williams" userId="6a45007046124a3d" providerId="LiveId" clId="{53D5EA3C-0847-4EC1-9FDC-43DBDAEAF41A}" dt="2026-04-29T18:41:51.530" v="493" actId="27636"/>
          <ac:spMkLst>
            <pc:docMk/>
            <pc:sldMk cId="0" sldId="666"/>
            <ac:spMk id="34" creationId="{00000000-0000-0000-0000-000000000000}"/>
          </ac:spMkLst>
        </pc:spChg>
        <pc:spChg chg="mod">
          <ac:chgData name="Trevoir Williams" userId="6a45007046124a3d" providerId="LiveId" clId="{53D5EA3C-0847-4EC1-9FDC-43DBDAEAF41A}" dt="2026-04-29T18:41:47.865" v="484" actId="26606"/>
          <ac:spMkLst>
            <pc:docMk/>
            <pc:sldMk cId="0" sldId="666"/>
            <ac:spMk id="36" creationId="{00000000-0000-0000-0000-000000000000}"/>
          </ac:spMkLst>
        </pc:spChg>
        <pc:spChg chg="mod">
          <ac:chgData name="Trevoir Williams" userId="6a45007046124a3d" providerId="LiveId" clId="{53D5EA3C-0847-4EC1-9FDC-43DBDAEAF41A}" dt="2026-04-29T18:41:47.865" v="484" actId="26606"/>
          <ac:spMkLst>
            <pc:docMk/>
            <pc:sldMk cId="0" sldId="666"/>
            <ac:spMk id="37" creationId="{00000000-0000-0000-0000-000000000000}"/>
          </ac:spMkLst>
        </pc:spChg>
      </pc:sldChg>
      <pc:sldChg chg="modSp mod">
        <pc:chgData name="Trevoir Williams" userId="6a45007046124a3d" providerId="LiveId" clId="{53D5EA3C-0847-4EC1-9FDC-43DBDAEAF41A}" dt="2026-05-19T18:27:56.835" v="967" actId="27636"/>
        <pc:sldMkLst>
          <pc:docMk/>
          <pc:sldMk cId="3836468935" sldId="672"/>
        </pc:sldMkLst>
        <pc:spChg chg="mod">
          <ac:chgData name="Trevoir Williams" userId="6a45007046124a3d" providerId="LiveId" clId="{53D5EA3C-0847-4EC1-9FDC-43DBDAEAF41A}" dt="2026-05-19T18:27:56.835" v="967" actId="27636"/>
          <ac:spMkLst>
            <pc:docMk/>
            <pc:sldMk cId="3836468935" sldId="672"/>
            <ac:spMk id="9" creationId="{2A6F8A50-5382-8DFD-F95A-A5CC2D6DC1B6}"/>
          </ac:spMkLst>
        </pc:spChg>
      </pc:sldChg>
      <pc:sldChg chg="modSp mod">
        <pc:chgData name="Trevoir Williams" userId="6a45007046124a3d" providerId="LiveId" clId="{53D5EA3C-0847-4EC1-9FDC-43DBDAEAF41A}" dt="2026-05-19T18:27:56.772" v="965" actId="27636"/>
        <pc:sldMkLst>
          <pc:docMk/>
          <pc:sldMk cId="1799385420" sldId="676"/>
        </pc:sldMkLst>
        <pc:spChg chg="mod">
          <ac:chgData name="Trevoir Williams" userId="6a45007046124a3d" providerId="LiveId" clId="{53D5EA3C-0847-4EC1-9FDC-43DBDAEAF41A}" dt="2026-05-19T18:27:56.772" v="965" actId="27636"/>
          <ac:spMkLst>
            <pc:docMk/>
            <pc:sldMk cId="1799385420" sldId="676"/>
            <ac:spMk id="3" creationId="{B0045F95-FA52-D62A-1605-9589516FC98D}"/>
          </ac:spMkLst>
        </pc:spChg>
      </pc:sldChg>
      <pc:sldChg chg="modSp mod">
        <pc:chgData name="Trevoir Williams" userId="6a45007046124a3d" providerId="LiveId" clId="{53D5EA3C-0847-4EC1-9FDC-43DBDAEAF41A}" dt="2026-05-19T18:27:56.910" v="968" actId="27636"/>
        <pc:sldMkLst>
          <pc:docMk/>
          <pc:sldMk cId="0" sldId="689"/>
        </pc:sldMkLst>
        <pc:spChg chg="mod">
          <ac:chgData name="Trevoir Williams" userId="6a45007046124a3d" providerId="LiveId" clId="{53D5EA3C-0847-4EC1-9FDC-43DBDAEAF41A}" dt="2026-05-19T18:27:56.910" v="968" actId="27636"/>
          <ac:spMkLst>
            <pc:docMk/>
            <pc:sldMk cId="0" sldId="689"/>
            <ac:spMk id="4" creationId="{00000000-0000-0000-0000-000000000000}"/>
          </ac:spMkLst>
        </pc:spChg>
      </pc:sldChg>
      <pc:sldChg chg="modSp add mod setBg">
        <pc:chgData name="Trevoir Williams" userId="6a45007046124a3d" providerId="LiveId" clId="{53D5EA3C-0847-4EC1-9FDC-43DBDAEAF41A}" dt="2026-05-19T18:27:55.950" v="942" actId="27636"/>
        <pc:sldMkLst>
          <pc:docMk/>
          <pc:sldMk cId="0" sldId="722"/>
        </pc:sldMkLst>
        <pc:spChg chg="mod">
          <ac:chgData name="Trevoir Williams" userId="6a45007046124a3d" providerId="LiveId" clId="{53D5EA3C-0847-4EC1-9FDC-43DBDAEAF41A}" dt="2026-05-19T18:27:55.950" v="942" actId="27636"/>
          <ac:spMkLst>
            <pc:docMk/>
            <pc:sldMk cId="0" sldId="722"/>
            <ac:spMk id="7" creationId="{00000000-0000-0000-0000-000000000000}"/>
          </ac:spMkLst>
        </pc:spChg>
      </pc:sldChg>
      <pc:sldChg chg="add del setBg">
        <pc:chgData name="Trevoir Williams" userId="6a45007046124a3d" providerId="LiveId" clId="{53D5EA3C-0847-4EC1-9FDC-43DBDAEAF41A}" dt="2026-05-19T18:29:05.161" v="995" actId="47"/>
        <pc:sldMkLst>
          <pc:docMk/>
          <pc:sldMk cId="0" sldId="723"/>
        </pc:sldMkLst>
      </pc:sldChg>
      <pc:sldChg chg="modSp add mod setBg modAnim">
        <pc:chgData name="Trevoir Williams" userId="6a45007046124a3d" providerId="LiveId" clId="{53D5EA3C-0847-4EC1-9FDC-43DBDAEAF41A}" dt="2026-05-19T18:29:02.202" v="994" actId="403"/>
        <pc:sldMkLst>
          <pc:docMk/>
          <pc:sldMk cId="0" sldId="724"/>
        </pc:sldMkLst>
        <pc:spChg chg="mod">
          <ac:chgData name="Trevoir Williams" userId="6a45007046124a3d" providerId="LiveId" clId="{53D5EA3C-0847-4EC1-9FDC-43DBDAEAF41A}" dt="2026-05-19T18:27:56.009" v="943" actId="27636"/>
          <ac:spMkLst>
            <pc:docMk/>
            <pc:sldMk cId="0" sldId="724"/>
            <ac:spMk id="3" creationId="{00000000-0000-0000-0000-000000000000}"/>
          </ac:spMkLst>
        </pc:spChg>
        <pc:spChg chg="mod">
          <ac:chgData name="Trevoir Williams" userId="6a45007046124a3d" providerId="LiveId" clId="{53D5EA3C-0847-4EC1-9FDC-43DBDAEAF41A}" dt="2026-05-19T18:29:02.202" v="994" actId="403"/>
          <ac:spMkLst>
            <pc:docMk/>
            <pc:sldMk cId="0" sldId="724"/>
            <ac:spMk id="5" creationId="{00000000-0000-0000-0000-000000000000}"/>
          </ac:spMkLst>
        </pc:spChg>
      </pc:sldChg>
      <pc:sldChg chg="modSp add mod setBg">
        <pc:chgData name="Trevoir Williams" userId="6a45007046124a3d" providerId="LiveId" clId="{53D5EA3C-0847-4EC1-9FDC-43DBDAEAF41A}" dt="2026-05-19T18:29:48.516" v="1002"/>
        <pc:sldMkLst>
          <pc:docMk/>
          <pc:sldMk cId="0" sldId="725"/>
        </pc:sldMkLst>
        <pc:spChg chg="mod">
          <ac:chgData name="Trevoir Williams" userId="6a45007046124a3d" providerId="LiveId" clId="{53D5EA3C-0847-4EC1-9FDC-43DBDAEAF41A}" dt="2026-05-19T18:27:56.037" v="944" actId="27636"/>
          <ac:spMkLst>
            <pc:docMk/>
            <pc:sldMk cId="0" sldId="725"/>
            <ac:spMk id="3" creationId="{00000000-0000-0000-0000-000000000000}"/>
          </ac:spMkLst>
        </pc:spChg>
        <pc:spChg chg="mod">
          <ac:chgData name="Trevoir Williams" userId="6a45007046124a3d" providerId="LiveId" clId="{53D5EA3C-0847-4EC1-9FDC-43DBDAEAF41A}" dt="2026-05-19T18:29:48.516" v="1002"/>
          <ac:spMkLst>
            <pc:docMk/>
            <pc:sldMk cId="0" sldId="725"/>
            <ac:spMk id="21" creationId="{00000000-0000-0000-0000-000000000000}"/>
          </ac:spMkLst>
        </pc:spChg>
      </pc:sldChg>
      <pc:sldChg chg="add setBg">
        <pc:chgData name="Trevoir Williams" userId="6a45007046124a3d" providerId="LiveId" clId="{53D5EA3C-0847-4EC1-9FDC-43DBDAEAF41A}" dt="2026-05-19T18:27:55.731" v="941"/>
        <pc:sldMkLst>
          <pc:docMk/>
          <pc:sldMk cId="0" sldId="726"/>
        </pc:sldMkLst>
      </pc:sldChg>
      <pc:sldChg chg="modSp add mod setBg">
        <pc:chgData name="Trevoir Williams" userId="6a45007046124a3d" providerId="LiveId" clId="{53D5EA3C-0847-4EC1-9FDC-43DBDAEAF41A}" dt="2026-05-19T18:27:56.077" v="947" actId="27636"/>
        <pc:sldMkLst>
          <pc:docMk/>
          <pc:sldMk cId="0" sldId="727"/>
        </pc:sldMkLst>
        <pc:spChg chg="mod">
          <ac:chgData name="Trevoir Williams" userId="6a45007046124a3d" providerId="LiveId" clId="{53D5EA3C-0847-4EC1-9FDC-43DBDAEAF41A}" dt="2026-05-19T18:27:56.065" v="945" actId="27636"/>
          <ac:spMkLst>
            <pc:docMk/>
            <pc:sldMk cId="0" sldId="727"/>
            <ac:spMk id="3" creationId="{00000000-0000-0000-0000-000000000000}"/>
          </ac:spMkLst>
        </pc:spChg>
        <pc:spChg chg="mod">
          <ac:chgData name="Trevoir Williams" userId="6a45007046124a3d" providerId="LiveId" clId="{53D5EA3C-0847-4EC1-9FDC-43DBDAEAF41A}" dt="2026-05-19T18:27:56.077" v="947" actId="27636"/>
          <ac:spMkLst>
            <pc:docMk/>
            <pc:sldMk cId="0" sldId="727"/>
            <ac:spMk id="7" creationId="{00000000-0000-0000-0000-000000000000}"/>
          </ac:spMkLst>
        </pc:spChg>
        <pc:spChg chg="mod">
          <ac:chgData name="Trevoir Williams" userId="6a45007046124a3d" providerId="LiveId" clId="{53D5EA3C-0847-4EC1-9FDC-43DBDAEAF41A}" dt="2026-05-19T18:27:56.069" v="946" actId="27636"/>
          <ac:spMkLst>
            <pc:docMk/>
            <pc:sldMk cId="0" sldId="727"/>
            <ac:spMk id="9" creationId="{00000000-0000-0000-0000-000000000000}"/>
          </ac:spMkLst>
        </pc:spChg>
      </pc:sldChg>
      <pc:sldChg chg="modSp add mod setBg">
        <pc:chgData name="Trevoir Williams" userId="6a45007046124a3d" providerId="LiveId" clId="{53D5EA3C-0847-4EC1-9FDC-43DBDAEAF41A}" dt="2026-05-19T18:27:56.105" v="950" actId="27636"/>
        <pc:sldMkLst>
          <pc:docMk/>
          <pc:sldMk cId="0" sldId="728"/>
        </pc:sldMkLst>
        <pc:spChg chg="mod">
          <ac:chgData name="Trevoir Williams" userId="6a45007046124a3d" providerId="LiveId" clId="{53D5EA3C-0847-4EC1-9FDC-43DBDAEAF41A}" dt="2026-05-19T18:27:56.105" v="950" actId="27636"/>
          <ac:spMkLst>
            <pc:docMk/>
            <pc:sldMk cId="0" sldId="728"/>
            <ac:spMk id="3" creationId="{00000000-0000-0000-0000-000000000000}"/>
          </ac:spMkLst>
        </pc:spChg>
        <pc:spChg chg="mod">
          <ac:chgData name="Trevoir Williams" userId="6a45007046124a3d" providerId="LiveId" clId="{53D5EA3C-0847-4EC1-9FDC-43DBDAEAF41A}" dt="2026-05-19T18:27:56.099" v="949" actId="27636"/>
          <ac:spMkLst>
            <pc:docMk/>
            <pc:sldMk cId="0" sldId="728"/>
            <ac:spMk id="7" creationId="{00000000-0000-0000-0000-000000000000}"/>
          </ac:spMkLst>
        </pc:spChg>
        <pc:spChg chg="mod">
          <ac:chgData name="Trevoir Williams" userId="6a45007046124a3d" providerId="LiveId" clId="{53D5EA3C-0847-4EC1-9FDC-43DBDAEAF41A}" dt="2026-05-19T18:27:56.090" v="948" actId="27636"/>
          <ac:spMkLst>
            <pc:docMk/>
            <pc:sldMk cId="0" sldId="728"/>
            <ac:spMk id="9" creationId="{00000000-0000-0000-0000-000000000000}"/>
          </ac:spMkLst>
        </pc:spChg>
      </pc:sldChg>
      <pc:sldChg chg="modSp add mod setBg">
        <pc:chgData name="Trevoir Williams" userId="6a45007046124a3d" providerId="LiveId" clId="{53D5EA3C-0847-4EC1-9FDC-43DBDAEAF41A}" dt="2026-05-19T18:27:56.137" v="953" actId="27636"/>
        <pc:sldMkLst>
          <pc:docMk/>
          <pc:sldMk cId="0" sldId="729"/>
        </pc:sldMkLst>
        <pc:spChg chg="mod">
          <ac:chgData name="Trevoir Williams" userId="6a45007046124a3d" providerId="LiveId" clId="{53D5EA3C-0847-4EC1-9FDC-43DBDAEAF41A}" dt="2026-05-19T18:27:56.124" v="952" actId="27636"/>
          <ac:spMkLst>
            <pc:docMk/>
            <pc:sldMk cId="0" sldId="729"/>
            <ac:spMk id="3" creationId="{00000000-0000-0000-0000-000000000000}"/>
          </ac:spMkLst>
        </pc:spChg>
        <pc:spChg chg="mod">
          <ac:chgData name="Trevoir Williams" userId="6a45007046124a3d" providerId="LiveId" clId="{53D5EA3C-0847-4EC1-9FDC-43DBDAEAF41A}" dt="2026-05-19T18:27:56.119" v="951" actId="27636"/>
          <ac:spMkLst>
            <pc:docMk/>
            <pc:sldMk cId="0" sldId="729"/>
            <ac:spMk id="7" creationId="{00000000-0000-0000-0000-000000000000}"/>
          </ac:spMkLst>
        </pc:spChg>
        <pc:spChg chg="mod">
          <ac:chgData name="Trevoir Williams" userId="6a45007046124a3d" providerId="LiveId" clId="{53D5EA3C-0847-4EC1-9FDC-43DBDAEAF41A}" dt="2026-05-19T18:27:56.137" v="953" actId="27636"/>
          <ac:spMkLst>
            <pc:docMk/>
            <pc:sldMk cId="0" sldId="729"/>
            <ac:spMk id="9" creationId="{00000000-0000-0000-0000-000000000000}"/>
          </ac:spMkLst>
        </pc:spChg>
      </pc:sldChg>
      <pc:sldChg chg="modSp add mod setBg">
        <pc:chgData name="Trevoir Williams" userId="6a45007046124a3d" providerId="LiveId" clId="{53D5EA3C-0847-4EC1-9FDC-43DBDAEAF41A}" dt="2026-05-19T18:27:56.164" v="955" actId="27636"/>
        <pc:sldMkLst>
          <pc:docMk/>
          <pc:sldMk cId="0" sldId="730"/>
        </pc:sldMkLst>
        <pc:spChg chg="mod">
          <ac:chgData name="Trevoir Williams" userId="6a45007046124a3d" providerId="LiveId" clId="{53D5EA3C-0847-4EC1-9FDC-43DBDAEAF41A}" dt="2026-05-19T18:27:56.164" v="955" actId="27636"/>
          <ac:spMkLst>
            <pc:docMk/>
            <pc:sldMk cId="0" sldId="730"/>
            <ac:spMk id="3" creationId="{00000000-0000-0000-0000-000000000000}"/>
          </ac:spMkLst>
        </pc:spChg>
        <pc:spChg chg="mod">
          <ac:chgData name="Trevoir Williams" userId="6a45007046124a3d" providerId="LiveId" clId="{53D5EA3C-0847-4EC1-9FDC-43DBDAEAF41A}" dt="2026-05-19T18:27:56.152" v="954" actId="27636"/>
          <ac:spMkLst>
            <pc:docMk/>
            <pc:sldMk cId="0" sldId="730"/>
            <ac:spMk id="7" creationId="{00000000-0000-0000-0000-000000000000}"/>
          </ac:spMkLst>
        </pc:spChg>
      </pc:sldChg>
      <pc:sldChg chg="modSp add mod setBg">
        <pc:chgData name="Trevoir Williams" userId="6a45007046124a3d" providerId="LiveId" clId="{53D5EA3C-0847-4EC1-9FDC-43DBDAEAF41A}" dt="2026-05-19T18:27:56.198" v="957" actId="27636"/>
        <pc:sldMkLst>
          <pc:docMk/>
          <pc:sldMk cId="0" sldId="731"/>
        </pc:sldMkLst>
        <pc:spChg chg="mod">
          <ac:chgData name="Trevoir Williams" userId="6a45007046124a3d" providerId="LiveId" clId="{53D5EA3C-0847-4EC1-9FDC-43DBDAEAF41A}" dt="2026-05-19T18:27:56.198" v="957" actId="27636"/>
          <ac:spMkLst>
            <pc:docMk/>
            <pc:sldMk cId="0" sldId="731"/>
            <ac:spMk id="3" creationId="{00000000-0000-0000-0000-000000000000}"/>
          </ac:spMkLst>
        </pc:spChg>
        <pc:spChg chg="mod">
          <ac:chgData name="Trevoir Williams" userId="6a45007046124a3d" providerId="LiveId" clId="{53D5EA3C-0847-4EC1-9FDC-43DBDAEAF41A}" dt="2026-05-19T18:27:56.186" v="956" actId="27636"/>
          <ac:spMkLst>
            <pc:docMk/>
            <pc:sldMk cId="0" sldId="731"/>
            <ac:spMk id="9" creationId="{00000000-0000-0000-0000-000000000000}"/>
          </ac:spMkLst>
        </pc:spChg>
      </pc:sldChg>
      <pc:sldChg chg="modSp add mod setBg">
        <pc:chgData name="Trevoir Williams" userId="6a45007046124a3d" providerId="LiveId" clId="{53D5EA3C-0847-4EC1-9FDC-43DBDAEAF41A}" dt="2026-05-19T18:27:56.256" v="958" actId="27636"/>
        <pc:sldMkLst>
          <pc:docMk/>
          <pc:sldMk cId="0" sldId="732"/>
        </pc:sldMkLst>
        <pc:spChg chg="mod">
          <ac:chgData name="Trevoir Williams" userId="6a45007046124a3d" providerId="LiveId" clId="{53D5EA3C-0847-4EC1-9FDC-43DBDAEAF41A}" dt="2026-05-19T18:27:56.256" v="958" actId="27636"/>
          <ac:spMkLst>
            <pc:docMk/>
            <pc:sldMk cId="0" sldId="732"/>
            <ac:spMk id="3" creationId="{00000000-0000-0000-0000-000000000000}"/>
          </ac:spMkLst>
        </pc:spChg>
      </pc:sldChg>
      <pc:sldChg chg="modSp add mod setBg">
        <pc:chgData name="Trevoir Williams" userId="6a45007046124a3d" providerId="LiveId" clId="{53D5EA3C-0847-4EC1-9FDC-43DBDAEAF41A}" dt="2026-05-19T18:30:15.915" v="1007"/>
        <pc:sldMkLst>
          <pc:docMk/>
          <pc:sldMk cId="0" sldId="733"/>
        </pc:sldMkLst>
        <pc:spChg chg="mod">
          <ac:chgData name="Trevoir Williams" userId="6a45007046124a3d" providerId="LiveId" clId="{53D5EA3C-0847-4EC1-9FDC-43DBDAEAF41A}" dt="2026-05-19T18:27:56.289" v="959" actId="27636"/>
          <ac:spMkLst>
            <pc:docMk/>
            <pc:sldMk cId="0" sldId="733"/>
            <ac:spMk id="3" creationId="{00000000-0000-0000-0000-000000000000}"/>
          </ac:spMkLst>
        </pc:spChg>
        <pc:spChg chg="mod">
          <ac:chgData name="Trevoir Williams" userId="6a45007046124a3d" providerId="LiveId" clId="{53D5EA3C-0847-4EC1-9FDC-43DBDAEAF41A}" dt="2026-05-19T18:30:15.915" v="1007"/>
          <ac:spMkLst>
            <pc:docMk/>
            <pc:sldMk cId="0" sldId="733"/>
            <ac:spMk id="21" creationId="{00000000-0000-0000-0000-000000000000}"/>
          </ac:spMkLst>
        </pc:spChg>
      </pc:sldChg>
      <pc:sldChg chg="modSp add mod setBg">
        <pc:chgData name="Trevoir Williams" userId="6a45007046124a3d" providerId="LiveId" clId="{53D5EA3C-0847-4EC1-9FDC-43DBDAEAF41A}" dt="2026-05-19T18:27:56.331" v="963" actId="27636"/>
        <pc:sldMkLst>
          <pc:docMk/>
          <pc:sldMk cId="0" sldId="734"/>
        </pc:sldMkLst>
        <pc:spChg chg="mod">
          <ac:chgData name="Trevoir Williams" userId="6a45007046124a3d" providerId="LiveId" clId="{53D5EA3C-0847-4EC1-9FDC-43DBDAEAF41A}" dt="2026-05-19T18:27:56.306" v="960" actId="27636"/>
          <ac:spMkLst>
            <pc:docMk/>
            <pc:sldMk cId="0" sldId="734"/>
            <ac:spMk id="8" creationId="{00000000-0000-0000-0000-000000000000}"/>
          </ac:spMkLst>
        </pc:spChg>
        <pc:spChg chg="mod">
          <ac:chgData name="Trevoir Williams" userId="6a45007046124a3d" providerId="LiveId" clId="{53D5EA3C-0847-4EC1-9FDC-43DBDAEAF41A}" dt="2026-05-19T18:27:56.328" v="962" actId="27636"/>
          <ac:spMkLst>
            <pc:docMk/>
            <pc:sldMk cId="0" sldId="734"/>
            <ac:spMk id="12" creationId="{00000000-0000-0000-0000-000000000000}"/>
          </ac:spMkLst>
        </pc:spChg>
        <pc:spChg chg="mod">
          <ac:chgData name="Trevoir Williams" userId="6a45007046124a3d" providerId="LiveId" clId="{53D5EA3C-0847-4EC1-9FDC-43DBDAEAF41A}" dt="2026-05-19T18:27:56.331" v="963" actId="27636"/>
          <ac:spMkLst>
            <pc:docMk/>
            <pc:sldMk cId="0" sldId="734"/>
            <ac:spMk id="16" creationId="{00000000-0000-0000-0000-000000000000}"/>
          </ac:spMkLst>
        </pc:spChg>
        <pc:spChg chg="mod">
          <ac:chgData name="Trevoir Williams" userId="6a45007046124a3d" providerId="LiveId" clId="{53D5EA3C-0847-4EC1-9FDC-43DBDAEAF41A}" dt="2026-05-19T18:27:56.319" v="961" actId="27636"/>
          <ac:spMkLst>
            <pc:docMk/>
            <pc:sldMk cId="0" sldId="734"/>
            <ac:spMk id="20" creationId="{00000000-0000-0000-0000-000000000000}"/>
          </ac:spMkLst>
        </pc:spChg>
      </pc:sldChg>
    </pc:docChg>
  </pc:docChgLst>
  <pc:docChgLst>
    <pc:chgData name="Trevoir Williams" userId="6a45007046124a3d" providerId="LiveId" clId="{FD24E84C-CD6E-40B8-B391-F2F3CD6A9CAD}"/>
    <pc:docChg chg="undo redo custSel addSld delSld modSld sldOrd modSection">
      <pc:chgData name="Trevoir Williams" userId="6a45007046124a3d" providerId="LiveId" clId="{FD24E84C-CD6E-40B8-B391-F2F3CD6A9CAD}" dt="2026-05-19T16:55:24.890" v="4073"/>
      <pc:docMkLst>
        <pc:docMk/>
      </pc:docMkLst>
      <pc:sldChg chg="modSp mod modNotesTx">
        <pc:chgData name="Trevoir Williams" userId="6a45007046124a3d" providerId="LiveId" clId="{FD24E84C-CD6E-40B8-B391-F2F3CD6A9CAD}" dt="2026-04-30T16:09:15.773" v="588" actId="26606"/>
        <pc:sldMkLst>
          <pc:docMk/>
          <pc:sldMk cId="0" sldId="256"/>
        </pc:sldMkLst>
        <pc:spChg chg="mod">
          <ac:chgData name="Trevoir Williams" userId="6a45007046124a3d" providerId="LiveId" clId="{FD24E84C-CD6E-40B8-B391-F2F3CD6A9CAD}" dt="2026-04-30T16:09:15.773" v="588" actId="26606"/>
          <ac:spMkLst>
            <pc:docMk/>
            <pc:sldMk cId="0" sldId="256"/>
            <ac:spMk id="4" creationId="{00000000-0000-0000-0000-000000000000}"/>
          </ac:spMkLst>
        </pc:spChg>
        <pc:spChg chg="mod">
          <ac:chgData name="Trevoir Williams" userId="6a45007046124a3d" providerId="LiveId" clId="{FD24E84C-CD6E-40B8-B391-F2F3CD6A9CAD}" dt="2026-04-30T14:57:40.717" v="47" actId="20577"/>
          <ac:spMkLst>
            <pc:docMk/>
            <pc:sldMk cId="0" sldId="256"/>
            <ac:spMk id="6" creationId="{00000000-0000-0000-0000-000000000000}"/>
          </ac:spMkLst>
        </pc:spChg>
      </pc:sldChg>
      <pc:sldChg chg="modSp add mod addAnim delAnim modAnim">
        <pc:chgData name="Trevoir Williams" userId="6a45007046124a3d" providerId="LiveId" clId="{FD24E84C-CD6E-40B8-B391-F2F3CD6A9CAD}" dt="2026-05-14T17:27:26.658" v="3327"/>
        <pc:sldMkLst>
          <pc:docMk/>
          <pc:sldMk cId="0" sldId="257"/>
        </pc:sldMkLst>
        <pc:spChg chg="mod">
          <ac:chgData name="Trevoir Williams" userId="6a45007046124a3d" providerId="LiveId" clId="{FD24E84C-CD6E-40B8-B391-F2F3CD6A9CAD}" dt="2026-05-14T17:27:17.189" v="3325" actId="1076"/>
          <ac:spMkLst>
            <pc:docMk/>
            <pc:sldMk cId="0" sldId="257"/>
            <ac:spMk id="4" creationId="{00000000-0000-0000-0000-000000000000}"/>
          </ac:spMkLst>
        </pc:spChg>
      </pc:sldChg>
      <pc:sldChg chg="modSp add mod setBg addAnim delAnim modAnim">
        <pc:chgData name="Trevoir Williams" userId="6a45007046124a3d" providerId="LiveId" clId="{FD24E84C-CD6E-40B8-B391-F2F3CD6A9CAD}" dt="2026-05-12T20:53:03.129" v="3116"/>
        <pc:sldMkLst>
          <pc:docMk/>
          <pc:sldMk cId="0" sldId="258"/>
        </pc:sldMkLst>
        <pc:spChg chg="mod">
          <ac:chgData name="Trevoir Williams" userId="6a45007046124a3d" providerId="LiveId" clId="{FD24E84C-CD6E-40B8-B391-F2F3CD6A9CAD}" dt="2026-05-12T20:45:16.372" v="2997" actId="27636"/>
          <ac:spMkLst>
            <pc:docMk/>
            <pc:sldMk cId="0" sldId="258"/>
            <ac:spMk id="6" creationId="{00000000-0000-0000-0000-000000000000}"/>
          </ac:spMkLst>
        </pc:spChg>
        <pc:spChg chg="mod">
          <ac:chgData name="Trevoir Williams" userId="6a45007046124a3d" providerId="LiveId" clId="{FD24E84C-CD6E-40B8-B391-F2F3CD6A9CAD}" dt="2026-05-12T20:52:49.639" v="3107" actId="1076"/>
          <ac:spMkLst>
            <pc:docMk/>
            <pc:sldMk cId="0" sldId="258"/>
            <ac:spMk id="28" creationId="{00000000-0000-0000-0000-000000000000}"/>
          </ac:spMkLst>
        </pc:spChg>
        <pc:spChg chg="mod">
          <ac:chgData name="Trevoir Williams" userId="6a45007046124a3d" providerId="LiveId" clId="{FD24E84C-CD6E-40B8-B391-F2F3CD6A9CAD}" dt="2026-05-12T20:45:16.227" v="2994" actId="27636"/>
          <ac:spMkLst>
            <pc:docMk/>
            <pc:sldMk cId="0" sldId="258"/>
            <ac:spMk id="30" creationId="{00000000-0000-0000-0000-000000000000}"/>
          </ac:spMkLst>
        </pc:spChg>
        <pc:spChg chg="mod">
          <ac:chgData name="Trevoir Williams" userId="6a45007046124a3d" providerId="LiveId" clId="{FD24E84C-CD6E-40B8-B391-F2F3CD6A9CAD}" dt="2026-05-12T20:45:16.322" v="2996" actId="27636"/>
          <ac:spMkLst>
            <pc:docMk/>
            <pc:sldMk cId="0" sldId="258"/>
            <ac:spMk id="31" creationId="{00000000-0000-0000-0000-000000000000}"/>
          </ac:spMkLst>
        </pc:spChg>
        <pc:spChg chg="mod">
          <ac:chgData name="Trevoir Williams" userId="6a45007046124a3d" providerId="LiveId" clId="{FD24E84C-CD6E-40B8-B391-F2F3CD6A9CAD}" dt="2026-05-12T20:45:16.421" v="2998" actId="27636"/>
          <ac:spMkLst>
            <pc:docMk/>
            <pc:sldMk cId="0" sldId="258"/>
            <ac:spMk id="33" creationId="{00000000-0000-0000-0000-000000000000}"/>
          </ac:spMkLst>
        </pc:spChg>
        <pc:spChg chg="mod">
          <ac:chgData name="Trevoir Williams" userId="6a45007046124a3d" providerId="LiveId" clId="{FD24E84C-CD6E-40B8-B391-F2F3CD6A9CAD}" dt="2026-05-12T20:45:16.275" v="2995" actId="27636"/>
          <ac:spMkLst>
            <pc:docMk/>
            <pc:sldMk cId="0" sldId="258"/>
            <ac:spMk id="34" creationId="{00000000-0000-0000-0000-000000000000}"/>
          </ac:spMkLst>
        </pc:spChg>
      </pc:sldChg>
      <pc:sldChg chg="modSp add mod setBg modAnim">
        <pc:chgData name="Trevoir Williams" userId="6a45007046124a3d" providerId="LiveId" clId="{FD24E84C-CD6E-40B8-B391-F2F3CD6A9CAD}" dt="2026-05-12T20:47:39.582" v="3095" actId="20577"/>
        <pc:sldMkLst>
          <pc:docMk/>
          <pc:sldMk cId="0" sldId="260"/>
        </pc:sldMkLst>
        <pc:spChg chg="mod">
          <ac:chgData name="Trevoir Williams" userId="6a45007046124a3d" providerId="LiveId" clId="{FD24E84C-CD6E-40B8-B391-F2F3CD6A9CAD}" dt="2026-05-12T20:47:06.378" v="3078" actId="1076"/>
          <ac:spMkLst>
            <pc:docMk/>
            <pc:sldMk cId="0" sldId="260"/>
            <ac:spMk id="5" creationId="{00000000-0000-0000-0000-000000000000}"/>
          </ac:spMkLst>
        </pc:spChg>
        <pc:spChg chg="mod">
          <ac:chgData name="Trevoir Williams" userId="6a45007046124a3d" providerId="LiveId" clId="{FD24E84C-CD6E-40B8-B391-F2F3CD6A9CAD}" dt="2026-05-12T20:45:16.587" v="3013" actId="27636"/>
          <ac:spMkLst>
            <pc:docMk/>
            <pc:sldMk cId="0" sldId="260"/>
            <ac:spMk id="7" creationId="{00000000-0000-0000-0000-000000000000}"/>
          </ac:spMkLst>
        </pc:spChg>
        <pc:spChg chg="mod">
          <ac:chgData name="Trevoir Williams" userId="6a45007046124a3d" providerId="LiveId" clId="{FD24E84C-CD6E-40B8-B391-F2F3CD6A9CAD}" dt="2026-05-12T20:45:16.582" v="3011" actId="27636"/>
          <ac:spMkLst>
            <pc:docMk/>
            <pc:sldMk cId="0" sldId="260"/>
            <ac:spMk id="8" creationId="{00000000-0000-0000-0000-000000000000}"/>
          </ac:spMkLst>
        </pc:spChg>
        <pc:spChg chg="mod">
          <ac:chgData name="Trevoir Williams" userId="6a45007046124a3d" providerId="LiveId" clId="{FD24E84C-CD6E-40B8-B391-F2F3CD6A9CAD}" dt="2026-05-12T20:45:16.589" v="3014" actId="27636"/>
          <ac:spMkLst>
            <pc:docMk/>
            <pc:sldMk cId="0" sldId="260"/>
            <ac:spMk id="10" creationId="{00000000-0000-0000-0000-000000000000}"/>
          </ac:spMkLst>
        </pc:spChg>
        <pc:spChg chg="mod">
          <ac:chgData name="Trevoir Williams" userId="6a45007046124a3d" providerId="LiveId" clId="{FD24E84C-CD6E-40B8-B391-F2F3CD6A9CAD}" dt="2026-05-12T20:47:39.582" v="3095" actId="20577"/>
          <ac:spMkLst>
            <pc:docMk/>
            <pc:sldMk cId="0" sldId="260"/>
            <ac:spMk id="11" creationId="{00000000-0000-0000-0000-000000000000}"/>
          </ac:spMkLst>
        </pc:spChg>
        <pc:spChg chg="mod">
          <ac:chgData name="Trevoir Williams" userId="6a45007046124a3d" providerId="LiveId" clId="{FD24E84C-CD6E-40B8-B391-F2F3CD6A9CAD}" dt="2026-05-12T20:45:16.591" v="3015" actId="27636"/>
          <ac:spMkLst>
            <pc:docMk/>
            <pc:sldMk cId="0" sldId="260"/>
            <ac:spMk id="13" creationId="{00000000-0000-0000-0000-000000000000}"/>
          </ac:spMkLst>
        </pc:spChg>
        <pc:spChg chg="mod">
          <ac:chgData name="Trevoir Williams" userId="6a45007046124a3d" providerId="LiveId" clId="{FD24E84C-CD6E-40B8-B391-F2F3CD6A9CAD}" dt="2026-05-12T20:45:16.593" v="3016" actId="27636"/>
          <ac:spMkLst>
            <pc:docMk/>
            <pc:sldMk cId="0" sldId="260"/>
            <ac:spMk id="14" creationId="{00000000-0000-0000-0000-000000000000}"/>
          </ac:spMkLst>
        </pc:spChg>
        <pc:spChg chg="mod">
          <ac:chgData name="Trevoir Williams" userId="6a45007046124a3d" providerId="LiveId" clId="{FD24E84C-CD6E-40B8-B391-F2F3CD6A9CAD}" dt="2026-05-12T20:45:16.580" v="3010" actId="27636"/>
          <ac:spMkLst>
            <pc:docMk/>
            <pc:sldMk cId="0" sldId="260"/>
            <ac:spMk id="16" creationId="{00000000-0000-0000-0000-000000000000}"/>
          </ac:spMkLst>
        </pc:spChg>
        <pc:spChg chg="mod">
          <ac:chgData name="Trevoir Williams" userId="6a45007046124a3d" providerId="LiveId" clId="{FD24E84C-CD6E-40B8-B391-F2F3CD6A9CAD}" dt="2026-05-12T20:45:16.584" v="3012" actId="27636"/>
          <ac:spMkLst>
            <pc:docMk/>
            <pc:sldMk cId="0" sldId="260"/>
            <ac:spMk id="17" creationId="{00000000-0000-0000-0000-000000000000}"/>
          </ac:spMkLst>
        </pc:spChg>
      </pc:sldChg>
      <pc:sldChg chg="modSp add mod setBg modAnim">
        <pc:chgData name="Trevoir Williams" userId="6a45007046124a3d" providerId="LiveId" clId="{FD24E84C-CD6E-40B8-B391-F2F3CD6A9CAD}" dt="2026-05-12T20:50:31.567" v="3098"/>
        <pc:sldMkLst>
          <pc:docMk/>
          <pc:sldMk cId="0" sldId="261"/>
        </pc:sldMkLst>
        <pc:spChg chg="mod">
          <ac:chgData name="Trevoir Williams" userId="6a45007046124a3d" providerId="LiveId" clId="{FD24E84C-CD6E-40B8-B391-F2F3CD6A9CAD}" dt="2026-05-12T20:45:16.643" v="3037" actId="27636"/>
          <ac:spMkLst>
            <pc:docMk/>
            <pc:sldMk cId="0" sldId="261"/>
            <ac:spMk id="6" creationId="{00000000-0000-0000-0000-000000000000}"/>
          </ac:spMkLst>
        </pc:spChg>
        <pc:spChg chg="mod">
          <ac:chgData name="Trevoir Williams" userId="6a45007046124a3d" providerId="LiveId" clId="{FD24E84C-CD6E-40B8-B391-F2F3CD6A9CAD}" dt="2026-05-12T20:45:16.606" v="3020" actId="27636"/>
          <ac:spMkLst>
            <pc:docMk/>
            <pc:sldMk cId="0" sldId="261"/>
            <ac:spMk id="8" creationId="{00000000-0000-0000-0000-000000000000}"/>
          </ac:spMkLst>
        </pc:spChg>
        <pc:spChg chg="mod">
          <ac:chgData name="Trevoir Williams" userId="6a45007046124a3d" providerId="LiveId" clId="{FD24E84C-CD6E-40B8-B391-F2F3CD6A9CAD}" dt="2026-05-12T20:45:16.608" v="3022" actId="27636"/>
          <ac:spMkLst>
            <pc:docMk/>
            <pc:sldMk cId="0" sldId="261"/>
            <ac:spMk id="9" creationId="{00000000-0000-0000-0000-000000000000}"/>
          </ac:spMkLst>
        </pc:spChg>
        <pc:spChg chg="mod">
          <ac:chgData name="Trevoir Williams" userId="6a45007046124a3d" providerId="LiveId" clId="{FD24E84C-CD6E-40B8-B391-F2F3CD6A9CAD}" dt="2026-05-12T20:45:16.616" v="3025" actId="27636"/>
          <ac:spMkLst>
            <pc:docMk/>
            <pc:sldMk cId="0" sldId="261"/>
            <ac:spMk id="11" creationId="{00000000-0000-0000-0000-000000000000}"/>
          </ac:spMkLst>
        </pc:spChg>
        <pc:spChg chg="mod">
          <ac:chgData name="Trevoir Williams" userId="6a45007046124a3d" providerId="LiveId" clId="{FD24E84C-CD6E-40B8-B391-F2F3CD6A9CAD}" dt="2026-05-12T20:45:16.602" v="3018" actId="27636"/>
          <ac:spMkLst>
            <pc:docMk/>
            <pc:sldMk cId="0" sldId="261"/>
            <ac:spMk id="12" creationId="{00000000-0000-0000-0000-000000000000}"/>
          </ac:spMkLst>
        </pc:spChg>
        <pc:spChg chg="mod">
          <ac:chgData name="Trevoir Williams" userId="6a45007046124a3d" providerId="LiveId" clId="{FD24E84C-CD6E-40B8-B391-F2F3CD6A9CAD}" dt="2026-05-12T20:45:16.638" v="3034" actId="27636"/>
          <ac:spMkLst>
            <pc:docMk/>
            <pc:sldMk cId="0" sldId="261"/>
            <ac:spMk id="14" creationId="{00000000-0000-0000-0000-000000000000}"/>
          </ac:spMkLst>
        </pc:spChg>
        <pc:spChg chg="mod">
          <ac:chgData name="Trevoir Williams" userId="6a45007046124a3d" providerId="LiveId" clId="{FD24E84C-CD6E-40B8-B391-F2F3CD6A9CAD}" dt="2026-05-12T20:45:16.645" v="3038" actId="27636"/>
          <ac:spMkLst>
            <pc:docMk/>
            <pc:sldMk cId="0" sldId="261"/>
            <ac:spMk id="15" creationId="{00000000-0000-0000-0000-000000000000}"/>
          </ac:spMkLst>
        </pc:spChg>
        <pc:spChg chg="mod">
          <ac:chgData name="Trevoir Williams" userId="6a45007046124a3d" providerId="LiveId" clId="{FD24E84C-CD6E-40B8-B391-F2F3CD6A9CAD}" dt="2026-05-12T20:45:16.641" v="3036" actId="27636"/>
          <ac:spMkLst>
            <pc:docMk/>
            <pc:sldMk cId="0" sldId="261"/>
            <ac:spMk id="17" creationId="{00000000-0000-0000-0000-000000000000}"/>
          </ac:spMkLst>
        </pc:spChg>
        <pc:spChg chg="mod">
          <ac:chgData name="Trevoir Williams" userId="6a45007046124a3d" providerId="LiveId" clId="{FD24E84C-CD6E-40B8-B391-F2F3CD6A9CAD}" dt="2026-05-12T20:45:16.639" v="3035" actId="27636"/>
          <ac:spMkLst>
            <pc:docMk/>
            <pc:sldMk cId="0" sldId="261"/>
            <ac:spMk id="18" creationId="{00000000-0000-0000-0000-000000000000}"/>
          </ac:spMkLst>
        </pc:spChg>
        <pc:spChg chg="mod">
          <ac:chgData name="Trevoir Williams" userId="6a45007046124a3d" providerId="LiveId" clId="{FD24E84C-CD6E-40B8-B391-F2F3CD6A9CAD}" dt="2026-05-12T20:45:16.618" v="3026" actId="27636"/>
          <ac:spMkLst>
            <pc:docMk/>
            <pc:sldMk cId="0" sldId="261"/>
            <ac:spMk id="20" creationId="{00000000-0000-0000-0000-000000000000}"/>
          </ac:spMkLst>
        </pc:spChg>
        <pc:spChg chg="mod">
          <ac:chgData name="Trevoir Williams" userId="6a45007046124a3d" providerId="LiveId" clId="{FD24E84C-CD6E-40B8-B391-F2F3CD6A9CAD}" dt="2026-05-12T20:45:16.607" v="3021" actId="27636"/>
          <ac:spMkLst>
            <pc:docMk/>
            <pc:sldMk cId="0" sldId="261"/>
            <ac:spMk id="21" creationId="{00000000-0000-0000-0000-000000000000}"/>
          </ac:spMkLst>
        </pc:spChg>
        <pc:spChg chg="mod">
          <ac:chgData name="Trevoir Williams" userId="6a45007046124a3d" providerId="LiveId" clId="{FD24E84C-CD6E-40B8-B391-F2F3CD6A9CAD}" dt="2026-05-12T20:45:16.600" v="3017" actId="27636"/>
          <ac:spMkLst>
            <pc:docMk/>
            <pc:sldMk cId="0" sldId="261"/>
            <ac:spMk id="23" creationId="{00000000-0000-0000-0000-000000000000}"/>
          </ac:spMkLst>
        </pc:spChg>
        <pc:spChg chg="mod">
          <ac:chgData name="Trevoir Williams" userId="6a45007046124a3d" providerId="LiveId" clId="{FD24E84C-CD6E-40B8-B391-F2F3CD6A9CAD}" dt="2026-05-12T20:45:16.603" v="3019" actId="27636"/>
          <ac:spMkLst>
            <pc:docMk/>
            <pc:sldMk cId="0" sldId="261"/>
            <ac:spMk id="24" creationId="{00000000-0000-0000-0000-000000000000}"/>
          </ac:spMkLst>
        </pc:spChg>
        <pc:spChg chg="mod">
          <ac:chgData name="Trevoir Williams" userId="6a45007046124a3d" providerId="LiveId" clId="{FD24E84C-CD6E-40B8-B391-F2F3CD6A9CAD}" dt="2026-05-12T20:45:16.648" v="3039" actId="27636"/>
          <ac:spMkLst>
            <pc:docMk/>
            <pc:sldMk cId="0" sldId="261"/>
            <ac:spMk id="26" creationId="{00000000-0000-0000-0000-000000000000}"/>
          </ac:spMkLst>
        </pc:spChg>
        <pc:spChg chg="mod">
          <ac:chgData name="Trevoir Williams" userId="6a45007046124a3d" providerId="LiveId" clId="{FD24E84C-CD6E-40B8-B391-F2F3CD6A9CAD}" dt="2026-05-12T20:45:16.611" v="3023" actId="27636"/>
          <ac:spMkLst>
            <pc:docMk/>
            <pc:sldMk cId="0" sldId="261"/>
            <ac:spMk id="27" creationId="{00000000-0000-0000-0000-000000000000}"/>
          </ac:spMkLst>
        </pc:spChg>
        <pc:spChg chg="mod">
          <ac:chgData name="Trevoir Williams" userId="6a45007046124a3d" providerId="LiveId" clId="{FD24E84C-CD6E-40B8-B391-F2F3CD6A9CAD}" dt="2026-05-12T20:45:16.625" v="3030" actId="27636"/>
          <ac:spMkLst>
            <pc:docMk/>
            <pc:sldMk cId="0" sldId="261"/>
            <ac:spMk id="29" creationId="{00000000-0000-0000-0000-000000000000}"/>
          </ac:spMkLst>
        </pc:spChg>
        <pc:spChg chg="mod">
          <ac:chgData name="Trevoir Williams" userId="6a45007046124a3d" providerId="LiveId" clId="{FD24E84C-CD6E-40B8-B391-F2F3CD6A9CAD}" dt="2026-05-12T20:45:16.621" v="3028" actId="27636"/>
          <ac:spMkLst>
            <pc:docMk/>
            <pc:sldMk cId="0" sldId="261"/>
            <ac:spMk id="30" creationId="{00000000-0000-0000-0000-000000000000}"/>
          </ac:spMkLst>
        </pc:spChg>
        <pc:spChg chg="mod">
          <ac:chgData name="Trevoir Williams" userId="6a45007046124a3d" providerId="LiveId" clId="{FD24E84C-CD6E-40B8-B391-F2F3CD6A9CAD}" dt="2026-05-12T20:45:16.635" v="3033" actId="27636"/>
          <ac:spMkLst>
            <pc:docMk/>
            <pc:sldMk cId="0" sldId="261"/>
            <ac:spMk id="32" creationId="{00000000-0000-0000-0000-000000000000}"/>
          </ac:spMkLst>
        </pc:spChg>
        <pc:spChg chg="mod">
          <ac:chgData name="Trevoir Williams" userId="6a45007046124a3d" providerId="LiveId" clId="{FD24E84C-CD6E-40B8-B391-F2F3CD6A9CAD}" dt="2026-05-12T20:45:16.651" v="3041" actId="27636"/>
          <ac:spMkLst>
            <pc:docMk/>
            <pc:sldMk cId="0" sldId="261"/>
            <ac:spMk id="33" creationId="{00000000-0000-0000-0000-000000000000}"/>
          </ac:spMkLst>
        </pc:spChg>
        <pc:spChg chg="mod">
          <ac:chgData name="Trevoir Williams" userId="6a45007046124a3d" providerId="LiveId" clId="{FD24E84C-CD6E-40B8-B391-F2F3CD6A9CAD}" dt="2026-05-12T20:45:16.628" v="3031" actId="27636"/>
          <ac:spMkLst>
            <pc:docMk/>
            <pc:sldMk cId="0" sldId="261"/>
            <ac:spMk id="35" creationId="{00000000-0000-0000-0000-000000000000}"/>
          </ac:spMkLst>
        </pc:spChg>
        <pc:spChg chg="mod">
          <ac:chgData name="Trevoir Williams" userId="6a45007046124a3d" providerId="LiveId" clId="{FD24E84C-CD6E-40B8-B391-F2F3CD6A9CAD}" dt="2026-05-12T20:45:16.650" v="3040" actId="27636"/>
          <ac:spMkLst>
            <pc:docMk/>
            <pc:sldMk cId="0" sldId="261"/>
            <ac:spMk id="36" creationId="{00000000-0000-0000-0000-000000000000}"/>
          </ac:spMkLst>
        </pc:spChg>
        <pc:spChg chg="mod">
          <ac:chgData name="Trevoir Williams" userId="6a45007046124a3d" providerId="LiveId" clId="{FD24E84C-CD6E-40B8-B391-F2F3CD6A9CAD}" dt="2026-05-12T20:45:16.613" v="3024" actId="27636"/>
          <ac:spMkLst>
            <pc:docMk/>
            <pc:sldMk cId="0" sldId="261"/>
            <ac:spMk id="38" creationId="{00000000-0000-0000-0000-000000000000}"/>
          </ac:spMkLst>
        </pc:spChg>
        <pc:spChg chg="mod">
          <ac:chgData name="Trevoir Williams" userId="6a45007046124a3d" providerId="LiveId" clId="{FD24E84C-CD6E-40B8-B391-F2F3CD6A9CAD}" dt="2026-05-12T20:45:16.620" v="3027" actId="27636"/>
          <ac:spMkLst>
            <pc:docMk/>
            <pc:sldMk cId="0" sldId="261"/>
            <ac:spMk id="39" creationId="{00000000-0000-0000-0000-000000000000}"/>
          </ac:spMkLst>
        </pc:spChg>
        <pc:spChg chg="mod">
          <ac:chgData name="Trevoir Williams" userId="6a45007046124a3d" providerId="LiveId" clId="{FD24E84C-CD6E-40B8-B391-F2F3CD6A9CAD}" dt="2026-05-12T20:45:16.632" v="3032" actId="27636"/>
          <ac:spMkLst>
            <pc:docMk/>
            <pc:sldMk cId="0" sldId="261"/>
            <ac:spMk id="41" creationId="{00000000-0000-0000-0000-000000000000}"/>
          </ac:spMkLst>
        </pc:spChg>
        <pc:spChg chg="mod">
          <ac:chgData name="Trevoir Williams" userId="6a45007046124a3d" providerId="LiveId" clId="{FD24E84C-CD6E-40B8-B391-F2F3CD6A9CAD}" dt="2026-05-12T20:45:16.622" v="3029" actId="27636"/>
          <ac:spMkLst>
            <pc:docMk/>
            <pc:sldMk cId="0" sldId="261"/>
            <ac:spMk id="42" creationId="{00000000-0000-0000-0000-000000000000}"/>
          </ac:spMkLst>
        </pc:spChg>
      </pc:sldChg>
      <pc:sldChg chg="modSp add mod setBg modAnim">
        <pc:chgData name="Trevoir Williams" userId="6a45007046124a3d" providerId="LiveId" clId="{FD24E84C-CD6E-40B8-B391-F2F3CD6A9CAD}" dt="2026-05-12T20:51:10.031" v="3104"/>
        <pc:sldMkLst>
          <pc:docMk/>
          <pc:sldMk cId="0" sldId="262"/>
        </pc:sldMkLst>
        <pc:spChg chg="mod">
          <ac:chgData name="Trevoir Williams" userId="6a45007046124a3d" providerId="LiveId" clId="{FD24E84C-CD6E-40B8-B391-F2F3CD6A9CAD}" dt="2026-05-12T20:45:16.671" v="3047" actId="27636"/>
          <ac:spMkLst>
            <pc:docMk/>
            <pc:sldMk cId="0" sldId="262"/>
            <ac:spMk id="6" creationId="{00000000-0000-0000-0000-000000000000}"/>
          </ac:spMkLst>
        </pc:spChg>
        <pc:spChg chg="mod">
          <ac:chgData name="Trevoir Williams" userId="6a45007046124a3d" providerId="LiveId" clId="{FD24E84C-CD6E-40B8-B391-F2F3CD6A9CAD}" dt="2026-05-12T20:45:16.660" v="3042" actId="27636"/>
          <ac:spMkLst>
            <pc:docMk/>
            <pc:sldMk cId="0" sldId="262"/>
            <ac:spMk id="10" creationId="{00000000-0000-0000-0000-000000000000}"/>
          </ac:spMkLst>
        </pc:spChg>
        <pc:spChg chg="mod">
          <ac:chgData name="Trevoir Williams" userId="6a45007046124a3d" providerId="LiveId" clId="{FD24E84C-CD6E-40B8-B391-F2F3CD6A9CAD}" dt="2026-05-12T20:45:16.664" v="3044" actId="27636"/>
          <ac:spMkLst>
            <pc:docMk/>
            <pc:sldMk cId="0" sldId="262"/>
            <ac:spMk id="14" creationId="{00000000-0000-0000-0000-000000000000}"/>
          </ac:spMkLst>
        </pc:spChg>
        <pc:spChg chg="mod">
          <ac:chgData name="Trevoir Williams" userId="6a45007046124a3d" providerId="LiveId" clId="{FD24E84C-CD6E-40B8-B391-F2F3CD6A9CAD}" dt="2026-05-12T20:45:16.662" v="3043" actId="27636"/>
          <ac:spMkLst>
            <pc:docMk/>
            <pc:sldMk cId="0" sldId="262"/>
            <ac:spMk id="18" creationId="{00000000-0000-0000-0000-000000000000}"/>
          </ac:spMkLst>
        </pc:spChg>
        <pc:spChg chg="mod">
          <ac:chgData name="Trevoir Williams" userId="6a45007046124a3d" providerId="LiveId" clId="{FD24E84C-CD6E-40B8-B391-F2F3CD6A9CAD}" dt="2026-05-12T20:45:16.669" v="3046" actId="27636"/>
          <ac:spMkLst>
            <pc:docMk/>
            <pc:sldMk cId="0" sldId="262"/>
            <ac:spMk id="22" creationId="{00000000-0000-0000-0000-000000000000}"/>
          </ac:spMkLst>
        </pc:spChg>
        <pc:spChg chg="mod">
          <ac:chgData name="Trevoir Williams" userId="6a45007046124a3d" providerId="LiveId" clId="{FD24E84C-CD6E-40B8-B391-F2F3CD6A9CAD}" dt="2026-05-12T20:45:16.667" v="3045" actId="27636"/>
          <ac:spMkLst>
            <pc:docMk/>
            <pc:sldMk cId="0" sldId="262"/>
            <ac:spMk id="26" creationId="{00000000-0000-0000-0000-000000000000}"/>
          </ac:spMkLst>
        </pc:spChg>
      </pc:sldChg>
      <pc:sldChg chg="add addAnim delAnim modAnim">
        <pc:chgData name="Trevoir Williams" userId="6a45007046124a3d" providerId="LiveId" clId="{FD24E84C-CD6E-40B8-B391-F2F3CD6A9CAD}" dt="2026-05-14T17:28:31.933" v="3335"/>
        <pc:sldMkLst>
          <pc:docMk/>
          <pc:sldMk cId="0" sldId="263"/>
        </pc:sldMkLst>
      </pc:sldChg>
      <pc:sldChg chg="modSp add mod setBg">
        <pc:chgData name="Trevoir Williams" userId="6a45007046124a3d" providerId="LiveId" clId="{FD24E84C-CD6E-40B8-B391-F2F3CD6A9CAD}" dt="2026-05-12T20:45:16.730" v="3063" actId="27636"/>
        <pc:sldMkLst>
          <pc:docMk/>
          <pc:sldMk cId="0" sldId="264"/>
        </pc:sldMkLst>
        <pc:spChg chg="mod">
          <ac:chgData name="Trevoir Williams" userId="6a45007046124a3d" providerId="LiveId" clId="{FD24E84C-CD6E-40B8-B391-F2F3CD6A9CAD}" dt="2026-05-12T20:45:16.724" v="3060" actId="27636"/>
          <ac:spMkLst>
            <pc:docMk/>
            <pc:sldMk cId="0" sldId="264"/>
            <ac:spMk id="7" creationId="{00000000-0000-0000-0000-000000000000}"/>
          </ac:spMkLst>
        </pc:spChg>
        <pc:spChg chg="mod">
          <ac:chgData name="Trevoir Williams" userId="6a45007046124a3d" providerId="LiveId" clId="{FD24E84C-CD6E-40B8-B391-F2F3CD6A9CAD}" dt="2026-05-12T20:45:16.729" v="3062" actId="27636"/>
          <ac:spMkLst>
            <pc:docMk/>
            <pc:sldMk cId="0" sldId="264"/>
            <ac:spMk id="10" creationId="{00000000-0000-0000-0000-000000000000}"/>
          </ac:spMkLst>
        </pc:spChg>
        <pc:spChg chg="mod">
          <ac:chgData name="Trevoir Williams" userId="6a45007046124a3d" providerId="LiveId" clId="{FD24E84C-CD6E-40B8-B391-F2F3CD6A9CAD}" dt="2026-05-12T20:45:16.730" v="3063" actId="27636"/>
          <ac:spMkLst>
            <pc:docMk/>
            <pc:sldMk cId="0" sldId="264"/>
            <ac:spMk id="11" creationId="{00000000-0000-0000-0000-000000000000}"/>
          </ac:spMkLst>
        </pc:spChg>
        <pc:spChg chg="mod">
          <ac:chgData name="Trevoir Williams" userId="6a45007046124a3d" providerId="LiveId" clId="{FD24E84C-CD6E-40B8-B391-F2F3CD6A9CAD}" dt="2026-05-12T20:45:16.719" v="3058" actId="27636"/>
          <ac:spMkLst>
            <pc:docMk/>
            <pc:sldMk cId="0" sldId="264"/>
            <ac:spMk id="13" creationId="{00000000-0000-0000-0000-000000000000}"/>
          </ac:spMkLst>
        </pc:spChg>
        <pc:spChg chg="mod">
          <ac:chgData name="Trevoir Williams" userId="6a45007046124a3d" providerId="LiveId" clId="{FD24E84C-CD6E-40B8-B391-F2F3CD6A9CAD}" dt="2026-05-12T20:45:16.721" v="3059" actId="27636"/>
          <ac:spMkLst>
            <pc:docMk/>
            <pc:sldMk cId="0" sldId="264"/>
            <ac:spMk id="14" creationId="{00000000-0000-0000-0000-000000000000}"/>
          </ac:spMkLst>
        </pc:spChg>
        <pc:spChg chg="mod">
          <ac:chgData name="Trevoir Williams" userId="6a45007046124a3d" providerId="LiveId" clId="{FD24E84C-CD6E-40B8-B391-F2F3CD6A9CAD}" dt="2026-05-12T20:45:16.716" v="3057" actId="27636"/>
          <ac:spMkLst>
            <pc:docMk/>
            <pc:sldMk cId="0" sldId="264"/>
            <ac:spMk id="16" creationId="{00000000-0000-0000-0000-000000000000}"/>
          </ac:spMkLst>
        </pc:spChg>
        <pc:spChg chg="mod">
          <ac:chgData name="Trevoir Williams" userId="6a45007046124a3d" providerId="LiveId" clId="{FD24E84C-CD6E-40B8-B391-F2F3CD6A9CAD}" dt="2026-05-12T20:45:16.726" v="3061" actId="27636"/>
          <ac:spMkLst>
            <pc:docMk/>
            <pc:sldMk cId="0" sldId="264"/>
            <ac:spMk id="17" creationId="{00000000-0000-0000-0000-000000000000}"/>
          </ac:spMkLst>
        </pc:spChg>
      </pc:sldChg>
      <pc:sldChg chg="add addAnim delAnim modAnim">
        <pc:chgData name="Trevoir Williams" userId="6a45007046124a3d" providerId="LiveId" clId="{FD24E84C-CD6E-40B8-B391-F2F3CD6A9CAD}" dt="2026-05-14T17:28:40.419" v="3337"/>
        <pc:sldMkLst>
          <pc:docMk/>
          <pc:sldMk cId="0" sldId="265"/>
        </pc:sldMkLst>
      </pc:sldChg>
      <pc:sldChg chg="add">
        <pc:chgData name="Trevoir Williams" userId="6a45007046124a3d" providerId="LiveId" clId="{FD24E84C-CD6E-40B8-B391-F2F3CD6A9CAD}" dt="2026-05-14T17:27:06.651" v="3324"/>
        <pc:sldMkLst>
          <pc:docMk/>
          <pc:sldMk cId="0" sldId="267"/>
        </pc:sldMkLst>
      </pc:sldChg>
      <pc:sldChg chg="delSp modSp mod delAnim modAnim">
        <pc:chgData name="Trevoir Williams" userId="6a45007046124a3d" providerId="LiveId" clId="{FD24E84C-CD6E-40B8-B391-F2F3CD6A9CAD}" dt="2026-04-30T15:35:28.336" v="408" actId="403"/>
        <pc:sldMkLst>
          <pc:docMk/>
          <pc:sldMk cId="0" sldId="268"/>
        </pc:sldMkLst>
        <pc:spChg chg="mod">
          <ac:chgData name="Trevoir Williams" userId="6a45007046124a3d" providerId="LiveId" clId="{FD24E84C-CD6E-40B8-B391-F2F3CD6A9CAD}" dt="2026-04-30T15:35:28.336" v="408" actId="403"/>
          <ac:spMkLst>
            <pc:docMk/>
            <pc:sldMk cId="0" sldId="268"/>
            <ac:spMk id="24" creationId="{00000000-0000-0000-0000-000000000000}"/>
          </ac:spMkLst>
        </pc:spChg>
      </pc:sldChg>
      <pc:sldChg chg="modSp">
        <pc:chgData name="Trevoir Williams" userId="6a45007046124a3d" providerId="LiveId" clId="{FD24E84C-CD6E-40B8-B391-F2F3CD6A9CAD}" dt="2026-04-30T15:44:21.604" v="411" actId="404"/>
        <pc:sldMkLst>
          <pc:docMk/>
          <pc:sldMk cId="0" sldId="269"/>
        </pc:sldMkLst>
        <pc:spChg chg="mod">
          <ac:chgData name="Trevoir Williams" userId="6a45007046124a3d" providerId="LiveId" clId="{FD24E84C-CD6E-40B8-B391-F2F3CD6A9CAD}" dt="2026-04-30T15:44:21.604" v="411" actId="404"/>
          <ac:spMkLst>
            <pc:docMk/>
            <pc:sldMk cId="0" sldId="269"/>
            <ac:spMk id="21" creationId="{00000000-0000-0000-0000-000000000000}"/>
          </ac:spMkLst>
        </pc:spChg>
      </pc:sldChg>
      <pc:sldChg chg="modSp">
        <pc:chgData name="Trevoir Williams" userId="6a45007046124a3d" providerId="LiveId" clId="{FD24E84C-CD6E-40B8-B391-F2F3CD6A9CAD}" dt="2026-04-30T16:33:14.411" v="648" actId="20577"/>
        <pc:sldMkLst>
          <pc:docMk/>
          <pc:sldMk cId="0" sldId="271"/>
        </pc:sldMkLst>
        <pc:spChg chg="mod">
          <ac:chgData name="Trevoir Williams" userId="6a45007046124a3d" providerId="LiveId" clId="{FD24E84C-CD6E-40B8-B391-F2F3CD6A9CAD}" dt="2026-04-30T16:33:14.411" v="648" actId="20577"/>
          <ac:spMkLst>
            <pc:docMk/>
            <pc:sldMk cId="0" sldId="271"/>
            <ac:spMk id="30" creationId="{00000000-0000-0000-0000-000000000000}"/>
          </ac:spMkLst>
        </pc:spChg>
      </pc:sldChg>
      <pc:sldChg chg="modSp">
        <pc:chgData name="Trevoir Williams" userId="6a45007046124a3d" providerId="LiveId" clId="{FD24E84C-CD6E-40B8-B391-F2F3CD6A9CAD}" dt="2026-04-30T16:49:42.546" v="680" actId="20577"/>
        <pc:sldMkLst>
          <pc:docMk/>
          <pc:sldMk cId="0" sldId="273"/>
        </pc:sldMkLst>
        <pc:spChg chg="mod">
          <ac:chgData name="Trevoir Williams" userId="6a45007046124a3d" providerId="LiveId" clId="{FD24E84C-CD6E-40B8-B391-F2F3CD6A9CAD}" dt="2026-04-30T16:49:42.546" v="680" actId="20577"/>
          <ac:spMkLst>
            <pc:docMk/>
            <pc:sldMk cId="0" sldId="273"/>
            <ac:spMk id="17" creationId="{00000000-0000-0000-0000-000000000000}"/>
          </ac:spMkLst>
        </pc:spChg>
      </pc:sldChg>
      <pc:sldChg chg="modSp mod">
        <pc:chgData name="Trevoir Williams" userId="6a45007046124a3d" providerId="LiveId" clId="{FD24E84C-CD6E-40B8-B391-F2F3CD6A9CAD}" dt="2026-04-30T21:31:28.254" v="1035" actId="20577"/>
        <pc:sldMkLst>
          <pc:docMk/>
          <pc:sldMk cId="0" sldId="275"/>
        </pc:sldMkLst>
        <pc:spChg chg="mod">
          <ac:chgData name="Trevoir Williams" userId="6a45007046124a3d" providerId="LiveId" clId="{FD24E84C-CD6E-40B8-B391-F2F3CD6A9CAD}" dt="2026-04-30T21:31:00.393" v="939" actId="20577"/>
          <ac:spMkLst>
            <pc:docMk/>
            <pc:sldMk cId="0" sldId="275"/>
            <ac:spMk id="8" creationId="{00000000-0000-0000-0000-000000000000}"/>
          </ac:spMkLst>
        </pc:spChg>
        <pc:spChg chg="mod">
          <ac:chgData name="Trevoir Williams" userId="6a45007046124a3d" providerId="LiveId" clId="{FD24E84C-CD6E-40B8-B391-F2F3CD6A9CAD}" dt="2026-04-30T21:31:01.716" v="942" actId="20577"/>
          <ac:spMkLst>
            <pc:docMk/>
            <pc:sldMk cId="0" sldId="275"/>
            <ac:spMk id="12" creationId="{00000000-0000-0000-0000-000000000000}"/>
          </ac:spMkLst>
        </pc:spChg>
        <pc:spChg chg="mod">
          <ac:chgData name="Trevoir Williams" userId="6a45007046124a3d" providerId="LiveId" clId="{FD24E84C-CD6E-40B8-B391-F2F3CD6A9CAD}" dt="2026-04-30T21:31:03.453" v="943" actId="20577"/>
          <ac:spMkLst>
            <pc:docMk/>
            <pc:sldMk cId="0" sldId="275"/>
            <ac:spMk id="16" creationId="{00000000-0000-0000-0000-000000000000}"/>
          </ac:spMkLst>
        </pc:spChg>
        <pc:spChg chg="mod">
          <ac:chgData name="Trevoir Williams" userId="6a45007046124a3d" providerId="LiveId" clId="{FD24E84C-CD6E-40B8-B391-F2F3CD6A9CAD}" dt="2026-04-30T21:31:28.254" v="1035" actId="20577"/>
          <ac:spMkLst>
            <pc:docMk/>
            <pc:sldMk cId="0" sldId="275"/>
            <ac:spMk id="20" creationId="{00000000-0000-0000-0000-000000000000}"/>
          </ac:spMkLst>
        </pc:spChg>
      </pc:sldChg>
      <pc:sldChg chg="modSp mod addAnim delAnim modAnim">
        <pc:chgData name="Trevoir Williams" userId="6a45007046124a3d" providerId="LiveId" clId="{FD24E84C-CD6E-40B8-B391-F2F3CD6A9CAD}" dt="2026-04-30T21:37:37.480" v="1217" actId="20577"/>
        <pc:sldMkLst>
          <pc:docMk/>
          <pc:sldMk cId="0" sldId="277"/>
        </pc:sldMkLst>
        <pc:spChg chg="mod">
          <ac:chgData name="Trevoir Williams" userId="6a45007046124a3d" providerId="LiveId" clId="{FD24E84C-CD6E-40B8-B391-F2F3CD6A9CAD}" dt="2026-04-30T21:37:37.480" v="1217" actId="20577"/>
          <ac:spMkLst>
            <pc:docMk/>
            <pc:sldMk cId="0" sldId="277"/>
            <ac:spMk id="16" creationId="{00000000-0000-0000-0000-000000000000}"/>
          </ac:spMkLst>
        </pc:spChg>
      </pc:sldChg>
      <pc:sldChg chg="modSp mod modAnim">
        <pc:chgData name="Trevoir Williams" userId="6a45007046124a3d" providerId="LiveId" clId="{FD24E84C-CD6E-40B8-B391-F2F3CD6A9CAD}" dt="2026-05-01T14:02:16.326" v="1245" actId="20578"/>
        <pc:sldMkLst>
          <pc:docMk/>
          <pc:sldMk cId="0" sldId="281"/>
        </pc:sldMkLst>
        <pc:spChg chg="mod">
          <ac:chgData name="Trevoir Williams" userId="6a45007046124a3d" providerId="LiveId" clId="{FD24E84C-CD6E-40B8-B391-F2F3CD6A9CAD}" dt="2026-05-01T13:54:29.348" v="1222" actId="20577"/>
          <ac:spMkLst>
            <pc:docMk/>
            <pc:sldMk cId="0" sldId="281"/>
            <ac:spMk id="7" creationId="{00000000-0000-0000-0000-000000000000}"/>
          </ac:spMkLst>
        </pc:spChg>
        <pc:spChg chg="mod">
          <ac:chgData name="Trevoir Williams" userId="6a45007046124a3d" providerId="LiveId" clId="{FD24E84C-CD6E-40B8-B391-F2F3CD6A9CAD}" dt="2026-05-01T13:54:14.836" v="1219" actId="27636"/>
          <ac:spMkLst>
            <pc:docMk/>
            <pc:sldMk cId="0" sldId="281"/>
            <ac:spMk id="9" creationId="{00000000-0000-0000-0000-000000000000}"/>
          </ac:spMkLst>
        </pc:spChg>
        <pc:spChg chg="mod">
          <ac:chgData name="Trevoir Williams" userId="6a45007046124a3d" providerId="LiveId" clId="{FD24E84C-CD6E-40B8-B391-F2F3CD6A9CAD}" dt="2026-05-01T14:02:15.593" v="1244" actId="20578"/>
          <ac:spMkLst>
            <pc:docMk/>
            <pc:sldMk cId="0" sldId="281"/>
            <ac:spMk id="16" creationId="{00000000-0000-0000-0000-000000000000}"/>
          </ac:spMkLst>
        </pc:spChg>
      </pc:sldChg>
      <pc:sldChg chg="modSp modAnim">
        <pc:chgData name="Trevoir Williams" userId="6a45007046124a3d" providerId="LiveId" clId="{FD24E84C-CD6E-40B8-B391-F2F3CD6A9CAD}" dt="2026-05-01T17:43:08.914" v="1256" actId="313"/>
        <pc:sldMkLst>
          <pc:docMk/>
          <pc:sldMk cId="0" sldId="282"/>
        </pc:sldMkLst>
        <pc:spChg chg="mod">
          <ac:chgData name="Trevoir Williams" userId="6a45007046124a3d" providerId="LiveId" clId="{FD24E84C-CD6E-40B8-B391-F2F3CD6A9CAD}" dt="2026-05-01T17:43:08.914" v="1256" actId="313"/>
          <ac:spMkLst>
            <pc:docMk/>
            <pc:sldMk cId="0" sldId="282"/>
            <ac:spMk id="16" creationId="{00000000-0000-0000-0000-000000000000}"/>
          </ac:spMkLst>
        </pc:spChg>
      </pc:sldChg>
      <pc:sldChg chg="modSp mod addAnim delAnim modAnim">
        <pc:chgData name="Trevoir Williams" userId="6a45007046124a3d" providerId="LiveId" clId="{FD24E84C-CD6E-40B8-B391-F2F3CD6A9CAD}" dt="2026-05-01T18:07:17.275" v="1543" actId="27636"/>
        <pc:sldMkLst>
          <pc:docMk/>
          <pc:sldMk cId="0" sldId="284"/>
        </pc:sldMkLst>
        <pc:spChg chg="mod">
          <ac:chgData name="Trevoir Williams" userId="6a45007046124a3d" providerId="LiveId" clId="{FD24E84C-CD6E-40B8-B391-F2F3CD6A9CAD}" dt="2026-05-01T18:07:12.662" v="1541" actId="27636"/>
          <ac:spMkLst>
            <pc:docMk/>
            <pc:sldMk cId="0" sldId="284"/>
            <ac:spMk id="12" creationId="{00000000-0000-0000-0000-000000000000}"/>
          </ac:spMkLst>
        </pc:spChg>
        <pc:spChg chg="mod">
          <ac:chgData name="Trevoir Williams" userId="6a45007046124a3d" providerId="LiveId" clId="{FD24E84C-CD6E-40B8-B391-F2F3CD6A9CAD}" dt="2026-05-01T17:47:11.577" v="1394" actId="20577"/>
          <ac:spMkLst>
            <pc:docMk/>
            <pc:sldMk cId="0" sldId="284"/>
            <ac:spMk id="16" creationId="{00000000-0000-0000-0000-000000000000}"/>
          </ac:spMkLst>
        </pc:spChg>
        <pc:spChg chg="mod">
          <ac:chgData name="Trevoir Williams" userId="6a45007046124a3d" providerId="LiveId" clId="{FD24E84C-CD6E-40B8-B391-F2F3CD6A9CAD}" dt="2026-05-01T18:07:17.275" v="1543" actId="27636"/>
          <ac:spMkLst>
            <pc:docMk/>
            <pc:sldMk cId="0" sldId="284"/>
            <ac:spMk id="20" creationId="{00000000-0000-0000-0000-000000000000}"/>
          </ac:spMkLst>
        </pc:spChg>
      </pc:sldChg>
      <pc:sldChg chg="add del">
        <pc:chgData name="Trevoir Williams" userId="6a45007046124a3d" providerId="LiveId" clId="{FD24E84C-CD6E-40B8-B391-F2F3CD6A9CAD}" dt="2026-04-30T16:11:15.262" v="589" actId="26606"/>
        <pc:sldMkLst>
          <pc:docMk/>
          <pc:sldMk cId="0" sldId="287"/>
        </pc:sldMkLst>
      </pc:sldChg>
      <pc:sldChg chg="modSp mod modAnim">
        <pc:chgData name="Trevoir Williams" userId="6a45007046124a3d" providerId="LiveId" clId="{FD24E84C-CD6E-40B8-B391-F2F3CD6A9CAD}" dt="2026-05-01T18:41:52.775" v="1607" actId="27636"/>
        <pc:sldMkLst>
          <pc:docMk/>
          <pc:sldMk cId="0" sldId="289"/>
        </pc:sldMkLst>
        <pc:spChg chg="mod">
          <ac:chgData name="Trevoir Williams" userId="6a45007046124a3d" providerId="LiveId" clId="{FD24E84C-CD6E-40B8-B391-F2F3CD6A9CAD}" dt="2026-05-01T18:41:52.775" v="1607" actId="27636"/>
          <ac:spMkLst>
            <pc:docMk/>
            <pc:sldMk cId="0" sldId="289"/>
            <ac:spMk id="14" creationId="{00000000-0000-0000-0000-000000000000}"/>
          </ac:spMkLst>
        </pc:spChg>
        <pc:spChg chg="mod">
          <ac:chgData name="Trevoir Williams" userId="6a45007046124a3d" providerId="LiveId" clId="{FD24E84C-CD6E-40B8-B391-F2F3CD6A9CAD}" dt="2026-05-01T18:41:12.712" v="1547" actId="5793"/>
          <ac:spMkLst>
            <pc:docMk/>
            <pc:sldMk cId="0" sldId="289"/>
            <ac:spMk id="16" creationId="{00000000-0000-0000-0000-000000000000}"/>
          </ac:spMkLst>
        </pc:spChg>
      </pc:sldChg>
      <pc:sldChg chg="modSp mod">
        <pc:chgData name="Trevoir Williams" userId="6a45007046124a3d" providerId="LiveId" clId="{FD24E84C-CD6E-40B8-B391-F2F3CD6A9CAD}" dt="2026-05-19T16:53:25.354" v="3945" actId="27636"/>
        <pc:sldMkLst>
          <pc:docMk/>
          <pc:sldMk cId="0" sldId="292"/>
        </pc:sldMkLst>
        <pc:spChg chg="mod">
          <ac:chgData name="Trevoir Williams" userId="6a45007046124a3d" providerId="LiveId" clId="{FD24E84C-CD6E-40B8-B391-F2F3CD6A9CAD}" dt="2026-05-19T16:53:25.354" v="3945" actId="27636"/>
          <ac:spMkLst>
            <pc:docMk/>
            <pc:sldMk cId="0" sldId="292"/>
            <ac:spMk id="9" creationId="{00000000-0000-0000-0000-000000000000}"/>
          </ac:spMkLst>
        </pc:spChg>
      </pc:sldChg>
      <pc:sldChg chg="modSp mod modAnim">
        <pc:chgData name="Trevoir Williams" userId="6a45007046124a3d" providerId="LiveId" clId="{FD24E84C-CD6E-40B8-B391-F2F3CD6A9CAD}" dt="2026-05-01T21:48:37.089" v="1875" actId="20577"/>
        <pc:sldMkLst>
          <pc:docMk/>
          <pc:sldMk cId="0" sldId="294"/>
        </pc:sldMkLst>
        <pc:spChg chg="mod">
          <ac:chgData name="Trevoir Williams" userId="6a45007046124a3d" providerId="LiveId" clId="{FD24E84C-CD6E-40B8-B391-F2F3CD6A9CAD}" dt="2026-05-01T21:47:26.585" v="1626" actId="20577"/>
          <ac:spMkLst>
            <pc:docMk/>
            <pc:sldMk cId="0" sldId="294"/>
            <ac:spMk id="8" creationId="{00000000-0000-0000-0000-000000000000}"/>
          </ac:spMkLst>
        </pc:spChg>
        <pc:spChg chg="mod">
          <ac:chgData name="Trevoir Williams" userId="6a45007046124a3d" providerId="LiveId" clId="{FD24E84C-CD6E-40B8-B391-F2F3CD6A9CAD}" dt="2026-05-01T21:47:55.685" v="1713" actId="20577"/>
          <ac:spMkLst>
            <pc:docMk/>
            <pc:sldMk cId="0" sldId="294"/>
            <ac:spMk id="12" creationId="{00000000-0000-0000-0000-000000000000}"/>
          </ac:spMkLst>
        </pc:spChg>
        <pc:spChg chg="mod">
          <ac:chgData name="Trevoir Williams" userId="6a45007046124a3d" providerId="LiveId" clId="{FD24E84C-CD6E-40B8-B391-F2F3CD6A9CAD}" dt="2026-05-01T21:48:14.405" v="1782" actId="20577"/>
          <ac:spMkLst>
            <pc:docMk/>
            <pc:sldMk cId="0" sldId="294"/>
            <ac:spMk id="16" creationId="{00000000-0000-0000-0000-000000000000}"/>
          </ac:spMkLst>
        </pc:spChg>
        <pc:spChg chg="mod">
          <ac:chgData name="Trevoir Williams" userId="6a45007046124a3d" providerId="LiveId" clId="{FD24E84C-CD6E-40B8-B391-F2F3CD6A9CAD}" dt="2026-05-01T21:48:37.089" v="1875" actId="20577"/>
          <ac:spMkLst>
            <pc:docMk/>
            <pc:sldMk cId="0" sldId="294"/>
            <ac:spMk id="20" creationId="{00000000-0000-0000-0000-000000000000}"/>
          </ac:spMkLst>
        </pc:spChg>
      </pc:sldChg>
      <pc:sldChg chg="add del">
        <pc:chgData name="Trevoir Williams" userId="6a45007046124a3d" providerId="LiveId" clId="{FD24E84C-CD6E-40B8-B391-F2F3CD6A9CAD}" dt="2026-04-30T16:11:15.262" v="589" actId="26606"/>
        <pc:sldMkLst>
          <pc:docMk/>
          <pc:sldMk cId="0" sldId="297"/>
        </pc:sldMkLst>
      </pc:sldChg>
      <pc:sldChg chg="modSp add del mod addAnim delAnim modAnim">
        <pc:chgData name="Trevoir Williams" userId="6a45007046124a3d" providerId="LiveId" clId="{FD24E84C-CD6E-40B8-B391-F2F3CD6A9CAD}" dt="2026-05-02T15:37:55.100" v="1906"/>
        <pc:sldMkLst>
          <pc:docMk/>
          <pc:sldMk cId="0" sldId="300"/>
        </pc:sldMkLst>
        <pc:spChg chg="mod">
          <ac:chgData name="Trevoir Williams" userId="6a45007046124a3d" providerId="LiveId" clId="{FD24E84C-CD6E-40B8-B391-F2F3CD6A9CAD}" dt="2026-05-02T15:28:47.148" v="1891" actId="27636"/>
          <ac:spMkLst>
            <pc:docMk/>
            <pc:sldMk cId="0" sldId="300"/>
            <ac:spMk id="17" creationId="{00000000-0000-0000-0000-000000000000}"/>
          </ac:spMkLst>
        </pc:spChg>
      </pc:sldChg>
      <pc:sldChg chg="add del addAnim delAnim modAnim">
        <pc:chgData name="Trevoir Williams" userId="6a45007046124a3d" providerId="LiveId" clId="{FD24E84C-CD6E-40B8-B391-F2F3CD6A9CAD}" dt="2026-05-04T16:27:05.802" v="1911"/>
        <pc:sldMkLst>
          <pc:docMk/>
          <pc:sldMk cId="0" sldId="301"/>
        </pc:sldMkLst>
      </pc:sldChg>
      <pc:sldChg chg="modSp mod modAnim">
        <pc:chgData name="Trevoir Williams" userId="6a45007046124a3d" providerId="LiveId" clId="{FD24E84C-CD6E-40B8-B391-F2F3CD6A9CAD}" dt="2026-05-04T22:08:00.757" v="2189"/>
        <pc:sldMkLst>
          <pc:docMk/>
          <pc:sldMk cId="0" sldId="307"/>
        </pc:sldMkLst>
        <pc:spChg chg="mod">
          <ac:chgData name="Trevoir Williams" userId="6a45007046124a3d" providerId="LiveId" clId="{FD24E84C-CD6E-40B8-B391-F2F3CD6A9CAD}" dt="2026-05-04T22:07:43.708" v="2187" actId="27636"/>
          <ac:spMkLst>
            <pc:docMk/>
            <pc:sldMk cId="0" sldId="307"/>
            <ac:spMk id="8" creationId="{00000000-0000-0000-0000-000000000000}"/>
          </ac:spMkLst>
        </pc:spChg>
        <pc:spChg chg="mod">
          <ac:chgData name="Trevoir Williams" userId="6a45007046124a3d" providerId="LiveId" clId="{FD24E84C-CD6E-40B8-B391-F2F3CD6A9CAD}" dt="2026-05-04T22:07:41.311" v="2185" actId="20577"/>
          <ac:spMkLst>
            <pc:docMk/>
            <pc:sldMk cId="0" sldId="307"/>
            <ac:spMk id="12" creationId="{00000000-0000-0000-0000-000000000000}"/>
          </ac:spMkLst>
        </pc:spChg>
        <pc:spChg chg="mod">
          <ac:chgData name="Trevoir Williams" userId="6a45007046124a3d" providerId="LiveId" clId="{FD24E84C-CD6E-40B8-B391-F2F3CD6A9CAD}" dt="2026-05-04T22:07:45.160" v="2188" actId="20577"/>
          <ac:spMkLst>
            <pc:docMk/>
            <pc:sldMk cId="0" sldId="307"/>
            <ac:spMk id="16" creationId="{00000000-0000-0000-0000-000000000000}"/>
          </ac:spMkLst>
        </pc:spChg>
        <pc:spChg chg="mod">
          <ac:chgData name="Trevoir Williams" userId="6a45007046124a3d" providerId="LiveId" clId="{FD24E84C-CD6E-40B8-B391-F2F3CD6A9CAD}" dt="2026-05-04T22:01:08.895" v="2125" actId="20577"/>
          <ac:spMkLst>
            <pc:docMk/>
            <pc:sldMk cId="0" sldId="307"/>
            <ac:spMk id="22" creationId="{00000000-0000-0000-0000-000000000000}"/>
          </ac:spMkLst>
        </pc:spChg>
      </pc:sldChg>
      <pc:sldChg chg="modSp add del modAnim">
        <pc:chgData name="Trevoir Williams" userId="6a45007046124a3d" providerId="LiveId" clId="{FD24E84C-CD6E-40B8-B391-F2F3CD6A9CAD}" dt="2026-05-05T21:58:50.433" v="2190" actId="20577"/>
        <pc:sldMkLst>
          <pc:docMk/>
          <pc:sldMk cId="0" sldId="310"/>
        </pc:sldMkLst>
        <pc:spChg chg="mod">
          <ac:chgData name="Trevoir Williams" userId="6a45007046124a3d" providerId="LiveId" clId="{FD24E84C-CD6E-40B8-B391-F2F3CD6A9CAD}" dt="2026-05-05T21:58:50.433" v="2190" actId="20577"/>
          <ac:spMkLst>
            <pc:docMk/>
            <pc:sldMk cId="0" sldId="310"/>
            <ac:spMk id="5" creationId="{00000000-0000-0000-0000-000000000000}"/>
          </ac:spMkLst>
        </pc:spChg>
      </pc:sldChg>
      <pc:sldChg chg="modSp modAnim">
        <pc:chgData name="Trevoir Williams" userId="6a45007046124a3d" providerId="LiveId" clId="{FD24E84C-CD6E-40B8-B391-F2F3CD6A9CAD}" dt="2026-05-06T14:16:27.872" v="2202" actId="20577"/>
        <pc:sldMkLst>
          <pc:docMk/>
          <pc:sldMk cId="0" sldId="313"/>
        </pc:sldMkLst>
        <pc:spChg chg="mod">
          <ac:chgData name="Trevoir Williams" userId="6a45007046124a3d" providerId="LiveId" clId="{FD24E84C-CD6E-40B8-B391-F2F3CD6A9CAD}" dt="2026-05-06T14:16:27.872" v="2202" actId="20577"/>
          <ac:spMkLst>
            <pc:docMk/>
            <pc:sldMk cId="0" sldId="313"/>
            <ac:spMk id="14" creationId="{00000000-0000-0000-0000-000000000000}"/>
          </ac:spMkLst>
        </pc:spChg>
      </pc:sldChg>
      <pc:sldChg chg="addSp delSp modSp mod addAnim delAnim modAnim">
        <pc:chgData name="Trevoir Williams" userId="6a45007046124a3d" providerId="LiveId" clId="{FD24E84C-CD6E-40B8-B391-F2F3CD6A9CAD}" dt="2026-05-17T18:47:32.176" v="3431" actId="27636"/>
        <pc:sldMkLst>
          <pc:docMk/>
          <pc:sldMk cId="0" sldId="320"/>
        </pc:sldMkLst>
        <pc:spChg chg="add mod">
          <ac:chgData name="Trevoir Williams" userId="6a45007046124a3d" providerId="LiveId" clId="{FD24E84C-CD6E-40B8-B391-F2F3CD6A9CAD}" dt="2026-05-06T18:39:38.434" v="2269"/>
          <ac:spMkLst>
            <pc:docMk/>
            <pc:sldMk cId="0" sldId="320"/>
            <ac:spMk id="26" creationId="{453517E0-77D3-1DA2-642D-37A052FCDB13}"/>
          </ac:spMkLst>
        </pc:spChg>
        <pc:spChg chg="add mod">
          <ac:chgData name="Trevoir Williams" userId="6a45007046124a3d" providerId="LiveId" clId="{FD24E84C-CD6E-40B8-B391-F2F3CD6A9CAD}" dt="2026-05-06T18:39:38.434" v="2269"/>
          <ac:spMkLst>
            <pc:docMk/>
            <pc:sldMk cId="0" sldId="320"/>
            <ac:spMk id="27" creationId="{525772BF-51CB-0A4D-5727-422D4FA448D4}"/>
          </ac:spMkLst>
        </pc:spChg>
        <pc:spChg chg="add mod">
          <ac:chgData name="Trevoir Williams" userId="6a45007046124a3d" providerId="LiveId" clId="{FD24E84C-CD6E-40B8-B391-F2F3CD6A9CAD}" dt="2026-05-06T18:39:38.434" v="2269"/>
          <ac:spMkLst>
            <pc:docMk/>
            <pc:sldMk cId="0" sldId="320"/>
            <ac:spMk id="28" creationId="{AD59BD4F-5AF5-ADF1-2E13-8FE5E1D06E89}"/>
          </ac:spMkLst>
        </pc:spChg>
        <pc:spChg chg="add mod">
          <ac:chgData name="Trevoir Williams" userId="6a45007046124a3d" providerId="LiveId" clId="{FD24E84C-CD6E-40B8-B391-F2F3CD6A9CAD}" dt="2026-05-06T18:39:50.139" v="2295" actId="20577"/>
          <ac:spMkLst>
            <pc:docMk/>
            <pc:sldMk cId="0" sldId="320"/>
            <ac:spMk id="29" creationId="{350DFEA0-2ECC-3451-7987-D618FD2439DD}"/>
          </ac:spMkLst>
        </pc:spChg>
        <pc:spChg chg="add mod">
          <ac:chgData name="Trevoir Williams" userId="6a45007046124a3d" providerId="LiveId" clId="{FD24E84C-CD6E-40B8-B391-F2F3CD6A9CAD}" dt="2026-05-06T18:39:38.434" v="2269"/>
          <ac:spMkLst>
            <pc:docMk/>
            <pc:sldMk cId="0" sldId="320"/>
            <ac:spMk id="30" creationId="{E7D7489B-ECAC-98B6-B8C7-0FDB589AF4D7}"/>
          </ac:spMkLst>
        </pc:spChg>
        <pc:spChg chg="add mod">
          <ac:chgData name="Trevoir Williams" userId="6a45007046124a3d" providerId="LiveId" clId="{FD24E84C-CD6E-40B8-B391-F2F3CD6A9CAD}" dt="2026-05-06T18:39:38.434" v="2269"/>
          <ac:spMkLst>
            <pc:docMk/>
            <pc:sldMk cId="0" sldId="320"/>
            <ac:spMk id="31" creationId="{08066E57-773F-94AB-4DD3-1BABC4B3D776}"/>
          </ac:spMkLst>
        </pc:spChg>
        <pc:spChg chg="mod">
          <ac:chgData name="Trevoir Williams" userId="6a45007046124a3d" providerId="LiveId" clId="{FD24E84C-CD6E-40B8-B391-F2F3CD6A9CAD}" dt="2026-05-06T18:40:01.208" v="2348" actId="20577"/>
          <ac:spMkLst>
            <pc:docMk/>
            <pc:sldMk cId="0" sldId="320"/>
            <ac:spMk id="33" creationId="{2899F813-1B9A-30EB-9591-483674B49980}"/>
          </ac:spMkLst>
        </pc:spChg>
        <pc:spChg chg="add mod">
          <ac:chgData name="Trevoir Williams" userId="6a45007046124a3d" providerId="LiveId" clId="{FD24E84C-CD6E-40B8-B391-F2F3CD6A9CAD}" dt="2026-05-06T18:39:38.434" v="2269"/>
          <ac:spMkLst>
            <pc:docMk/>
            <pc:sldMk cId="0" sldId="320"/>
            <ac:spMk id="34" creationId="{484D1BA9-2EF7-B981-0EA4-5903D308A8A6}"/>
          </ac:spMkLst>
        </pc:spChg>
        <pc:spChg chg="add mod">
          <ac:chgData name="Trevoir Williams" userId="6a45007046124a3d" providerId="LiveId" clId="{FD24E84C-CD6E-40B8-B391-F2F3CD6A9CAD}" dt="2026-05-06T18:39:38.434" v="2269"/>
          <ac:spMkLst>
            <pc:docMk/>
            <pc:sldMk cId="0" sldId="320"/>
            <ac:spMk id="36" creationId="{EC815993-EDE8-1237-AE5C-30A3367841BC}"/>
          </ac:spMkLst>
        </pc:spChg>
        <pc:spChg chg="add mod">
          <ac:chgData name="Trevoir Williams" userId="6a45007046124a3d" providerId="LiveId" clId="{FD24E84C-CD6E-40B8-B391-F2F3CD6A9CAD}" dt="2026-05-06T18:40:15.227" v="2391" actId="20577"/>
          <ac:spMkLst>
            <pc:docMk/>
            <pc:sldMk cId="0" sldId="320"/>
            <ac:spMk id="37" creationId="{4FC517DD-28C7-D3C3-29A5-D00E3FFC69F4}"/>
          </ac:spMkLst>
        </pc:spChg>
        <pc:spChg chg="add mod">
          <ac:chgData name="Trevoir Williams" userId="6a45007046124a3d" providerId="LiveId" clId="{FD24E84C-CD6E-40B8-B391-F2F3CD6A9CAD}" dt="2026-05-17T18:47:32.176" v="3431" actId="27636"/>
          <ac:spMkLst>
            <pc:docMk/>
            <pc:sldMk cId="0" sldId="320"/>
            <ac:spMk id="41" creationId="{06AA08EA-5997-2A38-0386-1B4CAB8AFD0F}"/>
          </ac:spMkLst>
        </pc:spChg>
      </pc:sldChg>
      <pc:sldChg chg="modSp add del modAnim">
        <pc:chgData name="Trevoir Williams" userId="6a45007046124a3d" providerId="LiveId" clId="{FD24E84C-CD6E-40B8-B391-F2F3CD6A9CAD}" dt="2026-05-06T19:07:14.090" v="2438" actId="6549"/>
        <pc:sldMkLst>
          <pc:docMk/>
          <pc:sldMk cId="0" sldId="323"/>
        </pc:sldMkLst>
        <pc:spChg chg="mod">
          <ac:chgData name="Trevoir Williams" userId="6a45007046124a3d" providerId="LiveId" clId="{FD24E84C-CD6E-40B8-B391-F2F3CD6A9CAD}" dt="2026-05-06T19:07:14.090" v="2438" actId="6549"/>
          <ac:spMkLst>
            <pc:docMk/>
            <pc:sldMk cId="0" sldId="323"/>
            <ac:spMk id="5" creationId="{00000000-0000-0000-0000-000000000000}"/>
          </ac:spMkLst>
        </pc:spChg>
      </pc:sldChg>
      <pc:sldChg chg="modSp modAnim">
        <pc:chgData name="Trevoir Williams" userId="6a45007046124a3d" providerId="LiveId" clId="{FD24E84C-CD6E-40B8-B391-F2F3CD6A9CAD}" dt="2026-05-07T18:41:03.502" v="2450" actId="20577"/>
        <pc:sldMkLst>
          <pc:docMk/>
          <pc:sldMk cId="0" sldId="328"/>
        </pc:sldMkLst>
        <pc:spChg chg="mod">
          <ac:chgData name="Trevoir Williams" userId="6a45007046124a3d" providerId="LiveId" clId="{FD24E84C-CD6E-40B8-B391-F2F3CD6A9CAD}" dt="2026-05-07T18:41:03.502" v="2450" actId="20577"/>
          <ac:spMkLst>
            <pc:docMk/>
            <pc:sldMk cId="0" sldId="328"/>
            <ac:spMk id="14" creationId="{00000000-0000-0000-0000-000000000000}"/>
          </ac:spMkLst>
        </pc:spChg>
      </pc:sldChg>
      <pc:sldChg chg="modSp mod">
        <pc:chgData name="Trevoir Williams" userId="6a45007046124a3d" providerId="LiveId" clId="{FD24E84C-CD6E-40B8-B391-F2F3CD6A9CAD}" dt="2026-05-07T19:12:06.735" v="2465" actId="20577"/>
        <pc:sldMkLst>
          <pc:docMk/>
          <pc:sldMk cId="0" sldId="329"/>
        </pc:sldMkLst>
        <pc:spChg chg="mod">
          <ac:chgData name="Trevoir Williams" userId="6a45007046124a3d" providerId="LiveId" clId="{FD24E84C-CD6E-40B8-B391-F2F3CD6A9CAD}" dt="2026-05-07T19:11:31.052" v="2458" actId="27636"/>
          <ac:spMkLst>
            <pc:docMk/>
            <pc:sldMk cId="0" sldId="329"/>
            <ac:spMk id="3" creationId="{00000000-0000-0000-0000-000000000000}"/>
          </ac:spMkLst>
        </pc:spChg>
        <pc:spChg chg="mod">
          <ac:chgData name="Trevoir Williams" userId="6a45007046124a3d" providerId="LiveId" clId="{FD24E84C-CD6E-40B8-B391-F2F3CD6A9CAD}" dt="2026-05-07T19:11:53.574" v="2464" actId="20577"/>
          <ac:spMkLst>
            <pc:docMk/>
            <pc:sldMk cId="0" sldId="329"/>
            <ac:spMk id="7" creationId="{00000000-0000-0000-0000-000000000000}"/>
          </ac:spMkLst>
        </pc:spChg>
        <pc:spChg chg="mod">
          <ac:chgData name="Trevoir Williams" userId="6a45007046124a3d" providerId="LiveId" clId="{FD24E84C-CD6E-40B8-B391-F2F3CD6A9CAD}" dt="2026-05-07T19:12:06.735" v="2465" actId="20577"/>
          <ac:spMkLst>
            <pc:docMk/>
            <pc:sldMk cId="0" sldId="329"/>
            <ac:spMk id="14" creationId="{00000000-0000-0000-0000-000000000000}"/>
          </ac:spMkLst>
        </pc:spChg>
      </pc:sldChg>
      <pc:sldChg chg="modSp mod addAnim delAnim modAnim">
        <pc:chgData name="Trevoir Williams" userId="6a45007046124a3d" providerId="LiveId" clId="{FD24E84C-CD6E-40B8-B391-F2F3CD6A9CAD}" dt="2026-05-08T14:42:12.411" v="2768"/>
        <pc:sldMkLst>
          <pc:docMk/>
          <pc:sldMk cId="0" sldId="332"/>
        </pc:sldMkLst>
        <pc:spChg chg="mod">
          <ac:chgData name="Trevoir Williams" userId="6a45007046124a3d" providerId="LiveId" clId="{FD24E84C-CD6E-40B8-B391-F2F3CD6A9CAD}" dt="2026-05-08T14:38:01.252" v="2762" actId="20577"/>
          <ac:spMkLst>
            <pc:docMk/>
            <pc:sldMk cId="0" sldId="332"/>
            <ac:spMk id="8" creationId="{00000000-0000-0000-0000-000000000000}"/>
          </ac:spMkLst>
        </pc:spChg>
        <pc:spChg chg="mod">
          <ac:chgData name="Trevoir Williams" userId="6a45007046124a3d" providerId="LiveId" clId="{FD24E84C-CD6E-40B8-B391-F2F3CD6A9CAD}" dt="2026-05-08T14:38:04.319" v="2766" actId="27636"/>
          <ac:spMkLst>
            <pc:docMk/>
            <pc:sldMk cId="0" sldId="332"/>
            <ac:spMk id="12" creationId="{00000000-0000-0000-0000-000000000000}"/>
          </ac:spMkLst>
        </pc:spChg>
        <pc:spChg chg="mod">
          <ac:chgData name="Trevoir Williams" userId="6a45007046124a3d" providerId="LiveId" clId="{FD24E84C-CD6E-40B8-B391-F2F3CD6A9CAD}" dt="2026-05-08T14:38:03.162" v="2764" actId="20577"/>
          <ac:spMkLst>
            <pc:docMk/>
            <pc:sldMk cId="0" sldId="332"/>
            <ac:spMk id="16" creationId="{00000000-0000-0000-0000-000000000000}"/>
          </ac:spMkLst>
        </pc:spChg>
        <pc:spChg chg="mod">
          <ac:chgData name="Trevoir Williams" userId="6a45007046124a3d" providerId="LiveId" clId="{FD24E84C-CD6E-40B8-B391-F2F3CD6A9CAD}" dt="2026-05-08T14:38:05.441" v="2767" actId="20577"/>
          <ac:spMkLst>
            <pc:docMk/>
            <pc:sldMk cId="0" sldId="332"/>
            <ac:spMk id="20" creationId="{00000000-0000-0000-0000-000000000000}"/>
          </ac:spMkLst>
        </pc:spChg>
      </pc:sldChg>
      <pc:sldChg chg="modSp add del ord modAnim">
        <pc:chgData name="Trevoir Williams" userId="6a45007046124a3d" providerId="LiveId" clId="{FD24E84C-CD6E-40B8-B391-F2F3CD6A9CAD}" dt="2026-05-08T16:00:06.206" v="2848" actId="20577"/>
        <pc:sldMkLst>
          <pc:docMk/>
          <pc:sldMk cId="0" sldId="335"/>
        </pc:sldMkLst>
        <pc:spChg chg="mod">
          <ac:chgData name="Trevoir Williams" userId="6a45007046124a3d" providerId="LiveId" clId="{FD24E84C-CD6E-40B8-B391-F2F3CD6A9CAD}" dt="2026-05-08T16:00:06.206" v="2848" actId="20577"/>
          <ac:spMkLst>
            <pc:docMk/>
            <pc:sldMk cId="0" sldId="335"/>
            <ac:spMk id="5" creationId="{00000000-0000-0000-0000-000000000000}"/>
          </ac:spMkLst>
        </pc:spChg>
      </pc:sldChg>
      <pc:sldChg chg="modSp modAnim">
        <pc:chgData name="Trevoir Williams" userId="6a45007046124a3d" providerId="LiveId" clId="{FD24E84C-CD6E-40B8-B391-F2F3CD6A9CAD}" dt="2026-05-09T21:08:15.748" v="2897" actId="20577"/>
        <pc:sldMkLst>
          <pc:docMk/>
          <pc:sldMk cId="0" sldId="337"/>
        </pc:sldMkLst>
        <pc:spChg chg="mod">
          <ac:chgData name="Trevoir Williams" userId="6a45007046124a3d" providerId="LiveId" clId="{FD24E84C-CD6E-40B8-B391-F2F3CD6A9CAD}" dt="2026-05-09T21:08:15.748" v="2897" actId="20577"/>
          <ac:spMkLst>
            <pc:docMk/>
            <pc:sldMk cId="0" sldId="337"/>
            <ac:spMk id="14" creationId="{00000000-0000-0000-0000-000000000000}"/>
          </ac:spMkLst>
        </pc:spChg>
      </pc:sldChg>
      <pc:sldChg chg="modSp mod">
        <pc:chgData name="Trevoir Williams" userId="6a45007046124a3d" providerId="LiveId" clId="{FD24E84C-CD6E-40B8-B391-F2F3CD6A9CAD}" dt="2026-05-17T18:47:32.188" v="3432" actId="27636"/>
        <pc:sldMkLst>
          <pc:docMk/>
          <pc:sldMk cId="0" sldId="339"/>
        </pc:sldMkLst>
        <pc:spChg chg="mod">
          <ac:chgData name="Trevoir Williams" userId="6a45007046124a3d" providerId="LiveId" clId="{FD24E84C-CD6E-40B8-B391-F2F3CD6A9CAD}" dt="2026-05-17T18:47:32.188" v="3432" actId="27636"/>
          <ac:spMkLst>
            <pc:docMk/>
            <pc:sldMk cId="0" sldId="339"/>
            <ac:spMk id="3" creationId="{00000000-0000-0000-0000-000000000000}"/>
          </ac:spMkLst>
        </pc:spChg>
      </pc:sldChg>
      <pc:sldChg chg="modSp mod modAnim">
        <pc:chgData name="Trevoir Williams" userId="6a45007046124a3d" providerId="LiveId" clId="{FD24E84C-CD6E-40B8-B391-F2F3CD6A9CAD}" dt="2026-05-13T19:16:03.667" v="3319" actId="20577"/>
        <pc:sldMkLst>
          <pc:docMk/>
          <pc:sldMk cId="0" sldId="341"/>
        </pc:sldMkLst>
        <pc:spChg chg="mod">
          <ac:chgData name="Trevoir Williams" userId="6a45007046124a3d" providerId="LiveId" clId="{FD24E84C-CD6E-40B8-B391-F2F3CD6A9CAD}" dt="2026-05-13T19:13:28.148" v="3156" actId="20577"/>
          <ac:spMkLst>
            <pc:docMk/>
            <pc:sldMk cId="0" sldId="341"/>
            <ac:spMk id="7" creationId="{00000000-0000-0000-0000-000000000000}"/>
          </ac:spMkLst>
        </pc:spChg>
        <pc:spChg chg="mod">
          <ac:chgData name="Trevoir Williams" userId="6a45007046124a3d" providerId="LiveId" clId="{FD24E84C-CD6E-40B8-B391-F2F3CD6A9CAD}" dt="2026-05-13T19:13:49.992" v="3244" actId="20577"/>
          <ac:spMkLst>
            <pc:docMk/>
            <pc:sldMk cId="0" sldId="341"/>
            <ac:spMk id="9" creationId="{00000000-0000-0000-0000-000000000000}"/>
          </ac:spMkLst>
        </pc:spChg>
        <pc:spChg chg="mod">
          <ac:chgData name="Trevoir Williams" userId="6a45007046124a3d" providerId="LiveId" clId="{FD24E84C-CD6E-40B8-B391-F2F3CD6A9CAD}" dt="2026-05-13T19:16:03.667" v="3319" actId="20577"/>
          <ac:spMkLst>
            <pc:docMk/>
            <pc:sldMk cId="0" sldId="341"/>
            <ac:spMk id="14" creationId="{00000000-0000-0000-0000-000000000000}"/>
          </ac:spMkLst>
        </pc:spChg>
      </pc:sldChg>
      <pc:sldChg chg="modSp mod modAnim">
        <pc:chgData name="Trevoir Williams" userId="6a45007046124a3d" providerId="LiveId" clId="{FD24E84C-CD6E-40B8-B391-F2F3CD6A9CAD}" dt="2026-05-17T19:30:44.546" v="3842" actId="20577"/>
        <pc:sldMkLst>
          <pc:docMk/>
          <pc:sldMk cId="0" sldId="344"/>
        </pc:sldMkLst>
        <pc:spChg chg="mod">
          <ac:chgData name="Trevoir Williams" userId="6a45007046124a3d" providerId="LiveId" clId="{FD24E84C-CD6E-40B8-B391-F2F3CD6A9CAD}" dt="2026-05-17T19:30:34.430" v="3835" actId="1076"/>
          <ac:spMkLst>
            <pc:docMk/>
            <pc:sldMk cId="0" sldId="344"/>
            <ac:spMk id="10" creationId="{00000000-0000-0000-0000-000000000000}"/>
          </ac:spMkLst>
        </pc:spChg>
        <pc:spChg chg="mod">
          <ac:chgData name="Trevoir Williams" userId="6a45007046124a3d" providerId="LiveId" clId="{FD24E84C-CD6E-40B8-B391-F2F3CD6A9CAD}" dt="2026-05-17T19:30:44.546" v="3842" actId="20577"/>
          <ac:spMkLst>
            <pc:docMk/>
            <pc:sldMk cId="0" sldId="344"/>
            <ac:spMk id="14" creationId="{00000000-0000-0000-0000-000000000000}"/>
          </ac:spMkLst>
        </pc:spChg>
      </pc:sldChg>
      <pc:sldChg chg="modSp mod modAnim">
        <pc:chgData name="Trevoir Williams" userId="6a45007046124a3d" providerId="LiveId" clId="{FD24E84C-CD6E-40B8-B391-F2F3CD6A9CAD}" dt="2026-05-19T16:55:24.890" v="4073"/>
        <pc:sldMkLst>
          <pc:docMk/>
          <pc:sldMk cId="0" sldId="349"/>
        </pc:sldMkLst>
        <pc:spChg chg="mod">
          <ac:chgData name="Trevoir Williams" userId="6a45007046124a3d" providerId="LiveId" clId="{FD24E84C-CD6E-40B8-B391-F2F3CD6A9CAD}" dt="2026-05-19T16:54:02.565" v="4054" actId="20577"/>
          <ac:spMkLst>
            <pc:docMk/>
            <pc:sldMk cId="0" sldId="349"/>
            <ac:spMk id="8" creationId="{00000000-0000-0000-0000-000000000000}"/>
          </ac:spMkLst>
        </pc:spChg>
        <pc:spChg chg="mod">
          <ac:chgData name="Trevoir Williams" userId="6a45007046124a3d" providerId="LiveId" clId="{FD24E84C-CD6E-40B8-B391-F2F3CD6A9CAD}" dt="2026-05-19T16:54:05.582" v="4056" actId="20577"/>
          <ac:spMkLst>
            <pc:docMk/>
            <pc:sldMk cId="0" sldId="349"/>
            <ac:spMk id="12" creationId="{00000000-0000-0000-0000-000000000000}"/>
          </ac:spMkLst>
        </pc:spChg>
        <pc:spChg chg="mod">
          <ac:chgData name="Trevoir Williams" userId="6a45007046124a3d" providerId="LiveId" clId="{FD24E84C-CD6E-40B8-B391-F2F3CD6A9CAD}" dt="2026-05-19T16:53:32.880" v="3990" actId="20577"/>
          <ac:spMkLst>
            <pc:docMk/>
            <pc:sldMk cId="0" sldId="349"/>
            <ac:spMk id="16" creationId="{00000000-0000-0000-0000-000000000000}"/>
          </ac:spMkLst>
        </pc:spChg>
        <pc:spChg chg="mod">
          <ac:chgData name="Trevoir Williams" userId="6a45007046124a3d" providerId="LiveId" clId="{FD24E84C-CD6E-40B8-B391-F2F3CD6A9CAD}" dt="2026-05-19T16:53:54.159" v="4048" actId="20577"/>
          <ac:spMkLst>
            <pc:docMk/>
            <pc:sldMk cId="0" sldId="349"/>
            <ac:spMk id="20" creationId="{00000000-0000-0000-0000-000000000000}"/>
          </ac:spMkLst>
        </pc:spChg>
        <pc:spChg chg="mod">
          <ac:chgData name="Trevoir Williams" userId="6a45007046124a3d" providerId="LiveId" clId="{FD24E84C-CD6E-40B8-B391-F2F3CD6A9CAD}" dt="2026-05-19T16:55:19.161" v="4072"/>
          <ac:spMkLst>
            <pc:docMk/>
            <pc:sldMk cId="0" sldId="349"/>
            <ac:spMk id="22" creationId="{00000000-0000-0000-0000-000000000000}"/>
          </ac:spMkLst>
        </pc:spChg>
      </pc:sldChg>
      <pc:sldChg chg="add del">
        <pc:chgData name="Trevoir Williams" userId="6a45007046124a3d" providerId="LiveId" clId="{FD24E84C-CD6E-40B8-B391-F2F3CD6A9CAD}" dt="2026-04-30T16:11:15.262" v="589" actId="26606"/>
        <pc:sldMkLst>
          <pc:docMk/>
          <pc:sldMk cId="0" sldId="352"/>
        </pc:sldMkLst>
      </pc:sldChg>
      <pc:sldChg chg="modSp mod">
        <pc:chgData name="Trevoir Williams" userId="6a45007046124a3d" providerId="LiveId" clId="{FD24E84C-CD6E-40B8-B391-F2F3CD6A9CAD}" dt="2026-05-19T16:53:25.045" v="3941" actId="27636"/>
        <pc:sldMkLst>
          <pc:docMk/>
          <pc:sldMk cId="0" sldId="354"/>
        </pc:sldMkLst>
        <pc:spChg chg="mod">
          <ac:chgData name="Trevoir Williams" userId="6a45007046124a3d" providerId="LiveId" clId="{FD24E84C-CD6E-40B8-B391-F2F3CD6A9CAD}" dt="2026-05-19T16:53:25.045" v="3941" actId="27636"/>
          <ac:spMkLst>
            <pc:docMk/>
            <pc:sldMk cId="0" sldId="354"/>
            <ac:spMk id="3" creationId="{00000000-0000-0000-0000-000000000000}"/>
          </ac:spMkLst>
        </pc:spChg>
      </pc:sldChg>
      <pc:sldChg chg="modSp mod">
        <pc:chgData name="Trevoir Williams" userId="6a45007046124a3d" providerId="LiveId" clId="{FD24E84C-CD6E-40B8-B391-F2F3CD6A9CAD}" dt="2026-05-17T18:47:31.964" v="3425" actId="27636"/>
        <pc:sldMkLst>
          <pc:docMk/>
          <pc:sldMk cId="0" sldId="357"/>
        </pc:sldMkLst>
        <pc:spChg chg="mod">
          <ac:chgData name="Trevoir Williams" userId="6a45007046124a3d" providerId="LiveId" clId="{FD24E84C-CD6E-40B8-B391-F2F3CD6A9CAD}" dt="2026-05-17T18:47:31.964" v="3425" actId="27636"/>
          <ac:spMkLst>
            <pc:docMk/>
            <pc:sldMk cId="0" sldId="357"/>
            <ac:spMk id="3" creationId="{00000000-0000-0000-0000-000000000000}"/>
          </ac:spMkLst>
        </pc:spChg>
      </pc:sldChg>
      <pc:sldChg chg="modSp mod">
        <pc:chgData name="Trevoir Williams" userId="6a45007046124a3d" providerId="LiveId" clId="{FD24E84C-CD6E-40B8-B391-F2F3CD6A9CAD}" dt="2026-05-12T19:59:53.309" v="2900" actId="27636"/>
        <pc:sldMkLst>
          <pc:docMk/>
          <pc:sldMk cId="0" sldId="359"/>
        </pc:sldMkLst>
        <pc:spChg chg="mod">
          <ac:chgData name="Trevoir Williams" userId="6a45007046124a3d" providerId="LiveId" clId="{FD24E84C-CD6E-40B8-B391-F2F3CD6A9CAD}" dt="2026-05-12T19:59:53.309" v="2900" actId="27636"/>
          <ac:spMkLst>
            <pc:docMk/>
            <pc:sldMk cId="0" sldId="359"/>
            <ac:spMk id="3" creationId="{00000000-0000-0000-0000-000000000000}"/>
          </ac:spMkLst>
        </pc:spChg>
      </pc:sldChg>
      <pc:sldChg chg="add del">
        <pc:chgData name="Trevoir Williams" userId="6a45007046124a3d" providerId="LiveId" clId="{FD24E84C-CD6E-40B8-B391-F2F3CD6A9CAD}" dt="2026-04-30T16:11:15.262" v="589" actId="26606"/>
        <pc:sldMkLst>
          <pc:docMk/>
          <pc:sldMk cId="0" sldId="365"/>
        </pc:sldMkLst>
      </pc:sldChg>
      <pc:sldChg chg="modSp mod">
        <pc:chgData name="Trevoir Williams" userId="6a45007046124a3d" providerId="LiveId" clId="{FD24E84C-CD6E-40B8-B391-F2F3CD6A9CAD}" dt="2026-05-19T16:53:25.106" v="3942" actId="27636"/>
        <pc:sldMkLst>
          <pc:docMk/>
          <pc:sldMk cId="0" sldId="367"/>
        </pc:sldMkLst>
        <pc:spChg chg="mod">
          <ac:chgData name="Trevoir Williams" userId="6a45007046124a3d" providerId="LiveId" clId="{FD24E84C-CD6E-40B8-B391-F2F3CD6A9CAD}" dt="2026-05-19T16:53:25.106" v="3942" actId="27636"/>
          <ac:spMkLst>
            <pc:docMk/>
            <pc:sldMk cId="0" sldId="367"/>
            <ac:spMk id="3" creationId="{00000000-0000-0000-0000-000000000000}"/>
          </ac:spMkLst>
        </pc:spChg>
      </pc:sldChg>
      <pc:sldChg chg="modSp mod">
        <pc:chgData name="Trevoir Williams" userId="6a45007046124a3d" providerId="LiveId" clId="{FD24E84C-CD6E-40B8-B391-F2F3CD6A9CAD}" dt="2026-04-30T15:05:18.757" v="214" actId="27636"/>
        <pc:sldMkLst>
          <pc:docMk/>
          <pc:sldMk cId="0" sldId="368"/>
        </pc:sldMkLst>
        <pc:spChg chg="mod">
          <ac:chgData name="Trevoir Williams" userId="6a45007046124a3d" providerId="LiveId" clId="{FD24E84C-CD6E-40B8-B391-F2F3CD6A9CAD}" dt="2026-04-30T15:05:18.757" v="214" actId="27636"/>
          <ac:spMkLst>
            <pc:docMk/>
            <pc:sldMk cId="0" sldId="368"/>
            <ac:spMk id="9" creationId="{00000000-0000-0000-0000-000000000000}"/>
          </ac:spMkLst>
        </pc:spChg>
      </pc:sldChg>
      <pc:sldChg chg="modSp mod">
        <pc:chgData name="Trevoir Williams" userId="6a45007046124a3d" providerId="LiveId" clId="{FD24E84C-CD6E-40B8-B391-F2F3CD6A9CAD}" dt="2026-05-17T18:47:32.049" v="3426" actId="27636"/>
        <pc:sldMkLst>
          <pc:docMk/>
          <pc:sldMk cId="0" sldId="369"/>
        </pc:sldMkLst>
        <pc:spChg chg="mod">
          <ac:chgData name="Trevoir Williams" userId="6a45007046124a3d" providerId="LiveId" clId="{FD24E84C-CD6E-40B8-B391-F2F3CD6A9CAD}" dt="2026-05-17T18:47:32.049" v="3426" actId="27636"/>
          <ac:spMkLst>
            <pc:docMk/>
            <pc:sldMk cId="0" sldId="369"/>
            <ac:spMk id="9" creationId="{00000000-0000-0000-0000-000000000000}"/>
          </ac:spMkLst>
        </pc:spChg>
      </pc:sldChg>
      <pc:sldChg chg="modSp mod">
        <pc:chgData name="Trevoir Williams" userId="6a45007046124a3d" providerId="LiveId" clId="{FD24E84C-CD6E-40B8-B391-F2F3CD6A9CAD}" dt="2026-04-30T15:05:18.902" v="220" actId="27636"/>
        <pc:sldMkLst>
          <pc:docMk/>
          <pc:sldMk cId="0" sldId="372"/>
        </pc:sldMkLst>
        <pc:spChg chg="mod">
          <ac:chgData name="Trevoir Williams" userId="6a45007046124a3d" providerId="LiveId" clId="{FD24E84C-CD6E-40B8-B391-F2F3CD6A9CAD}" dt="2026-04-30T15:05:18.894" v="219" actId="27636"/>
          <ac:spMkLst>
            <pc:docMk/>
            <pc:sldMk cId="0" sldId="372"/>
            <ac:spMk id="4" creationId="{00000000-0000-0000-0000-000000000000}"/>
          </ac:spMkLst>
        </pc:spChg>
        <pc:spChg chg="mod">
          <ac:chgData name="Trevoir Williams" userId="6a45007046124a3d" providerId="LiveId" clId="{FD24E84C-CD6E-40B8-B391-F2F3CD6A9CAD}" dt="2026-04-30T15:05:18.902" v="220" actId="27636"/>
          <ac:spMkLst>
            <pc:docMk/>
            <pc:sldMk cId="0" sldId="372"/>
            <ac:spMk id="8" creationId="{00000000-0000-0000-0000-000000000000}"/>
          </ac:spMkLst>
        </pc:spChg>
        <pc:spChg chg="mod">
          <ac:chgData name="Trevoir Williams" userId="6a45007046124a3d" providerId="LiveId" clId="{FD24E84C-CD6E-40B8-B391-F2F3CD6A9CAD}" dt="2026-04-30T15:05:18.864" v="216" actId="27636"/>
          <ac:spMkLst>
            <pc:docMk/>
            <pc:sldMk cId="0" sldId="372"/>
            <ac:spMk id="12" creationId="{00000000-0000-0000-0000-000000000000}"/>
          </ac:spMkLst>
        </pc:spChg>
        <pc:spChg chg="mod">
          <ac:chgData name="Trevoir Williams" userId="6a45007046124a3d" providerId="LiveId" clId="{FD24E84C-CD6E-40B8-B391-F2F3CD6A9CAD}" dt="2026-04-30T15:05:18.874" v="217" actId="27636"/>
          <ac:spMkLst>
            <pc:docMk/>
            <pc:sldMk cId="0" sldId="372"/>
            <ac:spMk id="16" creationId="{00000000-0000-0000-0000-000000000000}"/>
          </ac:spMkLst>
        </pc:spChg>
        <pc:spChg chg="mod">
          <ac:chgData name="Trevoir Williams" userId="6a45007046124a3d" providerId="LiveId" clId="{FD24E84C-CD6E-40B8-B391-F2F3CD6A9CAD}" dt="2026-04-30T15:05:18.885" v="218" actId="27636"/>
          <ac:spMkLst>
            <pc:docMk/>
            <pc:sldMk cId="0" sldId="372"/>
            <ac:spMk id="20" creationId="{00000000-0000-0000-0000-000000000000}"/>
          </ac:spMkLst>
        </pc:spChg>
      </pc:sldChg>
      <pc:sldChg chg="modSp mod">
        <pc:chgData name="Trevoir Williams" userId="6a45007046124a3d" providerId="LiveId" clId="{FD24E84C-CD6E-40B8-B391-F2F3CD6A9CAD}" dt="2026-04-30T15:05:18.956" v="221" actId="27636"/>
        <pc:sldMkLst>
          <pc:docMk/>
          <pc:sldMk cId="0" sldId="377"/>
        </pc:sldMkLst>
        <pc:spChg chg="mod">
          <ac:chgData name="Trevoir Williams" userId="6a45007046124a3d" providerId="LiveId" clId="{FD24E84C-CD6E-40B8-B391-F2F3CD6A9CAD}" dt="2026-04-30T15:05:18.956" v="221" actId="27636"/>
          <ac:spMkLst>
            <pc:docMk/>
            <pc:sldMk cId="0" sldId="377"/>
            <ac:spMk id="4" creationId="{00000000-0000-0000-0000-000000000000}"/>
          </ac:spMkLst>
        </pc:spChg>
      </pc:sldChg>
      <pc:sldChg chg="modSp mod">
        <pc:chgData name="Trevoir Williams" userId="6a45007046124a3d" providerId="LiveId" clId="{FD24E84C-CD6E-40B8-B391-F2F3CD6A9CAD}" dt="2026-04-30T15:05:18.988" v="222" actId="27636"/>
        <pc:sldMkLst>
          <pc:docMk/>
          <pc:sldMk cId="0" sldId="380"/>
        </pc:sldMkLst>
        <pc:spChg chg="mod">
          <ac:chgData name="Trevoir Williams" userId="6a45007046124a3d" providerId="LiveId" clId="{FD24E84C-CD6E-40B8-B391-F2F3CD6A9CAD}" dt="2026-04-30T15:05:18.988" v="222" actId="27636"/>
          <ac:spMkLst>
            <pc:docMk/>
            <pc:sldMk cId="0" sldId="380"/>
            <ac:spMk id="4" creationId="{00000000-0000-0000-0000-000000000000}"/>
          </ac:spMkLst>
        </pc:spChg>
      </pc:sldChg>
      <pc:sldChg chg="modSp mod">
        <pc:chgData name="Trevoir Williams" userId="6a45007046124a3d" providerId="LiveId" clId="{FD24E84C-CD6E-40B8-B391-F2F3CD6A9CAD}" dt="2026-04-30T14:58:54.154" v="200" actId="20577"/>
        <pc:sldMkLst>
          <pc:docMk/>
          <pc:sldMk cId="0" sldId="664"/>
        </pc:sldMkLst>
        <pc:spChg chg="mod">
          <ac:chgData name="Trevoir Williams" userId="6a45007046124a3d" providerId="LiveId" clId="{FD24E84C-CD6E-40B8-B391-F2F3CD6A9CAD}" dt="2026-04-30T14:58:54.154" v="200" actId="20577"/>
          <ac:spMkLst>
            <pc:docMk/>
            <pc:sldMk cId="0" sldId="664"/>
            <ac:spMk id="380" creationId="{00000000-0000-0000-0000-000000000000}"/>
          </ac:spMkLst>
        </pc:spChg>
      </pc:sldChg>
      <pc:sldChg chg="modSp mod">
        <pc:chgData name="Trevoir Williams" userId="6a45007046124a3d" providerId="LiveId" clId="{FD24E84C-CD6E-40B8-B391-F2F3CD6A9CAD}" dt="2026-04-30T15:08:39.371" v="348" actId="20577"/>
        <pc:sldMkLst>
          <pc:docMk/>
          <pc:sldMk cId="0" sldId="666"/>
        </pc:sldMkLst>
        <pc:spChg chg="mod">
          <ac:chgData name="Trevoir Williams" userId="6a45007046124a3d" providerId="LiveId" clId="{FD24E84C-CD6E-40B8-B391-F2F3CD6A9CAD}" dt="2026-04-30T15:08:06.995" v="270" actId="20577"/>
          <ac:spMkLst>
            <pc:docMk/>
            <pc:sldMk cId="0" sldId="666"/>
            <ac:spMk id="23" creationId="{00000000-0000-0000-0000-000000000000}"/>
          </ac:spMkLst>
        </pc:spChg>
        <pc:spChg chg="mod">
          <ac:chgData name="Trevoir Williams" userId="6a45007046124a3d" providerId="LiveId" clId="{FD24E84C-CD6E-40B8-B391-F2F3CD6A9CAD}" dt="2026-04-30T15:08:39.371" v="348" actId="20577"/>
          <ac:spMkLst>
            <pc:docMk/>
            <pc:sldMk cId="0" sldId="666"/>
            <ac:spMk id="24" creationId="{00000000-0000-0000-0000-000000000000}"/>
          </ac:spMkLst>
        </pc:spChg>
      </pc:sldChg>
      <pc:sldChg chg="addSp delSp modSp add mod setBg">
        <pc:chgData name="Trevoir Williams" userId="6a45007046124a3d" providerId="LiveId" clId="{FD24E84C-CD6E-40B8-B391-F2F3CD6A9CAD}" dt="2026-04-30T15:59:50.541" v="518" actId="1035"/>
        <pc:sldMkLst>
          <pc:docMk/>
          <pc:sldMk cId="2738607740" sldId="667"/>
        </pc:sldMkLst>
        <pc:picChg chg="add mod modCrop">
          <ac:chgData name="Trevoir Williams" userId="6a45007046124a3d" providerId="LiveId" clId="{FD24E84C-CD6E-40B8-B391-F2F3CD6A9CAD}" dt="2026-04-30T15:59:50.541" v="518" actId="1035"/>
          <ac:picMkLst>
            <pc:docMk/>
            <pc:sldMk cId="2738607740" sldId="667"/>
            <ac:picMk id="8" creationId="{5CF391ED-4245-692E-96DF-A165D2D1F388}"/>
          </ac:picMkLst>
        </pc:picChg>
      </pc:sldChg>
      <pc:sldChg chg="addSp delSp modSp add mod setBg delAnim">
        <pc:chgData name="Trevoir Williams" userId="6a45007046124a3d" providerId="LiveId" clId="{FD24E84C-CD6E-40B8-B391-F2F3CD6A9CAD}" dt="2026-05-14T16:23:29.867" v="3321" actId="14100"/>
        <pc:sldMkLst>
          <pc:docMk/>
          <pc:sldMk cId="2017222699" sldId="668"/>
        </pc:sldMkLst>
        <pc:spChg chg="mod">
          <ac:chgData name="Trevoir Williams" userId="6a45007046124a3d" providerId="LiveId" clId="{FD24E84C-CD6E-40B8-B391-F2F3CD6A9CAD}" dt="2026-04-30T15:57:59.045" v="480" actId="20577"/>
          <ac:spMkLst>
            <pc:docMk/>
            <pc:sldMk cId="2017222699" sldId="668"/>
            <ac:spMk id="20" creationId="{8BC6B61C-8425-8AB0-E858-E00544092070}"/>
          </ac:spMkLst>
        </pc:spChg>
        <pc:picChg chg="add mod">
          <ac:chgData name="Trevoir Williams" userId="6a45007046124a3d" providerId="LiveId" clId="{FD24E84C-CD6E-40B8-B391-F2F3CD6A9CAD}" dt="2026-05-14T16:23:29.867" v="3321" actId="14100"/>
          <ac:picMkLst>
            <pc:docMk/>
            <pc:sldMk cId="2017222699" sldId="668"/>
            <ac:picMk id="1026" creationId="{6D433937-9ACD-F1C3-9111-08AB65010371}"/>
          </ac:picMkLst>
        </pc:picChg>
      </pc:sldChg>
      <pc:sldChg chg="addSp modSp add mod setBg">
        <pc:chgData name="Trevoir Williams" userId="6a45007046124a3d" providerId="LiveId" clId="{FD24E84C-CD6E-40B8-B391-F2F3CD6A9CAD}" dt="2026-04-30T16:09:15.773" v="588" actId="26606"/>
        <pc:sldMkLst>
          <pc:docMk/>
          <pc:sldMk cId="661130447" sldId="669"/>
        </pc:sldMkLst>
        <pc:spChg chg="mod">
          <ac:chgData name="Trevoir Williams" userId="6a45007046124a3d" providerId="LiveId" clId="{FD24E84C-CD6E-40B8-B391-F2F3CD6A9CAD}" dt="2026-04-30T15:58:10.378" v="481" actId="20577"/>
          <ac:spMkLst>
            <pc:docMk/>
            <pc:sldMk cId="661130447" sldId="669"/>
            <ac:spMk id="29" creationId="{F38A64CF-F1C8-B318-9391-DEA83FA3563E}"/>
          </ac:spMkLst>
        </pc:spChg>
        <pc:picChg chg="add mod">
          <ac:chgData name="Trevoir Williams" userId="6a45007046124a3d" providerId="LiveId" clId="{FD24E84C-CD6E-40B8-B391-F2F3CD6A9CAD}" dt="2026-04-30T16:09:15.773" v="588" actId="26606"/>
          <ac:picMkLst>
            <pc:docMk/>
            <pc:sldMk cId="661130447" sldId="669"/>
            <ac:picMk id="2050" creationId="{08038FF9-E59B-0EA1-CCBA-AD88799A4DD3}"/>
          </ac:picMkLst>
        </pc:picChg>
      </pc:sldChg>
      <pc:sldChg chg="addSp modSp add mod setBg">
        <pc:chgData name="Trevoir Williams" userId="6a45007046124a3d" providerId="LiveId" clId="{FD24E84C-CD6E-40B8-B391-F2F3CD6A9CAD}" dt="2026-04-30T16:00:41.962" v="522" actId="732"/>
        <pc:sldMkLst>
          <pc:docMk/>
          <pc:sldMk cId="122486699" sldId="670"/>
        </pc:sldMkLst>
        <pc:picChg chg="add mod modCrop">
          <ac:chgData name="Trevoir Williams" userId="6a45007046124a3d" providerId="LiveId" clId="{FD24E84C-CD6E-40B8-B391-F2F3CD6A9CAD}" dt="2026-04-30T16:00:41.962" v="522" actId="732"/>
          <ac:picMkLst>
            <pc:docMk/>
            <pc:sldMk cId="122486699" sldId="670"/>
            <ac:picMk id="6" creationId="{2E39E7AB-CE3B-8EC5-C8C4-66E6A29CD4E5}"/>
          </ac:picMkLst>
        </pc:picChg>
      </pc:sldChg>
      <pc:sldChg chg="addSp modSp add mod setBg">
        <pc:chgData name="Trevoir Williams" userId="6a45007046124a3d" providerId="LiveId" clId="{FD24E84C-CD6E-40B8-B391-F2F3CD6A9CAD}" dt="2026-04-30T16:01:25.928" v="526" actId="732"/>
        <pc:sldMkLst>
          <pc:docMk/>
          <pc:sldMk cId="3587848717" sldId="671"/>
        </pc:sldMkLst>
        <pc:picChg chg="add mod modCrop">
          <ac:chgData name="Trevoir Williams" userId="6a45007046124a3d" providerId="LiveId" clId="{FD24E84C-CD6E-40B8-B391-F2F3CD6A9CAD}" dt="2026-04-30T16:01:25.928" v="526" actId="732"/>
          <ac:picMkLst>
            <pc:docMk/>
            <pc:sldMk cId="3587848717" sldId="671"/>
            <ac:picMk id="6" creationId="{605170A8-9322-A4EB-143D-257C3F192D00}"/>
          </ac:picMkLst>
        </pc:picChg>
      </pc:sldChg>
      <pc:sldChg chg="addSp modSp add mod ord setBg">
        <pc:chgData name="Trevoir Williams" userId="6a45007046124a3d" providerId="LiveId" clId="{FD24E84C-CD6E-40B8-B391-F2F3CD6A9CAD}" dt="2026-05-19T16:53:25.378" v="3946" actId="27636"/>
        <pc:sldMkLst>
          <pc:docMk/>
          <pc:sldMk cId="3836468935" sldId="672"/>
        </pc:sldMkLst>
        <pc:spChg chg="mod">
          <ac:chgData name="Trevoir Williams" userId="6a45007046124a3d" providerId="LiveId" clId="{FD24E84C-CD6E-40B8-B391-F2F3CD6A9CAD}" dt="2026-05-19T16:53:25.378" v="3946" actId="27636"/>
          <ac:spMkLst>
            <pc:docMk/>
            <pc:sldMk cId="3836468935" sldId="672"/>
            <ac:spMk id="9" creationId="{2A6F8A50-5382-8DFD-F95A-A5CC2D6DC1B6}"/>
          </ac:spMkLst>
        </pc:spChg>
        <pc:spChg chg="mod">
          <ac:chgData name="Trevoir Williams" userId="6a45007046124a3d" providerId="LiveId" clId="{FD24E84C-CD6E-40B8-B391-F2F3CD6A9CAD}" dt="2026-04-30T16:02:44.572" v="535" actId="20577"/>
          <ac:spMkLst>
            <pc:docMk/>
            <pc:sldMk cId="3836468935" sldId="672"/>
            <ac:spMk id="17" creationId="{E9293F33-C4DB-39CA-08F7-0ED4822475D4}"/>
          </ac:spMkLst>
        </pc:spChg>
        <pc:picChg chg="add mod modCrop">
          <ac:chgData name="Trevoir Williams" userId="6a45007046124a3d" providerId="LiveId" clId="{FD24E84C-CD6E-40B8-B391-F2F3CD6A9CAD}" dt="2026-04-30T16:02:17.347" v="531" actId="732"/>
          <ac:picMkLst>
            <pc:docMk/>
            <pc:sldMk cId="3836468935" sldId="672"/>
            <ac:picMk id="19" creationId="{F28F00DC-2AB3-3321-FF2E-BC2DEC82D6D3}"/>
          </ac:picMkLst>
        </pc:picChg>
      </pc:sldChg>
      <pc:sldChg chg="addSp modSp add mod setBg">
        <pc:chgData name="Trevoir Williams" userId="6a45007046124a3d" providerId="LiveId" clId="{FD24E84C-CD6E-40B8-B391-F2F3CD6A9CAD}" dt="2026-04-30T16:04:10.416" v="541" actId="732"/>
        <pc:sldMkLst>
          <pc:docMk/>
          <pc:sldMk cId="1318763446" sldId="673"/>
        </pc:sldMkLst>
        <pc:picChg chg="add mod modCrop">
          <ac:chgData name="Trevoir Williams" userId="6a45007046124a3d" providerId="LiveId" clId="{FD24E84C-CD6E-40B8-B391-F2F3CD6A9CAD}" dt="2026-04-30T16:04:10.416" v="541" actId="732"/>
          <ac:picMkLst>
            <pc:docMk/>
            <pc:sldMk cId="1318763446" sldId="673"/>
            <ac:picMk id="6" creationId="{8EA9B86A-97FD-0372-9502-5C51A25D67C0}"/>
          </ac:picMkLst>
        </pc:picChg>
      </pc:sldChg>
      <pc:sldChg chg="addSp modSp add del mod setBg modAnim">
        <pc:chgData name="Trevoir Williams" userId="6a45007046124a3d" providerId="LiveId" clId="{FD24E84C-CD6E-40B8-B391-F2F3CD6A9CAD}" dt="2026-05-04T16:23:11.766" v="1910"/>
        <pc:sldMkLst>
          <pc:docMk/>
          <pc:sldMk cId="2573974468" sldId="674"/>
        </pc:sldMkLst>
        <pc:picChg chg="add mod modCrop">
          <ac:chgData name="Trevoir Williams" userId="6a45007046124a3d" providerId="LiveId" clId="{FD24E84C-CD6E-40B8-B391-F2F3CD6A9CAD}" dt="2026-04-30T16:05:26.512" v="545" actId="732"/>
          <ac:picMkLst>
            <pc:docMk/>
            <pc:sldMk cId="2573974468" sldId="674"/>
            <ac:picMk id="6" creationId="{5B9EAF9C-256D-F398-E1F3-15ACF9F508EE}"/>
          </ac:picMkLst>
        </pc:picChg>
      </pc:sldChg>
      <pc:sldChg chg="modSp add mod setBg">
        <pc:chgData name="Trevoir Williams" userId="6a45007046124a3d" providerId="LiveId" clId="{FD24E84C-CD6E-40B8-B391-F2F3CD6A9CAD}" dt="2026-05-17T18:47:32.135" v="3427" actId="27636"/>
        <pc:sldMkLst>
          <pc:docMk/>
          <pc:sldMk cId="1799385420" sldId="676"/>
        </pc:sldMkLst>
        <pc:spChg chg="mod">
          <ac:chgData name="Trevoir Williams" userId="6a45007046124a3d" providerId="LiveId" clId="{FD24E84C-CD6E-40B8-B391-F2F3CD6A9CAD}" dt="2026-05-17T18:47:32.135" v="3427" actId="27636"/>
          <ac:spMkLst>
            <pc:docMk/>
            <pc:sldMk cId="1799385420" sldId="676"/>
            <ac:spMk id="3" creationId="{B0045F95-FA52-D62A-1605-9589516FC98D}"/>
          </ac:spMkLst>
        </pc:spChg>
        <pc:spChg chg="mod">
          <ac:chgData name="Trevoir Williams" userId="6a45007046124a3d" providerId="LiveId" clId="{FD24E84C-CD6E-40B8-B391-F2F3CD6A9CAD}" dt="2026-04-30T16:08:58.614" v="556" actId="20577"/>
          <ac:spMkLst>
            <pc:docMk/>
            <pc:sldMk cId="1799385420" sldId="676"/>
            <ac:spMk id="17" creationId="{16A11EFF-1BA3-14DC-D3D7-ADDAD34B3917}"/>
          </ac:spMkLst>
        </pc:spChg>
      </pc:sldChg>
      <pc:sldChg chg="modSp add mod">
        <pc:chgData name="Trevoir Williams" userId="6a45007046124a3d" providerId="LiveId" clId="{FD24E84C-CD6E-40B8-B391-F2F3CD6A9CAD}" dt="2026-04-30T17:01:31.590" v="689" actId="27636"/>
        <pc:sldMkLst>
          <pc:docMk/>
          <pc:sldMk cId="0" sldId="677"/>
        </pc:sldMkLst>
        <pc:spChg chg="mod">
          <ac:chgData name="Trevoir Williams" userId="6a45007046124a3d" providerId="LiveId" clId="{FD24E84C-CD6E-40B8-B391-F2F3CD6A9CAD}" dt="2026-04-30T17:01:31.587" v="688" actId="27636"/>
          <ac:spMkLst>
            <pc:docMk/>
            <pc:sldMk cId="0" sldId="677"/>
            <ac:spMk id="3" creationId="{00000000-0000-0000-0000-000000000000}"/>
          </ac:spMkLst>
        </pc:spChg>
        <pc:spChg chg="mod">
          <ac:chgData name="Trevoir Williams" userId="6a45007046124a3d" providerId="LiveId" clId="{FD24E84C-CD6E-40B8-B391-F2F3CD6A9CAD}" dt="2026-04-30T17:01:31.590" v="689" actId="27636"/>
          <ac:spMkLst>
            <pc:docMk/>
            <pc:sldMk cId="0" sldId="677"/>
            <ac:spMk id="4" creationId="{00000000-0000-0000-0000-000000000000}"/>
          </ac:spMkLst>
        </pc:spChg>
      </pc:sldChg>
      <pc:sldChg chg="modSp add mod">
        <pc:chgData name="Trevoir Williams" userId="6a45007046124a3d" providerId="LiveId" clId="{FD24E84C-CD6E-40B8-B391-F2F3CD6A9CAD}" dt="2026-04-30T17:01:31.582" v="687" actId="27636"/>
        <pc:sldMkLst>
          <pc:docMk/>
          <pc:sldMk cId="0" sldId="678"/>
        </pc:sldMkLst>
        <pc:spChg chg="mod">
          <ac:chgData name="Trevoir Williams" userId="6a45007046124a3d" providerId="LiveId" clId="{FD24E84C-CD6E-40B8-B391-F2F3CD6A9CAD}" dt="2026-04-30T17:01:31.582" v="687" actId="27636"/>
          <ac:spMkLst>
            <pc:docMk/>
            <pc:sldMk cId="0" sldId="678"/>
            <ac:spMk id="3" creationId="{00000000-0000-0000-0000-000000000000}"/>
          </ac:spMkLst>
        </pc:spChg>
        <pc:spChg chg="mod">
          <ac:chgData name="Trevoir Williams" userId="6a45007046124a3d" providerId="LiveId" clId="{FD24E84C-CD6E-40B8-B391-F2F3CD6A9CAD}" dt="2026-04-30T17:01:31.580" v="686" actId="27636"/>
          <ac:spMkLst>
            <pc:docMk/>
            <pc:sldMk cId="0" sldId="678"/>
            <ac:spMk id="4" creationId="{00000000-0000-0000-0000-000000000000}"/>
          </ac:spMkLst>
        </pc:spChg>
      </pc:sldChg>
      <pc:sldChg chg="modSp add mod">
        <pc:chgData name="Trevoir Williams" userId="6a45007046124a3d" providerId="LiveId" clId="{FD24E84C-CD6E-40B8-B391-F2F3CD6A9CAD}" dt="2026-04-30T17:01:31.566" v="683" actId="27636"/>
        <pc:sldMkLst>
          <pc:docMk/>
          <pc:sldMk cId="0" sldId="680"/>
        </pc:sldMkLst>
        <pc:spChg chg="mod">
          <ac:chgData name="Trevoir Williams" userId="6a45007046124a3d" providerId="LiveId" clId="{FD24E84C-CD6E-40B8-B391-F2F3CD6A9CAD}" dt="2026-04-30T17:01:31.564" v="682" actId="27636"/>
          <ac:spMkLst>
            <pc:docMk/>
            <pc:sldMk cId="0" sldId="680"/>
            <ac:spMk id="3" creationId="{00000000-0000-0000-0000-000000000000}"/>
          </ac:spMkLst>
        </pc:spChg>
        <pc:spChg chg="mod">
          <ac:chgData name="Trevoir Williams" userId="6a45007046124a3d" providerId="LiveId" clId="{FD24E84C-CD6E-40B8-B391-F2F3CD6A9CAD}" dt="2026-04-30T17:01:31.566" v="683" actId="27636"/>
          <ac:spMkLst>
            <pc:docMk/>
            <pc:sldMk cId="0" sldId="680"/>
            <ac:spMk id="4" creationId="{00000000-0000-0000-0000-000000000000}"/>
          </ac:spMkLst>
        </pc:spChg>
      </pc:sldChg>
      <pc:sldChg chg="modSp add">
        <pc:chgData name="Trevoir Williams" userId="6a45007046124a3d" providerId="LiveId" clId="{FD24E84C-CD6E-40B8-B391-F2F3CD6A9CAD}" dt="2026-05-02T13:38:41.919" v="1887"/>
        <pc:sldMkLst>
          <pc:docMk/>
          <pc:sldMk cId="0" sldId="681"/>
        </pc:sldMkLst>
        <pc:spChg chg="mod">
          <ac:chgData name="Trevoir Williams" userId="6a45007046124a3d" providerId="LiveId" clId="{FD24E84C-CD6E-40B8-B391-F2F3CD6A9CAD}" dt="2026-05-02T13:38:41.919" v="1887"/>
          <ac:spMkLst>
            <pc:docMk/>
            <pc:sldMk cId="0" sldId="681"/>
            <ac:spMk id="17" creationId="{00000000-0000-0000-0000-000000000000}"/>
          </ac:spMkLst>
        </pc:spChg>
        <pc:spChg chg="mod">
          <ac:chgData name="Trevoir Williams" userId="6a45007046124a3d" providerId="LiveId" clId="{FD24E84C-CD6E-40B8-B391-F2F3CD6A9CAD}" dt="2026-05-02T13:38:31.519" v="1886" actId="20577"/>
          <ac:spMkLst>
            <pc:docMk/>
            <pc:sldMk cId="0" sldId="681"/>
            <ac:spMk id="21" creationId="{00000000-0000-0000-0000-000000000000}"/>
          </ac:spMkLst>
        </pc:spChg>
      </pc:sldChg>
      <pc:sldChg chg="modSp add mod addAnim delAnim modAnim">
        <pc:chgData name="Trevoir Williams" userId="6a45007046124a3d" providerId="LiveId" clId="{FD24E84C-CD6E-40B8-B391-F2F3CD6A9CAD}" dt="2026-05-02T13:43:58.224" v="1889"/>
        <pc:sldMkLst>
          <pc:docMk/>
          <pc:sldMk cId="0" sldId="682"/>
        </pc:sldMkLst>
        <pc:spChg chg="mod">
          <ac:chgData name="Trevoir Williams" userId="6a45007046124a3d" providerId="LiveId" clId="{FD24E84C-CD6E-40B8-B391-F2F3CD6A9CAD}" dt="2026-05-02T13:38:12.698" v="1877" actId="27636"/>
          <ac:spMkLst>
            <pc:docMk/>
            <pc:sldMk cId="0" sldId="682"/>
            <ac:spMk id="4" creationId="{00000000-0000-0000-0000-000000000000}"/>
          </ac:spMkLst>
        </pc:spChg>
      </pc:sldChg>
      <pc:sldChg chg="add">
        <pc:chgData name="Trevoir Williams" userId="6a45007046124a3d" providerId="LiveId" clId="{FD24E84C-CD6E-40B8-B391-F2F3CD6A9CAD}" dt="2026-05-02T13:38:12.610" v="1876" actId="26606"/>
        <pc:sldMkLst>
          <pc:docMk/>
          <pc:sldMk cId="0" sldId="683"/>
        </pc:sldMkLst>
      </pc:sldChg>
      <pc:sldChg chg="modSp add mod">
        <pc:chgData name="Trevoir Williams" userId="6a45007046124a3d" providerId="LiveId" clId="{FD24E84C-CD6E-40B8-B391-F2F3CD6A9CAD}" dt="2026-05-02T15:28:47.262" v="1892" actId="27636"/>
        <pc:sldMkLst>
          <pc:docMk/>
          <pc:sldMk cId="0" sldId="684"/>
        </pc:sldMkLst>
        <pc:spChg chg="mod">
          <ac:chgData name="Trevoir Williams" userId="6a45007046124a3d" providerId="LiveId" clId="{FD24E84C-CD6E-40B8-B391-F2F3CD6A9CAD}" dt="2026-05-02T15:28:47.262" v="1892" actId="27636"/>
          <ac:spMkLst>
            <pc:docMk/>
            <pc:sldMk cId="0" sldId="684"/>
            <ac:spMk id="3" creationId="{00000000-0000-0000-0000-000000000000}"/>
          </ac:spMkLst>
        </pc:spChg>
      </pc:sldChg>
      <pc:sldChg chg="modSp add mod ord">
        <pc:chgData name="Trevoir Williams" userId="6a45007046124a3d" providerId="LiveId" clId="{FD24E84C-CD6E-40B8-B391-F2F3CD6A9CAD}" dt="2026-05-02T15:32:38.981" v="1897"/>
        <pc:sldMkLst>
          <pc:docMk/>
          <pc:sldMk cId="0" sldId="685"/>
        </pc:sldMkLst>
        <pc:spChg chg="mod">
          <ac:chgData name="Trevoir Williams" userId="6a45007046124a3d" providerId="LiveId" clId="{FD24E84C-CD6E-40B8-B391-F2F3CD6A9CAD}" dt="2026-05-02T15:28:47.301" v="1893" actId="27636"/>
          <ac:spMkLst>
            <pc:docMk/>
            <pc:sldMk cId="0" sldId="685"/>
            <ac:spMk id="3" creationId="{00000000-0000-0000-0000-000000000000}"/>
          </ac:spMkLst>
        </pc:spChg>
      </pc:sldChg>
      <pc:sldChg chg="modSp add mod">
        <pc:chgData name="Trevoir Williams" userId="6a45007046124a3d" providerId="LiveId" clId="{FD24E84C-CD6E-40B8-B391-F2F3CD6A9CAD}" dt="2026-05-04T20:50:58.351" v="1927" actId="20577"/>
        <pc:sldMkLst>
          <pc:docMk/>
          <pc:sldMk cId="0" sldId="686"/>
        </pc:sldMkLst>
        <pc:spChg chg="mod">
          <ac:chgData name="Trevoir Williams" userId="6a45007046124a3d" providerId="LiveId" clId="{FD24E84C-CD6E-40B8-B391-F2F3CD6A9CAD}" dt="2026-05-04T20:50:58.351" v="1927" actId="20577"/>
          <ac:spMkLst>
            <pc:docMk/>
            <pc:sldMk cId="0" sldId="686"/>
            <ac:spMk id="3" creationId="{00000000-0000-0000-0000-000000000000}"/>
          </ac:spMkLst>
        </pc:spChg>
        <pc:spChg chg="mod">
          <ac:chgData name="Trevoir Williams" userId="6a45007046124a3d" providerId="LiveId" clId="{FD24E84C-CD6E-40B8-B391-F2F3CD6A9CAD}" dt="2026-05-04T20:48:35.051" v="1914" actId="27636"/>
          <ac:spMkLst>
            <pc:docMk/>
            <pc:sldMk cId="0" sldId="686"/>
            <ac:spMk id="4" creationId="{00000000-0000-0000-0000-000000000000}"/>
          </ac:spMkLst>
        </pc:spChg>
        <pc:spChg chg="mod">
          <ac:chgData name="Trevoir Williams" userId="6a45007046124a3d" providerId="LiveId" clId="{FD24E84C-CD6E-40B8-B391-F2F3CD6A9CAD}" dt="2026-05-04T20:48:35.049" v="1913" actId="27636"/>
          <ac:spMkLst>
            <pc:docMk/>
            <pc:sldMk cId="0" sldId="686"/>
            <ac:spMk id="17" creationId="{00000000-0000-0000-0000-000000000000}"/>
          </ac:spMkLst>
        </pc:spChg>
        <pc:spChg chg="mod">
          <ac:chgData name="Trevoir Williams" userId="6a45007046124a3d" providerId="LiveId" clId="{FD24E84C-CD6E-40B8-B391-F2F3CD6A9CAD}" dt="2026-05-04T20:50:13.189" v="1926" actId="20577"/>
          <ac:spMkLst>
            <pc:docMk/>
            <pc:sldMk cId="0" sldId="686"/>
            <ac:spMk id="21" creationId="{00000000-0000-0000-0000-000000000000}"/>
          </ac:spMkLst>
        </pc:spChg>
      </pc:sldChg>
      <pc:sldChg chg="modSp add mod">
        <pc:chgData name="Trevoir Williams" userId="6a45007046124a3d" providerId="LiveId" clId="{FD24E84C-CD6E-40B8-B391-F2F3CD6A9CAD}" dt="2026-05-04T20:50:59.988" v="1928" actId="20577"/>
        <pc:sldMkLst>
          <pc:docMk/>
          <pc:sldMk cId="0" sldId="687"/>
        </pc:sldMkLst>
        <pc:spChg chg="mod">
          <ac:chgData name="Trevoir Williams" userId="6a45007046124a3d" providerId="LiveId" clId="{FD24E84C-CD6E-40B8-B391-F2F3CD6A9CAD}" dt="2026-05-04T20:50:59.988" v="1928" actId="20577"/>
          <ac:spMkLst>
            <pc:docMk/>
            <pc:sldMk cId="0" sldId="687"/>
            <ac:spMk id="3" creationId="{00000000-0000-0000-0000-000000000000}"/>
          </ac:spMkLst>
        </pc:spChg>
        <pc:spChg chg="mod">
          <ac:chgData name="Trevoir Williams" userId="6a45007046124a3d" providerId="LiveId" clId="{FD24E84C-CD6E-40B8-B391-F2F3CD6A9CAD}" dt="2026-05-04T20:48:35.067" v="1915" actId="27636"/>
          <ac:spMkLst>
            <pc:docMk/>
            <pc:sldMk cId="0" sldId="687"/>
            <ac:spMk id="4" creationId="{00000000-0000-0000-0000-000000000000}"/>
          </ac:spMkLst>
        </pc:spChg>
        <pc:spChg chg="mod">
          <ac:chgData name="Trevoir Williams" userId="6a45007046124a3d" providerId="LiveId" clId="{FD24E84C-CD6E-40B8-B391-F2F3CD6A9CAD}" dt="2026-05-04T20:48:35.073" v="1916" actId="27636"/>
          <ac:spMkLst>
            <pc:docMk/>
            <pc:sldMk cId="0" sldId="687"/>
            <ac:spMk id="17" creationId="{00000000-0000-0000-0000-000000000000}"/>
          </ac:spMkLst>
        </pc:spChg>
      </pc:sldChg>
      <pc:sldChg chg="modSp add mod">
        <pc:chgData name="Trevoir Williams" userId="6a45007046124a3d" providerId="LiveId" clId="{FD24E84C-CD6E-40B8-B391-F2F3CD6A9CAD}" dt="2026-05-04T20:51:01.796" v="1929" actId="20577"/>
        <pc:sldMkLst>
          <pc:docMk/>
          <pc:sldMk cId="0" sldId="688"/>
        </pc:sldMkLst>
        <pc:spChg chg="mod">
          <ac:chgData name="Trevoir Williams" userId="6a45007046124a3d" providerId="LiveId" clId="{FD24E84C-CD6E-40B8-B391-F2F3CD6A9CAD}" dt="2026-05-04T20:51:01.796" v="1929" actId="20577"/>
          <ac:spMkLst>
            <pc:docMk/>
            <pc:sldMk cId="0" sldId="688"/>
            <ac:spMk id="3" creationId="{00000000-0000-0000-0000-000000000000}"/>
          </ac:spMkLst>
        </pc:spChg>
        <pc:spChg chg="mod">
          <ac:chgData name="Trevoir Williams" userId="6a45007046124a3d" providerId="LiveId" clId="{FD24E84C-CD6E-40B8-B391-F2F3CD6A9CAD}" dt="2026-05-04T20:48:35.085" v="1917" actId="27636"/>
          <ac:spMkLst>
            <pc:docMk/>
            <pc:sldMk cId="0" sldId="688"/>
            <ac:spMk id="4" creationId="{00000000-0000-0000-0000-000000000000}"/>
          </ac:spMkLst>
        </pc:spChg>
        <pc:spChg chg="mod">
          <ac:chgData name="Trevoir Williams" userId="6a45007046124a3d" providerId="LiveId" clId="{FD24E84C-CD6E-40B8-B391-F2F3CD6A9CAD}" dt="2026-05-04T20:48:35.092" v="1918" actId="27636"/>
          <ac:spMkLst>
            <pc:docMk/>
            <pc:sldMk cId="0" sldId="688"/>
            <ac:spMk id="17" creationId="{00000000-0000-0000-0000-000000000000}"/>
          </ac:spMkLst>
        </pc:spChg>
      </pc:sldChg>
      <pc:sldChg chg="modSp add mod">
        <pc:chgData name="Trevoir Williams" userId="6a45007046124a3d" providerId="LiveId" clId="{FD24E84C-CD6E-40B8-B391-F2F3CD6A9CAD}" dt="2026-05-19T16:53:25.445" v="3947" actId="27636"/>
        <pc:sldMkLst>
          <pc:docMk/>
          <pc:sldMk cId="0" sldId="689"/>
        </pc:sldMkLst>
        <pc:spChg chg="mod">
          <ac:chgData name="Trevoir Williams" userId="6a45007046124a3d" providerId="LiveId" clId="{FD24E84C-CD6E-40B8-B391-F2F3CD6A9CAD}" dt="2026-05-04T20:51:03.657" v="1930" actId="20577"/>
          <ac:spMkLst>
            <pc:docMk/>
            <pc:sldMk cId="0" sldId="689"/>
            <ac:spMk id="3" creationId="{00000000-0000-0000-0000-000000000000}"/>
          </ac:spMkLst>
        </pc:spChg>
        <pc:spChg chg="mod">
          <ac:chgData name="Trevoir Williams" userId="6a45007046124a3d" providerId="LiveId" clId="{FD24E84C-CD6E-40B8-B391-F2F3CD6A9CAD}" dt="2026-05-19T16:53:25.445" v="3947" actId="27636"/>
          <ac:spMkLst>
            <pc:docMk/>
            <pc:sldMk cId="0" sldId="689"/>
            <ac:spMk id="4" creationId="{00000000-0000-0000-0000-000000000000}"/>
          </ac:spMkLst>
        </pc:spChg>
      </pc:sldChg>
      <pc:sldChg chg="modSp add mod">
        <pc:chgData name="Trevoir Williams" userId="6a45007046124a3d" providerId="LiveId" clId="{FD24E84C-CD6E-40B8-B391-F2F3CD6A9CAD}" dt="2026-05-04T20:51:13.444" v="1941" actId="20577"/>
        <pc:sldMkLst>
          <pc:docMk/>
          <pc:sldMk cId="0" sldId="690"/>
        </pc:sldMkLst>
        <pc:spChg chg="mod">
          <ac:chgData name="Trevoir Williams" userId="6a45007046124a3d" providerId="LiveId" clId="{FD24E84C-CD6E-40B8-B391-F2F3CD6A9CAD}" dt="2026-05-04T20:51:13.444" v="1941" actId="20577"/>
          <ac:spMkLst>
            <pc:docMk/>
            <pc:sldMk cId="0" sldId="690"/>
            <ac:spMk id="3" creationId="{00000000-0000-0000-0000-000000000000}"/>
          </ac:spMkLst>
        </pc:spChg>
        <pc:spChg chg="mod">
          <ac:chgData name="Trevoir Williams" userId="6a45007046124a3d" providerId="LiveId" clId="{FD24E84C-CD6E-40B8-B391-F2F3CD6A9CAD}" dt="2026-05-04T20:48:35.119" v="1921" actId="27636"/>
          <ac:spMkLst>
            <pc:docMk/>
            <pc:sldMk cId="0" sldId="690"/>
            <ac:spMk id="4" creationId="{00000000-0000-0000-0000-000000000000}"/>
          </ac:spMkLst>
        </pc:spChg>
        <pc:spChg chg="mod">
          <ac:chgData name="Trevoir Williams" userId="6a45007046124a3d" providerId="LiveId" clId="{FD24E84C-CD6E-40B8-B391-F2F3CD6A9CAD}" dt="2026-05-04T20:48:35.118" v="1920" actId="27636"/>
          <ac:spMkLst>
            <pc:docMk/>
            <pc:sldMk cId="0" sldId="690"/>
            <ac:spMk id="17" creationId="{00000000-0000-0000-0000-000000000000}"/>
          </ac:spMkLst>
        </pc:spChg>
      </pc:sldChg>
      <pc:sldChg chg="modSp add mod">
        <pc:chgData name="Trevoir Williams" userId="6a45007046124a3d" providerId="LiveId" clId="{FD24E84C-CD6E-40B8-B391-F2F3CD6A9CAD}" dt="2026-05-06T00:07:45.477" v="2198" actId="27636"/>
        <pc:sldMkLst>
          <pc:docMk/>
          <pc:sldMk cId="0" sldId="691"/>
        </pc:sldMkLst>
        <pc:spChg chg="mod">
          <ac:chgData name="Trevoir Williams" userId="6a45007046124a3d" providerId="LiveId" clId="{FD24E84C-CD6E-40B8-B391-F2F3CD6A9CAD}" dt="2026-05-06T00:07:45.474" v="2197" actId="27636"/>
          <ac:spMkLst>
            <pc:docMk/>
            <pc:sldMk cId="0" sldId="691"/>
            <ac:spMk id="3" creationId="{00000000-0000-0000-0000-000000000000}"/>
          </ac:spMkLst>
        </pc:spChg>
        <pc:spChg chg="mod">
          <ac:chgData name="Trevoir Williams" userId="6a45007046124a3d" providerId="LiveId" clId="{FD24E84C-CD6E-40B8-B391-F2F3CD6A9CAD}" dt="2026-05-06T00:07:45.477" v="2198" actId="27636"/>
          <ac:spMkLst>
            <pc:docMk/>
            <pc:sldMk cId="0" sldId="691"/>
            <ac:spMk id="4" creationId="{00000000-0000-0000-0000-000000000000}"/>
          </ac:spMkLst>
        </pc:spChg>
      </pc:sldChg>
      <pc:sldChg chg="modSp add mod">
        <pc:chgData name="Trevoir Williams" userId="6a45007046124a3d" providerId="LiveId" clId="{FD24E84C-CD6E-40B8-B391-F2F3CD6A9CAD}" dt="2026-05-06T00:07:45.488" v="2199" actId="27636"/>
        <pc:sldMkLst>
          <pc:docMk/>
          <pc:sldMk cId="0" sldId="692"/>
        </pc:sldMkLst>
        <pc:spChg chg="mod">
          <ac:chgData name="Trevoir Williams" userId="6a45007046124a3d" providerId="LiveId" clId="{FD24E84C-CD6E-40B8-B391-F2F3CD6A9CAD}" dt="2026-05-06T00:07:45.488" v="2199" actId="27636"/>
          <ac:spMkLst>
            <pc:docMk/>
            <pc:sldMk cId="0" sldId="692"/>
            <ac:spMk id="3" creationId="{00000000-0000-0000-0000-000000000000}"/>
          </ac:spMkLst>
        </pc:spChg>
      </pc:sldChg>
      <pc:sldChg chg="modSp add mod">
        <pc:chgData name="Trevoir Williams" userId="6a45007046124a3d" providerId="LiveId" clId="{FD24E84C-CD6E-40B8-B391-F2F3CD6A9CAD}" dt="2026-05-08T16:18:33.163" v="2854" actId="20577"/>
        <pc:sldMkLst>
          <pc:docMk/>
          <pc:sldMk cId="0" sldId="693"/>
        </pc:sldMkLst>
        <pc:spChg chg="mod">
          <ac:chgData name="Trevoir Williams" userId="6a45007046124a3d" providerId="LiveId" clId="{FD24E84C-CD6E-40B8-B391-F2F3CD6A9CAD}" dt="2026-05-08T15:57:18.338" v="2773" actId="27636"/>
          <ac:spMkLst>
            <pc:docMk/>
            <pc:sldMk cId="0" sldId="693"/>
            <ac:spMk id="3" creationId="{00000000-0000-0000-0000-000000000000}"/>
          </ac:spMkLst>
        </pc:spChg>
        <pc:spChg chg="mod">
          <ac:chgData name="Trevoir Williams" userId="6a45007046124a3d" providerId="LiveId" clId="{FD24E84C-CD6E-40B8-B391-F2F3CD6A9CAD}" dt="2026-05-08T16:18:33.163" v="2854" actId="20577"/>
          <ac:spMkLst>
            <pc:docMk/>
            <pc:sldMk cId="0" sldId="693"/>
            <ac:spMk id="4" creationId="{00000000-0000-0000-0000-000000000000}"/>
          </ac:spMkLst>
        </pc:spChg>
        <pc:spChg chg="mod">
          <ac:chgData name="Trevoir Williams" userId="6a45007046124a3d" providerId="LiveId" clId="{FD24E84C-CD6E-40B8-B391-F2F3CD6A9CAD}" dt="2026-05-08T15:57:18.309" v="2772" actId="27636"/>
          <ac:spMkLst>
            <pc:docMk/>
            <pc:sldMk cId="0" sldId="693"/>
            <ac:spMk id="9" creationId="{00000000-0000-0000-0000-000000000000}"/>
          </ac:spMkLst>
        </pc:spChg>
        <pc:spChg chg="mod">
          <ac:chgData name="Trevoir Williams" userId="6a45007046124a3d" providerId="LiveId" clId="{FD24E84C-CD6E-40B8-B391-F2F3CD6A9CAD}" dt="2026-05-08T15:57:18.274" v="2771" actId="27636"/>
          <ac:spMkLst>
            <pc:docMk/>
            <pc:sldMk cId="0" sldId="693"/>
            <ac:spMk id="14" creationId="{00000000-0000-0000-0000-000000000000}"/>
          </ac:spMkLst>
        </pc:spChg>
      </pc:sldChg>
      <pc:sldChg chg="modSp add mod modAnim">
        <pc:chgData name="Trevoir Williams" userId="6a45007046124a3d" providerId="LiveId" clId="{FD24E84C-CD6E-40B8-B391-F2F3CD6A9CAD}" dt="2026-05-08T16:18:32.342" v="2853" actId="20577"/>
        <pc:sldMkLst>
          <pc:docMk/>
          <pc:sldMk cId="0" sldId="694"/>
        </pc:sldMkLst>
        <pc:spChg chg="mod">
          <ac:chgData name="Trevoir Williams" userId="6a45007046124a3d" providerId="LiveId" clId="{FD24E84C-CD6E-40B8-B391-F2F3CD6A9CAD}" dt="2026-05-08T15:57:18.462" v="2776" actId="27636"/>
          <ac:spMkLst>
            <pc:docMk/>
            <pc:sldMk cId="0" sldId="694"/>
            <ac:spMk id="3" creationId="{00000000-0000-0000-0000-000000000000}"/>
          </ac:spMkLst>
        </pc:spChg>
        <pc:spChg chg="mod">
          <ac:chgData name="Trevoir Williams" userId="6a45007046124a3d" providerId="LiveId" clId="{FD24E84C-CD6E-40B8-B391-F2F3CD6A9CAD}" dt="2026-05-08T16:18:32.342" v="2853" actId="20577"/>
          <ac:spMkLst>
            <pc:docMk/>
            <pc:sldMk cId="0" sldId="694"/>
            <ac:spMk id="4" creationId="{00000000-0000-0000-0000-000000000000}"/>
          </ac:spMkLst>
        </pc:spChg>
        <pc:spChg chg="mod">
          <ac:chgData name="Trevoir Williams" userId="6a45007046124a3d" providerId="LiveId" clId="{FD24E84C-CD6E-40B8-B391-F2F3CD6A9CAD}" dt="2026-05-08T15:57:18.422" v="2775" actId="27636"/>
          <ac:spMkLst>
            <pc:docMk/>
            <pc:sldMk cId="0" sldId="694"/>
            <ac:spMk id="9" creationId="{00000000-0000-0000-0000-000000000000}"/>
          </ac:spMkLst>
        </pc:spChg>
        <pc:spChg chg="mod">
          <ac:chgData name="Trevoir Williams" userId="6a45007046124a3d" providerId="LiveId" clId="{FD24E84C-CD6E-40B8-B391-F2F3CD6A9CAD}" dt="2026-05-08T15:58:31.586" v="2780" actId="20577"/>
          <ac:spMkLst>
            <pc:docMk/>
            <pc:sldMk cId="0" sldId="694"/>
            <ac:spMk id="14" creationId="{00000000-0000-0000-0000-000000000000}"/>
          </ac:spMkLst>
        </pc:spChg>
        <pc:spChg chg="mod">
          <ac:chgData name="Trevoir Williams" userId="6a45007046124a3d" providerId="LiveId" clId="{FD24E84C-CD6E-40B8-B391-F2F3CD6A9CAD}" dt="2026-05-08T15:58:08.063" v="2779" actId="20577"/>
          <ac:spMkLst>
            <pc:docMk/>
            <pc:sldMk cId="0" sldId="694"/>
            <ac:spMk id="16" creationId="{00000000-0000-0000-0000-000000000000}"/>
          </ac:spMkLst>
        </pc:spChg>
      </pc:sldChg>
      <pc:sldChg chg="modSp add mod setBg modAnim">
        <pc:chgData name="Trevoir Williams" userId="6a45007046124a3d" providerId="LiveId" clId="{FD24E84C-CD6E-40B8-B391-F2F3CD6A9CAD}" dt="2026-05-12T20:46:44.061" v="3076"/>
        <pc:sldMkLst>
          <pc:docMk/>
          <pc:sldMk cId="0" sldId="696"/>
        </pc:sldMkLst>
        <pc:spChg chg="mod">
          <ac:chgData name="Trevoir Williams" userId="6a45007046124a3d" providerId="LiveId" clId="{FD24E84C-CD6E-40B8-B391-F2F3CD6A9CAD}" dt="2026-05-12T20:45:16.555" v="3003" actId="27636"/>
          <ac:spMkLst>
            <pc:docMk/>
            <pc:sldMk cId="0" sldId="696"/>
            <ac:spMk id="6" creationId="{00000000-0000-0000-0000-000000000000}"/>
          </ac:spMkLst>
        </pc:spChg>
        <pc:spChg chg="mod">
          <ac:chgData name="Trevoir Williams" userId="6a45007046124a3d" providerId="LiveId" clId="{FD24E84C-CD6E-40B8-B391-F2F3CD6A9CAD}" dt="2026-05-12T20:45:16.558" v="3004" actId="27636"/>
          <ac:spMkLst>
            <pc:docMk/>
            <pc:sldMk cId="0" sldId="696"/>
            <ac:spMk id="9" creationId="{00000000-0000-0000-0000-000000000000}"/>
          </ac:spMkLst>
        </pc:spChg>
        <pc:spChg chg="mod">
          <ac:chgData name="Trevoir Williams" userId="6a45007046124a3d" providerId="LiveId" clId="{FD24E84C-CD6E-40B8-B391-F2F3CD6A9CAD}" dt="2026-05-12T20:45:16.551" v="3001" actId="27636"/>
          <ac:spMkLst>
            <pc:docMk/>
            <pc:sldMk cId="0" sldId="696"/>
            <ac:spMk id="13" creationId="{00000000-0000-0000-0000-000000000000}"/>
          </ac:spMkLst>
        </pc:spChg>
        <pc:spChg chg="mod">
          <ac:chgData name="Trevoir Williams" userId="6a45007046124a3d" providerId="LiveId" clId="{FD24E84C-CD6E-40B8-B391-F2F3CD6A9CAD}" dt="2026-05-12T20:45:16.567" v="3008" actId="27636"/>
          <ac:spMkLst>
            <pc:docMk/>
            <pc:sldMk cId="0" sldId="696"/>
            <ac:spMk id="21" creationId="{00000000-0000-0000-0000-000000000000}"/>
          </ac:spMkLst>
        </pc:spChg>
        <pc:spChg chg="mod">
          <ac:chgData name="Trevoir Williams" userId="6a45007046124a3d" providerId="LiveId" clId="{FD24E84C-CD6E-40B8-B391-F2F3CD6A9CAD}" dt="2026-05-12T20:45:16.560" v="3005" actId="27636"/>
          <ac:spMkLst>
            <pc:docMk/>
            <pc:sldMk cId="0" sldId="696"/>
            <ac:spMk id="25" creationId="{00000000-0000-0000-0000-000000000000}"/>
          </ac:spMkLst>
        </pc:spChg>
        <pc:spChg chg="mod">
          <ac:chgData name="Trevoir Williams" userId="6a45007046124a3d" providerId="LiveId" clId="{FD24E84C-CD6E-40B8-B391-F2F3CD6A9CAD}" dt="2026-05-12T20:45:16.548" v="2999" actId="27636"/>
          <ac:spMkLst>
            <pc:docMk/>
            <pc:sldMk cId="0" sldId="696"/>
            <ac:spMk id="29" creationId="{00000000-0000-0000-0000-000000000000}"/>
          </ac:spMkLst>
        </pc:spChg>
        <pc:spChg chg="mod">
          <ac:chgData name="Trevoir Williams" userId="6a45007046124a3d" providerId="LiveId" clId="{FD24E84C-CD6E-40B8-B391-F2F3CD6A9CAD}" dt="2026-05-12T20:45:16.554" v="3002" actId="27636"/>
          <ac:spMkLst>
            <pc:docMk/>
            <pc:sldMk cId="0" sldId="696"/>
            <ac:spMk id="31" creationId="{00000000-0000-0000-0000-000000000000}"/>
          </ac:spMkLst>
        </pc:spChg>
        <pc:spChg chg="mod">
          <ac:chgData name="Trevoir Williams" userId="6a45007046124a3d" providerId="LiveId" clId="{FD24E84C-CD6E-40B8-B391-F2F3CD6A9CAD}" dt="2026-05-12T20:45:16.549" v="3000" actId="27636"/>
          <ac:spMkLst>
            <pc:docMk/>
            <pc:sldMk cId="0" sldId="696"/>
            <ac:spMk id="32" creationId="{00000000-0000-0000-0000-000000000000}"/>
          </ac:spMkLst>
        </pc:spChg>
        <pc:spChg chg="mod">
          <ac:chgData name="Trevoir Williams" userId="6a45007046124a3d" providerId="LiveId" clId="{FD24E84C-CD6E-40B8-B391-F2F3CD6A9CAD}" dt="2026-05-12T20:45:16.562" v="3006" actId="27636"/>
          <ac:spMkLst>
            <pc:docMk/>
            <pc:sldMk cId="0" sldId="696"/>
            <ac:spMk id="34" creationId="{00000000-0000-0000-0000-000000000000}"/>
          </ac:spMkLst>
        </pc:spChg>
        <pc:spChg chg="mod">
          <ac:chgData name="Trevoir Williams" userId="6a45007046124a3d" providerId="LiveId" clId="{FD24E84C-CD6E-40B8-B391-F2F3CD6A9CAD}" dt="2026-05-12T20:45:16.563" v="3007" actId="27636"/>
          <ac:spMkLst>
            <pc:docMk/>
            <pc:sldMk cId="0" sldId="696"/>
            <ac:spMk id="35" creationId="{00000000-0000-0000-0000-000000000000}"/>
          </ac:spMkLst>
        </pc:spChg>
      </pc:sldChg>
      <pc:sldChg chg="add modAnim">
        <pc:chgData name="Trevoir Williams" userId="6a45007046124a3d" providerId="LiveId" clId="{FD24E84C-CD6E-40B8-B391-F2F3CD6A9CAD}" dt="2026-05-14T17:27:32.192" v="3328"/>
        <pc:sldMkLst>
          <pc:docMk/>
          <pc:sldMk cId="0" sldId="697"/>
        </pc:sldMkLst>
      </pc:sldChg>
      <pc:sldChg chg="add addAnim delAnim modAnim">
        <pc:chgData name="Trevoir Williams" userId="6a45007046124a3d" providerId="LiveId" clId="{FD24E84C-CD6E-40B8-B391-F2F3CD6A9CAD}" dt="2026-05-14T17:27:58.424" v="3331"/>
        <pc:sldMkLst>
          <pc:docMk/>
          <pc:sldMk cId="0" sldId="698"/>
        </pc:sldMkLst>
      </pc:sldChg>
      <pc:sldChg chg="add">
        <pc:chgData name="Trevoir Williams" userId="6a45007046124a3d" providerId="LiveId" clId="{FD24E84C-CD6E-40B8-B391-F2F3CD6A9CAD}" dt="2026-05-14T17:27:06.651" v="3324"/>
        <pc:sldMkLst>
          <pc:docMk/>
          <pc:sldMk cId="0" sldId="699"/>
        </pc:sldMkLst>
      </pc:sldChg>
      <pc:sldChg chg="add addAnim delAnim modAnim">
        <pc:chgData name="Trevoir Williams" userId="6a45007046124a3d" providerId="LiveId" clId="{FD24E84C-CD6E-40B8-B391-F2F3CD6A9CAD}" dt="2026-05-14T17:28:13.767" v="3333"/>
        <pc:sldMkLst>
          <pc:docMk/>
          <pc:sldMk cId="0" sldId="700"/>
        </pc:sldMkLst>
      </pc:sldChg>
      <pc:sldChg chg="add">
        <pc:chgData name="Trevoir Williams" userId="6a45007046124a3d" providerId="LiveId" clId="{FD24E84C-CD6E-40B8-B391-F2F3CD6A9CAD}" dt="2026-05-14T17:27:06.651" v="3324"/>
        <pc:sldMkLst>
          <pc:docMk/>
          <pc:sldMk cId="0" sldId="701"/>
        </pc:sldMkLst>
      </pc:sldChg>
      <pc:sldChg chg="add">
        <pc:chgData name="Trevoir Williams" userId="6a45007046124a3d" providerId="LiveId" clId="{FD24E84C-CD6E-40B8-B391-F2F3CD6A9CAD}" dt="2026-05-14T17:27:06.651" v="3324"/>
        <pc:sldMkLst>
          <pc:docMk/>
          <pc:sldMk cId="0" sldId="702"/>
        </pc:sldMkLst>
      </pc:sldChg>
      <pc:sldChg chg="add addAnim delAnim modAnim">
        <pc:chgData name="Trevoir Williams" userId="6a45007046124a3d" providerId="LiveId" clId="{FD24E84C-CD6E-40B8-B391-F2F3CD6A9CAD}" dt="2026-05-14T17:28:46.480" v="3339"/>
        <pc:sldMkLst>
          <pc:docMk/>
          <pc:sldMk cId="0" sldId="703"/>
        </pc:sldMkLst>
      </pc:sldChg>
      <pc:sldChg chg="delSp modSp add mod addAnim delAnim modAnim">
        <pc:chgData name="Trevoir Williams" userId="6a45007046124a3d" providerId="LiveId" clId="{FD24E84C-CD6E-40B8-B391-F2F3CD6A9CAD}" dt="2026-05-14T17:36:12.117" v="3349" actId="20577"/>
        <pc:sldMkLst>
          <pc:docMk/>
          <pc:sldMk cId="0" sldId="704"/>
        </pc:sldMkLst>
        <pc:spChg chg="mod">
          <ac:chgData name="Trevoir Williams" userId="6a45007046124a3d" providerId="LiveId" clId="{FD24E84C-CD6E-40B8-B391-F2F3CD6A9CAD}" dt="2026-05-14T17:36:12.117" v="3349" actId="20577"/>
          <ac:spMkLst>
            <pc:docMk/>
            <pc:sldMk cId="0" sldId="704"/>
            <ac:spMk id="3" creationId="{00000000-0000-0000-0000-000000000000}"/>
          </ac:spMkLst>
        </pc:spChg>
      </pc:sldChg>
      <pc:sldChg chg="add del addAnim delAnim modAnim">
        <pc:chgData name="Trevoir Williams" userId="6a45007046124a3d" providerId="LiveId" clId="{FD24E84C-CD6E-40B8-B391-F2F3CD6A9CAD}" dt="2026-05-17T19:02:06.773" v="3833"/>
        <pc:sldMkLst>
          <pc:docMk/>
          <pc:sldMk cId="0" sldId="712"/>
        </pc:sldMkLst>
      </pc:sldChg>
      <pc:sldChg chg="modSp add del mod addAnim delAnim modAnim">
        <pc:chgData name="Trevoir Williams" userId="6a45007046124a3d" providerId="LiveId" clId="{FD24E84C-CD6E-40B8-B391-F2F3CD6A9CAD}" dt="2026-05-17T18:50:43.479" v="3462"/>
        <pc:sldMkLst>
          <pc:docMk/>
          <pc:sldMk cId="0" sldId="713"/>
        </pc:sldMkLst>
        <pc:spChg chg="mod">
          <ac:chgData name="Trevoir Williams" userId="6a45007046124a3d" providerId="LiveId" clId="{FD24E84C-CD6E-40B8-B391-F2F3CD6A9CAD}" dt="2026-05-17T18:49:29.571" v="3444" actId="14100"/>
          <ac:spMkLst>
            <pc:docMk/>
            <pc:sldMk cId="0" sldId="713"/>
            <ac:spMk id="3" creationId="{00000000-0000-0000-0000-000000000000}"/>
          </ac:spMkLst>
        </pc:spChg>
        <pc:spChg chg="mod">
          <ac:chgData name="Trevoir Williams" userId="6a45007046124a3d" providerId="LiveId" clId="{FD24E84C-CD6E-40B8-B391-F2F3CD6A9CAD}" dt="2026-05-17T18:50:31.362" v="3459" actId="20577"/>
          <ac:spMkLst>
            <pc:docMk/>
            <pc:sldMk cId="0" sldId="713"/>
            <ac:spMk id="4" creationId="{00000000-0000-0000-0000-000000000000}"/>
          </ac:spMkLst>
        </pc:spChg>
      </pc:sldChg>
      <pc:sldChg chg="delSp modSp add del mod modAnim">
        <pc:chgData name="Trevoir Williams" userId="6a45007046124a3d" providerId="LiveId" clId="{FD24E84C-CD6E-40B8-B391-F2F3CD6A9CAD}" dt="2026-05-17T18:52:06.554" v="3503"/>
        <pc:sldMkLst>
          <pc:docMk/>
          <pc:sldMk cId="0" sldId="714"/>
        </pc:sldMkLst>
        <pc:spChg chg="mod">
          <ac:chgData name="Trevoir Williams" userId="6a45007046124a3d" providerId="LiveId" clId="{FD24E84C-CD6E-40B8-B391-F2F3CD6A9CAD}" dt="2026-05-17T18:51:42.073" v="3501" actId="404"/>
          <ac:spMkLst>
            <pc:docMk/>
            <pc:sldMk cId="0" sldId="714"/>
            <ac:spMk id="2" creationId="{00000000-0000-0000-0000-000000000000}"/>
          </ac:spMkLst>
        </pc:spChg>
        <pc:spChg chg="mod">
          <ac:chgData name="Trevoir Williams" userId="6a45007046124a3d" providerId="LiveId" clId="{FD24E84C-CD6E-40B8-B391-F2F3CD6A9CAD}" dt="2026-05-17T18:52:00.159" v="3502" actId="20577"/>
          <ac:spMkLst>
            <pc:docMk/>
            <pc:sldMk cId="0" sldId="714"/>
            <ac:spMk id="14" creationId="{00000000-0000-0000-0000-000000000000}"/>
          </ac:spMkLst>
        </pc:spChg>
      </pc:sldChg>
      <pc:sldChg chg="modSp add del mod addAnim delAnim modAnim">
        <pc:chgData name="Trevoir Williams" userId="6a45007046124a3d" providerId="LiveId" clId="{FD24E84C-CD6E-40B8-B391-F2F3CD6A9CAD}" dt="2026-05-17T18:54:23.986" v="3609"/>
        <pc:sldMkLst>
          <pc:docMk/>
          <pc:sldMk cId="0" sldId="715"/>
        </pc:sldMkLst>
        <pc:spChg chg="mod">
          <ac:chgData name="Trevoir Williams" userId="6a45007046124a3d" providerId="LiveId" clId="{FD24E84C-CD6E-40B8-B391-F2F3CD6A9CAD}" dt="2026-05-17T18:53:39.946" v="3600" actId="20577"/>
          <ac:spMkLst>
            <pc:docMk/>
            <pc:sldMk cId="0" sldId="715"/>
            <ac:spMk id="3" creationId="{00000000-0000-0000-0000-000000000000}"/>
          </ac:spMkLst>
        </pc:spChg>
        <pc:cxnChg chg="mod">
          <ac:chgData name="Trevoir Williams" userId="6a45007046124a3d" providerId="LiveId" clId="{FD24E84C-CD6E-40B8-B391-F2F3CD6A9CAD}" dt="2026-05-17T18:53:21.844" v="3580" actId="14100"/>
          <ac:cxnSpMkLst>
            <pc:docMk/>
            <pc:sldMk cId="0" sldId="715"/>
            <ac:cxnSpMk id="9" creationId="{00000000-0000-0000-0000-000000000000}"/>
          </ac:cxnSpMkLst>
        </pc:cxnChg>
      </pc:sldChg>
      <pc:sldChg chg="delSp modSp add del mod addAnim delAnim modAnim">
        <pc:chgData name="Trevoir Williams" userId="6a45007046124a3d" providerId="LiveId" clId="{FD24E84C-CD6E-40B8-B391-F2F3CD6A9CAD}" dt="2026-05-17T18:56:34.226" v="3627" actId="478"/>
        <pc:sldMkLst>
          <pc:docMk/>
          <pc:sldMk cId="0" sldId="717"/>
        </pc:sldMkLst>
        <pc:cxnChg chg="mod">
          <ac:chgData name="Trevoir Williams" userId="6a45007046124a3d" providerId="LiveId" clId="{FD24E84C-CD6E-40B8-B391-F2F3CD6A9CAD}" dt="2026-05-17T18:55:09.064" v="3611" actId="17032"/>
          <ac:cxnSpMkLst>
            <pc:docMk/>
            <pc:sldMk cId="0" sldId="717"/>
            <ac:cxnSpMk id="8" creationId="{00000000-0000-0000-0000-000000000000}"/>
          </ac:cxnSpMkLst>
        </pc:cxnChg>
        <pc:cxnChg chg="mod">
          <ac:chgData name="Trevoir Williams" userId="6a45007046124a3d" providerId="LiveId" clId="{FD24E84C-CD6E-40B8-B391-F2F3CD6A9CAD}" dt="2026-05-17T18:55:25.072" v="3613" actId="17032"/>
          <ac:cxnSpMkLst>
            <pc:docMk/>
            <pc:sldMk cId="0" sldId="717"/>
            <ac:cxnSpMk id="9" creationId="{00000000-0000-0000-0000-000000000000}"/>
          </ac:cxnSpMkLst>
        </pc:cxnChg>
        <pc:cxnChg chg="mod">
          <ac:chgData name="Trevoir Williams" userId="6a45007046124a3d" providerId="LiveId" clId="{FD24E84C-CD6E-40B8-B391-F2F3CD6A9CAD}" dt="2026-05-17T18:55:25.072" v="3613" actId="17032"/>
          <ac:cxnSpMkLst>
            <pc:docMk/>
            <pc:sldMk cId="0" sldId="717"/>
            <ac:cxnSpMk id="10" creationId="{00000000-0000-0000-0000-000000000000}"/>
          </ac:cxnSpMkLst>
        </pc:cxnChg>
        <pc:cxnChg chg="mod">
          <ac:chgData name="Trevoir Williams" userId="6a45007046124a3d" providerId="LiveId" clId="{FD24E84C-CD6E-40B8-B391-F2F3CD6A9CAD}" dt="2026-05-17T18:55:25.072" v="3613" actId="17032"/>
          <ac:cxnSpMkLst>
            <pc:docMk/>
            <pc:sldMk cId="0" sldId="717"/>
            <ac:cxnSpMk id="11" creationId="{00000000-0000-0000-0000-000000000000}"/>
          </ac:cxnSpMkLst>
        </pc:cxnChg>
      </pc:sldChg>
      <pc:sldChg chg="delSp modSp add del mod addAnim delAnim modAnim">
        <pc:chgData name="Trevoir Williams" userId="6a45007046124a3d" providerId="LiveId" clId="{FD24E84C-CD6E-40B8-B391-F2F3CD6A9CAD}" dt="2026-05-17T18:58:00.448" v="3667"/>
        <pc:sldMkLst>
          <pc:docMk/>
          <pc:sldMk cId="0" sldId="718"/>
        </pc:sldMkLst>
        <pc:spChg chg="mod">
          <ac:chgData name="Trevoir Williams" userId="6a45007046124a3d" providerId="LiveId" clId="{FD24E84C-CD6E-40B8-B391-F2F3CD6A9CAD}" dt="2026-05-17T18:57:12.759" v="3656" actId="20577"/>
          <ac:spMkLst>
            <pc:docMk/>
            <pc:sldMk cId="0" sldId="718"/>
            <ac:spMk id="2" creationId="{00000000-0000-0000-0000-000000000000}"/>
          </ac:spMkLst>
        </pc:spChg>
      </pc:sldChg>
      <pc:sldChg chg="modSp add del mod modAnim">
        <pc:chgData name="Trevoir Williams" userId="6a45007046124a3d" providerId="LiveId" clId="{FD24E84C-CD6E-40B8-B391-F2F3CD6A9CAD}" dt="2026-05-17T18:58:35.355" v="3691"/>
        <pc:sldMkLst>
          <pc:docMk/>
          <pc:sldMk cId="0" sldId="719"/>
        </pc:sldMkLst>
        <pc:spChg chg="mod">
          <ac:chgData name="Trevoir Williams" userId="6a45007046124a3d" providerId="LiveId" clId="{FD24E84C-CD6E-40B8-B391-F2F3CD6A9CAD}" dt="2026-05-17T18:58:23.968" v="3688" actId="20577"/>
          <ac:spMkLst>
            <pc:docMk/>
            <pc:sldMk cId="0" sldId="719"/>
            <ac:spMk id="2" creationId="{00000000-0000-0000-0000-000000000000}"/>
          </ac:spMkLst>
        </pc:spChg>
      </pc:sldChg>
      <pc:sldChg chg="modSp add del mod">
        <pc:chgData name="Trevoir Williams" userId="6a45007046124a3d" providerId="LiveId" clId="{FD24E84C-CD6E-40B8-B391-F2F3CD6A9CAD}" dt="2026-05-17T18:59:14.893" v="3756" actId="167"/>
        <pc:sldMkLst>
          <pc:docMk/>
          <pc:sldMk cId="0" sldId="720"/>
        </pc:sldMkLst>
        <pc:spChg chg="mod">
          <ac:chgData name="Trevoir Williams" userId="6a45007046124a3d" providerId="LiveId" clId="{FD24E84C-CD6E-40B8-B391-F2F3CD6A9CAD}" dt="2026-05-17T18:59:02.143" v="3731" actId="404"/>
          <ac:spMkLst>
            <pc:docMk/>
            <pc:sldMk cId="0" sldId="720"/>
            <ac:spMk id="2" creationId="{00000000-0000-0000-0000-000000000000}"/>
          </ac:spMkLst>
        </pc:spChg>
        <pc:spChg chg="mod">
          <ac:chgData name="Trevoir Williams" userId="6a45007046124a3d" providerId="LiveId" clId="{FD24E84C-CD6E-40B8-B391-F2F3CD6A9CAD}" dt="2026-05-17T18:59:10.164" v="3755" actId="1035"/>
          <ac:spMkLst>
            <pc:docMk/>
            <pc:sldMk cId="0" sldId="720"/>
            <ac:spMk id="6" creationId="{00000000-0000-0000-0000-000000000000}"/>
          </ac:spMkLst>
        </pc:spChg>
        <pc:cxnChg chg="ord">
          <ac:chgData name="Trevoir Williams" userId="6a45007046124a3d" providerId="LiveId" clId="{FD24E84C-CD6E-40B8-B391-F2F3CD6A9CAD}" dt="2026-05-17T18:59:14.893" v="3756" actId="167"/>
          <ac:cxnSpMkLst>
            <pc:docMk/>
            <pc:sldMk cId="0" sldId="720"/>
            <ac:cxnSpMk id="12" creationId="{00000000-0000-0000-0000-000000000000}"/>
          </ac:cxnSpMkLst>
        </pc:cxnChg>
      </pc:sldChg>
      <pc:sldChg chg="modSp add del mod modAnim">
        <pc:chgData name="Trevoir Williams" userId="6a45007046124a3d" providerId="LiveId" clId="{FD24E84C-CD6E-40B8-B391-F2F3CD6A9CAD}" dt="2026-05-17T19:01:05.661" v="3825"/>
        <pc:sldMkLst>
          <pc:docMk/>
          <pc:sldMk cId="0" sldId="721"/>
        </pc:sldMkLst>
        <pc:spChg chg="mod">
          <ac:chgData name="Trevoir Williams" userId="6a45007046124a3d" providerId="LiveId" clId="{FD24E84C-CD6E-40B8-B391-F2F3CD6A9CAD}" dt="2026-05-17T18:59:50.605" v="3758" actId="20577"/>
          <ac:spMkLst>
            <pc:docMk/>
            <pc:sldMk cId="0" sldId="721"/>
            <ac:spMk id="3" creationId="{00000000-0000-0000-0000-000000000000}"/>
          </ac:spMkLst>
        </pc:spChg>
        <pc:spChg chg="mod">
          <ac:chgData name="Trevoir Williams" userId="6a45007046124a3d" providerId="LiveId" clId="{FD24E84C-CD6E-40B8-B391-F2F3CD6A9CAD}" dt="2026-05-17T19:00:40.173" v="3809" actId="20577"/>
          <ac:spMkLst>
            <pc:docMk/>
            <pc:sldMk cId="0" sldId="721"/>
            <ac:spMk id="5" creationId="{00000000-0000-0000-0000-000000000000}"/>
          </ac:spMkLst>
        </pc:spChg>
        <pc:spChg chg="mod">
          <ac:chgData name="Trevoir Williams" userId="6a45007046124a3d" providerId="LiveId" clId="{FD24E84C-CD6E-40B8-B391-F2F3CD6A9CAD}" dt="2026-05-17T19:00:59.831" v="3824" actId="20577"/>
          <ac:spMkLst>
            <pc:docMk/>
            <pc:sldMk cId="0" sldId="721"/>
            <ac:spMk id="9" creationId="{00000000-0000-0000-0000-000000000000}"/>
          </ac:spMkLst>
        </pc:spChg>
      </pc:sldChg>
      <pc:sldMasterChg chg="delSldLayout">
        <pc:chgData name="Trevoir Williams" userId="6a45007046124a3d" providerId="LiveId" clId="{FD24E84C-CD6E-40B8-B391-F2F3CD6A9CAD}" dt="2026-05-15T22:12:11.398" v="3369" actId="47"/>
        <pc:sldMasterMkLst>
          <pc:docMk/>
          <pc:sldMasterMk cId="0" sldId="2147483648"/>
        </pc:sldMasterMkLst>
      </pc:sldMasterChg>
      <pc:sldMasterChg chg="delSldLayout">
        <pc:chgData name="Trevoir Williams" userId="6a45007046124a3d" providerId="LiveId" clId="{FD24E84C-CD6E-40B8-B391-F2F3CD6A9CAD}" dt="2026-05-17T19:01:15.658" v="3826" actId="47"/>
        <pc:sldMasterMkLst>
          <pc:docMk/>
          <pc:sldMasterMk cId="763774119" sldId="2147483651"/>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6537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t>Welcome to </a:t>
            </a:r>
            <a:r>
              <a:rPr lang="en-US"/>
              <a:t>“</a:t>
            </a:r>
            <a:r>
              <a:rPr lang="it-IT" sz="1200" b="1">
                <a:solidFill>
                  <a:srgbClr val="007DB8"/>
                </a:solidFill>
                <a:latin typeface="Raleway" pitchFamily="34" charset="0"/>
                <a:ea typeface="Raleway" pitchFamily="34" charset="-122"/>
                <a:cs typeface="Raleway" pitchFamily="34" charset="-120"/>
              </a:rPr>
              <a:t>Semantic Kernel SDK - Integrating AI in Applications»»»"</a:t>
            </a:r>
          </a:p>
          <a:p>
            <a:br>
              <a:rPr/>
            </a:br>
            <a:r>
              <a:t>In this course, we're going to explore how Semantic Kernel helps us integrate AI into real .NET applications in a way that is structured, maintainable, and commercially relevant.</a:t>
            </a:r>
            <a:br>
              <a:rPr/>
            </a:br>
            <a:endParaRP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Hello, I'm Trevoir Williams.</a:t>
            </a:r>
            <a:br>
              <a:rPr/>
            </a:br>
            <a:br>
              <a:rPr/>
            </a:br>
            <a:r>
              <a:t>I'm a software engineer, certified trainer, and author, and I've spent more than fifteen years building software and teaching technical topics.</a:t>
            </a:r>
            <a:br>
              <a:rPr/>
            </a:br>
            <a:br>
              <a:rPr/>
            </a:br>
            <a:r>
              <a:t>In this course, my goal is to help you understand Semantic Kernel clearly, apply it practically, and use it with confidence in modern .NET applications.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By the end of this course, there are six outcomes I want you to walk away with.</a:t>
            </a:r>
            <a:br/>
            <a:br/>
            <a:r>
              <a:t>You should be able to understand SK deeply. Explain kernels, services, connectors, plugins, prompts, functions, and orchestration in .NET applications.</a:t>
            </a:r>
            <a:br/>
            <a:br/>
            <a:r>
              <a:t>You should be able to build with Azure OpenAI. Connect Semantic Kernel to Azure OpenAI and configure model-backed application workflows.</a:t>
            </a:r>
            <a:br/>
            <a:br/>
            <a:r>
              <a:t>You should be able to create business plugins. Expose reusable application capabilities to AI through well-described plugin functions.</a:t>
            </a:r>
            <a:br/>
            <a:br/>
            <a:r>
              <a:t>You should be able to move into ASP.NET Core. Translate console patterns into a real web portal with dependency injection and service boundaries.</a:t>
            </a:r>
            <a:br/>
            <a:br/>
            <a:r>
              <a:t>You should be able to ground with documents. Use document processing, RAG, citations, and context management for trustworthy answers.</a:t>
            </a:r>
            <a:br/>
            <a:br/>
            <a:r>
              <a:t>You should be able to harden for enterprise. Add guardrails, workflow orchestration, observability, evaluation, and production readiness.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course project is KnowledgeOps Portal, which is a real ASP.NET Core business portal with an embedded Semantic Kernel copilot.</a:t>
            </a:r>
            <a:br/>
            <a:br/>
            <a:r>
              <a:t>We begin with console-based Semantic Kernel fundamentals so the core ideas are easy to understand without interface noise.</a:t>
            </a:r>
            <a:br/>
            <a:br/>
            <a:r>
              <a:t>From there, we move into the ASP.NET Core portal, where those same concepts are applied inside a real web application.</a:t>
            </a:r>
            <a:br/>
            <a:br/>
            <a:r>
              <a:t>The copilot becomes contextual, which means it understands the current page, record, or workflow instead of behaving like a disconnected chat screen.</a:t>
            </a:r>
            <a:br/>
            <a:br/>
            <a:r>
              <a:t>We then add document-aware retrieval and grounding so the assistant can answer from trusted business content.</a:t>
            </a:r>
            <a:br/>
            <a:br/>
            <a:r>
              <a:t>Finally, we add enterprise controls such as authorization, confirmation gates, guardrails, telemetry, and evaluation so the solution is useful in a serious application context.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learning path in this course is very intentional.</a:t>
            </a:r>
            <a:br>
              <a:rPr/>
            </a:br>
            <a:br>
              <a:rPr/>
            </a:br>
            <a:r>
              <a:t>Start in the console to learn kernels, prompts, plugins, and functions without UI noise.</a:t>
            </a:r>
            <a:br>
              <a:rPr/>
            </a:br>
            <a:br>
              <a:rPr/>
            </a:br>
            <a:r>
              <a:t>Move into ASP.NET Core only after the learner understands the Semantic Kernel primitives.</a:t>
            </a:r>
            <a:br>
              <a:rPr/>
            </a:br>
            <a:br>
              <a:rPr/>
            </a:br>
            <a:r>
              <a:t>Embed the </a:t>
            </a:r>
            <a:r>
              <a:rPr lang="en-US"/>
              <a:t>Copilot</a:t>
            </a:r>
            <a:r>
              <a:t> inside a business portal rather than building a redundant generic chat app.</a:t>
            </a:r>
            <a:br>
              <a:rPr/>
            </a:br>
            <a:br>
              <a:rPr/>
            </a:br>
            <a:r>
              <a:t>Finish with RAG, guardrails, workflows, observability, evaluation, and deployment readiness.</a:t>
            </a:r>
            <a:br>
              <a:rPr/>
            </a:br>
            <a:br>
              <a:rPr/>
            </a:br>
            <a:r>
              <a:t>The idea is to move from low-friction fundamentals into a real application context without losing the thread of the project.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a:extLst>
            <a:ext uri="{FF2B5EF4-FFF2-40B4-BE49-F238E27FC236}">
              <a16:creationId xmlns:a16="http://schemas.microsoft.com/office/drawing/2014/main" id="{14A46DAA-5CB8-6165-FB6F-F119D79D6640}"/>
            </a:ext>
          </a:extLst>
        </p:cNvPr>
        <p:cNvGrpSpPr/>
        <p:nvPr/>
      </p:nvGrpSpPr>
      <p:grpSpPr>
        <a:xfrm>
          <a:off x="0" y="0"/>
          <a:ext cx="0" cy="0"/>
          <a:chOff x="0" y="0"/>
          <a:chExt cx="0" cy="0"/>
        </a:xfrm>
      </p:grpSpPr>
      <p:sp>
        <p:nvSpPr>
          <p:cNvPr id="591" name="Google Shape;591;p:notes">
            <a:extLst>
              <a:ext uri="{FF2B5EF4-FFF2-40B4-BE49-F238E27FC236}">
                <a16:creationId xmlns:a16="http://schemas.microsoft.com/office/drawing/2014/main" id="{B1E973A8-0F17-A8D4-FE98-229882785C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2" name="Google Shape;592;p:notes">
            <a:extLst>
              <a:ext uri="{FF2B5EF4-FFF2-40B4-BE49-F238E27FC236}">
                <a16:creationId xmlns:a16="http://schemas.microsoft.com/office/drawing/2014/main" id="{46C4A978-0498-1F12-2780-3D6A07F9AC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Before you begin, there are a few prerequisites that will make the course much easier to follow.</a:t>
            </a:r>
            <a:br/>
            <a:br/>
            <a:r>
              <a:t>Familiarity with .NET and C# programming, including foundational concepts such as object-oriented programming, libraries, and API usage.</a:t>
            </a:r>
            <a:br/>
            <a:br/>
            <a:r>
              <a:t>Understanding Azure services at a high level is helpful, but deep Azure experience isn’t required, as this will be covered in context.</a:t>
            </a:r>
            <a:br/>
            <a:br/>
            <a:r>
              <a:t>Basic understanding of AI and AI concepts and keywords.</a:t>
            </a:r>
            <a:br/>
            <a:br/>
            <a:r>
              <a:t>Optional – Complete Generative AI for .NET Developers with Azure AI Services.</a:t>
            </a:r>
          </a:p>
        </p:txBody>
      </p:sp>
    </p:spTree>
    <p:extLst>
      <p:ext uri="{BB962C8B-B14F-4D97-AF65-F5344CB8AC3E}">
        <p14:creationId xmlns:p14="http://schemas.microsoft.com/office/powerpoint/2010/main" val="16394705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2"/>
        <p:cNvGrpSpPr/>
        <p:nvPr/>
      </p:nvGrpSpPr>
      <p:grpSpPr>
        <a:xfrm>
          <a:off x="0" y="0"/>
          <a:ext cx="0" cy="0"/>
          <a:chOff x="0" y="0"/>
          <a:chExt cx="0" cy="0"/>
        </a:xfrm>
      </p:grpSpPr>
      <p:sp>
        <p:nvSpPr>
          <p:cNvPr id="2073" name="Google Shape;2073;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4" name="Google Shape;2074;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t>With that foundation in place, let's get started.</a:t>
            </a:r>
            <a:br/>
            <a:br/>
            <a:r>
              <a:t>We'll begin with the core concepts that make the rest of the course easier to understand, and then we'll move steadily into implementation.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lesson, we're looking at introduction to Semantic Kernel.</a:t>
            </a:r>
            <a:br/>
            <a:br/>
            <a:r>
              <a:t>Introduce the key AI concepts and Semantic Kernel fundamentals.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the roadmap for this section, so you can see how the lessons connect.</a:t>
            </a:r>
            <a:br/>
            <a:br/>
            <a:r>
              <a:t>First, we'll cover the section overview.</a:t>
            </a:r>
            <a:br/>
            <a:br/>
            <a:r>
              <a:t>Next, we'll cover what is an LLM.</a:t>
            </a:r>
            <a:br/>
            <a:br/>
            <a:r>
              <a:t>Then, we'll cover what is Generative AI.</a:t>
            </a:r>
            <a:br/>
            <a:br/>
            <a:r>
              <a:t>After that, we'll cover what is Semantic Kernel.</a:t>
            </a:r>
            <a:br/>
            <a:br/>
            <a:r>
              <a:t>From there, we'll cover why Use Semantic Kernel Instead of Calling the Model Directly.</a:t>
            </a:r>
            <a:br/>
            <a:br/>
            <a:r>
              <a:t>After that, we'll cover semantic Kernel vs Microsoft Agent Framework.</a:t>
            </a:r>
            <a:br/>
            <a:br/>
            <a:r>
              <a:t>Then, we'll cover understanding AI Agents in Business Context.</a:t>
            </a:r>
            <a:br/>
            <a:br/>
            <a:r>
              <a:t>And finally, we'll cover the section review.</a:t>
            </a:r>
            <a:br/>
            <a:br/>
            <a:r>
              <a:t>As you move through the section, keep in mind that each lesson prepares the next one.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lesson, we're looking at what is an LLM.</a:t>
            </a:r>
            <a:br>
              <a:rPr/>
            </a:br>
            <a:br>
              <a:rPr/>
            </a:br>
            <a:r>
              <a:t>Understand what large language models are and how they are used in applications.</a:t>
            </a:r>
            <a:br>
              <a:rPr/>
            </a:br>
            <a:br>
              <a:rPr/>
            </a:br>
            <a:r>
              <a:t>A language model predicts likely next tokens from context.</a:t>
            </a:r>
            <a:br>
              <a:rPr/>
            </a:br>
            <a:br>
              <a:rPr/>
            </a:br>
            <a:r>
              <a:t>Inputs are converted to tokens, vectors, and attention patterns.</a:t>
            </a:r>
            <a:br>
              <a:rPr/>
            </a:br>
            <a:br>
              <a:rPr/>
            </a:br>
            <a:r>
              <a:t>Responses are generated one token at a time, not retrieved as fixed answers.</a:t>
            </a:r>
            <a:br>
              <a:rPr/>
            </a:br>
            <a:br>
              <a:rPr/>
            </a:br>
            <a:r>
              <a:t>The model does not automatically know your current business data.</a:t>
            </a:r>
            <a:br>
              <a:rPr/>
            </a:br>
            <a:br>
              <a:rPr/>
            </a:br>
            <a:r>
              <a:t>From the perspective of developer takeaway, there are a few practical points to keep in mind.</a:t>
            </a:r>
            <a:br>
              <a:rPr/>
            </a:br>
            <a:br>
              <a:rPr/>
            </a:br>
            <a:r>
              <a:t>Use the model for language tasks: explanation, summarization, transformation, and generation.</a:t>
            </a:r>
            <a:br>
              <a:rPr/>
            </a:br>
            <a:br>
              <a:rPr/>
            </a:br>
            <a:r>
              <a:t>Do not treat model output as authoritative without grounding or validation.</a:t>
            </a:r>
            <a:br>
              <a:rPr/>
            </a:br>
            <a:br>
              <a:rPr/>
            </a:br>
            <a:r>
              <a:t>Course connection: later RAG and citations supply the missing business context.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30C2F-083F-A1FB-9E91-9A4776E400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54F3CA-FEC4-A316-522C-08A6668AA3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B08EF8-08C9-4191-A343-067A0E66E160}"/>
              </a:ext>
            </a:extLst>
          </p:cNvPr>
          <p:cNvSpPr>
            <a:spLocks noGrp="1"/>
          </p:cNvSpPr>
          <p:nvPr>
            <p:ph type="body" idx="1"/>
          </p:nvPr>
        </p:nvSpPr>
        <p:spPr/>
        <p:txBody>
          <a:bodyPr/>
          <a:lstStyle/>
          <a:p>
            <a:r>
              <a:t>In this lesson, we're looking at what is an LLM.</a:t>
            </a:r>
            <a:br>
              <a:rPr/>
            </a:br>
            <a:br>
              <a:rPr/>
            </a:br>
            <a:r>
              <a:t>Understand what large language models are and how they are used in applications.</a:t>
            </a:r>
            <a:br>
              <a:rPr/>
            </a:br>
            <a:br>
              <a:rPr/>
            </a:br>
            <a:r>
              <a:t>A language model predicts likely next tokens from context.</a:t>
            </a:r>
            <a:br>
              <a:rPr/>
            </a:br>
            <a:br>
              <a:rPr/>
            </a:br>
            <a:r>
              <a:t>Inputs are converted to tokens, vectors, and attention patterns.</a:t>
            </a:r>
            <a:br>
              <a:rPr/>
            </a:br>
            <a:br>
              <a:rPr/>
            </a:br>
            <a:r>
              <a:t>Responses are generated one token at a time, not retrieved as fixed answers.</a:t>
            </a:r>
            <a:br>
              <a:rPr/>
            </a:br>
            <a:br>
              <a:rPr/>
            </a:br>
            <a:r>
              <a:t>The model does not automatically know your current business data.</a:t>
            </a:r>
            <a:br>
              <a:rPr/>
            </a:br>
            <a:br>
              <a:rPr/>
            </a:br>
            <a:r>
              <a:t>From the perspective of developer takeaway, there are a few practical points to keep in mind.</a:t>
            </a:r>
            <a:br>
              <a:rPr/>
            </a:br>
            <a:br>
              <a:rPr/>
            </a:br>
            <a:r>
              <a:t>Use the model for language tasks: explanation, summarization, transformation, and generation.</a:t>
            </a:r>
            <a:br>
              <a:rPr/>
            </a:br>
            <a:br>
              <a:rPr/>
            </a:br>
            <a:r>
              <a:t>Do not treat model output as authoritative without grounding or validation.</a:t>
            </a:r>
            <a:br>
              <a:rPr/>
            </a:br>
            <a:br>
              <a:rPr/>
            </a:br>
            <a:r>
              <a:t>Course connection: later RAG and citations supply the missing business context.</a:t>
            </a:r>
          </a:p>
        </p:txBody>
      </p:sp>
      <p:sp>
        <p:nvSpPr>
          <p:cNvPr id="4" name="Slide Number Placeholder 3">
            <a:extLst>
              <a:ext uri="{FF2B5EF4-FFF2-40B4-BE49-F238E27FC236}">
                <a16:creationId xmlns:a16="http://schemas.microsoft.com/office/drawing/2014/main" id="{DB7E0CFE-E62A-AADD-5F37-3CBCBB32B9DB}"/>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5129155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lesson, we're looking at what is Generative AI.</a:t>
            </a:r>
            <a:br/>
            <a:br/>
            <a:r>
              <a:t>Distinguish generative AI from broader AI concepts and understand common usage patterns.</a:t>
            </a:r>
            <a:br/>
            <a:br/>
            <a:r>
              <a:t>Generative AI creates new text, code, images, or structured responses from prompts.</a:t>
            </a:r>
            <a:br/>
            <a:br/>
            <a:r>
              <a:t>In .NET applications, it often appears as assistants, copilots, document processors, and workflow helpers.</a:t>
            </a:r>
            <a:br/>
            <a:br/>
            <a:r>
              <a:t>The value comes from pairing generation with context, tools, and application boundaries.</a:t>
            </a:r>
            <a:br/>
            <a:br/>
            <a:r>
              <a:t>Uncontrolled generation is not enough for enterprise systems.</a:t>
            </a:r>
            <a:br/>
            <a:br/>
            <a:r>
              <a:t>From the perspective of application view, there are a few practical points to keep in mind.</a:t>
            </a:r>
            <a:br/>
            <a:br/>
            <a:r>
              <a:t>Good GenAI apps combine model reasoning with system design.</a:t>
            </a:r>
            <a:br/>
            <a:br/>
            <a:r>
              <a:t>Semantic Kernel provides orchestration between the model, prompts, plugins, and business code.</a:t>
            </a:r>
            <a:br/>
            <a:br/>
            <a:r>
              <a:t>The portal project uses GenAI as a feature inside real workflows.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lesson, we're looking at what is Semantic Kernel.</a:t>
            </a:r>
            <a:br/>
            <a:br/>
            <a:r>
              <a:t>Understand Semantic Kernel as an orchestration layer for AI-enabled applications.</a:t>
            </a:r>
            <a:br/>
            <a:br/>
            <a:r>
              <a:t>A simple way to read this diagram is from left to right: the application talks to the kernel, the kernel can work with plugins and model services, and then it returns a result back into the application.</a:t>
            </a:r>
            <a:br/>
            <a:br/>
            <a:r>
              <a:t>Semantic Kernel is a lightweight SDK for integrating AI models into C#, Python, and Java applications.</a:t>
            </a:r>
            <a:br/>
            <a:br/>
            <a:r>
              <a:t>It acts as middleware between application code, model services, plugins, prompts, and workflows.</a:t>
            </a:r>
            <a:br/>
            <a:br/>
            <a:r>
              <a:t>The kernel gives developers a central place to register services and expose callable capabilities.</a:t>
            </a:r>
            <a:br/>
            <a:br/>
            <a:r>
              <a:t>This course uses SK as the orchestration layer, not just as a chat wrapper.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EDA97-BCC1-C454-4087-E0CA8F01A6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AB9386-1EC3-B2C7-C5E2-152D0D982B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2CB4C6-598D-AFAC-C868-46310050E892}"/>
              </a:ext>
            </a:extLst>
          </p:cNvPr>
          <p:cNvSpPr>
            <a:spLocks noGrp="1"/>
          </p:cNvSpPr>
          <p:nvPr>
            <p:ph type="body" idx="1"/>
          </p:nvPr>
        </p:nvSpPr>
        <p:spPr/>
        <p:txBody>
          <a:bodyPr/>
          <a:lstStyle/>
          <a:p>
            <a:r>
              <a:t>In this lesson, we're looking at what is Semantic Kernel.</a:t>
            </a:r>
            <a:br/>
            <a:br/>
            <a:r>
              <a:t>Understand Semantic Kernel as an orchestration layer for AI-enabled applications.</a:t>
            </a:r>
            <a:br/>
            <a:br/>
            <a:r>
              <a:t>A simple way to read this diagram is from left to right: the application talks to the kernel, the kernel can work with plugins and model services, and then it returns a result back into the application.</a:t>
            </a:r>
            <a:br/>
            <a:br/>
            <a:r>
              <a:t>Semantic Kernel is a lightweight SDK for integrating AI models into C#, Python, and Java applications.</a:t>
            </a:r>
            <a:br/>
            <a:br/>
            <a:r>
              <a:t>It acts as middleware between application code, model services, plugins, prompts, and workflows.</a:t>
            </a:r>
            <a:br/>
            <a:br/>
            <a:r>
              <a:t>The kernel gives developers a central place to register services and expose callable capabilities.</a:t>
            </a:r>
            <a:br/>
            <a:br/>
            <a:r>
              <a:t>This course uses SK as the orchestration layer, not just as a chat wrapper.</a:t>
            </a:r>
          </a:p>
        </p:txBody>
      </p:sp>
      <p:sp>
        <p:nvSpPr>
          <p:cNvPr id="4" name="Slide Number Placeholder 3">
            <a:extLst>
              <a:ext uri="{FF2B5EF4-FFF2-40B4-BE49-F238E27FC236}">
                <a16:creationId xmlns:a16="http://schemas.microsoft.com/office/drawing/2014/main" id="{44843301-3320-6338-A302-2B182E313C7A}"/>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4045548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lesson, we're looking at why Use Semantic Kernel Instead of Calling the Model Directly.</a:t>
            </a:r>
            <a:br/>
            <a:br/>
            <a:r>
              <a:t>Understand abstraction, extensibility, portability, and structured orchestration benefits.</a:t>
            </a:r>
            <a:br/>
            <a:br/>
            <a:r>
              <a:t>Direct SDK calls are fine for simple prompts and prototypes.</a:t>
            </a:r>
            <a:br/>
            <a:br/>
            <a:r>
              <a:t>Semantic Kernel adds provider abstraction, prompt organization, plugin orchestration, and function calling.</a:t>
            </a:r>
            <a:br/>
            <a:br/>
            <a:r>
              <a:t>It helps centralize AI behavior so the application remains maintainable.</a:t>
            </a:r>
            <a:br/>
            <a:br/>
            <a:r>
              <a:t>It becomes more valuable as the system grows beyond basic chat.</a:t>
            </a:r>
            <a:br/>
            <a:br/>
            <a:r>
              <a:t>From the perspective of decision rule, there are a few practical points to keep in mind.</a:t>
            </a:r>
            <a:br/>
            <a:br/>
            <a:r>
              <a:t>Use direct calls when the app only needs one simple request-response flow.</a:t>
            </a:r>
            <a:br/>
            <a:br/>
            <a:r>
              <a:t>Use Semantic Kernel when you need plugins, prompt assets, tool calling, RAG, filters, or observability.</a:t>
            </a:r>
            <a:br/>
            <a:br/>
            <a:r>
              <a:t>Course decision: start simple in console, then move to a portal where orchestration matters.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lesson, we're looking at semantic Kernel vs Microsoft Agent Framework.</a:t>
            </a:r>
            <a:br/>
            <a:br/>
            <a:r>
              <a:t>Understand where Semantic Kernel fits relative to newer agentic orchestration choices.</a:t>
            </a:r>
            <a:br/>
            <a:br/>
            <a:r>
              <a:t>Semantic Kernel focuses on kernel orchestration, plugins, prompts, model services, filters, and integration patterns.</a:t>
            </a:r>
            <a:br/>
            <a:br/>
            <a:r>
              <a:t>Microsoft Agent Framework is positioned for new agentic and multi-agent orchestration scenarios.</a:t>
            </a:r>
            <a:br/>
            <a:br/>
            <a:r>
              <a:t>The comparison is important, but this course still centers on Semantic Kernel because it teaches reusable AI app primitives.</a:t>
            </a:r>
            <a:br/>
            <a:br/>
            <a:r>
              <a:t>The portal project demonstrates SK in a commercial application context.</a:t>
            </a:r>
            <a:br/>
            <a:br/>
            <a:r>
              <a:t>From the perspective of course positioning, there are a few practical points to keep in mind.</a:t>
            </a:r>
            <a:br/>
            <a:br/>
            <a:r>
              <a:t>Teach SK deeply for plugins, prompt composition, RAG, and enterprise readiness.</a:t>
            </a:r>
            <a:br/>
            <a:br/>
            <a:r>
              <a:t>Mention Agent Framework as the next step for deeper agentic applications.</a:t>
            </a:r>
            <a:br/>
            <a:br/>
            <a:r>
              <a:t>Avoid shifting the course into a competing framework too early.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29DD4-3E01-B535-781D-63DCCC7269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D0585F-B7B4-BF1C-38C1-0314595647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FEF6A5-9CB3-113E-2173-C364ED325ACD}"/>
              </a:ext>
            </a:extLst>
          </p:cNvPr>
          <p:cNvSpPr>
            <a:spLocks noGrp="1"/>
          </p:cNvSpPr>
          <p:nvPr>
            <p:ph type="body" idx="1"/>
          </p:nvPr>
        </p:nvSpPr>
        <p:spPr/>
        <p:txBody>
          <a:bodyPr/>
          <a:lstStyle/>
          <a:p>
            <a:r>
              <a:t>In this lesson, we're looking at semantic Kernel vs Microsoft Agent Framework.</a:t>
            </a:r>
            <a:br/>
            <a:br/>
            <a:r>
              <a:t>Understand where Semantic Kernel fits relative to newer agentic orchestration choices.</a:t>
            </a:r>
            <a:br/>
            <a:br/>
            <a:r>
              <a:t>Semantic Kernel focuses on kernel orchestration, plugins, prompts, model services, filters, and integration patterns.</a:t>
            </a:r>
            <a:br/>
            <a:br/>
            <a:r>
              <a:t>Microsoft Agent Framework is positioned for new agentic and multi-agent orchestration scenarios.</a:t>
            </a:r>
            <a:br/>
            <a:br/>
            <a:r>
              <a:t>The comparison is important, but this course still centers on Semantic Kernel because it teaches reusable AI app primitives.</a:t>
            </a:r>
            <a:br/>
            <a:br/>
            <a:r>
              <a:t>The portal project demonstrates SK in a commercial application context.</a:t>
            </a:r>
            <a:br/>
            <a:br/>
            <a:r>
              <a:t>From the perspective of course positioning, there are a few practical points to keep in mind.</a:t>
            </a:r>
            <a:br/>
            <a:br/>
            <a:r>
              <a:t>Teach SK deeply for plugins, prompt composition, RAG, and enterprise readiness.</a:t>
            </a:r>
            <a:br/>
            <a:br/>
            <a:r>
              <a:t>Mention Agent Framework as the next step for deeper agentic applications.</a:t>
            </a:r>
            <a:br/>
            <a:br/>
            <a:r>
              <a:t>Avoid shifting the course into a competing framework too early.</a:t>
            </a:r>
          </a:p>
        </p:txBody>
      </p:sp>
      <p:sp>
        <p:nvSpPr>
          <p:cNvPr id="4" name="Slide Number Placeholder 3">
            <a:extLst>
              <a:ext uri="{FF2B5EF4-FFF2-40B4-BE49-F238E27FC236}">
                <a16:creationId xmlns:a16="http://schemas.microsoft.com/office/drawing/2014/main" id="{3D0C4B5F-80EC-48CB-79D6-CEED827B10EC}"/>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9635199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this slide, we compare Semantic Kernel and Microsoft Agent Framework side by side. SK is middleware for embedding AI into existing applications. Agent Framework is a runtime for building agent-first systems. SK supports three languages; Agent Framework is focused on .NET and Python. SK uses plugins and function calling; Agent Framework uses native tool signatures. SK’s workflow support is experimental; Agent Framework has production-ready graph-based workflows. The key takeaway: SK keeps the application in control, while Agent Framework puts the agent in control.</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this slide, we give learners a simple decision framework. Choose Semantic Kernel when the application is the center of gravity—when you are embedding AI into an existing .NET business application and the application owns the workflow. Choose Microsoft Agent Framework when the agent is the center of gravity—when you are building new agent-first systems, multi-agent orchestrations, or need graph-based workflows with A2A or MCP interoperability. The decision rule is simple: application-first means SK, agent-first means Agent Framework.</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this slide, we close the justification. The KnowledgeOps Portal is a business application with documents, requests, approvals, and an embedded copilot. That is exactly where Semantic Kernel shines as orchestration middleware. SK teaches the AI integration primitives—plugins, prompts, function calling, RAG, filters, observability—that transfer to any .NET project. Agent Framework is introduced as the evolution path for students who want to build full agentic systems later. The bottom line: SK is the right core for this course, and Agent Framework is the right next step.</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lesson, we're looking at understanding AI Agents in Business Context.</a:t>
            </a:r>
            <a:br/>
            <a:br/>
            <a:r>
              <a:t>Understand what AI agents are and where they fit in modern business solutions.</a:t>
            </a:r>
            <a:br/>
            <a:br/>
            <a:r>
              <a:t>An agent-like system can interpret intent, call tools, use context, and support decisions.</a:t>
            </a:r>
            <a:br/>
            <a:br/>
            <a:r>
              <a:t>In business apps, the useful pattern is often a constrained copilot, not full autonomy.</a:t>
            </a:r>
            <a:br/>
            <a:br/>
            <a:r>
              <a:t>Agents must operate inside permissions, audit trails, and human approval flows.</a:t>
            </a:r>
            <a:br/>
            <a:br/>
            <a:r>
              <a:t>The KnowledgeOps portal embeds Copilot behavior into documents, requests, and approvals.</a:t>
            </a:r>
            <a:br/>
            <a:br/>
            <a:r>
              <a:t>From the perspective of enterprise lens, there are a few practical points to keep in mind.</a:t>
            </a:r>
            <a:br/>
            <a:br/>
            <a:r>
              <a:t>Avoid promising “autonomous magic.”.</a:t>
            </a:r>
            <a:br/>
            <a:br/>
            <a:r>
              <a:t>Frame the assistant as a controlled application participant.</a:t>
            </a:r>
            <a:br/>
            <a:br/>
            <a:r>
              <a:t>Business value comes from faster triage, better summaries, and safer action preparation.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Let's close the section by reviewing the main takeaways.</a:t>
            </a:r>
            <a:br/>
            <a:br/>
            <a:r>
              <a:t>First, this section reinforce the relationship between LLMs, generative AI, Semantic Kernel, and agents.</a:t>
            </a:r>
            <a:br/>
            <a:br/>
            <a:r>
              <a:t>Second, the section concepts should now be connected to the course project.</a:t>
            </a:r>
            <a:br/>
            <a:br/>
            <a:r>
              <a:t>Third, the demos should leave the learner with a working checkpoint.</a:t>
            </a:r>
            <a:br/>
            <a:br/>
            <a:r>
              <a:t>And finally, the next section builds directly on this foundation.</a:t>
            </a:r>
            <a:br/>
            <a:br/>
            <a:r>
              <a:t>Next: Environment Setup and Starter Solution. That will build directly on what we've completed here.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lesson, we're looking at environment Setup and Starter Solution.</a:t>
            </a:r>
            <a:br/>
            <a:br/>
            <a:r>
              <a:t>Prepare the development environment and starter solution.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overview sets up what the section is about and how it fits into the course.</a:t>
            </a:r>
            <a:br/>
            <a:br/>
            <a:r>
              <a:t>Understand the tools, services, and project structure used in the course.</a:t>
            </a:r>
            <a:br/>
            <a:br/>
            <a:r>
              <a:t>Section focus: Prepare the development environment and starter solution.</a:t>
            </a:r>
            <a:br/>
            <a:br/>
            <a:r>
              <a:t>Concepts are introduced before code, so demos have context.</a:t>
            </a:r>
            <a:br/>
            <a:br/>
            <a:r>
              <a:t>Each demo moves the same project forward rather than creating unrelated samples.</a:t>
            </a:r>
            <a:br/>
            <a:br/>
            <a:r>
              <a:t>Watch for the bridge between console patterns and web application architecture.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set up the required SDKs, IDE support, and local tooling.</a:t>
            </a:r>
            <a:br>
              <a:rPr/>
            </a:br>
            <a:br>
              <a:rPr/>
            </a:br>
            <a:r>
              <a:t>By the end of the demo, the learner can build and run .NET 10 projects locally.</a:t>
            </a:r>
            <a:br>
              <a:rPr/>
            </a:br>
            <a:br>
              <a:rPr/>
            </a:br>
            <a:r>
              <a:t>First, we'll verify the .NET SDK with dotnet --info.</a:t>
            </a:r>
            <a:br>
              <a:rPr/>
            </a:br>
            <a:br>
              <a:rPr/>
            </a:br>
            <a:r>
              <a:t>Next, we'll confirm Visual Studio or VS Code extensions are installed.</a:t>
            </a:r>
            <a:br>
              <a:rPr/>
            </a:br>
            <a:br>
              <a:rPr/>
            </a:br>
            <a:r>
              <a:t>Then, we'll create or open the course workspace.</a:t>
            </a:r>
            <a:br>
              <a:rPr/>
            </a:br>
            <a:br>
              <a:rPr/>
            </a:br>
            <a:r>
              <a:t>After that, we'll validate the terminal and package restore workflow.</a:t>
            </a:r>
            <a:br>
              <a:rPr/>
            </a:br>
            <a:br>
              <a:rPr/>
            </a:br>
            <a:r>
              <a:t>The commands or code on the slide give us the starting point, but the important thing to watch is how the implementation fits into the larger application flow.</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lesson, we're looking at azure OpenAI Prerequisites and Resource Planning.</a:t>
            </a:r>
            <a:br/>
            <a:br/>
            <a:r>
              <a:t>Understand what Azure resources are needed and how model deployments fit into the solution.</a:t>
            </a:r>
            <a:br/>
            <a:br/>
            <a:r>
              <a:t>Plan the Azure OpenAI resource, deployment names, endpoint, API key, or identity strategy.</a:t>
            </a:r>
            <a:br/>
            <a:br/>
            <a:r>
              <a:t>Separate local development settings from production configuration.</a:t>
            </a:r>
            <a:br/>
            <a:br/>
            <a:r>
              <a:t>Choose chat and embedding deployments that match the course scenarios.</a:t>
            </a:r>
            <a:br/>
            <a:br/>
            <a:r>
              <a:t>Keep quotas, regions, and model availability in mind.</a:t>
            </a:r>
            <a:br/>
            <a:br/>
            <a:r>
              <a:t>From the perspective of planning checklist, there are a few practical points to keep in mind.</a:t>
            </a:r>
            <a:br/>
            <a:br/>
            <a:r>
              <a:t>Record endpoint and deployment names carefully.</a:t>
            </a:r>
            <a:br/>
            <a:br/>
            <a:r>
              <a:t>Never hard-code secrets in source control.</a:t>
            </a:r>
            <a:br/>
            <a:br/>
            <a:r>
              <a:t>Use configuration and secret storage from the beginning.</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build the initial .NET 10 solution structure that evolves through the course.</a:t>
            </a:r>
            <a:br/>
            <a:br/>
            <a:r>
              <a:t>By the end of the demo, the repo has a clean baseline solution ready for Semantic Kernel integration.</a:t>
            </a:r>
            <a:br/>
            <a:br/>
            <a:r>
              <a:t>First, we'll create the solution folder and starter projects.</a:t>
            </a:r>
            <a:br/>
            <a:br/>
            <a:r>
              <a:t>Next, we'll add class library boundaries for AI, portal, and domain logic.</a:t>
            </a:r>
            <a:br/>
            <a:br/>
            <a:r>
              <a:t>Then, we'll add initial project references.</a:t>
            </a:r>
            <a:br/>
            <a:br/>
            <a:r>
              <a:t>After that, we'll commit the clean baseline.</a:t>
            </a:r>
            <a:br/>
            <a:br/>
            <a:r>
              <a:t>The commands or code on the slide give us the starting point, but the important thing to watch is how the implementation fits into the larger application flow.</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store endpoints, keys, and environment settings securely.</a:t>
            </a:r>
            <a:br/>
            <a:br/>
            <a:r>
              <a:t>By the end of the demo, the app can access configuration without hard-coded secrets.</a:t>
            </a:r>
            <a:br/>
            <a:br/>
            <a:r>
              <a:t>First, we'll create local configuration keys.</a:t>
            </a:r>
            <a:br/>
            <a:br/>
            <a:r>
              <a:t>Next, we'll store Azure OpenAI endpoint and deployment names safely.</a:t>
            </a:r>
            <a:br/>
            <a:br/>
            <a:r>
              <a:t>Then, we'll avoid committing secrets to source control.</a:t>
            </a:r>
            <a:br/>
            <a:br/>
            <a:r>
              <a:t>After that, we'll read configuration from the app at runtime.</a:t>
            </a:r>
            <a:br/>
            <a:br/>
            <a:r>
              <a:t>The commands or code on the slide give us the starting point, but the important thing to watch is how the implementation fits into the larger application flow.</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EE32A-89E3-2BE7-B577-193E2225E9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BB9681-6191-B40D-5671-75DBF42ECC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974EC3-A926-A982-0076-196FFF3BA5D0}"/>
              </a:ext>
            </a:extLst>
          </p:cNvPr>
          <p:cNvSpPr>
            <a:spLocks noGrp="1"/>
          </p:cNvSpPr>
          <p:nvPr>
            <p:ph type="body" idx="1"/>
          </p:nvPr>
        </p:nvSpPr>
        <p:spPr/>
        <p:txBody>
          <a:bodyPr/>
          <a:lstStyle/>
          <a:p>
            <a:r>
              <a:t>In this demo, we're going to confirm the learner has a working starting point before Semantic Kernel is added.</a:t>
            </a:r>
            <a:br/>
            <a:br/>
            <a:r>
              <a:t>By the end of the demo, the baseline is stable and ready for Semantic Kernel integration.</a:t>
            </a:r>
            <a:br/>
            <a:br/>
            <a:r>
              <a:t>First, we'll restore packages and build the solution.</a:t>
            </a:r>
            <a:br/>
            <a:br/>
            <a:r>
              <a:t>Next, we'll run the console and web projects if present.</a:t>
            </a:r>
            <a:br/>
            <a:br/>
            <a:r>
              <a:t>Then, we'll confirm configuration loads without secret errors.</a:t>
            </a:r>
            <a:br/>
            <a:br/>
            <a:r>
              <a:t>After that, we'll create a clean checkpoint before adding AI packages.</a:t>
            </a:r>
          </a:p>
        </p:txBody>
      </p:sp>
      <p:sp>
        <p:nvSpPr>
          <p:cNvPr id="4" name="Slide Number Placeholder 3">
            <a:extLst>
              <a:ext uri="{FF2B5EF4-FFF2-40B4-BE49-F238E27FC236}">
                <a16:creationId xmlns:a16="http://schemas.microsoft.com/office/drawing/2014/main" id="{1935FD3E-C821-2445-E959-0C06162649D9}"/>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33158462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Let's close the section by reviewing the main takeaways.</a:t>
            </a:r>
            <a:br/>
            <a:br/>
            <a:r>
              <a:t>First, confirm the baseline environment is ready for development.</a:t>
            </a:r>
            <a:br/>
            <a:br/>
            <a:r>
              <a:t>Second, the section concepts should now be connected to the course project.</a:t>
            </a:r>
            <a:br/>
            <a:br/>
            <a:r>
              <a:t>Third, the demos should leave the learner with a working checkpoint.</a:t>
            </a:r>
            <a:br/>
            <a:br/>
            <a:r>
              <a:t>And finally, the next section builds directly on this foundation.</a:t>
            </a:r>
            <a:br/>
            <a:br/>
            <a:r>
              <a:t>Next: Building Your First Kernel. That will build directly on what we've completed here.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lesson, we're looking at building Your First Kernel.</a:t>
            </a:r>
            <a:br/>
            <a:br/>
            <a:r>
              <a:t>Create the first working Semantic Kernel console application.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the roadmap for this section, so you can see how the lessons connect.</a:t>
            </a:r>
            <a:br/>
            <a:br/>
            <a:r>
              <a:t>First, we'll cover the section overview.</a:t>
            </a:r>
            <a:br/>
            <a:br/>
            <a:r>
              <a:t>Next, we'll cover understanding the Kernel, Services, and Connectors.</a:t>
            </a:r>
            <a:br/>
            <a:br/>
            <a:r>
              <a:t>Then, we'll cover add Semantic Kernel to the Solution [Demo].</a:t>
            </a:r>
            <a:br/>
            <a:br/>
            <a:r>
              <a:t>After that, we'll cover register Azure OpenAI Chat Services [Demo].</a:t>
            </a:r>
            <a:br/>
            <a:br/>
            <a:r>
              <a:t>From there, we'll cover build a First Chat Completion Console Flow [Demo].</a:t>
            </a:r>
            <a:br/>
            <a:br/>
            <a:r>
              <a:t>After that, we'll cover add Basic Chat History [Demo].</a:t>
            </a:r>
            <a:br/>
            <a:br/>
            <a:r>
              <a:t>Then, we'll cover refactor the Kernel Setup into Reusable Services [Demo].</a:t>
            </a:r>
            <a:br/>
            <a:br/>
            <a:r>
              <a:t>And finally, we'll cover the section review.</a:t>
            </a:r>
            <a:br/>
            <a:br/>
            <a:r>
              <a:t>As you move through the section, keep in mind that each lesson prepares the next one.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lesson, we're looking at understanding the Kernel, Services, and Connectors.</a:t>
            </a:r>
            <a:br/>
            <a:br/>
            <a:r>
              <a:t>Explain the kernel as the central orchestrator in Semantic Kernel.</a:t>
            </a:r>
            <a:br/>
            <a:br/>
            <a:r>
              <a:t>Read this diagram as the relationship between the kernel, the registered services, the prompt or plugin call, and the output that comes back to the application.</a:t>
            </a:r>
            <a:br/>
            <a:br/>
            <a:r>
              <a:t>The kernel is the central object that knows about AI services, plugins, and execution context.</a:t>
            </a:r>
            <a:br/>
            <a:br/>
            <a:r>
              <a:t>Connectors integrate the application with model providers such as Azure OpenAI.</a:t>
            </a:r>
            <a:br/>
            <a:br/>
            <a:r>
              <a:t>Services are registered once and reused through application workflows.</a:t>
            </a:r>
            <a:br/>
            <a:br/>
            <a:r>
              <a:t>This centralization is what later enables logging, filters, and controlled orchestration.</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39EE1-E5CC-2982-C848-F75D9169D3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FA9F66-8AF0-C95E-E78E-01D4A26CE9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768788-A62A-9AFF-C0A9-2866C96918AE}"/>
              </a:ext>
            </a:extLst>
          </p:cNvPr>
          <p:cNvSpPr>
            <a:spLocks noGrp="1"/>
          </p:cNvSpPr>
          <p:nvPr>
            <p:ph type="body" idx="1"/>
          </p:nvPr>
        </p:nvSpPr>
        <p:spPr/>
        <p:txBody>
          <a:bodyPr/>
          <a:lstStyle/>
          <a:p>
            <a:r>
              <a:t>In this lesson, we're looking at understanding the Kernel, Services, and Connectors.</a:t>
            </a:r>
            <a:br/>
            <a:br/>
            <a:r>
              <a:t>Explain the kernel as the central orchestrator in Semantic Kernel.</a:t>
            </a:r>
            <a:br/>
            <a:br/>
            <a:r>
              <a:t>Read this diagram as the relationship between the kernel, the registered services, the prompt or plugin call, and the output that comes back to the application.</a:t>
            </a:r>
            <a:br/>
            <a:br/>
            <a:r>
              <a:t>The kernel is the central object that knows about AI services, plugins, and execution context.</a:t>
            </a:r>
            <a:br/>
            <a:br/>
            <a:r>
              <a:t>Connectors integrate the application with model providers such as Azure OpenAI.</a:t>
            </a:r>
            <a:br/>
            <a:br/>
            <a:r>
              <a:t>Services are registered once and reused through application workflows.</a:t>
            </a:r>
            <a:br/>
            <a:br/>
            <a:r>
              <a:t>This centralization is what later enables logging, filters, and controlled orchestration.</a:t>
            </a:r>
          </a:p>
        </p:txBody>
      </p:sp>
      <p:sp>
        <p:nvSpPr>
          <p:cNvPr id="4" name="Slide Number Placeholder 3">
            <a:extLst>
              <a:ext uri="{FF2B5EF4-FFF2-40B4-BE49-F238E27FC236}">
                <a16:creationId xmlns:a16="http://schemas.microsoft.com/office/drawing/2014/main" id="{D7CE8BB0-769C-63ED-113E-08751FB18B4F}"/>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8679874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install and reference the core packages correctly.</a:t>
            </a:r>
            <a:br/>
            <a:br/>
            <a:r>
              <a:t>By the end of the demo, the project compiles with Semantic Kernel referenced.</a:t>
            </a:r>
            <a:br/>
            <a:br/>
            <a:r>
              <a:t>First, we'll add the Semantic Kernel NuGet package.</a:t>
            </a:r>
            <a:br/>
            <a:br/>
            <a:r>
              <a:t>Next, we'll confirm the package reference restores.</a:t>
            </a:r>
            <a:br/>
            <a:br/>
            <a:r>
              <a:t>Then, we'll create the first kernel builder location.</a:t>
            </a:r>
            <a:br/>
            <a:br/>
            <a:r>
              <a:t>After that, we'll prepare model service registration.</a:t>
            </a:r>
            <a:br/>
            <a:br/>
            <a:r>
              <a:t>The commands or code on the slide give us the starting point, but the important thing to watch is how the implementation fits into the larger application flow.</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connect the project to Azure OpenAI through Semantic Kernel.</a:t>
            </a:r>
            <a:br/>
            <a:br/>
            <a:r>
              <a:t>By the end of the demo, the kernel has a registered chat completion service.</a:t>
            </a:r>
            <a:br/>
            <a:br/>
            <a:r>
              <a:t>First, we'll read endpoint, deployment, and key from configuration.</a:t>
            </a:r>
            <a:br/>
            <a:br/>
            <a:r>
              <a:t>Next, we'll register Azure OpenAI chat completion with the kernel builder.</a:t>
            </a:r>
            <a:br/>
            <a:br/>
            <a:r>
              <a:t>Then, we'll validate service construction.</a:t>
            </a:r>
            <a:br/>
            <a:br/>
            <a:r>
              <a:t>After that, we'll prepare the first call.</a:t>
            </a:r>
            <a:br/>
            <a:br/>
            <a:r>
              <a:t>The commands or code on the slide give us the starting point, but the important thing to watch is how the implementation fits into the larger application flow.</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send a prompt, receive a response, and understand the execution flow.</a:t>
            </a:r>
            <a:br/>
            <a:br/>
            <a:r>
              <a:t>By the end of the demo, the console app successfully receives a response from Azure OpenAI via Semantic Kernel.</a:t>
            </a:r>
            <a:br/>
            <a:br/>
            <a:r>
              <a:t>First, we'll create a user prompt.</a:t>
            </a:r>
            <a:br/>
            <a:br/>
            <a:r>
              <a:t>Next, we'll invoke the model through the kernel.</a:t>
            </a:r>
            <a:br/>
            <a:br/>
            <a:r>
              <a:t>Then, we'll display the model response.</a:t>
            </a:r>
            <a:br/>
            <a:br/>
            <a:r>
              <a:t>After that, we'll explain the request/response flow.</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maintain short conversational context correctly.</a:t>
            </a:r>
            <a:br/>
            <a:br/>
            <a:r>
              <a:t>By the end of the demo, the assistant can respond with awareness of the previous turn.</a:t>
            </a:r>
            <a:br/>
            <a:br/>
            <a:r>
              <a:t>First, we'll create a ChatHistory object.</a:t>
            </a:r>
            <a:br/>
            <a:br/>
            <a:r>
              <a:t>Next, we'll add system and user messages.</a:t>
            </a:r>
            <a:br/>
            <a:br/>
            <a:r>
              <a:t>Then, we'll send history to the chat completion service.</a:t>
            </a:r>
            <a:br/>
            <a:br/>
            <a:r>
              <a:t>After that, we'll show improved continuity across turns.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move from one-off code to maintainable application architecture.</a:t>
            </a:r>
            <a:br/>
            <a:br/>
            <a:r>
              <a:t>By the end of the demo, the app uses maintainable service boundaries instead of one-off demo code.</a:t>
            </a:r>
            <a:br/>
            <a:br/>
            <a:r>
              <a:t>First, we'll extract kernel creation into a dedicated factory or service.</a:t>
            </a:r>
            <a:br/>
            <a:br/>
            <a:r>
              <a:t>Next, we'll move configuration reads out of Program.cs demo code.</a:t>
            </a:r>
            <a:br/>
            <a:br/>
            <a:r>
              <a:t>Then, we'll add a small interface for the AI workflow.</a:t>
            </a:r>
            <a:br/>
            <a:br/>
            <a:r>
              <a:t>After that, we'll run the previous prompt flow through the new service.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BF35E-84FF-6CF5-A4A8-8830CAD80A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009CEE-D633-41F8-0EF3-9517008E36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C59BD8-B1F1-4DA6-42A1-56F51CA7DA7A}"/>
              </a:ext>
            </a:extLst>
          </p:cNvPr>
          <p:cNvSpPr>
            <a:spLocks noGrp="1"/>
          </p:cNvSpPr>
          <p:nvPr>
            <p:ph type="body" idx="1"/>
          </p:nvPr>
        </p:nvSpPr>
        <p:spPr/>
        <p:txBody>
          <a:bodyPr/>
          <a:lstStyle/>
          <a:p>
            <a:r>
              <a:t>In this demo, we're going to maintain short conversational context correctly.</a:t>
            </a:r>
            <a:br/>
            <a:br/>
            <a:r>
              <a:t>By the end of the demo, the assistant can respond with awareness of the previous turn.</a:t>
            </a:r>
            <a:br/>
            <a:br/>
            <a:r>
              <a:t>First, we'll create a ChatHistory object.</a:t>
            </a:r>
            <a:br/>
            <a:br/>
            <a:r>
              <a:t>Next, we'll add system and user messages.</a:t>
            </a:r>
            <a:br/>
            <a:br/>
            <a:r>
              <a:t>Then, we'll send history to the chat completion service.</a:t>
            </a:r>
            <a:br/>
            <a:br/>
            <a:r>
              <a:t>After that, we'll show improved continuity across turns.</a:t>
            </a:r>
          </a:p>
        </p:txBody>
      </p:sp>
      <p:sp>
        <p:nvSpPr>
          <p:cNvPr id="4" name="Slide Number Placeholder 3">
            <a:extLst>
              <a:ext uri="{FF2B5EF4-FFF2-40B4-BE49-F238E27FC236}">
                <a16:creationId xmlns:a16="http://schemas.microsoft.com/office/drawing/2014/main" id="{6B6D4C8A-D496-3933-23C9-03DCCB9419CF}"/>
              </a:ext>
            </a:extLst>
          </p:cNvPr>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380307525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Let's close the section by reviewing the main takeaways.</a:t>
            </a:r>
            <a:br/>
            <a:br/>
            <a:r>
              <a:t>First, confirm the learner can configure and run a basic kernel-backed application.</a:t>
            </a:r>
            <a:br/>
            <a:br/>
            <a:r>
              <a:t>Second, the section concepts should now be connected to the course project.</a:t>
            </a:r>
            <a:br/>
            <a:br/>
            <a:r>
              <a:t>Third, the demos should leave the learner with a working checkpoint.</a:t>
            </a:r>
            <a:br/>
            <a:br/>
            <a:r>
              <a:t>And finally, the next section builds directly on this foundation.</a:t>
            </a:r>
            <a:br/>
            <a:br/>
            <a:r>
              <a:t>Next: Semantic Kernel Plugins. That will build directly on what we've completed here.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lesson, we're looking at semantic Kernel Plugins.</a:t>
            </a:r>
            <a:br/>
            <a:br/>
            <a:r>
              <a:t>Introduce plugins, prompts, reusable prompt assets, and prompt engineering fundamentals.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the roadmap for this section, so you can see how the lessons connect.</a:t>
            </a:r>
            <a:br/>
            <a:br/>
            <a:r>
              <a:t>First, we'll cover the section overview.</a:t>
            </a:r>
            <a:br/>
            <a:br/>
            <a:r>
              <a:t>Next, we'll cover introduction to Plugins.</a:t>
            </a:r>
            <a:br/>
            <a:br/>
            <a:r>
              <a:t>Then, we'll cover using Built-In Plugins [Demo].</a:t>
            </a:r>
            <a:br/>
            <a:br/>
            <a:r>
              <a:t>After that, we'll cover prompt Engineering for Application Developers.</a:t>
            </a:r>
            <a:br/>
            <a:br/>
            <a:r>
              <a:t>From there, we'll cover prompt Templates, Variables, and Arguments.</a:t>
            </a:r>
            <a:br/>
            <a:br/>
            <a:r>
              <a:t>After that, we'll cover create Reusable Prompt Templates [Demo].</a:t>
            </a:r>
            <a:br/>
            <a:br/>
            <a:r>
              <a:t>Then, we'll cover add Personas and Role-Based Prompting [Demo].</a:t>
            </a:r>
            <a:br/>
            <a:br/>
            <a:r>
              <a:t>And finally, we'll cover build a Semantic Prompt Plugin [Demo].</a:t>
            </a:r>
            <a:br/>
            <a:br/>
            <a:r>
              <a:t>Finally, we'll cover store Prompts in Files and Organize Them Cleanly [Demo].</a:t>
            </a:r>
            <a:br/>
            <a:br/>
            <a:r>
              <a:t>As you move through the section, keep in mind that each lesson prepares the next one.</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lesson, we're looking at introduction to Plugins.</a:t>
            </a:r>
            <a:br/>
            <a:br/>
            <a:r>
              <a:t>Understand what a plugin is and how the kernel invokes plugin functionality.</a:t>
            </a:r>
            <a:br/>
            <a:br/>
            <a:r>
              <a:t>A plugin is a group of functions the kernel can invoke.</a:t>
            </a:r>
            <a:br/>
            <a:br/>
            <a:r>
              <a:t>Plugin functions can be native C# methods or prompt-backed semantic functions.</a:t>
            </a:r>
            <a:br/>
            <a:br/>
            <a:r>
              <a:t>Function names, descriptions, and parameters influence discoverability.</a:t>
            </a:r>
            <a:br/>
            <a:br/>
            <a:r>
              <a:t>Good plugin design makes AI behavior more predictable.</a:t>
            </a:r>
            <a:br/>
            <a:br/>
            <a:r>
              <a:t>From the perspective of plugin mental model, there are a few practical points to keep in mind.</a:t>
            </a:r>
            <a:br/>
            <a:br/>
            <a:r>
              <a:t>Plugins are the bridge between language intent and application capability.</a:t>
            </a:r>
            <a:br/>
            <a:br/>
            <a:r>
              <a:t>In the portal, plugins expose document, request, approval, and audit operations.</a:t>
            </a:r>
            <a:br/>
            <a:br/>
            <a:r>
              <a:t>Treat plugins as contracts, not random helper methods.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41216-936D-ADB0-3169-DD8F8FAE27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831462-C5AD-827D-875B-F6FB366C76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47D406-0215-4275-88E8-B49A48EC20BC}"/>
              </a:ext>
            </a:extLst>
          </p:cNvPr>
          <p:cNvSpPr>
            <a:spLocks noGrp="1"/>
          </p:cNvSpPr>
          <p:nvPr>
            <p:ph type="body" idx="1"/>
          </p:nvPr>
        </p:nvSpPr>
        <p:spPr/>
        <p:txBody>
          <a:bodyPr/>
          <a:lstStyle/>
          <a:p>
            <a:r>
              <a:t>In this lesson, we're looking at introduction to Plugins.</a:t>
            </a:r>
            <a:br/>
            <a:br/>
            <a:r>
              <a:t>Understand what a plugin is and how the kernel invokes plugin functionality.</a:t>
            </a:r>
            <a:br/>
            <a:br/>
            <a:r>
              <a:t>A plugin is a group of functions the kernel can invoke.</a:t>
            </a:r>
            <a:br/>
            <a:br/>
            <a:r>
              <a:t>Plugin functions can be native C# methods or prompt-backed semantic functions.</a:t>
            </a:r>
            <a:br/>
            <a:br/>
            <a:r>
              <a:t>Function names, descriptions, and parameters influence discoverability.</a:t>
            </a:r>
            <a:br/>
            <a:br/>
            <a:r>
              <a:t>Good plugin design makes AI behavior more predictable.</a:t>
            </a:r>
            <a:br/>
            <a:br/>
            <a:r>
              <a:t>From the perspective of plugin mental model, there are a few practical points to keep in mind.</a:t>
            </a:r>
            <a:br/>
            <a:br/>
            <a:r>
              <a:t>Plugins are the bridge between language intent and application capability.</a:t>
            </a:r>
            <a:br/>
            <a:br/>
            <a:r>
              <a:t>In the portal, plugins expose document, request, approval, and audit operations.</a:t>
            </a:r>
            <a:br/>
            <a:br/>
            <a:r>
              <a:t>Treat plugins as contracts, not random helper methods.</a:t>
            </a:r>
          </a:p>
        </p:txBody>
      </p:sp>
      <p:sp>
        <p:nvSpPr>
          <p:cNvPr id="4" name="Slide Number Placeholder 3">
            <a:extLst>
              <a:ext uri="{FF2B5EF4-FFF2-40B4-BE49-F238E27FC236}">
                <a16:creationId xmlns:a16="http://schemas.microsoft.com/office/drawing/2014/main" id="{1197A1FD-725D-054D-7CC1-E7E60BA65984}"/>
              </a:ext>
            </a:extLst>
          </p:cNvPr>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99129768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that we understand what plugins are at a high level, let us talk about built-in plugins specifically.</a:t>
            </a:r>
            <a:br/>
            <a:br/>
            <a:r>
              <a:t>Built-in plugins are pre-built function collections that ship in the Microsoft.SemanticKernel.Plugins.Core NuGet package.</a:t>
            </a:r>
            <a:br/>
            <a:br/>
            <a:r>
              <a:t>They provide ready-to-use capabilities like time, text manipulation, math, HTTP calls, and conversation summarization.</a:t>
            </a:r>
            <a:br/>
            <a:br/>
            <a:r>
              <a:t>The key benefit is that you do not need to write any custom code. You simply register the plugin with the kernel and it can invoke the functions immediately.</a:t>
            </a:r>
            <a:br/>
            <a:br/>
            <a:r>
              <a:t>Built-in plugins follow the exact same plugin contract and function-calling pattern as any custom plugin you would write yourself.</a:t>
            </a:r>
            <a:br/>
            <a:br/>
            <a:r>
              <a:t>So why start with built-ins? They let you add AI-accessible capabilities in a single line of code, which is ideal for prototyping and validating plugin-based workflows quickly.</a:t>
            </a:r>
            <a:br/>
            <a:br/>
            <a:r>
              <a:t>The general approach is to use built-in plugins first for common tasks, and then graduate to custom plugins when you need domain-specific logic.</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 us walk through each of the seven built-in plugins available in the Core package.</a:t>
            </a:r>
            <a:br/>
            <a:br/>
            <a:r>
              <a:t>First, the TimePlugin. This is probably the most commonly used built-in. It exposes over eighteen methods for getting the current date, time, timezone, day of week, and even relative dates like days ago. This is extremely useful because LLMs do not inherently know what time or date it is.</a:t>
            </a:r>
            <a:br/>
            <a:br/>
            <a:r>
              <a:t>Next is the TextPlugin, which provides string manipulation functions like uppercase, lowercase, trim, and concatenation. These are simple but handy when the AI needs to format output.</a:t>
            </a:r>
            <a:br/>
            <a:br/>
            <a:r>
              <a:t>The MathPlugin handles basic arithmetic. While LLMs can sometimes do math in their head, dedicated functions are far more reliable for calculations.</a:t>
            </a:r>
            <a:br/>
            <a:br/>
            <a:r>
              <a:t>The ConversationSummaryPlugin is interesting because it actually uses the LLM itself to summarize long conversation histories or text passages. It is a semantic plugin, not a native one.</a:t>
            </a:r>
            <a:br/>
            <a:br/>
            <a:r>
              <a:t>The HttpPlugin lets the kernel make HTTP requests like GET, POST, PUT, and DELETE. This is useful for integrating with external APIs without writing a custom plugin.</a:t>
            </a:r>
            <a:br/>
            <a:br/>
            <a:r>
              <a:t>The FileIOPlugin provides basic file read and write capabilities, and the WaitPlugin lets you introduce timed delays in execution flow.</a:t>
            </a:r>
            <a:br/>
            <a:br/>
            <a:r>
              <a:t>There is also the TextMemoryPlugin in a separate Plugins.Memory package, which provides semantic memory with save, recall, retrieve, and remove operations. We will cover that in a dedicated section later.</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let us look at the practical steps for registering and using built-in plugins in your code.</a:t>
            </a:r>
            <a:br/>
            <a:br/>
            <a:r>
              <a:t>First, you need to install the NuGet package called Microsoft.SemanticKernel.Plugins.Core. This is a separate package from the main Semantic Kernel SDK.</a:t>
            </a:r>
            <a:br/>
            <a:br/>
            <a:r>
              <a:t>Once installed, registering a built-in plugin is a single line of code. For example, kernel.ImportPluginFromType, angle bracket TimePlugin, close angle bracket, open and close parentheses. That is it. The kernel now knows about all the time-related functions.</a:t>
            </a:r>
            <a:br/>
            <a:br/>
            <a:r>
              <a:t>You can invoke a plugin function directly using kernel.InvokeAsync, passing the plugin name and function name as strings. This gives you explicit control over which function runs.</a:t>
            </a:r>
            <a:br/>
            <a:br/>
            <a:r>
              <a:t>But the real power comes from enabling auto function calling. When you do this, the LLM can examine the registered plugin schemas and decide at runtime which functions to call based on the user request. This is how you build truly intelligent workflows.</a:t>
            </a:r>
            <a:br/>
            <a:br/>
            <a:r>
              <a:t>A few best practices to keep in mind. Only register the plugins you actually need, because every registered function is included in the schema sent to the LLM, which affects token usage and cost.</a:t>
            </a:r>
            <a:br/>
            <a:br/>
            <a:r>
              <a:t>Use descriptive names and Description attributes on your functions so the LLM understands when to call each one.</a:t>
            </a:r>
            <a:br/>
            <a:br/>
            <a:r>
              <a:t>And finally, you can combine built-in plugins with custom plugins to create powerful multi-step workflows where the AI orchestrates across both.</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learn how to use built-in plugin features, such as time and summarization.</a:t>
            </a:r>
            <a:br/>
            <a:br/>
            <a:r>
              <a:t>By the end of the demo, the kernel invokes built-in functionality without custom code.</a:t>
            </a:r>
            <a:br/>
            <a:br/>
            <a:r>
              <a:t>First, we'll register a built-in plugin.</a:t>
            </a:r>
            <a:br/>
            <a:br/>
            <a:r>
              <a:t>Next, we'll call a plugin function manually.</a:t>
            </a:r>
            <a:br/>
            <a:br/>
            <a:r>
              <a:t>Then, we'll use the function output in the conversation.</a:t>
            </a:r>
            <a:br/>
            <a:br/>
            <a:r>
              <a:t>After that, we'll discuss when built-in plugins are sufficient.</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lesson, we're looking at prompt Engineering for Application Developers.</a:t>
            </a:r>
            <a:br/>
            <a:br/>
            <a:r>
              <a:t>Learn how to write application-grade prompts instead of ad hoc chat prompts.</a:t>
            </a:r>
            <a:br/>
            <a:br/>
            <a:r>
              <a:t>Application prompts should be explicit, scoped, and testable.</a:t>
            </a:r>
            <a:br/>
            <a:br/>
            <a:r>
              <a:t>Prompts should include role, task, constraints, context, and output expectations.</a:t>
            </a:r>
            <a:br/>
            <a:br/>
            <a:r>
              <a:t>Prompt quality affects reliability, cost, and downstream workflow behavior.</a:t>
            </a:r>
            <a:br/>
            <a:br/>
            <a:r>
              <a:t>Prompts should be versioned and organized like other application assets.</a:t>
            </a:r>
            <a:br/>
            <a:br/>
            <a:r>
              <a:t>From the perspective of prompt design rule, there are a few practical points to keep in mind.</a:t>
            </a:r>
            <a:br/>
            <a:br/>
            <a:r>
              <a:t>Prefer instructions that are specific to the business workflow.</a:t>
            </a:r>
            <a:br/>
            <a:br/>
            <a:r>
              <a:t>Keep sensitive or changing facts out of hard-coded prompts.</a:t>
            </a:r>
            <a:br/>
            <a:br/>
            <a:r>
              <a:t>Use grounding and validation for important outputs.</a:t>
            </a:r>
            <a:br/>
            <a:br/>
            <a:r>
              <a:t>Two additional points from the Semantic Kernel documentation are worth highlighting here.</a:t>
            </a:r>
            <a:br/>
            <a:br/>
            <a:r>
              <a:t>Follow a prompt hygiene checklist every time you write a prompt: specify role, task, constraints, tone, length, style, format, and error handling instructions. Give one to three few-shot examples if the model needs them. Keep variables explicit and document their defaults.</a:t>
            </a:r>
            <a:br/>
            <a:br/>
            <a:r>
              <a:t>Use structured output instructions such as JSON schemas or Markdown tables to constrain model responses. This is critical for downstream parsing in application workflows. Always validate the schema on the output side, reject responses with missing fields, and sanitize any HTML.</a:t>
            </a:r>
            <a:br/>
            <a:br/>
            <a:r>
              <a:t>On the guardrails side, add input guardrails to block PII, large payloads, or unsafe instructions before they reach the model. Add output guardrails such as content filters, JSON schema validation, and profanity checks after the model responds. Create small golden test sets and measure precision, recall, and consistency across prompt iterations to ensure quality over time.</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lesson, we're looking at prompt Templates, Variables, and Arguments.</a:t>
            </a:r>
            <a:br/>
            <a:br/>
            <a:r>
              <a:t>Understand how Semantic Kernel templating supports reusable instructions.</a:t>
            </a:r>
            <a:br/>
            <a:br/>
            <a:r>
              <a:t>This visual shows the flow clearly: you begin with a template, inject variables and arguments, let the kernel resolve the prompt, and then receive the response.</a:t>
            </a:r>
            <a:br/>
            <a:br/>
            <a:r>
              <a:t>Prompt templates let you reuse one instruction pattern with different inputs.</a:t>
            </a:r>
            <a:br/>
            <a:br/>
            <a:r>
              <a:t>Variables inject runtime data such as document text, case status, or user intent.</a:t>
            </a:r>
            <a:br/>
            <a:br/>
            <a:r>
              <a:t>Arguments separate prompt structure from runtime values.</a:t>
            </a:r>
            <a:br/>
            <a:br/>
            <a:r>
              <a:t>Templates reduce duplication and make prompt iteration easier.</a:t>
            </a:r>
            <a:br/>
            <a:br/>
            <a:r>
              <a:t>Two important syntax details from the Semantic Kernel documentation. First, variables use the double-curly-brace dollar-sign syntax: {{$variableName}}. Spaces are ignored, so {{ $name }} works the same way. The kernel resolves these at prompt render time from the KernelArguments dictionary you supply.</a:t>
            </a:r>
            <a:br/>
            <a:br/>
            <a:r>
              <a:t>Second, you can call plugin functions directly inside a template using {{namespace.functionName}} syntax. For example, {{weather.getForecast $city}} calls the getForecast function from the weather plugin and passes the city variable as a parameter. You can also pass hard-coded string values like {{weather.getForecast "Seattle"}}. This means your prompts can dynamically pull in data at render time without writing additional orchestration code.</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E0B3E-4126-8F57-BB05-B0CB3969BD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ABE54D-6F2B-446E-9F4D-E8C7D0DE25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9DE72E-4536-A047-D05B-AEF320025ED3}"/>
              </a:ext>
            </a:extLst>
          </p:cNvPr>
          <p:cNvSpPr>
            <a:spLocks noGrp="1"/>
          </p:cNvSpPr>
          <p:nvPr>
            <p:ph type="body" idx="1"/>
          </p:nvPr>
        </p:nvSpPr>
        <p:spPr/>
        <p:txBody>
          <a:bodyPr/>
          <a:lstStyle/>
          <a:p>
            <a:r>
              <a:t>In this lesson, we're looking at prompt Templates, Variables, and Arguments.</a:t>
            </a:r>
            <a:br/>
            <a:br/>
            <a:r>
              <a:t>Understand how Semantic Kernel templating supports reusable instructions.</a:t>
            </a:r>
            <a:br/>
            <a:br/>
            <a:r>
              <a:t>This visual shows the flow clearly: you begin with a template, inject variables and arguments, let the kernel resolve the prompt, and then receive the response.</a:t>
            </a:r>
            <a:br/>
            <a:br/>
            <a:r>
              <a:t>Prompt templates let you reuse one instruction pattern with different inputs.</a:t>
            </a:r>
            <a:br/>
            <a:br/>
            <a:r>
              <a:t>Variables inject runtime data such as document text, case status, or user intent.</a:t>
            </a:r>
            <a:br/>
            <a:br/>
            <a:r>
              <a:t>Arguments separate prompt structure from runtime values.</a:t>
            </a:r>
            <a:br/>
            <a:br/>
            <a:r>
              <a:t>Templates reduce duplication and make prompt iteration easier.</a:t>
            </a:r>
            <a:br/>
            <a:br/>
            <a:r>
              <a:t>Two important syntax details from the Semantic Kernel documentation. First, variables use the double-curly-brace dollar-sign syntax: {{$variableName}}. Spaces are ignored, so {{ $name }} works the same way. The kernel resolves these at prompt render time from the KernelArguments dictionary you supply.</a:t>
            </a:r>
            <a:br/>
            <a:br/>
            <a:r>
              <a:t>Second, you can call plugin functions directly inside a template using {{namespace.functionName}} syntax. For example, {{weather.getForecast $city}} calls the getForecast function from the weather plugin and passes the city variable as a parameter. You can also pass hard-coded string values like {{weather.getForecast "Seattle"}}. This means your prompts can dynamically pull in data at render time without writing additional orchestration code.</a:t>
            </a:r>
          </a:p>
        </p:txBody>
      </p:sp>
      <p:sp>
        <p:nvSpPr>
          <p:cNvPr id="4" name="Slide Number Placeholder 3">
            <a:extLst>
              <a:ext uri="{FF2B5EF4-FFF2-40B4-BE49-F238E27FC236}">
                <a16:creationId xmlns:a16="http://schemas.microsoft.com/office/drawing/2014/main" id="{4C0603B1-9183-6577-E12D-E9258DD89D45}"/>
              </a:ext>
            </a:extLst>
          </p:cNvPr>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251154583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build prompt templates for project-specific assistant behavior.</a:t>
            </a:r>
            <a:br>
              <a:rPr/>
            </a:br>
            <a:br>
              <a:rPr/>
            </a:br>
            <a:r>
              <a:t>By the end of the demo, the same prompt template works with different business inputs.</a:t>
            </a:r>
            <a:br>
              <a:rPr/>
            </a:br>
            <a:br>
              <a:rPr/>
            </a:br>
            <a:r>
              <a:t>First, we'll write a prompt template with variables.</a:t>
            </a:r>
            <a:br>
              <a:rPr/>
            </a:br>
            <a:br>
              <a:rPr/>
            </a:br>
            <a:r>
              <a:t>Next, we'll supply </a:t>
            </a:r>
            <a:r>
              <a:rPr err="1"/>
              <a:t>KernelArguments</a:t>
            </a:r>
            <a:r>
              <a:t> at runtime.</a:t>
            </a:r>
            <a:br>
              <a:rPr/>
            </a:br>
            <a:br>
              <a:rPr/>
            </a:br>
            <a:r>
              <a:t>Then, we'll invoke the prompt through the kernel.</a:t>
            </a:r>
            <a:br>
              <a:rPr/>
            </a:br>
            <a:br>
              <a:rPr/>
            </a:br>
            <a:r>
              <a:t>After that, we'll compare reusable behavior across inputs.</a:t>
            </a:r>
            <a:br>
              <a:rPr/>
            </a:br>
            <a:br>
              <a:rPr/>
            </a:br>
            <a:r>
              <a:t>The commands or code on the slide give us the starting point, but the important thing to watch is how the implementation fits into the larger application flow.</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shape assistant tone, domain behavior, and response constraints.</a:t>
            </a:r>
            <a:br/>
            <a:br/>
            <a:r>
              <a:t>By the end of the demo, the assistant response style and constraints become more consistent.</a:t>
            </a:r>
            <a:br/>
            <a:br/>
            <a:r>
              <a:t>First, we'll add system-level role instructions.</a:t>
            </a:r>
            <a:br/>
            <a:br/>
            <a:r>
              <a:t>Next, we'll compare generic vs role-guided output.</a:t>
            </a:r>
            <a:br/>
            <a:br/>
            <a:r>
              <a:t>Then, we'll inject portal-specific behavior constraints.</a:t>
            </a:r>
            <a:br/>
            <a:br/>
            <a:r>
              <a:t>After that, we'll keep the persona professional and bounded.</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lesson, we’re looking at what is a prompt plugin.</a:t>
            </a:r>
            <a:br>
              <a:rPr/>
            </a:br>
            <a:br>
              <a:rPr/>
            </a:br>
            <a:r>
              <a:t>Understand how prompt behavior can be packaged as a named, reusable plugin function.</a:t>
            </a:r>
            <a:br>
              <a:rPr/>
            </a:br>
            <a:br>
              <a:rPr/>
            </a:br>
            <a:r>
              <a:t>A prompt plugin wraps a natural language template into a named function the kernel can invoke.</a:t>
            </a:r>
            <a:br>
              <a:rPr/>
            </a:br>
            <a:br>
              <a:rPr/>
            </a:br>
            <a:r>
              <a:t>Each prompt function lives in its own folder with a template file and a configuration file.</a:t>
            </a:r>
            <a:br>
              <a:rPr/>
            </a:br>
            <a:br>
              <a:rPr/>
            </a:br>
            <a:r>
              <a:t>The kernel treats prompt functions identically to native C# functions during orchestration.</a:t>
            </a:r>
            <a:br>
              <a:rPr/>
            </a:br>
            <a:br>
              <a:rPr/>
            </a:br>
            <a:r>
              <a:t>Semantic descriptions in the config help the LLM decide when to call each prompt function.</a:t>
            </a:r>
            <a:br>
              <a:rPr/>
            </a:br>
            <a:br>
              <a:rPr/>
            </a:br>
            <a:r>
              <a:t>From the perspective of why prompt plugins matter, there are a few practical points to keep in mind.</a:t>
            </a:r>
            <a:br>
              <a:rPr/>
            </a:br>
            <a:br>
              <a:rPr/>
            </a:br>
            <a:r>
              <a:t>Prompt plugins separate prompt logic from application code for easier maintenance.</a:t>
            </a:r>
            <a:br>
              <a:rPr/>
            </a:br>
            <a:br>
              <a:rPr/>
            </a:br>
            <a:r>
              <a:t>They enable non-developers to edit prompt behavior without recompiling.</a:t>
            </a:r>
            <a:br>
              <a:rPr/>
            </a:br>
            <a:br>
              <a:rPr/>
            </a:br>
            <a:r>
              <a:t>Course connection: this concept directly prepares you for the hands-on demo that follows.</a:t>
            </a:r>
          </a:p>
        </p:txBody>
      </p:sp>
      <p:sp>
        <p:nvSpPr>
          <p:cNvPr id="4" name="Slide Number Placeholder 3"/>
          <p:cNvSpPr>
            <a:spLocks noGrp="1"/>
          </p:cNvSpPr>
          <p:nvPr>
            <p:ph type="sldNum" sz="quarter" idx="10"/>
          </p:nvPr>
        </p:nvSpPr>
        <p:spPr/>
        <p:txBody>
          <a:bodyPr/>
          <a:lstStyle/>
          <a:p>
            <a:fld id="{F7021451-1387-4CA6-816F-3879F97B5CB1}" type="slidenum">
              <a:rPr lang="en-US"/>
              <a:t>57</a:t>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lesson, we’re looking at the anatomy of a prompt plugin.</a:t>
            </a:r>
            <a:br>
              <a:rPr/>
            </a:br>
            <a:br>
              <a:rPr/>
            </a:br>
            <a:r>
              <a:t>Explore the folder structure, template file, and configuration that make up a prompt plugin.</a:t>
            </a:r>
            <a:br>
              <a:rPr/>
            </a:br>
            <a:br>
              <a:rPr/>
            </a:br>
            <a:r>
              <a:t>A prompt plugin folder sits inside a parent Plugins directory in your project.</a:t>
            </a:r>
            <a:br>
              <a:rPr/>
            </a:br>
            <a:br>
              <a:rPr/>
            </a:br>
            <a:r>
              <a:t>Each function gets its own sub-folder named after the function it exposes.</a:t>
            </a:r>
            <a:br>
              <a:rPr/>
            </a:br>
            <a:br>
              <a:rPr/>
            </a:br>
            <a:r>
              <a:t>skprompt.txt holds the natural language prompt template with variable placeholders.</a:t>
            </a:r>
            <a:br>
              <a:rPr/>
            </a:br>
            <a:br>
              <a:rPr/>
            </a:br>
            <a:r>
              <a:t>config.json defines the function description, input parameters, and model settings.</a:t>
            </a:r>
            <a:br>
              <a:rPr/>
            </a:br>
            <a:br>
              <a:rPr/>
            </a:br>
            <a:r>
              <a:t>From the perspective of the folder structure, a typical layout looks like Plugins, then WriterPlugin, then ShortPoem, containing skprompt.txt and config.json.</a:t>
            </a:r>
            <a:br>
              <a:rPr/>
            </a:br>
            <a:br>
              <a:rPr/>
            </a:br>
            <a:r>
              <a:t>Each sub-folder becomes a named function the kernel can discover and invoke.</a:t>
            </a:r>
          </a:p>
        </p:txBody>
      </p:sp>
      <p:sp>
        <p:nvSpPr>
          <p:cNvPr id="4" name="Slide Number Placeholder 3"/>
          <p:cNvSpPr>
            <a:spLocks noGrp="1"/>
          </p:cNvSpPr>
          <p:nvPr>
            <p:ph type="sldNum" sz="quarter" idx="10"/>
          </p:nvPr>
        </p:nvSpPr>
        <p:spPr/>
        <p:txBody>
          <a:bodyPr/>
          <a:lstStyle/>
          <a:p>
            <a:fld id="{F7021451-1387-4CA6-816F-3879F97B5CB2}" type="slidenum">
              <a:rPr lang="en-US"/>
              <a:t>58</a:t>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lesson, we’re looking at the prompt template file, skprompt.txt.</a:t>
            </a:r>
            <a:br>
              <a:rPr/>
            </a:br>
            <a:br>
              <a:rPr/>
            </a:br>
            <a:r>
              <a:t>Write the natural language instruction that the kernel sends to the LLM at invocation time.</a:t>
            </a:r>
            <a:br>
              <a:rPr/>
            </a:br>
            <a:br>
              <a:rPr/>
            </a:br>
            <a:r>
              <a:t>The template is plain text containing the prompt you want the model to execute.</a:t>
            </a:r>
            <a:br>
              <a:rPr/>
            </a:br>
            <a:br>
              <a:rPr/>
            </a:br>
            <a:r>
              <a:t>Use double curly braces with a dollar sign prefix to inject variables at runtime, such as input or style.</a:t>
            </a:r>
            <a:br>
              <a:rPr/>
            </a:br>
            <a:br>
              <a:rPr/>
            </a:br>
            <a:r>
              <a:t>Templates can also call other registered functions using the pluginName dot functionName syntax inside double curly braces.</a:t>
            </a:r>
            <a:br>
              <a:rPr/>
            </a:br>
            <a:br>
              <a:rPr/>
            </a:br>
            <a:r>
              <a:t>Keep each template focused on a single task for clarity and reusability.</a:t>
            </a:r>
            <a:br>
              <a:rPr/>
            </a:br>
            <a:br>
              <a:rPr/>
            </a:br>
            <a:r>
              <a:t>From the perspective of template tips, a good prompt template is specific, bounded, and includes output format instructions.</a:t>
            </a:r>
            <a:br>
              <a:rPr/>
            </a:br>
            <a:br>
              <a:rPr/>
            </a:br>
            <a:r>
              <a:t>Compose complex behavior by chaining multiple prompt functions together.</a:t>
            </a:r>
            <a:br>
              <a:rPr/>
            </a:br>
            <a:br>
              <a:rPr/>
            </a:br>
            <a:r>
              <a:t>Course connection: the demo will have you write a template and test it with different inputs.</a:t>
            </a:r>
          </a:p>
        </p:txBody>
      </p:sp>
      <p:sp>
        <p:nvSpPr>
          <p:cNvPr id="4" name="Slide Number Placeholder 3"/>
          <p:cNvSpPr>
            <a:spLocks noGrp="1"/>
          </p:cNvSpPr>
          <p:nvPr>
            <p:ph type="sldNum" sz="quarter" idx="10"/>
          </p:nvPr>
        </p:nvSpPr>
        <p:spPr/>
        <p:txBody>
          <a:bodyPr/>
          <a:lstStyle/>
          <a:p>
            <a:fld id="{F7021451-1387-4CA6-816F-3879F97B5CB3}" type="slidenum">
              <a:rPr lang="en-US"/>
              <a:t>59</a:t>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lesson, we’re looking at the configuration file, config.json.</a:t>
            </a:r>
            <a:br>
              <a:rPr/>
            </a:br>
            <a:br>
              <a:rPr/>
            </a:br>
            <a:r>
              <a:t>Define the metadata and execution settings the kernel reads when it loads your prompt function.</a:t>
            </a:r>
            <a:br>
              <a:rPr/>
            </a:br>
            <a:br>
              <a:rPr/>
            </a:br>
            <a:r>
              <a:t>The description field tells the LLM what this prompt function does and when to use it.</a:t>
            </a:r>
            <a:br>
              <a:rPr/>
            </a:br>
            <a:br>
              <a:rPr/>
            </a:br>
            <a:r>
              <a:t>Input variables declare each parameter with a name, description, and optional default.</a:t>
            </a:r>
            <a:br>
              <a:rPr/>
            </a:br>
            <a:br>
              <a:rPr/>
            </a:br>
            <a:r>
              <a:t>Execution settings control model behavior: temperature, max_tokens, and top_p.</a:t>
            </a:r>
            <a:br>
              <a:rPr/>
            </a:br>
            <a:br>
              <a:rPr/>
            </a:br>
            <a:r>
              <a:t>Without good descriptions, the LLM cannot decide when to invoke your prompt function.</a:t>
            </a:r>
            <a:br>
              <a:rPr/>
            </a:br>
            <a:br>
              <a:rPr/>
            </a:br>
            <a:r>
              <a:t>From the perspective of why descriptions matter, the LLM reads function and parameter descriptions to decide when and how to call your plugin.</a:t>
            </a:r>
            <a:br>
              <a:rPr/>
            </a:br>
            <a:br>
              <a:rPr/>
            </a:br>
            <a:r>
              <a:t>Treat config.json as documentation that the AI consumes, not just metadata for developers.</a:t>
            </a:r>
            <a:br>
              <a:rPr/>
            </a:br>
            <a:br>
              <a:rPr/>
            </a:br>
            <a:r>
              <a:t>Course connection: the demo will walk you through writing a config.json from scratch.</a:t>
            </a:r>
          </a:p>
        </p:txBody>
      </p:sp>
      <p:sp>
        <p:nvSpPr>
          <p:cNvPr id="4" name="Slide Number Placeholder 3"/>
          <p:cNvSpPr>
            <a:spLocks noGrp="1"/>
          </p:cNvSpPr>
          <p:nvPr>
            <p:ph type="sldNum" sz="quarter" idx="10"/>
          </p:nvPr>
        </p:nvSpPr>
        <p:spPr/>
        <p:txBody>
          <a:bodyPr/>
          <a:lstStyle/>
          <a:p>
            <a:fld id="{F7021451-1387-4CA6-816F-3879F97B5CB4}" type="slidenum">
              <a:rPr lang="en-US"/>
              <a:t>60</a:t>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lesson, we’re looking at how to register and invoke a prompt plugin.</a:t>
            </a:r>
            <a:br>
              <a:rPr/>
            </a:br>
            <a:br>
              <a:rPr/>
            </a:br>
            <a:r>
              <a:t>Load a prompt plugin folder into the kernel and call the prompt-backed function by name.</a:t>
            </a:r>
            <a:br>
              <a:rPr/>
            </a:br>
            <a:br>
              <a:rPr/>
            </a:br>
            <a:r>
              <a:t>Use ImportPluginFromPromptDirectory to load an entire plugin folder at once.</a:t>
            </a:r>
            <a:br>
              <a:rPr/>
            </a:br>
            <a:br>
              <a:rPr/>
            </a:br>
            <a:r>
              <a:t>The kernel scans sub-folders, reads each config.json, and registers every function.</a:t>
            </a:r>
            <a:br>
              <a:rPr/>
            </a:br>
            <a:br>
              <a:rPr/>
            </a:br>
            <a:r>
              <a:t>Invoke with InvokeAsync specifying the plugin name, function name, and arguments.</a:t>
            </a:r>
            <a:br>
              <a:rPr/>
            </a:br>
            <a:br>
              <a:rPr/>
            </a:br>
            <a:r>
              <a:t>Once registered, prompt functions participate in auto function calling like native functions.</a:t>
            </a:r>
            <a:br>
              <a:rPr/>
            </a:br>
            <a:br>
              <a:rPr/>
            </a:br>
            <a:r>
              <a:t>From the perspective of course connection, in the next demo, you will create a prompt plugin folder from scratch.</a:t>
            </a:r>
            <a:br>
              <a:rPr/>
            </a:br>
            <a:br>
              <a:rPr/>
            </a:br>
            <a:r>
              <a:t>You will register it with the kernel and invoke it by function name.</a:t>
            </a:r>
            <a:br>
              <a:rPr/>
            </a:br>
            <a:br>
              <a:rPr/>
            </a:br>
            <a:r>
              <a:t>This pattern becomes the foundation for organizing all prompt behavior in the portal project.</a:t>
            </a:r>
          </a:p>
        </p:txBody>
      </p:sp>
      <p:sp>
        <p:nvSpPr>
          <p:cNvPr id="4" name="Slide Number Placeholder 3"/>
          <p:cNvSpPr>
            <a:spLocks noGrp="1"/>
          </p:cNvSpPr>
          <p:nvPr>
            <p:ph type="sldNum" sz="quarter" idx="10"/>
          </p:nvPr>
        </p:nvSpPr>
        <p:spPr/>
        <p:txBody>
          <a:bodyPr/>
          <a:lstStyle/>
          <a:p>
            <a:fld id="{F7021451-1387-4CA6-816F-3879F97B5CB5}" type="slidenum">
              <a:rPr lang="en-US"/>
              <a:t>61</a:t>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organize prompt behavior into a reusable semantic plugin.</a:t>
            </a:r>
            <a:br/>
            <a:br/>
            <a:r>
              <a:t>By the end of the demo, prompt behavior is packaged as a reusable semantic plugin.</a:t>
            </a:r>
            <a:br/>
            <a:br/>
            <a:r>
              <a:t>First, we'll create a prompt plugin folder.</a:t>
            </a:r>
            <a:br/>
            <a:br/>
            <a:r>
              <a:t>Next, we'll add the prompt text and configuration file.</a:t>
            </a:r>
            <a:br/>
            <a:br/>
            <a:r>
              <a:t>Then, we'll register the plugin with the kernel.</a:t>
            </a:r>
            <a:br/>
            <a:br/>
            <a:r>
              <a:t>After that, we'll invoke the prompt-backed function by name.</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externalize prompts for maintainability and team collaboration.</a:t>
            </a:r>
            <a:br/>
            <a:br/>
            <a:r>
              <a:t>By the end of the demo, prompts are maintainable assets instead of strings scattered through code.</a:t>
            </a:r>
            <a:br/>
            <a:br/>
            <a:r>
              <a:t>First, we'll move hard-coded prompts into files.</a:t>
            </a:r>
            <a:br/>
            <a:br/>
            <a:r>
              <a:t>Next, we'll organize prompts by feature area.</a:t>
            </a:r>
            <a:br/>
            <a:br/>
            <a:r>
              <a:t>Then, we'll load prompts through the plugin or prompt service.</a:t>
            </a:r>
            <a:br/>
            <a:br/>
            <a:r>
              <a:t>After that, we'll confirm the same demo still works after externalization.</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compare outputs and refine prompts using practical criteria.</a:t>
            </a:r>
            <a:br/>
            <a:br/>
            <a:r>
              <a:t>By the end of the demo, the learner sees prompt tuning as a testable engineering activity.</a:t>
            </a:r>
            <a:br/>
            <a:br/>
            <a:r>
              <a:t>First, we'll create two or three prompt variants.</a:t>
            </a:r>
            <a:br/>
            <a:br/>
            <a:r>
              <a:t>Next, we'll run each variant against the same input.</a:t>
            </a:r>
            <a:br/>
            <a:br/>
            <a:r>
              <a:t>Then, we'll compare clarity, grounding, and usefulness.</a:t>
            </a:r>
            <a:br/>
            <a:br/>
            <a:r>
              <a:t>After that, we'll keep the best-performing version as the checkpoint.</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Let's close the section by reviewing the main takeaways.</a:t>
            </a:r>
            <a:br/>
            <a:br/>
            <a:r>
              <a:t>First, confirm the learner can create and organize prompt-based plugins effectively.</a:t>
            </a:r>
            <a:br/>
            <a:br/>
            <a:r>
              <a:t>Second, the section concepts should now be connected to the course project.</a:t>
            </a:r>
            <a:br/>
            <a:br/>
            <a:r>
              <a:t>Third, the demos should leave the learner with a working checkpoint.</a:t>
            </a:r>
            <a:br/>
            <a:br/>
            <a:r>
              <a:t>And finally, the next section builds directly on this foundation.</a:t>
            </a:r>
            <a:br/>
            <a:br/>
            <a:r>
              <a:t>Next: Plugins and Native Functions. That will build directly on what we've completed here.</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lesson, we're looking at plugins and Native Functions.</a:t>
            </a:r>
            <a:br/>
            <a:br/>
            <a:r>
              <a:t>Extend the console app with native functions, local logic, and automatic invocation.</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the roadmap for this section, so you can see how the lessons connect.</a:t>
            </a:r>
            <a:br/>
            <a:br/>
            <a:r>
              <a:t>First, we'll cover the section overview.</a:t>
            </a:r>
            <a:br/>
            <a:br/>
            <a:r>
              <a:t>Next, we'll cover understanding Plugins, Functions, and Discoverability.</a:t>
            </a:r>
            <a:br/>
            <a:br/>
            <a:r>
              <a:t>Then, we'll cover build the First Native Plugin [Demo].</a:t>
            </a:r>
            <a:br/>
            <a:br/>
            <a:r>
              <a:t>After that, we'll cover add Descriptions and Parameters That Improve Tool Selection [Demo].</a:t>
            </a:r>
            <a:br/>
            <a:br/>
            <a:r>
              <a:t>From there, we'll cover use Built-In Plugins Where Appropriate [Demo].</a:t>
            </a:r>
            <a:br/>
            <a:br/>
            <a:r>
              <a:t>After that, we'll cover combine Prompt Templates with Plugin Calls [Demo].</a:t>
            </a:r>
            <a:br/>
            <a:br/>
            <a:r>
              <a:t>Then, we'll cover use Functions Inside Prompts [Demo].</a:t>
            </a:r>
            <a:br/>
            <a:br/>
            <a:r>
              <a:t>And finally, we'll cover automatically Invoking Functions.</a:t>
            </a:r>
            <a:br/>
            <a:br/>
            <a:r>
              <a:t>Finally, we'll cover configure Automatic Function Invocation [Demo].</a:t>
            </a:r>
            <a:br/>
            <a:br/>
            <a:r>
              <a:t>As you move through the section, keep in mind that each lesson prepares the next one.</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lesson, we're looking at understanding Plugins, Functions, and Discoverability.</a:t>
            </a:r>
            <a:br/>
            <a:br/>
            <a:r>
              <a:t>Learn what makes a function usable by the model and by the kernel.</a:t>
            </a:r>
            <a:br/>
            <a:br/>
            <a:r>
              <a:t>The model uses names and descriptions to decide when a function is relevant.</a:t>
            </a:r>
            <a:br/>
            <a:br/>
            <a:r>
              <a:t>Parameters must be typed, named clearly, and described in plain language.</a:t>
            </a:r>
            <a:br/>
            <a:br/>
            <a:r>
              <a:t>Overloaded, vague, or side-effect-heavy functions make orchestration unreliable.</a:t>
            </a:r>
            <a:br/>
            <a:br/>
            <a:r>
              <a:t>The best plugin functions are narrow, testable, and aligned to a business action.</a:t>
            </a:r>
            <a:br/>
            <a:br/>
            <a:r>
              <a:t>From the perspective of discoverability checklist, there are a few practical points to keep in mind.</a:t>
            </a:r>
            <a:br/>
            <a:br/>
            <a:r>
              <a:t>A function should do one clear thing.</a:t>
            </a:r>
            <a:br/>
            <a:br/>
            <a:r>
              <a:t>Read operations can often be invoked automatically.</a:t>
            </a:r>
            <a:br/>
            <a:br/>
            <a:r>
              <a:t>Write operations need confirmation, authorization, and audit logging.</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lesson, we’re looking at the metadata the kernel builds for the model.</a:t>
            </a:r>
            <a:br/>
            <a:br/>
            <a:r>
              <a:t>Understand the semantic information Semantic Kernel generates and what you must supply.</a:t>
            </a:r>
            <a:br/>
            <a:br/>
            <a:r>
              <a:t>Semantic Kernel uses reflection to auto-generate most metadata from your code.</a:t>
            </a:r>
            <a:br/>
            <a:br/>
            <a:r>
              <a:t>Developers must supply descriptions on classes, methods, and parameters.</a:t>
            </a:r>
            <a:br/>
            <a:br/>
            <a:r>
              <a:t>The full metadata chain includes plugin name, function names, parameter types, and return schemas.</a:t>
            </a:r>
            <a:br/>
            <a:br/>
            <a:r>
              <a:t>Use snake_case for function names because LLMs are predominantly trained on Python.</a:t>
            </a:r>
            <a:br/>
            <a:br/>
            <a:r>
              <a:t>From the perspective of what the model receives, the model sees the plugin name and all function signatures.</a:t>
            </a:r>
            <a:br/>
            <a:br/>
            <a:r>
              <a:t>It also sees the description attributes from class, methods, and parameters.</a:t>
            </a:r>
            <a:br/>
            <a:br/>
            <a:r>
              <a:t>And it receives typed parameter schemas and return value schemas.</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lesson, we’re looking at how native plugins differ from the prompt-based plugins covered in Section 5.</a:t>
            </a:r>
            <a:br/>
            <a:br/>
            <a:r>
              <a:t>Clarify how native code plugins differ from the prompt-based plugins covered earlier.</a:t>
            </a:r>
            <a:br/>
            <a:br/>
            <a:r>
              <a:t>Prompt plugins wrap LLM prompts in config.json and template folders loaded from disk.</a:t>
            </a:r>
            <a:br/>
            <a:br/>
            <a:r>
              <a:t>Native plugins wrap C# code in classes decorated with the KernelFunction attribute.</a:t>
            </a:r>
            <a:br/>
            <a:br/>
            <a:r>
              <a:t>Both register with the kernel and participate equally in automatic function calling.</a:t>
            </a:r>
            <a:br/>
            <a:br/>
            <a:r>
              <a:t>Native plugins can access databases, APIs, and file systems, anything C# can reach.</a:t>
            </a:r>
            <a:br/>
            <a:br/>
            <a:r>
              <a:t>From the perspective of the key difference, prompt plugins execute via the LLM with controlled parameters.</a:t>
            </a:r>
            <a:br/>
            <a:br/>
            <a:r>
              <a:t>Native plugins execute deterministic C# logic on the server.</a:t>
            </a:r>
            <a:br/>
            <a:br/>
            <a:r>
              <a:t>The AI agent discovers and invokes both types in the same way.</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create a plugin that exposes business logic to the kernel.</a:t>
            </a:r>
            <a:br/>
            <a:br/>
            <a:r>
              <a:t>By the end of the demo, native C# logic is available as a Semantic Kernel plugin function.</a:t>
            </a:r>
            <a:br/>
            <a:br/>
            <a:r>
              <a:t>First, we'll create a C# plugin class.</a:t>
            </a:r>
            <a:br/>
            <a:br/>
            <a:r>
              <a:t>Next, we'll add KernelFunction attributes and descriptions.</a:t>
            </a:r>
            <a:br/>
            <a:br/>
            <a:r>
              <a:t>Then, we'll register the plugin with the kernel.</a:t>
            </a:r>
            <a:br/>
            <a:br/>
            <a:r>
              <a:t>After that, we'll invoke the plugin from the app.</a:t>
            </a:r>
            <a:br/>
            <a:br/>
            <a:r>
              <a:t>The commands or code on the slide give us the starting point, but the important thing to watch is how the implementation fits into the larger application flow.</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make plugin methods easier for the model to choose and call correctly.</a:t>
            </a:r>
            <a:br/>
            <a:br/>
            <a:r>
              <a:t>By the end of the demo, the model has better metadata for selecting the right function.</a:t>
            </a:r>
            <a:br/>
            <a:br/>
            <a:r>
              <a:t>First, we'll add descriptions to plugin classes and functions.</a:t>
            </a:r>
            <a:br/>
            <a:br/>
            <a:r>
              <a:t>Next, we'll describe parameters in business language.</a:t>
            </a:r>
            <a:br/>
            <a:br/>
            <a:r>
              <a:t>Then, we'll run before/after prompts that require tool selection.</a:t>
            </a:r>
            <a:br/>
            <a:br/>
            <a:r>
              <a:t>After that, we'll observe improved function selection.</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blend instructions and executable functions in one flow.</a:t>
            </a:r>
            <a:br/>
            <a:br/>
            <a:r>
              <a:t>By the end of the demo, the same prompt template works with different business inputs.</a:t>
            </a:r>
            <a:br/>
            <a:br/>
            <a:r>
              <a:t>First, we'll write a prompt template with variables.</a:t>
            </a:r>
            <a:br/>
            <a:br/>
            <a:r>
              <a:t>Next, we'll supply KernelArguments at runtime.</a:t>
            </a:r>
            <a:br/>
            <a:br/>
            <a:r>
              <a:t>Then, we'll invoke the prompt through the kernel.</a:t>
            </a:r>
            <a:br/>
            <a:br/>
            <a:r>
              <a:t>After that, we'll compare reusable behavior across inputs.</a:t>
            </a:r>
            <a:br/>
            <a:br/>
            <a:r>
              <a:t>The commands or code on the slide give us the starting point, but the important thing to watch is how the implementation fits into the larger application flow.</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lesson, we're looking at automatically Invoking Functions.</a:t>
            </a:r>
            <a:br/>
            <a:br/>
            <a:r>
              <a:t>Understand when and why automatic function calling is useful.</a:t>
            </a:r>
            <a:br/>
            <a:br/>
            <a:r>
              <a:t>Automatic invocation lets the model request available functions when the user intent requires them.</a:t>
            </a:r>
            <a:br/>
            <a:br/>
            <a:r>
              <a:t>The kernel executes function calls and returns results back to the model for continued reasoning.</a:t>
            </a:r>
            <a:br/>
            <a:br/>
            <a:r>
              <a:t>This can support multi-step interactions without manually wiring every branch.</a:t>
            </a:r>
            <a:br/>
            <a:br/>
            <a:r>
              <a:t>It must be paired with tool design, permissions, and validation.</a:t>
            </a:r>
            <a:br/>
            <a:br/>
            <a:r>
              <a:t>From the perspective of safety boundary, there are a few practical points to keep in mind.</a:t>
            </a:r>
            <a:br/>
            <a:br/>
            <a:r>
              <a:t>Good for read-only lookups and controlled helper functions.</a:t>
            </a:r>
            <a:br/>
            <a:br/>
            <a:r>
              <a:t>Be cautious with state-changing operations.</a:t>
            </a:r>
            <a:br/>
            <a:br/>
            <a:r>
              <a:t>The course later adds confirmation gates and action cards.</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enable the kernel to choose and invoke registered functions automatically.</a:t>
            </a:r>
            <a:br/>
            <a:br/>
            <a:r>
              <a:t>By the end of the demo, the model can request the right function and use the result to answer.</a:t>
            </a:r>
            <a:br/>
            <a:br/>
            <a:r>
              <a:t>First, we'll register multiple plugin functions.</a:t>
            </a:r>
            <a:br/>
            <a:br/>
            <a:r>
              <a:t>Next, we'll enable automatic function choice behavior.</a:t>
            </a:r>
            <a:br/>
            <a:br/>
            <a:r>
              <a:t>Then, we'll ask a request that requires tool use.</a:t>
            </a:r>
            <a:br/>
            <a:br/>
            <a:r>
              <a:t>After that, we'll inspect which function was invoked and why.</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lesson, we're looking at design Rules for Good Plugins.</a:t>
            </a:r>
            <a:br/>
            <a:br/>
            <a:r>
              <a:t>Understand when logic should live in prompts, functions, or application code.</a:t>
            </a:r>
            <a:br/>
            <a:br/>
            <a:r>
              <a:t>Design plugins around business capabilities, not random code utilities.</a:t>
            </a:r>
            <a:br/>
            <a:br/>
            <a:r>
              <a:t>Use clear names, descriptions, and parameter contracts.</a:t>
            </a:r>
            <a:br/>
            <a:br/>
            <a:r>
              <a:t>Keep side effects explicit and auditable.</a:t>
            </a:r>
            <a:br/>
            <a:br/>
            <a:r>
              <a:t>Separate read-only functions from state-changing functions.</a:t>
            </a:r>
            <a:br/>
            <a:br/>
            <a:r>
              <a:t>Prefer small composable functions over large ambiguous functions.</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Let's close the section by reviewing the main takeaways.</a:t>
            </a:r>
            <a:br/>
            <a:br/>
            <a:r>
              <a:t>First, confirm the learner can build console-based AI workflows using prompts and native functions.</a:t>
            </a:r>
            <a:br/>
            <a:br/>
            <a:r>
              <a:t>Second, the section concepts should now be connected to the course project.</a:t>
            </a:r>
            <a:br/>
            <a:br/>
            <a:r>
              <a:t>Third, the demos should leave the learner with a working checkpoint.</a:t>
            </a:r>
            <a:br/>
            <a:br/>
            <a:r>
              <a:t>And finally, the next section builds directly on this foundation.</a:t>
            </a:r>
            <a:br/>
            <a:br/>
            <a:r>
              <a:t>Next: Moving into ASP.NET Core. That will build directly on what we've completed here.</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lesson, we're looking at moving into ASP.NET Core.</a:t>
            </a:r>
            <a:br/>
            <a:br/>
            <a:r>
              <a:t>Translate console concepts into a real ASP.NET Core business portal.</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the roadmap for this section, so you can see how the lessons connect.</a:t>
            </a:r>
            <a:br/>
            <a:br/>
            <a:r>
              <a:t>First, we'll cover the section overview.</a:t>
            </a:r>
            <a:br/>
            <a:br/>
            <a:r>
              <a:t>Next, we'll cover create the ASP.NET Core MVC Starter Portal [Demo].</a:t>
            </a:r>
            <a:br/>
            <a:br/>
            <a:r>
              <a:t>Then, we'll cover add Semantic Kernel to ASP.NET Core Dependency Injection [Demo].</a:t>
            </a:r>
            <a:br/>
            <a:br/>
            <a:r>
              <a:t>After that, we'll cover build a Semantic Kernel Service Layer [Demo].</a:t>
            </a:r>
            <a:br/>
            <a:br/>
            <a:r>
              <a:t>From there, we'll cover add the Documents Area to the Portal [Demo].</a:t>
            </a:r>
            <a:br/>
            <a:br/>
            <a:r>
              <a:t>After that, we'll cover add the Requests Area to the Portal [Demo].</a:t>
            </a:r>
            <a:br/>
            <a:br/>
            <a:r>
              <a:t>Then, we'll cover build an Embedded Copilot Panel [Demo].</a:t>
            </a:r>
            <a:br/>
            <a:br/>
            <a:r>
              <a:t>And finally, we'll cover pass Page Context into the Copilot [Demo].</a:t>
            </a:r>
            <a:br/>
            <a:br/>
            <a:r>
              <a:t>Finally, we'll cover test the Embedded Copilot Experience [Demo].</a:t>
            </a:r>
            <a:br/>
            <a:br/>
            <a:r>
              <a:t>As you move through the section, keep in mind that each lesson prepares the next one.</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move kernel configuration into the ASP.NET Core composition root.</a:t>
            </a:r>
            <a:br/>
            <a:br/>
            <a:r>
              <a:t>By the end of the demo, the web application can use Semantic Kernel through normal ASP.NET Core service patterns.</a:t>
            </a:r>
            <a:br/>
            <a:br/>
            <a:r>
              <a:t>First, we'll move kernel setup into Program.cs or extension methods.</a:t>
            </a:r>
            <a:br/>
            <a:br/>
            <a:r>
              <a:t>Next, we'll register Semantic Kernel services with DI.</a:t>
            </a:r>
            <a:br/>
            <a:br/>
            <a:r>
              <a:t>Then, we'll inject the AI service into controllers or page handlers.</a:t>
            </a:r>
            <a:br/>
            <a:br/>
            <a:r>
              <a:t>After that, we'll verify scoped service usage.</a:t>
            </a:r>
            <a:br/>
            <a:br/>
            <a:r>
              <a:t>The commands or code on the slide give us the starting point, but the important thing to watch is how the implementation fits into the larger application flow.</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separate kernel orchestration from controllers and UI code.</a:t>
            </a:r>
            <a:br/>
            <a:br/>
            <a:r>
              <a:t>By the end of the demo, controllers remain thin while AI orchestration lives in testable application services.</a:t>
            </a:r>
            <a:br/>
            <a:br/>
            <a:r>
              <a:t>First, we'll create a portal AI service interface.</a:t>
            </a:r>
            <a:br/>
            <a:br/>
            <a:r>
              <a:t>Next, we'll inject Kernel and domain services into the AI service.</a:t>
            </a:r>
            <a:br/>
            <a:br/>
            <a:r>
              <a:t>Then, we'll move prompt invocation behind the service layer.</a:t>
            </a:r>
            <a:br/>
            <a:br/>
            <a:r>
              <a:t>After that, we'll return typed responses to controllers or handlers.</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introduce a business-facing area where users can interact with managed content.</a:t>
            </a:r>
            <a:br/>
            <a:br/>
            <a:r>
              <a:t>By the end of the demo, the portal has a real document context for AI features.</a:t>
            </a:r>
            <a:br/>
            <a:br/>
            <a:r>
              <a:t>First, we'll add document list and details pages.</a:t>
            </a:r>
            <a:br/>
            <a:br/>
            <a:r>
              <a:t>Next, we'll create a document model and seed sample records.</a:t>
            </a:r>
            <a:br/>
            <a:br/>
            <a:r>
              <a:t>Then, we'll add actions for summary and document-specific copilot use.</a:t>
            </a:r>
            <a:br/>
            <a:br/>
            <a:r>
              <a:t>After that, we'll verify navigation from dashboard to document details.</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add another business context where AI assistance can provide value.</a:t>
            </a:r>
            <a:br/>
            <a:br/>
            <a:r>
              <a:t>By the end of the demo, the portal has a workflow record type where AI can support triage and next steps.</a:t>
            </a:r>
            <a:br/>
            <a:br/>
            <a:r>
              <a:t>First, we'll add request list and details pages.</a:t>
            </a:r>
            <a:br/>
            <a:br/>
            <a:r>
              <a:t>Next, we'll seed realistic request statuses and owners.</a:t>
            </a:r>
            <a:br/>
            <a:br/>
            <a:r>
              <a:t>Then, we'll add request-specific action points.</a:t>
            </a:r>
            <a:br/>
            <a:br/>
            <a:r>
              <a:t>After that, we'll prepare the page for copilot assistance.</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add a contextual assistant panel to the website instead of building a standalone chat app.</a:t>
            </a:r>
            <a:br/>
            <a:br/>
            <a:r>
              <a:t>By the end of the demo, the assistant appears inside the business portal as an embedded copilot.</a:t>
            </a:r>
            <a:br/>
            <a:br/>
            <a:r>
              <a:t>First, we'll create the panel markup and script hook.</a:t>
            </a:r>
            <a:br/>
            <a:br/>
            <a:r>
              <a:t>Next, we'll connect the panel to the copilot endpoint.</a:t>
            </a:r>
            <a:br/>
            <a:br/>
            <a:r>
              <a:t>Then, we'll pass current page metadata.</a:t>
            </a:r>
            <a:br/>
            <a:br/>
            <a:r>
              <a:t>After that, we'll render responses in context.</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Let's close the section by reviewing the main takeaways.</a:t>
            </a:r>
            <a:br/>
            <a:br/>
            <a:r>
              <a:t>First, confirm the assistant now works inside ASP.NET Core.</a:t>
            </a:r>
            <a:br/>
            <a:br/>
            <a:r>
              <a:t>Second, the section concepts should now be connected to the course project.</a:t>
            </a:r>
            <a:br/>
            <a:br/>
            <a:r>
              <a:t>Third, the demos should leave the learner with a working checkpoint.</a:t>
            </a:r>
            <a:br/>
            <a:br/>
            <a:r>
              <a:t>And finally, the next section builds directly on this foundation.</a:t>
            </a:r>
            <a:br/>
            <a:br/>
            <a:r>
              <a:t>Next: Contextual Assistance, History, and Grounding. That will build directly on what we've completed here.</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lesson, we're looking at contextual Assistance, History, and Grounding.</a:t>
            </a:r>
            <a:br/>
            <a:br/>
            <a:r>
              <a:t>Add persistence, document intelligence, RAG, citations, and memory to the portal.</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the roadmap for this section, so you can see how the lessons connect.</a:t>
            </a:r>
            <a:br/>
            <a:br/>
            <a:r>
              <a:t>First, we'll cover the section overview.</a:t>
            </a:r>
            <a:br/>
            <a:br/>
            <a:r>
              <a:t>Next, we'll cover persist Copilot Conversations [Demo].</a:t>
            </a:r>
            <a:br/>
            <a:br/>
            <a:r>
              <a:t>Then, we'll cover reload Historical Context into Semantic Kernel [Demo].</a:t>
            </a:r>
            <a:br/>
            <a:br/>
            <a:r>
              <a:t>After that, we'll cover add Document Upload Support [Demo].</a:t>
            </a:r>
            <a:br/>
            <a:br/>
            <a:r>
              <a:t>From there, we'll cover extract Text from PDFs with IronPDF [Demo].</a:t>
            </a:r>
            <a:br/>
            <a:br/>
            <a:r>
              <a:t>After that, we'll cover handle Scanned PDFs with OCR [Demo].</a:t>
            </a:r>
            <a:br/>
            <a:br/>
            <a:r>
              <a:t>Then, we'll cover build a Document Preprocessing Pipeline [Demo].</a:t>
            </a:r>
            <a:br/>
            <a:br/>
            <a:r>
              <a:t>And finally, we'll cover core RAG Concepts.</a:t>
            </a:r>
            <a:br/>
            <a:br/>
            <a:r>
              <a:t>Finally, we'll cover prepare Document Chunks and Metadata [Demo].</a:t>
            </a:r>
            <a:br/>
            <a:br/>
            <a:r>
              <a:t>As you move through the section, keep in mind that each lesson prepares the next one.</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configure EF Core with SQLite for lightweight, local database storage.</a:t>
            </a:r>
            <a:br>
              <a:rPr/>
            </a:br>
            <a:br>
              <a:rPr/>
            </a:br>
            <a:r>
              <a:t>By the end of the demo, the portal uses a local SQLite database managed by EF Core migrations.</a:t>
            </a:r>
            <a:br>
              <a:rPr/>
            </a:br>
            <a:br>
              <a:rPr/>
            </a:br>
            <a:r>
              <a:t>First, we'll install EF Core and SQLite NuGet packages.</a:t>
            </a:r>
            <a:br>
              <a:rPr/>
            </a:br>
            <a:br>
              <a:rPr/>
            </a:br>
            <a:r>
              <a:t>Next, we'll define the application DbContext and connection string.</a:t>
            </a:r>
            <a:br>
              <a:rPr/>
            </a:br>
            <a:br>
              <a:rPr/>
            </a:br>
            <a:r>
              <a:t>Then, we'll create an initial migration and apply it.</a:t>
            </a:r>
            <a:br>
              <a:rPr/>
            </a:br>
            <a:br>
              <a:rPr/>
            </a:br>
            <a:r>
              <a:t>After that, we'll verify the database is created and accessible.</a:t>
            </a:r>
            <a:br>
              <a:rPr/>
            </a:br>
            <a:br>
              <a:rPr/>
            </a:br>
            <a:r>
              <a:t>The commands or code on the slide give us the starting point, but the important thing to watch is how the implementation fits into the larger application flow.</a:t>
            </a:r>
          </a:p>
        </p:txBody>
      </p:sp>
      <p:sp>
        <p:nvSpPr>
          <p:cNvPr id="4" name="Slide Number Placeholder 3"/>
          <p:cNvSpPr>
            <a:spLocks noGrp="1"/>
          </p:cNvSpPr>
          <p:nvPr>
            <p:ph type="sldNum" sz="quarter" idx="10"/>
          </p:nvPr>
        </p:nvSpPr>
        <p:spPr/>
        <p:txBody>
          <a:bodyPr/>
          <a:lstStyle/>
          <a:p>
            <a:fld id="{A1234567-1234-1234-1234-123456789ABC}" type="slidenum">
              <a:rPr lang="en-US"/>
              <a:t>88</a:t>
            </a:fld>
            <a:endParaRPr 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add user identity so sessions and actions map to individual users.</a:t>
            </a:r>
            <a:br>
              <a:rPr/>
            </a:br>
            <a:br>
              <a:rPr/>
            </a:br>
            <a:r>
              <a:t>By the end of the demo, users can log in and their identity flows through to copilot interactions.</a:t>
            </a:r>
            <a:br>
              <a:rPr/>
            </a:br>
            <a:br>
              <a:rPr/>
            </a:br>
            <a:r>
              <a:t>First, we'll add ASP.NET Core Identity packages and services.</a:t>
            </a:r>
            <a:br>
              <a:rPr/>
            </a:br>
            <a:br>
              <a:rPr/>
            </a:br>
            <a:r>
              <a:t>Next, we'll configure the authentication middleware pipeline.</a:t>
            </a:r>
            <a:br>
              <a:rPr/>
            </a:br>
            <a:br>
              <a:rPr/>
            </a:br>
            <a:r>
              <a:t>Then, we'll create a login page and registration flow.</a:t>
            </a:r>
            <a:br>
              <a:rPr/>
            </a:br>
            <a:br>
              <a:rPr/>
            </a:br>
            <a:r>
              <a:t>After that, we'll associate the current user with copilot sessions.</a:t>
            </a:r>
            <a:br>
              <a:rPr/>
            </a:br>
            <a:br>
              <a:rPr/>
            </a:br>
            <a:r>
              <a:t>The commands or code on the slide give us the starting point, but the important thing to watch is how the implementation fits into the larger application flow.</a:t>
            </a:r>
          </a:p>
        </p:txBody>
      </p:sp>
      <p:sp>
        <p:nvSpPr>
          <p:cNvPr id="4" name="Slide Number Placeholder 3"/>
          <p:cNvSpPr>
            <a:spLocks noGrp="1"/>
          </p:cNvSpPr>
          <p:nvPr>
            <p:ph type="sldNum" sz="quarter" idx="10"/>
          </p:nvPr>
        </p:nvSpPr>
        <p:spPr/>
        <p:txBody>
          <a:bodyPr/>
          <a:lstStyle/>
          <a:p>
            <a:fld id="{B2345678-2345-2345-2345-234567890BCD}" type="slidenum">
              <a:rPr lang="en-US"/>
              <a:t>89</a:t>
            </a:fld>
            <a:endParaRPr 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store user and assistant interactions per portal context.</a:t>
            </a:r>
            <a:br/>
            <a:br/>
            <a:r>
              <a:t>By the end of the demo, copilot conversations survive page reloads and are scoped to business records.</a:t>
            </a:r>
            <a:br/>
            <a:br/>
            <a:r>
              <a:t>First, we'll create conversation and message entities.</a:t>
            </a:r>
            <a:br/>
            <a:br/>
            <a:r>
              <a:t>Next, we'll store messages by user, record type, and record ID.</a:t>
            </a:r>
            <a:br/>
            <a:br/>
            <a:r>
              <a:t>Then, we'll save both user and assistant turns.</a:t>
            </a:r>
            <a:br/>
            <a:br/>
            <a:r>
              <a:t>After that, we'll inspect persisted messages in the database.</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rehydrate prior conversations for follow-up questions.</a:t>
            </a:r>
            <a:br/>
            <a:br/>
            <a:r>
              <a:t>By the end of the demo, the assistant can continue a conversation in the correct portal context.</a:t>
            </a:r>
            <a:br/>
            <a:br/>
            <a:r>
              <a:t>First, we'll load prior turns for the current record.</a:t>
            </a:r>
            <a:br/>
            <a:br/>
            <a:r>
              <a:t>Next, we'll convert stored messages into chat history.</a:t>
            </a:r>
            <a:br/>
            <a:br/>
            <a:r>
              <a:t>Then, we'll limit history to a manageable context window.</a:t>
            </a:r>
            <a:br/>
            <a:br/>
            <a:r>
              <a:t>After that, we'll ask a follow-up question that depends on history.</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allow users to submit PDFs into the application workflow.</a:t>
            </a:r>
            <a:br/>
            <a:br/>
            <a:r>
              <a:t>By the end of the demo, the portal accepts business documents for AI processing.</a:t>
            </a:r>
            <a:br/>
            <a:br/>
            <a:r>
              <a:t>First, we'll add upload form and validation.</a:t>
            </a:r>
            <a:br/>
            <a:br/>
            <a:r>
              <a:t>Next, we'll store uploaded file metadata.</a:t>
            </a:r>
            <a:br/>
            <a:br/>
            <a:r>
              <a:t>Then, we'll persist the document record.</a:t>
            </a:r>
            <a:br/>
            <a:br/>
            <a:r>
              <a:t>After that, we'll prepare the file for extraction.</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The AI model does not magically understand a folder of files. We must convert business documents into clean text and structured metadata that our application can retrieve later.
PDFs are especially important because they preserve layout, but they can be text-based, image-based, or a mixture of both. Some documents contain tables, forms, signatures, images, or scanned pages. That is why a document layer is necessary before the RAG layer.
Grounding: IronOCR documentation notes OCR support for reading PDF files and handling both scanned and searchable PDFs; IronPDF documentation highlights text and image extraction, forms, signing, stamping, splitting, and merging capabilities. Sources: https://ironsoftware.com/csharp/ocr/how-to/input-pdfs/ and https://www.nuget.org/packages/ironpdf/</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IronPDF does not replace Semantic Kernel or Azure OpenAI. It handles the PDF. Semantic Kernel handles orchestration, prompts, plugins, and model calls.
The important course design is separation of responsibilities: deterministic document processing first, AI reasoning second. That keeps the application easier to debug and easier to improve.
Grounding: IronPDF documentation and NuGet package metadata describe creating, editing, extracting PDF content, text/images extraction, forms, merge/split, page numbers, headers/footers, watermarking, stamping, and digital signing. Sources: https://ironpdf.com/ and https://www.nuget.org/packages/ironpdf/</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For this course, the strongest argument for IronPDF is not abstract marketing. It fits the .NET 10, ASP.NET Core, Azure-oriented portal we are already building.
Students can install a package, write C# code, and keep the PDF processing logic inside the same solution where the Semantic Kernel services live. That makes the learning path coherent.
Grounding: NuGet lists IronPDF platform support including .NET 10 and app models such as console, web, MVC, Blazor, MAUI, Razor Pages, and desktop apps. IronPDF site lists Windows, Linux, macOS, Docker, Azure, AWS, and .NET 10/9/8 LTS support. Sources: https://www.nuget.org/packages/ironpdf/ and https://ironpdf.com/</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IronSuite is useful to mention because document intelligence expands quickly. A practical AI app may need PDFs first, then OCR, then spreadsheet extraction, DOCX processing, presentation generation, barcode/QR detection, archive processing, printing, or web scraping.
We should not imply that every project needs every library. The practical message is: install what the workflow requires, and keep each capability in its own service or plugin boundary.
Grounding: Iron Software states Iron Suite includes ten .NET libraries: IronPDF, IronOCR, IronXL, IronWord, IronPPT, IronBarcode, IronQR, IronZIP, IronPrint, and IronWebScraper. It also clarifies there is no single IronSuite NuGet package and each library is installed independently. Source: https://ironsoftware.com/suite/ai-info/</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This is the pattern we will implement across the next demos. We do not want to send whole documents directly into the model every time. That is expensive, hard to debug, and often less accurate.
The flow is upload, extract, prepare, retrieve, then generate. IronPDF and OCR support sit mostly in the extract stage. Semantic Kernel becomes the orchestration layer that uses the prepared content later.
Grounding: The current course outline explicitly progresses from document upload to IronPDF text extraction, scanned PDF/OCR handling, preprocessing, core RAG concepts, chunking, embeddings, retrieval, grounded responses, citations/source references, and summarized context. Source: Semantic Kernel SDK - Integrating AI in Applications _ Udemy.pdf.</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This overview should transition directly into implementation. Learners should now understand why IronPDF is being introduced and what job it performs in the overall system.
The next demo should be very practical: install the package, load an uploaded PDF, extract text, store the extracted content, and prepare the path toward RAG.
Grounding: This sequence follows the current Section 8 course outline: upload support, IronPDF overview, text extraction, OCR support, preprocessing, RAG, chunking, embeddings, retrieval, grounded responses, source references, and summarized context. Source: Semantic Kernel SDK - Integrating AI in Applications _ Udemy.pdf.</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pull machine-readable text from uploaded documents.</a:t>
            </a:r>
            <a:br/>
            <a:br/>
            <a:r>
              <a:t>By the end of the demo, pDF content is available to the AI pipeline as text.</a:t>
            </a:r>
            <a:br/>
            <a:br/>
            <a:r>
              <a:t>First, we'll load the uploaded PDF.</a:t>
            </a:r>
            <a:br/>
            <a:br/>
            <a:r>
              <a:t>Next, we'll extract text using IronPDF.</a:t>
            </a:r>
            <a:br/>
            <a:br/>
            <a:r>
              <a:t>Then, we'll store extracted text or document segments.</a:t>
            </a:r>
            <a:br/>
            <a:br/>
            <a:r>
              <a:t>After that, we'll handle extraction failures gracefully.</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process image-based PDFs that do not already contain readable text.</a:t>
            </a:r>
            <a:br/>
            <a:br/>
            <a:r>
              <a:t>By the end of the demo, scanned documents can be included in the same AI processing pipeline.</a:t>
            </a:r>
            <a:br/>
            <a:br/>
            <a:r>
              <a:t>First, we'll identify an image-based PDF.</a:t>
            </a:r>
            <a:br/>
            <a:br/>
            <a:r>
              <a:t>Next, we'll run OCR extraction.</a:t>
            </a:r>
            <a:br/>
            <a:br/>
            <a:r>
              <a:t>Then, we'll store OCR output with source metadata.</a:t>
            </a:r>
            <a:br/>
            <a:br/>
            <a:r>
              <a:t>After that, we'll compare results with text-based extraction.</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In this demo, we're going to move from raw PDF text extraction into structured ingestion.</a:t>
            </a:r>
            <a:br>
              <a:rPr dirty="0"/>
            </a:br>
            <a:br>
              <a:rPr dirty="0"/>
            </a:br>
            <a:r>
              <a:rPr dirty="0"/>
              <a:t>By the end of the demo, raw PDF text becomes structured, traceable input for RAG.</a:t>
            </a:r>
            <a:br>
              <a:rPr dirty="0"/>
            </a:br>
            <a:br>
              <a:rPr dirty="0"/>
            </a:br>
            <a:r>
              <a:rPr dirty="0"/>
              <a:t>First, we'll normalize extracted text.</a:t>
            </a:r>
            <a:br>
              <a:rPr dirty="0"/>
            </a:br>
            <a:br>
              <a:rPr dirty="0"/>
            </a:br>
            <a:r>
              <a:rPr dirty="0"/>
              <a:t>Next, we'll split content into page or section units.</a:t>
            </a:r>
            <a:br>
              <a:rPr dirty="0"/>
            </a:br>
            <a:br>
              <a:rPr dirty="0"/>
            </a:br>
            <a:r>
              <a:rPr dirty="0"/>
              <a:t>Then, we'll attach document ID, page number, and source metadata.</a:t>
            </a:r>
            <a:br>
              <a:rPr dirty="0"/>
            </a:br>
            <a:br>
              <a:rPr dirty="0"/>
            </a:br>
            <a:r>
              <a:rPr dirty="0"/>
              <a:t>After that, we'll persist processed content for downstream retrieval.</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lesson, we're looking at core RAG Concepts.</a:t>
            </a:r>
            <a:br/>
            <a:br/>
            <a:r>
              <a:t>Understand chunking, embeddings, retrieval, and grounded response generation.</a:t>
            </a:r>
            <a:br/>
            <a:br/>
            <a:r>
              <a:t>RAG retrieves relevant knowledge before asking the model to answer.</a:t>
            </a:r>
            <a:br/>
            <a:br/>
            <a:r>
              <a:t>The standard flow is ingest → chunk → embed → search → ground → answer.</a:t>
            </a:r>
            <a:br/>
            <a:br/>
            <a:r>
              <a:t>Metadata controls traceability, filtering, and source references.</a:t>
            </a:r>
            <a:br/>
            <a:br/>
            <a:r>
              <a:t>Grounding reduces unsupported answers and helps with domain-specific knowledge.</a:t>
            </a:r>
            <a:br/>
            <a:br/>
            <a:r>
              <a:t>From the perspective of rag design lens, there are a few practical points to keep in mind.</a:t>
            </a:r>
            <a:br/>
            <a:br/>
            <a:r>
              <a:t>RAG is not just vector search.</a:t>
            </a:r>
            <a:br/>
            <a:br/>
            <a:r>
              <a:t>The answer still needs prompt design, source tracking, and UI transparency.</a:t>
            </a:r>
            <a:br/>
            <a:br/>
            <a:r>
              <a:t>Enterprise value comes from auditable answers over business documents.</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81721-543D-A32C-A5F1-18A92EC26A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47313C-6BAB-CAD2-5A82-5CDD5336F6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6C00D4-847E-A957-D227-22143C8B056B}"/>
              </a:ext>
            </a:extLst>
          </p:cNvPr>
          <p:cNvSpPr>
            <a:spLocks noGrp="1"/>
          </p:cNvSpPr>
          <p:nvPr>
            <p:ph type="body" idx="1"/>
          </p:nvPr>
        </p:nvSpPr>
        <p:spPr/>
        <p:txBody>
          <a:bodyPr/>
          <a:lstStyle/>
          <a:p>
            <a:r>
              <a:t>In this lesson, we're looking at core RAG Concepts.</a:t>
            </a:r>
            <a:br/>
            <a:br/>
            <a:r>
              <a:t>Understand chunking, embeddings, retrieval, and grounded response generation.</a:t>
            </a:r>
            <a:br/>
            <a:br/>
            <a:r>
              <a:t>RAG retrieves relevant knowledge before asking the model to answer.</a:t>
            </a:r>
            <a:br/>
            <a:br/>
            <a:r>
              <a:t>The standard flow is ingest → chunk → embed → search → ground → answer.</a:t>
            </a:r>
            <a:br/>
            <a:br/>
            <a:r>
              <a:t>Metadata controls traceability, filtering, and source references.</a:t>
            </a:r>
            <a:br/>
            <a:br/>
            <a:r>
              <a:t>Grounding reduces unsupported answers and helps with domain-specific knowledge.</a:t>
            </a:r>
            <a:br/>
            <a:br/>
            <a:r>
              <a:t>From the perspective of rag design lens, there are a few practical points to keep in mind.</a:t>
            </a:r>
            <a:br/>
            <a:br/>
            <a:r>
              <a:t>RAG is not just vector search.</a:t>
            </a:r>
            <a:br/>
            <a:br/>
            <a:r>
              <a:t>The answer still needs prompt design, source tracking, and UI transparency.</a:t>
            </a:r>
            <a:br/>
            <a:br/>
            <a:r>
              <a:t>Enterprise value comes from auditable answers over business documents.</a:t>
            </a:r>
          </a:p>
        </p:txBody>
      </p:sp>
      <p:sp>
        <p:nvSpPr>
          <p:cNvPr id="4" name="Slide Number Placeholder 3">
            <a:extLst>
              <a:ext uri="{FF2B5EF4-FFF2-40B4-BE49-F238E27FC236}">
                <a16:creationId xmlns:a16="http://schemas.microsoft.com/office/drawing/2014/main" id="{8316EF16-6B63-9781-0B64-684257C19770}"/>
              </a:ext>
            </a:extLst>
          </p:cNvPr>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2277091962"/>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convert extracted document text into retrieval-ready chunks.</a:t>
            </a:r>
            <a:br/>
            <a:br/>
            <a:r>
              <a:t>By the end of the demo, the document content is retrieval-ready with useful metadata.</a:t>
            </a:r>
            <a:br/>
            <a:br/>
            <a:r>
              <a:t>First, we'll choose a chunk size and overlap strategy.</a:t>
            </a:r>
            <a:br/>
            <a:br/>
            <a:r>
              <a:t>Next, we'll create chunks from processed document text.</a:t>
            </a:r>
            <a:br/>
            <a:br/>
            <a:r>
              <a:t>Then, we'll attach metadata such as document ID, title, page, and section.</a:t>
            </a:r>
            <a:br/>
            <a:br/>
            <a:r>
              <a:t>After that, we'll persist chunks ready for embedding.</a:t>
            </a:r>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
        <p:cNvGrpSpPr/>
        <p:nvPr/>
      </p:nvGrpSpPr>
      <p:grpSpPr>
        <a:xfrm>
          <a:off x="0" y="0"/>
          <a:ext cx="0" cy="0"/>
          <a:chOff x="0" y="0"/>
          <a:chExt cx="0" cy="0"/>
        </a:xfrm>
      </p:grpSpPr>
      <p:sp>
        <p:nvSpPr>
          <p:cNvPr id="2" name="Slide Image Placeholder"/>
          <p:cNvSpPr>
            <a:spLocks noGrp="1" noRot="1" noChangeAspect="1"/>
          </p:cNvSpPr>
          <p:nvPr>
            <p:ph type="sldImg" idx="2"/>
          </p:nvPr>
        </p:nvSpPr>
        <p:spPr>
          <a:xfrm>
            <a:off x="381000" y="685800"/>
            <a:ext cx="6096000" cy="3429000"/>
          </a:xfrm>
          <a:prstGeom prst="rect">
            <a:avLst/>
          </a:prstGeom>
        </p:spPr>
      </p:sp>
      <p:sp>
        <p:nvSpPr>
          <p:cNvPr id="3" name="Notes Placeholde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200"/>
              <a:t>Explain that an embedding is not a summary and not the original document. It is a numeric representation of meaning. Use the cancellation policy example to show why semantic search works better than plain keyword matching when users phrase questions differently from the source document.</a:t>
            </a: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
        <p:cNvGrpSpPr/>
        <p:nvPr/>
      </p:nvGrpSpPr>
      <p:grpSpPr>
        <a:xfrm>
          <a:off x="0" y="0"/>
          <a:ext cx="0" cy="0"/>
          <a:chOff x="0" y="0"/>
          <a:chExt cx="0" cy="0"/>
        </a:xfrm>
      </p:grpSpPr>
      <p:sp>
        <p:nvSpPr>
          <p:cNvPr id="2" name="Slide Image Placeholder"/>
          <p:cNvSpPr>
            <a:spLocks noGrp="1" noRot="1" noChangeAspect="1"/>
          </p:cNvSpPr>
          <p:nvPr>
            <p:ph type="sldImg" idx="2"/>
          </p:nvPr>
        </p:nvSpPr>
        <p:spPr>
          <a:xfrm>
            <a:off x="381000" y="685800"/>
            <a:ext cx="6096000" cy="3429000"/>
          </a:xfrm>
          <a:prstGeom prst="rect">
            <a:avLst/>
          </a:prstGeom>
        </p:spPr>
      </p:sp>
      <p:sp>
        <p:nvSpPr>
          <p:cNvPr id="3" name="Notes Placeholde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200"/>
              <a:t>Narration points: The chunks already exist in the database, but storing text is not the same as making it semantically searchable. The embedding gives the vector store something it can compare. Without embeddings, the app can mostly do filtering, exact matching, and keyword search.</a:t>
            </a: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
        <p:cNvGrpSpPr/>
        <p:nvPr/>
      </p:nvGrpSpPr>
      <p:grpSpPr>
        <a:xfrm>
          <a:off x="0" y="0"/>
          <a:ext cx="0" cy="0"/>
          <a:chOff x="0" y="0"/>
          <a:chExt cx="0" cy="0"/>
        </a:xfrm>
      </p:grpSpPr>
      <p:sp>
        <p:nvSpPr>
          <p:cNvPr id="2" name="Slide Image Placeholder"/>
          <p:cNvSpPr>
            <a:spLocks noGrp="1" noRot="1" noChangeAspect="1"/>
          </p:cNvSpPr>
          <p:nvPr>
            <p:ph type="sldImg" idx="2"/>
          </p:nvPr>
        </p:nvSpPr>
        <p:spPr>
          <a:xfrm>
            <a:off x="381000" y="685800"/>
            <a:ext cx="6096000" cy="3429000"/>
          </a:xfrm>
          <a:prstGeom prst="rect">
            <a:avLst/>
          </a:prstGeom>
        </p:spPr>
      </p:sp>
      <p:sp>
        <p:nvSpPr>
          <p:cNvPr id="3" name="Notes Placeholde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200" dirty="0"/>
              <a:t>This is the key clarification. Avoid saying that embeddings are needed 'on Azure and in SQLite.' Azure OpenAI is the generator; SQLite is the store/search engine. The same vector is not being created twice. The embedding model creates it once for a chunk, and the vector store persists it for later retrieval.</a:t>
            </a: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
        <p:cNvGrpSpPr/>
        <p:nvPr/>
      </p:nvGrpSpPr>
      <p:grpSpPr>
        <a:xfrm>
          <a:off x="0" y="0"/>
          <a:ext cx="0" cy="0"/>
          <a:chOff x="0" y="0"/>
          <a:chExt cx="0" cy="0"/>
        </a:xfrm>
      </p:grpSpPr>
      <p:sp>
        <p:nvSpPr>
          <p:cNvPr id="2" name="Slide Image Placeholder"/>
          <p:cNvSpPr>
            <a:spLocks noGrp="1" noRot="1" noChangeAspect="1"/>
          </p:cNvSpPr>
          <p:nvPr>
            <p:ph type="sldImg" idx="2"/>
          </p:nvPr>
        </p:nvSpPr>
        <p:spPr>
          <a:xfrm>
            <a:off x="381000" y="685800"/>
            <a:ext cx="6096000" cy="3429000"/>
          </a:xfrm>
          <a:prstGeom prst="rect">
            <a:avLst/>
          </a:prstGeom>
        </p:spPr>
      </p:sp>
      <p:sp>
        <p:nvSpPr>
          <p:cNvPr id="3" name="Notes Placeholde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200"/>
              <a:t>Walk through the diagram slowly. Emphasize that embedding happens after chunking because embedding full documents is usually too broad and inefficient. The retriever needs smaller units that can be returned as focused context for the user’s question.</a:t>
            </a: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
        <p:cNvGrpSpPr/>
        <p:nvPr/>
      </p:nvGrpSpPr>
      <p:grpSpPr>
        <a:xfrm>
          <a:off x="0" y="0"/>
          <a:ext cx="0" cy="0"/>
          <a:chOff x="0" y="0"/>
          <a:chExt cx="0" cy="0"/>
        </a:xfrm>
      </p:grpSpPr>
      <p:sp>
        <p:nvSpPr>
          <p:cNvPr id="2" name="Slide Image Placeholder"/>
          <p:cNvSpPr>
            <a:spLocks noGrp="1" noRot="1" noChangeAspect="1"/>
          </p:cNvSpPr>
          <p:nvPr>
            <p:ph type="sldImg" idx="2"/>
          </p:nvPr>
        </p:nvSpPr>
        <p:spPr>
          <a:xfrm>
            <a:off x="381000" y="685800"/>
            <a:ext cx="6096000" cy="3429000"/>
          </a:xfrm>
          <a:prstGeom prst="rect">
            <a:avLst/>
          </a:prstGeom>
        </p:spPr>
      </p:sp>
      <p:sp>
        <p:nvSpPr>
          <p:cNvPr id="3" name="Notes Placeholde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200"/>
              <a:t>Make the query-time distinction explicit: stored chunks already have vectors, but the user’s new question also needs a vector. The search operation is not comparing a sentence to a sentence directly; it compares the question vector to stored chunk vectors.</a:t>
            </a: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
        <p:cNvGrpSpPr/>
        <p:nvPr/>
      </p:nvGrpSpPr>
      <p:grpSpPr>
        <a:xfrm>
          <a:off x="0" y="0"/>
          <a:ext cx="0" cy="0"/>
          <a:chOff x="0" y="0"/>
          <a:chExt cx="0" cy="0"/>
        </a:xfrm>
      </p:grpSpPr>
      <p:sp>
        <p:nvSpPr>
          <p:cNvPr id="2" name="Slide Image Placeholder"/>
          <p:cNvSpPr>
            <a:spLocks noGrp="1" noRot="1" noChangeAspect="1"/>
          </p:cNvSpPr>
          <p:nvPr>
            <p:ph type="sldImg" idx="2"/>
          </p:nvPr>
        </p:nvSpPr>
        <p:spPr>
          <a:xfrm>
            <a:off x="381000" y="685800"/>
            <a:ext cx="6096000" cy="3429000"/>
          </a:xfrm>
          <a:prstGeom prst="rect">
            <a:avLst/>
          </a:prstGeom>
        </p:spPr>
      </p:sp>
      <p:sp>
        <p:nvSpPr>
          <p:cNvPr id="3" name="Notes Placeholde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200"/>
              <a:t>Explain that SQLite can be used as the local vector store because the SQLite connector maps a collection to tables and stores vectors separately from key/data properties. Also emphasize the Microsoft guidance: generated vector properties do not replace the original text. Keep the original text in a data property for citations and grounded answers.</a:t>
            </a: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
        <p:cNvGrpSpPr/>
        <p:nvPr/>
      </p:nvGrpSpPr>
      <p:grpSpPr>
        <a:xfrm>
          <a:off x="0" y="0"/>
          <a:ext cx="0" cy="0"/>
          <a:chOff x="0" y="0"/>
          <a:chExt cx="0" cy="0"/>
        </a:xfrm>
      </p:grpSpPr>
      <p:sp>
        <p:nvSpPr>
          <p:cNvPr id="2" name="Slide Image Placeholder"/>
          <p:cNvSpPr>
            <a:spLocks noGrp="1" noRot="1" noChangeAspect="1"/>
          </p:cNvSpPr>
          <p:nvPr>
            <p:ph type="sldImg" idx="2"/>
          </p:nvPr>
        </p:nvSpPr>
        <p:spPr>
          <a:xfrm>
            <a:off x="381000" y="685800"/>
            <a:ext cx="6096000" cy="3429000"/>
          </a:xfrm>
          <a:prstGeom prst="rect">
            <a:avLst/>
          </a:prstGeom>
        </p:spPr>
      </p:sp>
      <p:sp>
        <p:nvSpPr>
          <p:cNvPr id="3" name="Notes Placeholde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200"/>
              <a:t>Clarify that Azure is not the vector database in this demo. Azure OpenAI supplies the embedding model and the chat model. The local vector database is SQLite. In production, Azure could also be involved on the storage side if the app uses Azure AI Search or another Azure data service with vector support.</a:t>
            </a: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
        <p:cNvGrpSpPr/>
        <p:nvPr/>
      </p:nvGrpSpPr>
      <p:grpSpPr>
        <a:xfrm>
          <a:off x="0" y="0"/>
          <a:ext cx="0" cy="0"/>
          <a:chOff x="0" y="0"/>
          <a:chExt cx="0" cy="0"/>
        </a:xfrm>
      </p:grpSpPr>
      <p:sp>
        <p:nvSpPr>
          <p:cNvPr id="2" name="Slide Image Placeholder"/>
          <p:cNvSpPr>
            <a:spLocks noGrp="1" noRot="1" noChangeAspect="1"/>
          </p:cNvSpPr>
          <p:nvPr>
            <p:ph type="sldImg" idx="2"/>
          </p:nvPr>
        </p:nvSpPr>
        <p:spPr>
          <a:xfrm>
            <a:off x="381000" y="685800"/>
            <a:ext cx="6096000" cy="3429000"/>
          </a:xfrm>
          <a:prstGeom prst="rect">
            <a:avLst/>
          </a:prstGeom>
        </p:spPr>
      </p:sp>
      <p:sp>
        <p:nvSpPr>
          <p:cNvPr id="3" name="Notes Placeholde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200"/>
              <a:t>Use this slide to avoid over-teaching SQLite as the only option. SQLite is the course-friendly local store. In real systems, learners can choose a vector store based on scale, latency, hosting requirements, operational maturity, and cloud alignment. Semantic Kernel provides out-of-the-box connectors, though Microsoft advises evaluating each connector’s support and version compatibility.</a:t>
            </a: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
        <p:cNvGrpSpPr/>
        <p:nvPr/>
      </p:nvGrpSpPr>
      <p:grpSpPr>
        <a:xfrm>
          <a:off x="0" y="0"/>
          <a:ext cx="0" cy="0"/>
          <a:chOff x="0" y="0"/>
          <a:chExt cx="0" cy="0"/>
        </a:xfrm>
      </p:grpSpPr>
      <p:sp>
        <p:nvSpPr>
          <p:cNvPr id="2" name="Slide Image Placeholder"/>
          <p:cNvSpPr>
            <a:spLocks noGrp="1" noRot="1" noChangeAspect="1"/>
          </p:cNvSpPr>
          <p:nvPr>
            <p:ph type="sldImg" idx="2"/>
          </p:nvPr>
        </p:nvSpPr>
        <p:spPr>
          <a:xfrm>
            <a:off x="381000" y="685800"/>
            <a:ext cx="6096000" cy="3429000"/>
          </a:xfrm>
          <a:prstGeom prst="rect">
            <a:avLst/>
          </a:prstGeom>
        </p:spPr>
      </p:sp>
      <p:sp>
        <p:nvSpPr>
          <p:cNvPr id="3" name="Notes Placeholde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200"/>
              <a:t>Narration points: Do not position SQLite as a toy, but do position it correctly. It is excellent for local learning and compact scenarios. For enterprise workloads, provider choice depends on search scale, managed service requirements, security, indexes, filters, hybrid search, and operational support.</a:t>
            </a: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build the knowledge layer behind the copilot.</a:t>
            </a:r>
            <a:br/>
            <a:br/>
            <a:r>
              <a:t>By the end of the demo, the portal has a searchable knowledge layer behind the copilot.</a:t>
            </a:r>
            <a:br/>
            <a:br/>
            <a:r>
              <a:t>First, we'll create chunks from processed document text.</a:t>
            </a:r>
            <a:br/>
            <a:br/>
            <a:r>
              <a:t>Next, we'll generate embeddings for each chunk.</a:t>
            </a:r>
            <a:br/>
            <a:br/>
            <a:r>
              <a:t>Then, we'll store vector records with metadata.</a:t>
            </a:r>
            <a:br/>
            <a:br/>
            <a:r>
              <a:t>After that, we'll verify records are searchable.</a:t>
            </a:r>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select the right document context at runtime.</a:t>
            </a:r>
            <a:br/>
            <a:br/>
            <a:r>
              <a:t>By the end of the demo, the assistant can select relevant context before answering.</a:t>
            </a:r>
            <a:br/>
            <a:br/>
            <a:r>
              <a:t>First, we'll accept a user question.</a:t>
            </a:r>
            <a:br/>
            <a:br/>
            <a:r>
              <a:t>Next, we'll search the indexed chunks.</a:t>
            </a:r>
            <a:br/>
            <a:br/>
            <a:r>
              <a:t>Then, we'll return top matching content with metadata.</a:t>
            </a:r>
            <a:br/>
            <a:br/>
            <a:r>
              <a:t>After that, we'll prepare retrieved context for the response prompt.</a:t>
            </a:r>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improve factuality and business relevance in responses.</a:t>
            </a:r>
            <a:br/>
            <a:br/>
            <a:r>
              <a:t>By the end of the demo, answers are based on retrieved portal content rather than unverified model knowledge.</a:t>
            </a:r>
            <a:br/>
            <a:br/>
            <a:r>
              <a:t>First, we'll combine the user question with retrieved context.</a:t>
            </a:r>
            <a:br/>
            <a:br/>
            <a:r>
              <a:t>Next, we'll constrain the prompt to use available sources.</a:t>
            </a:r>
            <a:br/>
            <a:br/>
            <a:r>
              <a:t>Then, we'll generate a grounded answer.</a:t>
            </a:r>
            <a:br/>
            <a:br/>
            <a:r>
              <a:t>After that, we'll handle insufficient evidence gracefully.</a:t>
            </a:r>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increase trust and traceability for end users.</a:t>
            </a:r>
            <a:br/>
            <a:br/>
            <a:r>
              <a:t>By the end of the demo, users can see where the answer came from.</a:t>
            </a:r>
            <a:br/>
            <a:br/>
            <a:r>
              <a:t>First, we'll carry source metadata from retrieval.</a:t>
            </a:r>
            <a:br/>
            <a:br/>
            <a:r>
              <a:t>Next, we'll render references beside the answer.</a:t>
            </a:r>
            <a:br/>
            <a:br/>
            <a:r>
              <a:t>Then, we'll link references back to documents or pages.</a:t>
            </a:r>
            <a:br/>
            <a:br/>
            <a:r>
              <a:t>After that, we'll validate traceability.</a:t>
            </a:r>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prevent context overload while retaining important facts.</a:t>
            </a:r>
            <a:br/>
            <a:br/>
            <a:r>
              <a:t>By the end of the demo, long interactions remain useful without uncontrolled context growth.</a:t>
            </a:r>
            <a:br/>
            <a:br/>
            <a:r>
              <a:t>First, we'll detect when conversation history is getting long.</a:t>
            </a:r>
            <a:br/>
            <a:br/>
            <a:r>
              <a:t>Next, we'll summarize older turns into compact memory.</a:t>
            </a:r>
            <a:br/>
            <a:br/>
            <a:r>
              <a:t>Then, we'll keep recent turns plus summary in the prompt.</a:t>
            </a:r>
            <a:br/>
            <a:br/>
            <a:r>
              <a:t>After that, we'll verify the assistant still remembers key facts.</a:t>
            </a:r>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Let's close the section by reviewing the main takeaways.</a:t>
            </a:r>
            <a:br/>
            <a:br/>
            <a:r>
              <a:t>First, confirm the portal supports contextual, document-aware, grounded assistance.</a:t>
            </a:r>
            <a:br/>
            <a:br/>
            <a:r>
              <a:t>Second, the section concepts should now be connected to the course project.</a:t>
            </a:r>
            <a:br/>
            <a:br/>
            <a:r>
              <a:t>Third, the demos should leave the learner with a working checkpoint.</a:t>
            </a:r>
            <a:br/>
            <a:br/>
            <a:r>
              <a:t>And finally, the next section builds directly on this foundation.</a:t>
            </a:r>
            <a:br/>
            <a:br/>
            <a:r>
              <a:t>Next: Enterprise Actions, Guardrails, and Workflow Orchestration. That will build directly on what we've completed here.</a:t>
            </a:r>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section introduces proactive productivity assistance. Up to this point, the portal has focused on contextual chat, document intelligence, retrieval, and grounded responses. Now we use that foundation to help users work faster by preparing useful work insights inside the application.</a:t>
            </a:r>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roadmap shows the flow for the section. We begin by separating reactive chat from proactive assistance. Then we add a data model for productivity insights, generate document briefs, extract action items, summarize requests, identify priority signals, build a dashboard, and finish with review controls for AI suggestions.</a:t>
            </a:r>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Reactive chat is still important, but it depends on the user knowing what to ask. Proactive productivity assistance gives the user a prepared starting point. The goal is not to let AI make unsupervised decisions. The goal is to reduce reading time, surface useful patterns, and help the user move from information to action.</a:t>
            </a:r>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 add the storage foundation for AI-generated productivity insights. The important architectural point is that AI output should not be treated as a temporary chat message only. It should be represented as application data, linked to documents, requests, and users, with a clear status lifecycle.</a:t>
            </a:r>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 generate a document brief from extracted document text. This builds directly on the document processing work from the previous section. The brief helps a busy user understand the document faster by surfacing key points, risks, missing information, and suggested next steps.</a:t>
            </a:r>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 move from summary to action. The portal asks the model to extract practical action items and missing information from supplied content. The emphasis is on supported output only. The model should not invent deadlines, owners, or obligations that are not present in the source content.</a:t>
            </a:r>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 use the Requests area of the portal to create concise work summaries. The user should be able to open a request and quickly understand what the requester needs, what information is missing, and what the first review step should be. This supports productivity without yet triggering business workflow actions.</a:t>
            </a:r>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 identify risks and priority signals. This helps users focus on the items that need attention first. The priority is still a recommendation, not a final rule. The portal should display the model's reasoning clearly so the user can decide whether the recommendation is useful.</a:t>
            </a:r>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 create the My Work Insights dashboard. This is the visual payoff for the section. Instead of AI being limited to a chat panel, the portal now has a productivity surface that collects briefs, action items, missing information, priority signals, and suggested next steps.</a:t>
            </a:r>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 add review controls for generated suggestions. Users can mark insights as reviewed, accept useful ones, dismiss weak ones, and regenerate where appropriate. This prepares the application for the next section, where accepted suggestions can feed controlled enterprise workflows.</a:t>
            </a:r>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lesson reinforces the control model. AI prepares the starting point, the user controls the decision, and the portal stores the rationale. This keeps proactive assistance useful without allowing AI-generated content to bypass human judgment or application authorization boundaries.</a:t>
            </a:r>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review closes the section. Learners have moved beyond reactive chat and built a set of practical productivity features: persisted insights, document briefs, action extraction, request summaries, priority signals, a dashboard, and review controls. The next section can now build on this foundation with enterprise actions, guardrails, and workflow orchestration.</a:t>
            </a:r>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lesson, we're looking at enterprise Actions, Guardrails, and Workflow Orchestration.</a:t>
            </a:r>
            <a:br/>
            <a:br/>
            <a:r>
              <a:t>Move beyond answers and support safe business workflows.</a:t>
            </a:r>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overview sets up what the section is about and how it fits into the course.</a:t>
            </a:r>
            <a:br/>
            <a:br/>
            <a:r>
              <a:t>Understand how the embedded copilot can support commercial workflows.</a:t>
            </a:r>
            <a:br/>
            <a:br/>
            <a:r>
              <a:t>Section focus: Move beyond answers and support safe business workflows.</a:t>
            </a:r>
            <a:br/>
            <a:br/>
            <a:r>
              <a:t>Concepts are introduced before code so demos have context.</a:t>
            </a:r>
            <a:br/>
            <a:br/>
            <a:r>
              <a:t>Each demo moves the same project forward rather than creating unrelated samples.</a:t>
            </a:r>
            <a:br/>
            <a:br/>
            <a:r>
              <a:t>Watch for the bridge between console patterns and web application architecture.</a:t>
            </a:r>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the roadmap for this section, so you can see how the lessons connect.</a:t>
            </a:r>
            <a:br/>
            <a:br/>
            <a:r>
              <a:t>First, we'll cover the section overview.</a:t>
            </a:r>
            <a:br/>
            <a:br/>
            <a:r>
              <a:t>Next, we'll cover reuse Console Plugins in the Web Application.</a:t>
            </a:r>
            <a:br/>
            <a:br/>
            <a:r>
              <a:t>Then, we'll cover trigger Business Actions from the Copilot [Demo].</a:t>
            </a:r>
            <a:br/>
            <a:br/>
            <a:r>
              <a:t>After that, we'll cover add Confirmation Gates for Sensitive Operations [Demo].</a:t>
            </a:r>
            <a:br/>
            <a:br/>
            <a:r>
              <a:t>From there, we'll cover add Authorization Checks for Sensitive Actions [Demo].</a:t>
            </a:r>
            <a:br/>
            <a:br/>
            <a:r>
              <a:t>After that, we'll cover add Basic Guardrails and Input Validation [Demo].</a:t>
            </a:r>
            <a:br/>
            <a:br/>
            <a:r>
              <a:t>Then, we'll cover log Action Requests and Outcomes [Demo].</a:t>
            </a:r>
            <a:br/>
            <a:br/>
            <a:r>
              <a:t>And finally, we'll cover build a Request Triage Workflow [Demo].</a:t>
            </a:r>
            <a:br/>
            <a:br/>
            <a:r>
              <a:t>Finally, we'll cover build an Approval Preparation Workflow [Demo].</a:t>
            </a:r>
            <a:br/>
            <a:br/>
            <a:r>
              <a:t>As you move through the section, keep in mind that each lesson prepares the next one.</a:t>
            </a:r>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lesson, we're looking at reuse Console Plugins in the Web Application.</a:t>
            </a:r>
            <a:br/>
            <a:br/>
            <a:r>
              <a:t>Carry forward plugin concepts from the console app into the portal.</a:t>
            </a:r>
            <a:br/>
            <a:br/>
            <a:r>
              <a:t>The console demos taught the mechanics of plugins and function invocation.</a:t>
            </a:r>
            <a:br/>
            <a:br/>
            <a:r>
              <a:t>The web portal reuses the same ideas with real application services and records.</a:t>
            </a:r>
            <a:br/>
            <a:br/>
            <a:r>
              <a:t>Plugin classes should depend on application services, not controller code.</a:t>
            </a:r>
            <a:br/>
            <a:br/>
            <a:r>
              <a:t>This keeps the AI layer testable and maintainable.</a:t>
            </a:r>
            <a:br/>
            <a:br/>
            <a:r>
              <a:t>From the perspective of translation pattern, there are a few practical points to keep in mind.</a:t>
            </a:r>
            <a:br/>
            <a:br/>
            <a:r>
              <a:t>Console: learn the primitive.</a:t>
            </a:r>
            <a:br/>
            <a:br/>
            <a:r>
              <a:t>Portal: apply the primitive in a business workflow.</a:t>
            </a:r>
            <a:br/>
            <a:br/>
            <a:r>
              <a:t>This transition prevents the course from becoming a disconnected demo collection.</a:t>
            </a:r>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support practical actions such as summaries, recommendations, and internal notes.</a:t>
            </a:r>
            <a:br/>
            <a:br/>
            <a:r>
              <a:t>By the end of the demo, the copilot produces reviewable business actions, not just text answers.</a:t>
            </a:r>
            <a:br/>
            <a:br/>
            <a:r>
              <a:t>First, we'll define an action proposal object.</a:t>
            </a:r>
            <a:br/>
            <a:br/>
            <a:r>
              <a:t>Next, we'll let the copilot prepare a summary or recommendation.</a:t>
            </a:r>
            <a:br/>
            <a:br/>
            <a:r>
              <a:t>Then, we'll render the proposal in the portal instead of executing blindly.</a:t>
            </a:r>
            <a:br/>
            <a:br/>
            <a:r>
              <a:t>After that, we'll store the suggested action for review.</a:t>
            </a:r>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require user approval before state-changing actions are executed.</a:t>
            </a:r>
            <a:br/>
            <a:br/>
            <a:r>
              <a:t>By the end of the demo, sensitive actions cannot run without explicit human approval.</a:t>
            </a:r>
            <a:br/>
            <a:br/>
            <a:r>
              <a:t>First, we'll classify an action as read-only or state-changing.</a:t>
            </a:r>
            <a:br/>
            <a:br/>
            <a:r>
              <a:t>Next, we'll generate an action proposal.</a:t>
            </a:r>
            <a:br/>
            <a:br/>
            <a:r>
              <a:t>Then, we'll require user confirmation before execution.</a:t>
            </a:r>
            <a:br/>
            <a:br/>
            <a:r>
              <a:t>After that, we'll block automatic writes.</a:t>
            </a:r>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ensure only authorized users can approve, escalate, or modify records through the copilot.</a:t>
            </a:r>
            <a:br/>
            <a:br/>
            <a:r>
              <a:t>By the end of the demo, the copilot respects application authorization boundaries.</a:t>
            </a:r>
            <a:br/>
            <a:br/>
            <a:r>
              <a:t>First, we'll check current user permissions.</a:t>
            </a:r>
            <a:br/>
            <a:br/>
            <a:r>
              <a:t>Next, we'll gate plugin execution by role or policy.</a:t>
            </a:r>
            <a:br/>
            <a:br/>
            <a:r>
              <a:t>Then, we'll return safe refusal messages for unauthorized actions.</a:t>
            </a:r>
            <a:br/>
            <a:br/>
            <a:r>
              <a:t>After that, we'll log authorization failures.</a:t>
            </a:r>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constrain risky behavior and improve reliability in AI-assisted workflows.</a:t>
            </a:r>
            <a:br/>
            <a:br/>
            <a:r>
              <a:t>By the end of the demo, the portal blocks malformed or unsafe AI-assisted operations.</a:t>
            </a:r>
            <a:br/>
            <a:br/>
            <a:r>
              <a:t>First, we'll validate request payloads before reaching the model.</a:t>
            </a:r>
            <a:br/>
            <a:br/>
            <a:r>
              <a:t>Next, we'll reject unsupported record types or action names.</a:t>
            </a:r>
            <a:br/>
            <a:br/>
            <a:r>
              <a:t>Then, we'll add safe refusal behavior for invalid operations.</a:t>
            </a:r>
            <a:br/>
            <a:br/>
            <a:r>
              <a:t>After that, we'll test with normal and risky inputs.</a:t>
            </a:r>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capture what the assistant suggested, what the user approved, and what happened.</a:t>
            </a:r>
            <a:br/>
            <a:br/>
            <a:r>
              <a:t>By the end of the demo, the system can explain what the assistant proposed and what the user approved.</a:t>
            </a:r>
            <a:br/>
            <a:br/>
            <a:r>
              <a:t>First, we'll create audit entries for suggested actions.</a:t>
            </a:r>
            <a:br/>
            <a:br/>
            <a:r>
              <a:t>Next, we'll record user confirmation or rejection.</a:t>
            </a:r>
            <a:br/>
            <a:br/>
            <a:r>
              <a:t>Then, we'll capture final execution result.</a:t>
            </a:r>
            <a:br/>
            <a:br/>
            <a:r>
              <a:t>After that, we'll display audit history on the record page.</a:t>
            </a:r>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classify, summarize, and route incoming business requests.</a:t>
            </a:r>
            <a:br/>
            <a:br/>
            <a:r>
              <a:t>By the end of the demo, a request moves through a practical AI-assisted triage workflow.</a:t>
            </a:r>
            <a:br/>
            <a:br/>
            <a:r>
              <a:t>First, we'll classify an incoming request.</a:t>
            </a:r>
            <a:br/>
            <a:br/>
            <a:r>
              <a:t>Next, we'll summarize the user need and missing information.</a:t>
            </a:r>
            <a:br/>
            <a:br/>
            <a:r>
              <a:t>Then, we'll recommend owner, priority, and next step.</a:t>
            </a:r>
            <a:br/>
            <a:br/>
            <a:r>
              <a:t>After that, we'll persist the triage result for review.</a:t>
            </a:r>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prepare an approval brief that combines portal data and AI summarization.</a:t>
            </a:r>
            <a:br/>
            <a:br/>
            <a:r>
              <a:t>By the end of the demo, the copilot prepares decisions without bypassing human control.</a:t>
            </a:r>
            <a:br/>
            <a:br/>
            <a:r>
              <a:t>First, we'll collect document and request context.</a:t>
            </a:r>
            <a:br/>
            <a:br/>
            <a:r>
              <a:t>Next, we'll generate an approval brief with rationale and risks.</a:t>
            </a:r>
            <a:br/>
            <a:br/>
            <a:r>
              <a:t>Then, we'll present the brief for human review.</a:t>
            </a:r>
            <a:br/>
            <a:br/>
            <a:r>
              <a:t>After that, we'll log the prepared recommendation.</a:t>
            </a:r>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lesson, we're looking at human-in-the-Loop Workflow Design.</a:t>
            </a:r>
            <a:br/>
            <a:br/>
            <a:r>
              <a:t>Understand where the user must stay in control and where automation is appropriate.</a:t>
            </a:r>
            <a:br/>
            <a:br/>
            <a:r>
              <a:t>Human-in-the-loop means AI can recommend, prepare, or summarize, but users approve key actions.</a:t>
            </a:r>
            <a:br/>
            <a:br/>
            <a:r>
              <a:t>Use it when actions affect records, customers, compliance, payments, or operational state.</a:t>
            </a:r>
            <a:br/>
            <a:br/>
            <a:r>
              <a:t>The UI should make suggested actions reviewable before execution.</a:t>
            </a:r>
            <a:br/>
            <a:br/>
            <a:r>
              <a:t>The audit log should capture suggestion, user decision, and final outcome.</a:t>
            </a:r>
            <a:br/>
            <a:br/>
            <a:r>
              <a:t>From the perspective of control model, there are a few practical points to keep in mind.</a:t>
            </a:r>
            <a:br/>
            <a:br/>
            <a:r>
              <a:t>Automate low-risk support tasks.</a:t>
            </a:r>
            <a:br/>
            <a:br/>
            <a:r>
              <a:t>Require confirmation for write operations.</a:t>
            </a:r>
            <a:br/>
            <a:br/>
            <a:r>
              <a:t>Require authorization for sensitive workflows.</a:t>
            </a:r>
            <a:br/>
            <a:br/>
            <a:r>
              <a:t>Capture rationale for compliance and trust.</a:t>
            </a:r>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Let's close the section by reviewing the main takeaways.</a:t>
            </a:r>
            <a:br/>
            <a:br/>
            <a:r>
              <a:t>First, confirm the learner can build a commercially relevant AI-enabled web application.</a:t>
            </a:r>
            <a:br/>
            <a:br/>
            <a:r>
              <a:t>Second, the section concepts should now be connected to the course project.</a:t>
            </a:r>
            <a:br/>
            <a:br/>
            <a:r>
              <a:t>Third, the demos should leave the learner with a working checkpoint.</a:t>
            </a:r>
            <a:br/>
            <a:br/>
            <a:r>
              <a:t>And finally, the next section builds directly on this foundation.</a:t>
            </a:r>
            <a:br/>
            <a:br/>
            <a:r>
              <a:t>Next: Observability, Evaluation, and Production Readiness. That will build directly on what we've completed here.</a:t>
            </a:r>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lesson, we're looking at observability, Evaluation, and Production Readiness.</a:t>
            </a:r>
            <a:br/>
            <a:br/>
            <a:r>
              <a:t>Make the solution observable, testable, and deployment-ready.</a:t>
            </a:r>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overview sets up what the section is about and how it fits into the course.</a:t>
            </a:r>
            <a:br/>
            <a:br/>
            <a:r>
              <a:t>Understand why working AI features are not enough for production-ready systems.</a:t>
            </a:r>
            <a:br/>
            <a:br/>
            <a:r>
              <a:t>Section focus: Make the solution observable, testable, and deployment-ready.</a:t>
            </a:r>
            <a:br/>
            <a:br/>
            <a:r>
              <a:t>Concepts are introduced before code so demos have context.</a:t>
            </a:r>
            <a:br/>
            <a:br/>
            <a:r>
              <a:t>Each demo moves the same project forward rather than creating unrelated samples.</a:t>
            </a:r>
            <a:br/>
            <a:br/>
            <a:r>
              <a:t>Watch for the bridge between console patterns and web application architecture.</a:t>
            </a:r>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the roadmap for this section, so you can see how the lessons connect.</a:t>
            </a:r>
            <a:br/>
            <a:br/>
            <a:r>
              <a:t>First, we'll cover the section overview.</a:t>
            </a:r>
            <a:br/>
            <a:br/>
            <a:r>
              <a:t>Next, we'll cover why Observability Matters for Semantic Kernel Applications.</a:t>
            </a:r>
            <a:br/>
            <a:br/>
            <a:r>
              <a:t>Then, we'll cover add Semantic Kernel Logging and Telemetry [Demo].</a:t>
            </a:r>
            <a:br/>
            <a:br/>
            <a:r>
              <a:t>After that, we'll cover add OpenTelemetry for Copilot Requests [Demo].</a:t>
            </a:r>
            <a:br/>
            <a:br/>
            <a:r>
              <a:t>From there, we'll cover observe Function Calls and Workflow Paths [Demo].</a:t>
            </a:r>
            <a:br/>
            <a:br/>
            <a:r>
              <a:t>After that, we'll cover build a Small Evaluation Set for Key Portal Tasks [Demo].</a:t>
            </a:r>
            <a:br/>
            <a:br/>
            <a:r>
              <a:t>Then, we'll cover compare Outputs and Improve Prompt and Plugin Quality [Demo].</a:t>
            </a:r>
            <a:br/>
            <a:br/>
            <a:r>
              <a:t>And finally, we'll cover review Reliability, Cost, and UX Tradeoffs.</a:t>
            </a:r>
            <a:br/>
            <a:br/>
            <a:r>
              <a:t>Finally, we'll cover prepare the Portal for Deployment [Demo].</a:t>
            </a:r>
            <a:br/>
            <a:br/>
            <a:r>
              <a:t>As you move through the section, keep in mind that each lesson prepares the next one.</a:t>
            </a:r>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lesson, we're looking at why Observability Matters for Semantic Kernel Applications.</a:t>
            </a:r>
            <a:br/>
            <a:br/>
            <a:r>
              <a:t>Understand what logs, traces, and metrics reveal about copilot behavior.</a:t>
            </a:r>
            <a:br/>
            <a:br/>
            <a:r>
              <a:t>AI failures can be prompt-related, retrieval-related, model-related, plugin-related, or permission-related.</a:t>
            </a:r>
            <a:br/>
            <a:br/>
            <a:r>
              <a:t>Logs reveal what happened; traces show the path; metrics show behavior over time.</a:t>
            </a:r>
            <a:br/>
            <a:br/>
            <a:r>
              <a:t>Observability is required to debug latency, cost, function calls, and quality regressions.</a:t>
            </a:r>
            <a:br/>
            <a:br/>
            <a:r>
              <a:t>It turns the copilot from a demo into an operable system.</a:t>
            </a:r>
            <a:br/>
            <a:br/>
            <a:r>
              <a:t>From the perspective of production lens, there are a few practical points to keep in mind.</a:t>
            </a:r>
            <a:br/>
            <a:br/>
            <a:r>
              <a:t>Observe prompts and requests without leaking secrets.</a:t>
            </a:r>
            <a:br/>
            <a:br/>
            <a:r>
              <a:t>Trace model calls, plugin calls, and workflow branches.</a:t>
            </a:r>
            <a:br/>
            <a:br/>
            <a:r>
              <a:t>Measure latency, failures, token usage, and user outcomes.</a:t>
            </a:r>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capture useful runtime details for troubleshooting and operational insight.</a:t>
            </a:r>
            <a:br/>
            <a:br/>
            <a:r>
              <a:t>By the end of the demo, the AI workflow is visible enough to troubleshoot.</a:t>
            </a:r>
            <a:br/>
            <a:br/>
            <a:r>
              <a:t>First, we'll add logging scopes around copilot requests.</a:t>
            </a:r>
            <a:br/>
            <a:br/>
            <a:r>
              <a:t>Next, we'll trace model calls and plugin calls.</a:t>
            </a:r>
            <a:br/>
            <a:br/>
            <a:r>
              <a:t>Then, we'll capture latency and outcome data.</a:t>
            </a:r>
            <a:br/>
            <a:br/>
            <a:r>
              <a:t>After that, we'll inspect the trace during a sample workflow.</a:t>
            </a:r>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trace requests through the web app, Semantic Kernel layer, and business actions.</a:t>
            </a:r>
            <a:br/>
            <a:br/>
            <a:r>
              <a:t>By the end of the demo, end-to-end traces show how one copilot request flows through the web app, Semantic Kernel, and downstream actions.</a:t>
            </a:r>
            <a:br/>
            <a:br/>
            <a:r>
              <a:t>First, we'll add OpenTelemetry packages and service registration.</a:t>
            </a:r>
            <a:br/>
            <a:br/>
            <a:r>
              <a:t>Next, we'll instrument ASP.NET Core request handling and outbound AI calls.</a:t>
            </a:r>
            <a:br/>
            <a:br/>
            <a:r>
              <a:t>Then, we'll export traces to a local collector or observability backend.</a:t>
            </a:r>
            <a:br/>
            <a:br/>
            <a:r>
              <a:t>After that, we'll follow one copilot request across layers.</a:t>
            </a:r>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see which plugins were selected, what actions were proposed, and where failures occur.</a:t>
            </a:r>
            <a:br/>
            <a:br/>
            <a:r>
              <a:t>By the end of the demo, the team can inspect which functions ran, which workflow branch was taken, and where failures occurred.</a:t>
            </a:r>
            <a:br/>
            <a:br/>
            <a:r>
              <a:t>First, we'll emit telemetry for plugin selection and function execution.</a:t>
            </a:r>
            <a:br/>
            <a:br/>
            <a:r>
              <a:t>Next, we'll correlate function calls with request IDs and record context.</a:t>
            </a:r>
            <a:br/>
            <a:br/>
            <a:r>
              <a:t>Then, we'll capture workflow branch decisions, refusals, and failures.</a:t>
            </a:r>
            <a:br/>
            <a:br/>
            <a:r>
              <a:t>After that, we'll review one successful path and one failed path.</a:t>
            </a:r>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create repeatable checks for document summarization, grounded Q&amp;A, and triage quality.</a:t>
            </a:r>
            <a:br/>
            <a:br/>
            <a:r>
              <a:t>By the end of the demo, the team can repeatedly test AI behavior after changes.</a:t>
            </a:r>
            <a:br/>
            <a:br/>
            <a:r>
              <a:t>First, we'll create test prompts for key portal tasks.</a:t>
            </a:r>
            <a:br/>
            <a:br/>
            <a:r>
              <a:t>Next, we'll define expected traits of good responses.</a:t>
            </a:r>
            <a:br/>
            <a:br/>
            <a:r>
              <a:t>Then, we'll run responses through an evaluation harness.</a:t>
            </a:r>
            <a:br/>
            <a:br/>
            <a:r>
              <a:t>After that, we'll record regressions and improvement opportunities.</a:t>
            </a:r>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use evaluation feedback to improve accuracy, consistency, and user trust.</a:t>
            </a:r>
            <a:br/>
            <a:br/>
            <a:r>
              <a:t>By the end of the demo, quality improvements are based on repeatable evidence, not intuition alone.</a:t>
            </a:r>
            <a:br/>
            <a:br/>
            <a:r>
              <a:t>First, we'll run the same task against the evaluation set.</a:t>
            </a:r>
            <a:br/>
            <a:br/>
            <a:r>
              <a:t>Next, we'll compare outputs before and after prompt/plugin changes.</a:t>
            </a:r>
            <a:br/>
            <a:br/>
            <a:r>
              <a:t>Then, we'll record improvements and regressions.</a:t>
            </a:r>
            <a:br/>
            <a:br/>
            <a:r>
              <a:t>After that, we'll update prompts or descriptions based on findings.</a:t>
            </a:r>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lesson, we're looking at review Reliability, Cost, and UX Tradeoffs.</a:t>
            </a:r>
            <a:br/>
            <a:br/>
            <a:r>
              <a:t>Understand the practical balance between model quality, latency, token usage, and user experience.</a:t>
            </a:r>
            <a:br/>
            <a:br/>
            <a:r>
              <a:t>From the perspective of design rule, there are a few practical points to keep in mind.</a:t>
            </a:r>
            <a:br/>
            <a:br/>
            <a:r>
              <a:t>Higher-quality models often improve answers, but they can increase latency and operating cost.</a:t>
            </a:r>
            <a:br/>
            <a:br/>
            <a:r>
              <a:t>More context can improve relevance, but too much context can slow responses and dilute the most useful signal.</a:t>
            </a:r>
            <a:br/>
            <a:br/>
            <a:r>
              <a:t>Guardrails, retrieval, and workflow checks improve trust, but they add engineering and operational complexity.</a:t>
            </a:r>
            <a:br/>
            <a:br/>
            <a:r>
              <a:t>Optimize for useful, observable, and affordable workflows instead of maximum model output everywhere.</a:t>
            </a:r>
            <a:br/>
            <a:br/>
            <a:r>
              <a:t>Next: Prepare the Portal for Deployment [Demo].</a:t>
            </a:r>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finalize configuration, secrets, environments, and deployment readiness.</a:t>
            </a:r>
            <a:br/>
            <a:br/>
            <a:r>
              <a:t>By the end of the demo, the portal is ready for a controlled cloud deployment.</a:t>
            </a:r>
            <a:br/>
            <a:br/>
            <a:r>
              <a:t>First, we'll review environment variables and secrets.</a:t>
            </a:r>
            <a:br/>
            <a:br/>
            <a:r>
              <a:t>Next, we'll configure production settings.</a:t>
            </a:r>
            <a:br/>
            <a:br/>
            <a:r>
              <a:t>Then, we'll prepare database and storage dependencies.</a:t>
            </a:r>
            <a:br/>
            <a:br/>
            <a:r>
              <a:t>After that, we'll run a deployment readiness checklist.</a:t>
            </a:r>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demo, we're going to review the completed application from end to end.</a:t>
            </a:r>
            <a:br/>
            <a:br/>
            <a:r>
              <a:t>By the end of the demo, learners see the complete enterprise-style Semantic Kernel solution end to end.</a:t>
            </a:r>
            <a:br/>
            <a:br/>
            <a:r>
              <a:t>First, we'll start from the dashboard.</a:t>
            </a:r>
            <a:br/>
            <a:br/>
            <a:r>
              <a:t>Next, we'll walk through documents, requests, copilot actions, RAG, and guardrails.</a:t>
            </a:r>
            <a:br/>
            <a:br/>
            <a:r>
              <a:t>Then, we'll show observability and evaluation checkpoints.</a:t>
            </a:r>
            <a:br/>
            <a:br/>
            <a:r>
              <a:t>After that, we'll summarize how every section contributed to the final system.</a:t>
            </a:r>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Let's close the section by reviewing the main takeaways.</a:t>
            </a:r>
            <a:br/>
            <a:br/>
            <a:r>
              <a:t>First, confirm the learner can build a commercially credible, observable, and controllable Semantic Kernel solution.</a:t>
            </a:r>
            <a:br/>
            <a:br/>
            <a:r>
              <a:t>Second, the section concepts should now be connected to the course project.</a:t>
            </a:r>
            <a:br/>
            <a:br/>
            <a:r>
              <a:t>Third, the demos should leave the learner with a working checkpoint.</a:t>
            </a:r>
            <a:br/>
            <a:br/>
            <a:r>
              <a:t>And finally, the next section builds directly on this foundation.</a:t>
            </a:r>
            <a:br/>
            <a:br/>
            <a:r>
              <a:t>Next: Conclusion and Next Steps. That will build directly on what we've completed here.</a:t>
            </a:r>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lesson, we're looking at conclusion and Next Steps.</a:t>
            </a:r>
            <a:br/>
            <a:br/>
            <a:r>
              <a:t>Close the course and point learners toward practical next steps.</a:t>
            </a:r>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Let's recap the journey we took in this course.</a:t>
            </a:r>
            <a:br/>
            <a:br/>
            <a:r>
              <a:t>Review the path from kernels, prompts, and plugins to the final embedded copilot.</a:t>
            </a:r>
            <a:br/>
            <a:br/>
            <a:r>
              <a:t>Reconnect the console lessons to the portal architecture, RAG flow, and action patterns.</a:t>
            </a:r>
            <a:br/>
            <a:br/>
            <a:r>
              <a:t>Highlight the checkpoints learners should now be able to reproduce on their own.</a:t>
            </a:r>
            <a:br/>
            <a:br/>
            <a:r>
              <a:t>Reinforce that every advanced feature was built from the same core Semantic Kernel primitives.</a:t>
            </a:r>
            <a:br/>
            <a:br/>
            <a:r>
              <a:t>Which Semantic Kernel primitives became application features?</a:t>
            </a:r>
            <a:br/>
            <a:br/>
            <a:r>
              <a:t>Which console lessons carried directly into the portal?</a:t>
            </a:r>
            <a:br/>
            <a:br/>
            <a:r>
              <a:t>Which production concerns shaped the final design?</a:t>
            </a:r>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At this point, it's worth stepping back and looking at what you've actually built and what skills you now have.</a:t>
            </a:r>
            <a:br/>
            <a:br/>
            <a:r>
              <a:t>Map kernels, prompts, plugins, RAG, guardrails, and telemetry to concrete portal features.</a:t>
            </a:r>
            <a:br/>
            <a:br/>
            <a:r>
              <a:t>Separate what the model should do from what should remain deterministic application code.</a:t>
            </a:r>
            <a:br/>
            <a:br/>
            <a:r>
              <a:t>Show how the final project demonstrates both AI integration and enterprise application discipline.</a:t>
            </a:r>
            <a:br/>
            <a:br/>
            <a:r>
              <a:t>Encourage learners to describe this build as a portfolio-ready, commercially relevant project.</a:t>
            </a:r>
            <a:br/>
            <a:br/>
            <a:r>
              <a:t>Which skill can you now explain with confidence?</a:t>
            </a:r>
            <a:br/>
            <a:br/>
            <a:r>
              <a:t>Which feature can you now implement from scratch?</a:t>
            </a:r>
            <a:br/>
            <a:br/>
            <a:r>
              <a:t>Which production concern can you now evaluate before shipping?</a:t>
            </a:r>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From here, there are several strong directions you can take next with Semantic Kernel.</a:t>
            </a:r>
            <a:br/>
            <a:br/>
            <a:r>
              <a:t>Explore deeper orchestration patterns and process workflows.</a:t>
            </a:r>
            <a:br/>
            <a:br/>
            <a:r>
              <a:t>Study advanced memory strategies and retrieval systems.</a:t>
            </a:r>
            <a:br/>
            <a:br/>
            <a:r>
              <a:t>Evaluate Microsoft Agent Framework for new multi-agent scenarios.</a:t>
            </a:r>
            <a:br/>
            <a:br/>
            <a:r>
              <a:t>Connect Semantic Kernel to existing enterprise APIs and data sources.</a:t>
            </a:r>
            <a:br/>
            <a:br/>
            <a:r>
              <a:t>Build a portfolio project that demonstrates production thinking.</a:t>
            </a:r>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close the course, I want to leave you with a practical way to think about integrating AI into .NET systems.</a:t>
            </a:r>
            <a:br/>
            <a:br/>
            <a:r>
              <a:t>Close the course by emphasizing a repeatable approach for integrating AI into .NET systems.</a:t>
            </a:r>
            <a:br/>
            <a:br/>
            <a:r>
              <a:t>Encourage learners to start with clear workflows, then add prompts, plugins, retrieval, and controls deliberately.</a:t>
            </a:r>
            <a:br/>
            <a:br/>
            <a:r>
              <a:t>Remind them that trustworthy AI features combine model capability with application discipline.</a:t>
            </a:r>
            <a:br/>
            <a:br/>
            <a:r>
              <a:t>Point them toward the next step: extend, deploy, measure, and keep learning.</a:t>
            </a:r>
            <a:br/>
            <a:br/>
            <a:r>
              <a:t>What is the next practical improvement you would make?</a:t>
            </a:r>
            <a:br/>
            <a:br/>
            <a:r>
              <a:t>Which part of the portal would you deploy or extend first?</a:t>
            </a:r>
            <a:br/>
            <a:br/>
            <a:r>
              <a:t>How will you keep future AI features observable and controlled?</a:t>
            </a:r>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main reference points I want to keep in view while recording, updating, and maintaining the course.</a:t>
            </a:r>
            <a:br/>
            <a:br/>
            <a:r>
              <a:t>Microsoft Learn: Semantic Kernel overview, kernel concepts, plugins, filters, observability, and process patterns.</a:t>
            </a:r>
            <a:br/>
            <a:br/>
            <a:r>
              <a:t>Microsoft Learn: .NET AI templates and Microsoft.Extensions.AI quickstarts for ecosystem context.</a:t>
            </a:r>
            <a:br/>
            <a:br/>
            <a:r>
              <a:t>Microsoft Learn: Microsoft Agent Framework overview for the comparison lesson and future direction.</a:t>
            </a:r>
            <a:br/>
            <a:br/>
            <a:r>
              <a:t>IronPDF documentation: PDF text extraction, OCR, and AI-enabled PDF workflows.</a:t>
            </a:r>
            <a:br/>
            <a:br/>
            <a:r>
              <a:t>Course reference transcripts: business alignment, contextual knowledge, real applications, memory, and logging.</a:t>
            </a:r>
            <a:br/>
            <a:br/>
            <a:r>
              <a:t>Whenever packages, APIs, or guidance change, the current official documentation should take priority over older examples.</a:t>
            </a:r>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7F9FC"/>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22"/>
        <p:cNvGrpSpPr/>
        <p:nvPr/>
      </p:nvGrpSpPr>
      <p:grpSpPr>
        <a:xfrm>
          <a:off x="0" y="0"/>
          <a:ext cx="0" cy="0"/>
          <a:chOff x="0" y="0"/>
          <a:chExt cx="0" cy="0"/>
        </a:xfrm>
      </p:grpSpPr>
      <p:sp>
        <p:nvSpPr>
          <p:cNvPr id="23" name="Google Shape;23;p5"/>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4" name="Google Shape;24;p5"/>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5" name="Google Shape;25;p5"/>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26" name="Google Shape;26;p5"/>
          <p:cNvSpPr txBox="1">
            <a:spLocks noGrp="1"/>
          </p:cNvSpPr>
          <p:nvPr>
            <p:ph type="body" idx="1"/>
          </p:nvPr>
        </p:nvSpPr>
        <p:spPr>
          <a:xfrm>
            <a:off x="609600" y="2661000"/>
            <a:ext cx="7521200" cy="3521200"/>
          </a:xfrm>
          <a:prstGeom prst="rect">
            <a:avLst/>
          </a:prstGeom>
        </p:spPr>
        <p:txBody>
          <a:bodyPr spcFirstLastPara="1" wrap="square" lIns="0" tIns="0" rIns="0" bIns="0" anchor="t" anchorCtr="0">
            <a:noAutofit/>
          </a:bodyPr>
          <a:lstStyle>
            <a:lvl1pPr marL="609585" lvl="0" indent="-457189">
              <a:spcBef>
                <a:spcPts val="800"/>
              </a:spcBef>
              <a:spcAft>
                <a:spcPts val="0"/>
              </a:spcAft>
              <a:buSzPts val="1800"/>
              <a:buChar char="▸"/>
              <a:defRPr/>
            </a:lvl1pPr>
            <a:lvl2pPr marL="1219170" lvl="1" indent="-457189">
              <a:spcBef>
                <a:spcPts val="800"/>
              </a:spcBef>
              <a:spcAft>
                <a:spcPts val="0"/>
              </a:spcAft>
              <a:buSzPts val="1800"/>
              <a:buChar char="▹"/>
              <a:defRPr/>
            </a:lvl2pPr>
            <a:lvl3pPr marL="1828754" lvl="2" indent="-457189">
              <a:spcBef>
                <a:spcPts val="800"/>
              </a:spcBef>
              <a:spcAft>
                <a:spcPts val="0"/>
              </a:spcAft>
              <a:buSzPts val="1800"/>
              <a:buChar char="▹"/>
              <a:defRPr/>
            </a:lvl3pPr>
            <a:lvl4pPr marL="2438339" lvl="3" indent="-474121">
              <a:spcBef>
                <a:spcPts val="800"/>
              </a:spcBef>
              <a:spcAft>
                <a:spcPts val="0"/>
              </a:spcAft>
              <a:buSzPts val="2000"/>
              <a:buChar char="▹"/>
              <a:defRPr/>
            </a:lvl4pPr>
            <a:lvl5pPr marL="3047924" lvl="4" indent="-474121">
              <a:spcBef>
                <a:spcPts val="800"/>
              </a:spcBef>
              <a:spcAft>
                <a:spcPts val="0"/>
              </a:spcAft>
              <a:buSzPts val="2000"/>
              <a:buChar char="▹"/>
              <a:defRPr/>
            </a:lvl5pPr>
            <a:lvl6pPr marL="3657509" lvl="5" indent="-474121">
              <a:spcBef>
                <a:spcPts val="800"/>
              </a:spcBef>
              <a:spcAft>
                <a:spcPts val="0"/>
              </a:spcAft>
              <a:buSzPts val="2000"/>
              <a:buChar char="▹"/>
              <a:defRPr/>
            </a:lvl6pPr>
            <a:lvl7pPr marL="4267093" lvl="6" indent="-474121">
              <a:spcBef>
                <a:spcPts val="800"/>
              </a:spcBef>
              <a:spcAft>
                <a:spcPts val="0"/>
              </a:spcAft>
              <a:buSzPts val="2000"/>
              <a:buChar char="▹"/>
              <a:defRPr/>
            </a:lvl7pPr>
            <a:lvl8pPr marL="4876678" lvl="7" indent="-474121">
              <a:spcBef>
                <a:spcPts val="800"/>
              </a:spcBef>
              <a:spcAft>
                <a:spcPts val="0"/>
              </a:spcAft>
              <a:buSzPts val="2000"/>
              <a:buChar char="▹"/>
              <a:defRPr/>
            </a:lvl8pPr>
            <a:lvl9pPr marL="5486263" lvl="8" indent="-474121">
              <a:spcBef>
                <a:spcPts val="800"/>
              </a:spcBef>
              <a:spcAft>
                <a:spcPts val="0"/>
              </a:spcAft>
              <a:buSzPts val="2000"/>
              <a:buChar char="▹"/>
              <a:defRPr/>
            </a:lvl9pPr>
          </a:lstStyle>
          <a:p>
            <a:endParaRPr/>
          </a:p>
        </p:txBody>
      </p:sp>
      <p:sp>
        <p:nvSpPr>
          <p:cNvPr id="27" name="Google Shape;27;p5"/>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smtClean="0"/>
              <a:pPr algn="r"/>
              <a:t>‹#›</a:t>
            </a:fld>
            <a:endParaRPr lang="en"/>
          </a:p>
        </p:txBody>
      </p:sp>
    </p:spTree>
    <p:extLst>
      <p:ext uri="{BB962C8B-B14F-4D97-AF65-F5344CB8AC3E}">
        <p14:creationId xmlns:p14="http://schemas.microsoft.com/office/powerpoint/2010/main" val="3700944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1_Blank">
    <p:spTree>
      <p:nvGrpSpPr>
        <p:cNvPr id="1" name="Shape 53"/>
        <p:cNvGrpSpPr/>
        <p:nvPr/>
      </p:nvGrpSpPr>
      <p:grpSpPr>
        <a:xfrm>
          <a:off x="0" y="0"/>
          <a:ext cx="0" cy="0"/>
          <a:chOff x="0" y="0"/>
          <a:chExt cx="0" cy="0"/>
        </a:xfrm>
      </p:grpSpPr>
      <p:sp>
        <p:nvSpPr>
          <p:cNvPr id="54" name="Google Shape;54;p10"/>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5" name="Google Shape;55;p10"/>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smtClean="0"/>
              <a:pPr algn="r"/>
              <a:t>‹#›</a:t>
            </a:fld>
            <a:endParaRPr lang="en"/>
          </a:p>
        </p:txBody>
      </p:sp>
    </p:spTree>
    <p:extLst>
      <p:ext uri="{BB962C8B-B14F-4D97-AF65-F5344CB8AC3E}">
        <p14:creationId xmlns:p14="http://schemas.microsoft.com/office/powerpoint/2010/main" val="586146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28"/>
        <p:cNvGrpSpPr/>
        <p:nvPr/>
      </p:nvGrpSpPr>
      <p:grpSpPr>
        <a:xfrm>
          <a:off x="0" y="0"/>
          <a:ext cx="0" cy="0"/>
          <a:chOff x="0" y="0"/>
          <a:chExt cx="0" cy="0"/>
        </a:xfrm>
      </p:grpSpPr>
      <p:sp>
        <p:nvSpPr>
          <p:cNvPr id="29" name="Google Shape;29;p6"/>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 name="Google Shape;30;p6"/>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1" name="Google Shape;31;p6"/>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32" name="Google Shape;32;p6"/>
          <p:cNvSpPr txBox="1">
            <a:spLocks noGrp="1"/>
          </p:cNvSpPr>
          <p:nvPr>
            <p:ph type="body" idx="1"/>
          </p:nvPr>
        </p:nvSpPr>
        <p:spPr>
          <a:xfrm>
            <a:off x="609600" y="2661000"/>
            <a:ext cx="3576800" cy="3572000"/>
          </a:xfrm>
          <a:prstGeom prst="rect">
            <a:avLst/>
          </a:prstGeom>
        </p:spPr>
        <p:txBody>
          <a:bodyPr spcFirstLastPara="1" wrap="square" lIns="0" tIns="0" rIns="0" bIns="0" anchor="t" anchorCtr="0">
            <a:noAutofit/>
          </a:bodyPr>
          <a:lstStyle>
            <a:lvl1pPr marL="609585" lvl="0" indent="-457189">
              <a:spcBef>
                <a:spcPts val="800"/>
              </a:spcBef>
              <a:spcAft>
                <a:spcPts val="0"/>
              </a:spcAft>
              <a:buSzPts val="1800"/>
              <a:buChar char="▸"/>
              <a:defRPr sz="2400"/>
            </a:lvl1pPr>
            <a:lvl2pPr marL="1219170" lvl="1" indent="-457189">
              <a:spcBef>
                <a:spcPts val="800"/>
              </a:spcBef>
              <a:spcAft>
                <a:spcPts val="0"/>
              </a:spcAft>
              <a:buSzPts val="1800"/>
              <a:buChar char="▹"/>
              <a:defRPr sz="2400"/>
            </a:lvl2pPr>
            <a:lvl3pPr marL="1828754" lvl="2" indent="-457189">
              <a:spcBef>
                <a:spcPts val="800"/>
              </a:spcBef>
              <a:spcAft>
                <a:spcPts val="0"/>
              </a:spcAft>
              <a:buSzPts val="1800"/>
              <a:buChar char="▹"/>
              <a:defRPr sz="2400"/>
            </a:lvl3pPr>
            <a:lvl4pPr marL="2438339" lvl="3" indent="-457189">
              <a:spcBef>
                <a:spcPts val="800"/>
              </a:spcBef>
              <a:spcAft>
                <a:spcPts val="0"/>
              </a:spcAft>
              <a:buSzPts val="1800"/>
              <a:buChar char="▹"/>
              <a:defRPr sz="2400"/>
            </a:lvl4pPr>
            <a:lvl5pPr marL="3047924" lvl="4" indent="-457189">
              <a:spcBef>
                <a:spcPts val="800"/>
              </a:spcBef>
              <a:spcAft>
                <a:spcPts val="0"/>
              </a:spcAft>
              <a:buSzPts val="1800"/>
              <a:buChar char="▹"/>
              <a:defRPr sz="2400"/>
            </a:lvl5pPr>
            <a:lvl6pPr marL="3657509" lvl="5" indent="-457189">
              <a:spcBef>
                <a:spcPts val="800"/>
              </a:spcBef>
              <a:spcAft>
                <a:spcPts val="0"/>
              </a:spcAft>
              <a:buSzPts val="1800"/>
              <a:buChar char="▹"/>
              <a:defRPr sz="2400"/>
            </a:lvl6pPr>
            <a:lvl7pPr marL="4267093" lvl="6" indent="-457189">
              <a:spcBef>
                <a:spcPts val="800"/>
              </a:spcBef>
              <a:spcAft>
                <a:spcPts val="0"/>
              </a:spcAft>
              <a:buSzPts val="1800"/>
              <a:buChar char="▹"/>
              <a:defRPr sz="2400"/>
            </a:lvl7pPr>
            <a:lvl8pPr marL="4876678" lvl="7" indent="-457189">
              <a:spcBef>
                <a:spcPts val="800"/>
              </a:spcBef>
              <a:spcAft>
                <a:spcPts val="0"/>
              </a:spcAft>
              <a:buSzPts val="1800"/>
              <a:buChar char="▹"/>
              <a:defRPr sz="2400"/>
            </a:lvl8pPr>
            <a:lvl9pPr marL="5486263" lvl="8" indent="-457189">
              <a:spcBef>
                <a:spcPts val="800"/>
              </a:spcBef>
              <a:spcAft>
                <a:spcPts val="0"/>
              </a:spcAft>
              <a:buSzPts val="1800"/>
              <a:buChar char="▹"/>
              <a:defRPr sz="2400"/>
            </a:lvl9pPr>
          </a:lstStyle>
          <a:p>
            <a:endParaRPr/>
          </a:p>
        </p:txBody>
      </p:sp>
      <p:sp>
        <p:nvSpPr>
          <p:cNvPr id="33" name="Google Shape;33;p6"/>
          <p:cNvSpPr txBox="1">
            <a:spLocks noGrp="1"/>
          </p:cNvSpPr>
          <p:nvPr>
            <p:ph type="body" idx="2"/>
          </p:nvPr>
        </p:nvSpPr>
        <p:spPr>
          <a:xfrm>
            <a:off x="4554104" y="2661000"/>
            <a:ext cx="3576800" cy="3572000"/>
          </a:xfrm>
          <a:prstGeom prst="rect">
            <a:avLst/>
          </a:prstGeom>
        </p:spPr>
        <p:txBody>
          <a:bodyPr spcFirstLastPara="1" wrap="square" lIns="0" tIns="0" rIns="0" bIns="0" anchor="t" anchorCtr="0">
            <a:noAutofit/>
          </a:bodyPr>
          <a:lstStyle>
            <a:lvl1pPr marL="609585" lvl="0" indent="-457189">
              <a:spcBef>
                <a:spcPts val="800"/>
              </a:spcBef>
              <a:spcAft>
                <a:spcPts val="0"/>
              </a:spcAft>
              <a:buSzPts val="1800"/>
              <a:buChar char="▸"/>
              <a:defRPr sz="2400"/>
            </a:lvl1pPr>
            <a:lvl2pPr marL="1219170" lvl="1" indent="-457189">
              <a:spcBef>
                <a:spcPts val="800"/>
              </a:spcBef>
              <a:spcAft>
                <a:spcPts val="0"/>
              </a:spcAft>
              <a:buSzPts val="1800"/>
              <a:buChar char="▹"/>
              <a:defRPr sz="2400"/>
            </a:lvl2pPr>
            <a:lvl3pPr marL="1828754" lvl="2" indent="-457189">
              <a:spcBef>
                <a:spcPts val="800"/>
              </a:spcBef>
              <a:spcAft>
                <a:spcPts val="0"/>
              </a:spcAft>
              <a:buSzPts val="1800"/>
              <a:buChar char="▹"/>
              <a:defRPr sz="2400"/>
            </a:lvl3pPr>
            <a:lvl4pPr marL="2438339" lvl="3" indent="-457189">
              <a:spcBef>
                <a:spcPts val="800"/>
              </a:spcBef>
              <a:spcAft>
                <a:spcPts val="0"/>
              </a:spcAft>
              <a:buSzPts val="1800"/>
              <a:buChar char="▹"/>
              <a:defRPr sz="2400"/>
            </a:lvl4pPr>
            <a:lvl5pPr marL="3047924" lvl="4" indent="-457189">
              <a:spcBef>
                <a:spcPts val="800"/>
              </a:spcBef>
              <a:spcAft>
                <a:spcPts val="0"/>
              </a:spcAft>
              <a:buSzPts val="1800"/>
              <a:buChar char="▹"/>
              <a:defRPr sz="2400"/>
            </a:lvl5pPr>
            <a:lvl6pPr marL="3657509" lvl="5" indent="-457189">
              <a:spcBef>
                <a:spcPts val="800"/>
              </a:spcBef>
              <a:spcAft>
                <a:spcPts val="0"/>
              </a:spcAft>
              <a:buSzPts val="1800"/>
              <a:buChar char="▹"/>
              <a:defRPr sz="2400"/>
            </a:lvl6pPr>
            <a:lvl7pPr marL="4267093" lvl="6" indent="-457189">
              <a:spcBef>
                <a:spcPts val="800"/>
              </a:spcBef>
              <a:spcAft>
                <a:spcPts val="0"/>
              </a:spcAft>
              <a:buSzPts val="1800"/>
              <a:buChar char="▹"/>
              <a:defRPr sz="2400"/>
            </a:lvl7pPr>
            <a:lvl8pPr marL="4876678" lvl="7" indent="-457189">
              <a:spcBef>
                <a:spcPts val="800"/>
              </a:spcBef>
              <a:spcAft>
                <a:spcPts val="0"/>
              </a:spcAft>
              <a:buSzPts val="1800"/>
              <a:buChar char="▹"/>
              <a:defRPr sz="2400"/>
            </a:lvl8pPr>
            <a:lvl9pPr marL="5486263" lvl="8" indent="-457189">
              <a:spcBef>
                <a:spcPts val="800"/>
              </a:spcBef>
              <a:spcAft>
                <a:spcPts val="0"/>
              </a:spcAft>
              <a:buSzPts val="1800"/>
              <a:buChar char="▹"/>
              <a:defRPr sz="2400"/>
            </a:lvl9pPr>
          </a:lstStyle>
          <a:p>
            <a:endParaRPr/>
          </a:p>
        </p:txBody>
      </p:sp>
      <p:sp>
        <p:nvSpPr>
          <p:cNvPr id="34" name="Google Shape;34;p6"/>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smtClean="0"/>
              <a:pPr algn="r"/>
              <a:t>‹#›</a:t>
            </a:fld>
            <a:endParaRPr lang="en"/>
          </a:p>
        </p:txBody>
      </p:sp>
    </p:spTree>
    <p:extLst>
      <p:ext uri="{BB962C8B-B14F-4D97-AF65-F5344CB8AC3E}">
        <p14:creationId xmlns:p14="http://schemas.microsoft.com/office/powerpoint/2010/main" val="21027416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435100" y="2484800"/>
            <a:ext cx="6616800" cy="1888400"/>
          </a:xfrm>
          <a:prstGeom prst="rect">
            <a:avLst/>
          </a:prstGeom>
        </p:spPr>
        <p:txBody>
          <a:bodyPr spcFirstLastPara="1" wrap="square" lIns="0" tIns="0" rIns="0" bIns="0" anchor="ctr" anchorCtr="0">
            <a:noAutofit/>
          </a:bodyPr>
          <a:lstStyle>
            <a:lvl1pPr lvl="0">
              <a:lnSpc>
                <a:spcPct val="90000"/>
              </a:lnSpc>
              <a:spcBef>
                <a:spcPts val="0"/>
              </a:spcBef>
              <a:spcAft>
                <a:spcPts val="0"/>
              </a:spcAft>
              <a:buSzPts val="4800"/>
              <a:buNone/>
              <a:defRPr/>
            </a:lvl1pPr>
            <a:lvl2pPr lvl="1">
              <a:lnSpc>
                <a:spcPct val="90000"/>
              </a:lnSpc>
              <a:spcBef>
                <a:spcPts val="0"/>
              </a:spcBef>
              <a:spcAft>
                <a:spcPts val="0"/>
              </a:spcAft>
              <a:buSzPts val="4800"/>
              <a:buNone/>
              <a:defRPr/>
            </a:lvl2pPr>
            <a:lvl3pPr lvl="2">
              <a:lnSpc>
                <a:spcPct val="90000"/>
              </a:lnSpc>
              <a:spcBef>
                <a:spcPts val="0"/>
              </a:spcBef>
              <a:spcAft>
                <a:spcPts val="0"/>
              </a:spcAft>
              <a:buSzPts val="4800"/>
              <a:buNone/>
              <a:defRPr/>
            </a:lvl3pPr>
            <a:lvl4pPr lvl="3">
              <a:lnSpc>
                <a:spcPct val="90000"/>
              </a:lnSpc>
              <a:spcBef>
                <a:spcPts val="0"/>
              </a:spcBef>
              <a:spcAft>
                <a:spcPts val="0"/>
              </a:spcAft>
              <a:buSzPts val="4800"/>
              <a:buNone/>
              <a:defRPr/>
            </a:lvl4pPr>
            <a:lvl5pPr lvl="4">
              <a:lnSpc>
                <a:spcPct val="90000"/>
              </a:lnSpc>
              <a:spcBef>
                <a:spcPts val="0"/>
              </a:spcBef>
              <a:spcAft>
                <a:spcPts val="0"/>
              </a:spcAft>
              <a:buSzPts val="4800"/>
              <a:buNone/>
              <a:defRPr/>
            </a:lvl5pPr>
            <a:lvl6pPr lvl="5">
              <a:lnSpc>
                <a:spcPct val="90000"/>
              </a:lnSpc>
              <a:spcBef>
                <a:spcPts val="0"/>
              </a:spcBef>
              <a:spcAft>
                <a:spcPts val="0"/>
              </a:spcAft>
              <a:buSzPts val="4800"/>
              <a:buNone/>
              <a:defRPr/>
            </a:lvl6pPr>
            <a:lvl7pPr lvl="6">
              <a:lnSpc>
                <a:spcPct val="90000"/>
              </a:lnSpc>
              <a:spcBef>
                <a:spcPts val="0"/>
              </a:spcBef>
              <a:spcAft>
                <a:spcPts val="0"/>
              </a:spcAft>
              <a:buSzPts val="4800"/>
              <a:buNone/>
              <a:defRPr/>
            </a:lvl7pPr>
            <a:lvl8pPr lvl="7">
              <a:lnSpc>
                <a:spcPct val="90000"/>
              </a:lnSpc>
              <a:spcBef>
                <a:spcPts val="0"/>
              </a:spcBef>
              <a:spcAft>
                <a:spcPts val="0"/>
              </a:spcAft>
              <a:buSzPts val="4800"/>
              <a:buNone/>
              <a:defRPr/>
            </a:lvl8pPr>
            <a:lvl9pPr lvl="8">
              <a:lnSpc>
                <a:spcPct val="90000"/>
              </a:lnSpc>
              <a:spcBef>
                <a:spcPts val="0"/>
              </a:spcBef>
              <a:spcAft>
                <a:spcPts val="0"/>
              </a:spcAft>
              <a:buSzPts val="4800"/>
              <a:buNone/>
              <a:defRPr/>
            </a:lvl9pPr>
          </a:lstStyle>
          <a:p>
            <a:endParaRPr/>
          </a:p>
        </p:txBody>
      </p:sp>
      <p:sp>
        <p:nvSpPr>
          <p:cNvPr id="11" name="Google Shape;11;p2"/>
          <p:cNvSpPr/>
          <p:nvPr/>
        </p:nvSpPr>
        <p:spPr>
          <a:xfrm rot="5400000">
            <a:off x="-404500" y="2889207"/>
            <a:ext cx="1888400" cy="10796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498107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12"/>
        <p:cNvGrpSpPr/>
        <p:nvPr/>
      </p:nvGrpSpPr>
      <p:grpSpPr>
        <a:xfrm>
          <a:off x="0" y="0"/>
          <a:ext cx="0" cy="0"/>
          <a:chOff x="0" y="0"/>
          <a:chExt cx="0" cy="0"/>
        </a:xfrm>
      </p:grpSpPr>
      <p:sp>
        <p:nvSpPr>
          <p:cNvPr id="13" name="Google Shape;13;p3"/>
          <p:cNvSpPr txBox="1">
            <a:spLocks noGrp="1"/>
          </p:cNvSpPr>
          <p:nvPr>
            <p:ph type="ctrTitle"/>
          </p:nvPr>
        </p:nvSpPr>
        <p:spPr>
          <a:xfrm>
            <a:off x="1447800" y="2708033"/>
            <a:ext cx="6235600" cy="1546400"/>
          </a:xfrm>
          <a:prstGeom prst="rect">
            <a:avLst/>
          </a:prstGeom>
        </p:spPr>
        <p:txBody>
          <a:bodyPr spcFirstLastPara="1" wrap="square" lIns="0" tIns="0" rIns="0" bIns="0" anchor="b" anchorCtr="0">
            <a:noAutofit/>
          </a:bodyPr>
          <a:lstStyle>
            <a:lvl1pPr lvl="0" rtl="0">
              <a:spcBef>
                <a:spcPts val="0"/>
              </a:spcBef>
              <a:spcAft>
                <a:spcPts val="0"/>
              </a:spcAft>
              <a:buSzPts val="4800"/>
              <a:buNone/>
              <a:defRPr sz="6400"/>
            </a:lvl1pPr>
            <a:lvl2pPr lvl="1" rtl="0">
              <a:spcBef>
                <a:spcPts val="0"/>
              </a:spcBef>
              <a:spcAft>
                <a:spcPts val="0"/>
              </a:spcAft>
              <a:buSzPts val="4800"/>
              <a:buNone/>
              <a:defRPr sz="6400"/>
            </a:lvl2pPr>
            <a:lvl3pPr lvl="2" rtl="0">
              <a:spcBef>
                <a:spcPts val="0"/>
              </a:spcBef>
              <a:spcAft>
                <a:spcPts val="0"/>
              </a:spcAft>
              <a:buSzPts val="4800"/>
              <a:buNone/>
              <a:defRPr sz="6400"/>
            </a:lvl3pPr>
            <a:lvl4pPr lvl="3" rtl="0">
              <a:spcBef>
                <a:spcPts val="0"/>
              </a:spcBef>
              <a:spcAft>
                <a:spcPts val="0"/>
              </a:spcAft>
              <a:buSzPts val="4800"/>
              <a:buNone/>
              <a:defRPr sz="6400"/>
            </a:lvl4pPr>
            <a:lvl5pPr lvl="4" rtl="0">
              <a:spcBef>
                <a:spcPts val="0"/>
              </a:spcBef>
              <a:spcAft>
                <a:spcPts val="0"/>
              </a:spcAft>
              <a:buSzPts val="4800"/>
              <a:buNone/>
              <a:defRPr sz="6400"/>
            </a:lvl5pPr>
            <a:lvl6pPr lvl="5" rtl="0">
              <a:spcBef>
                <a:spcPts val="0"/>
              </a:spcBef>
              <a:spcAft>
                <a:spcPts val="0"/>
              </a:spcAft>
              <a:buSzPts val="4800"/>
              <a:buNone/>
              <a:defRPr sz="6400"/>
            </a:lvl6pPr>
            <a:lvl7pPr lvl="6" rtl="0">
              <a:spcBef>
                <a:spcPts val="0"/>
              </a:spcBef>
              <a:spcAft>
                <a:spcPts val="0"/>
              </a:spcAft>
              <a:buSzPts val="4800"/>
              <a:buNone/>
              <a:defRPr sz="6400"/>
            </a:lvl7pPr>
            <a:lvl8pPr lvl="7" rtl="0">
              <a:spcBef>
                <a:spcPts val="0"/>
              </a:spcBef>
              <a:spcAft>
                <a:spcPts val="0"/>
              </a:spcAft>
              <a:buSzPts val="4800"/>
              <a:buNone/>
              <a:defRPr sz="6400"/>
            </a:lvl8pPr>
            <a:lvl9pPr lvl="8" rtl="0">
              <a:spcBef>
                <a:spcPts val="0"/>
              </a:spcBef>
              <a:spcAft>
                <a:spcPts val="0"/>
              </a:spcAft>
              <a:buSzPts val="4800"/>
              <a:buNone/>
              <a:defRPr sz="6400"/>
            </a:lvl9pPr>
          </a:lstStyle>
          <a:p>
            <a:endParaRPr/>
          </a:p>
        </p:txBody>
      </p:sp>
      <p:sp>
        <p:nvSpPr>
          <p:cNvPr id="14" name="Google Shape;14;p3"/>
          <p:cNvSpPr txBox="1">
            <a:spLocks noGrp="1"/>
          </p:cNvSpPr>
          <p:nvPr>
            <p:ph type="subTitle" idx="1"/>
          </p:nvPr>
        </p:nvSpPr>
        <p:spPr>
          <a:xfrm>
            <a:off x="1447800" y="4383635"/>
            <a:ext cx="6235600" cy="511600"/>
          </a:xfrm>
          <a:prstGeom prst="rect">
            <a:avLst/>
          </a:prstGeom>
        </p:spPr>
        <p:txBody>
          <a:bodyPr spcFirstLastPara="1" wrap="square" lIns="0" tIns="0" rIns="0" bIns="0" anchor="t" anchorCtr="0">
            <a:noAutofit/>
          </a:bodyPr>
          <a:lstStyle>
            <a:lvl1pPr lvl="0" rtl="0">
              <a:spcBef>
                <a:spcPts val="0"/>
              </a:spcBef>
              <a:spcAft>
                <a:spcPts val="0"/>
              </a:spcAft>
              <a:buClr>
                <a:schemeClr val="dk2"/>
              </a:buClr>
              <a:buSzPts val="1800"/>
              <a:buNone/>
              <a:defRPr>
                <a:solidFill>
                  <a:schemeClr val="dk2"/>
                </a:solidFill>
              </a:defRPr>
            </a:lvl1pPr>
            <a:lvl2pPr lvl="1" rtl="0">
              <a:spcBef>
                <a:spcPts val="0"/>
              </a:spcBef>
              <a:spcAft>
                <a:spcPts val="0"/>
              </a:spcAft>
              <a:buClr>
                <a:schemeClr val="dk2"/>
              </a:buClr>
              <a:buSzPts val="3000"/>
              <a:buNone/>
              <a:defRPr sz="4000">
                <a:solidFill>
                  <a:schemeClr val="dk2"/>
                </a:solidFill>
              </a:defRPr>
            </a:lvl2pPr>
            <a:lvl3pPr lvl="2" rtl="0">
              <a:spcBef>
                <a:spcPts val="0"/>
              </a:spcBef>
              <a:spcAft>
                <a:spcPts val="0"/>
              </a:spcAft>
              <a:buClr>
                <a:schemeClr val="dk2"/>
              </a:buClr>
              <a:buSzPts val="3000"/>
              <a:buNone/>
              <a:defRPr sz="4000">
                <a:solidFill>
                  <a:schemeClr val="dk2"/>
                </a:solidFill>
              </a:defRPr>
            </a:lvl3pPr>
            <a:lvl4pPr lvl="3" rtl="0">
              <a:spcBef>
                <a:spcPts val="0"/>
              </a:spcBef>
              <a:spcAft>
                <a:spcPts val="0"/>
              </a:spcAft>
              <a:buClr>
                <a:schemeClr val="dk2"/>
              </a:buClr>
              <a:buSzPts val="3000"/>
              <a:buNone/>
              <a:defRPr sz="4000">
                <a:solidFill>
                  <a:schemeClr val="dk2"/>
                </a:solidFill>
              </a:defRPr>
            </a:lvl4pPr>
            <a:lvl5pPr lvl="4" rtl="0">
              <a:spcBef>
                <a:spcPts val="0"/>
              </a:spcBef>
              <a:spcAft>
                <a:spcPts val="0"/>
              </a:spcAft>
              <a:buClr>
                <a:schemeClr val="dk2"/>
              </a:buClr>
              <a:buSzPts val="3000"/>
              <a:buNone/>
              <a:defRPr sz="4000">
                <a:solidFill>
                  <a:schemeClr val="dk2"/>
                </a:solidFill>
              </a:defRPr>
            </a:lvl5pPr>
            <a:lvl6pPr lvl="5" rtl="0">
              <a:spcBef>
                <a:spcPts val="0"/>
              </a:spcBef>
              <a:spcAft>
                <a:spcPts val="0"/>
              </a:spcAft>
              <a:buClr>
                <a:schemeClr val="dk2"/>
              </a:buClr>
              <a:buSzPts val="3000"/>
              <a:buNone/>
              <a:defRPr sz="4000">
                <a:solidFill>
                  <a:schemeClr val="dk2"/>
                </a:solidFill>
              </a:defRPr>
            </a:lvl6pPr>
            <a:lvl7pPr lvl="6" rtl="0">
              <a:spcBef>
                <a:spcPts val="0"/>
              </a:spcBef>
              <a:spcAft>
                <a:spcPts val="0"/>
              </a:spcAft>
              <a:buClr>
                <a:schemeClr val="dk2"/>
              </a:buClr>
              <a:buSzPts val="3000"/>
              <a:buNone/>
              <a:defRPr sz="4000">
                <a:solidFill>
                  <a:schemeClr val="dk2"/>
                </a:solidFill>
              </a:defRPr>
            </a:lvl7pPr>
            <a:lvl8pPr lvl="7" rtl="0">
              <a:spcBef>
                <a:spcPts val="0"/>
              </a:spcBef>
              <a:spcAft>
                <a:spcPts val="0"/>
              </a:spcAft>
              <a:buClr>
                <a:schemeClr val="dk2"/>
              </a:buClr>
              <a:buSzPts val="3000"/>
              <a:buNone/>
              <a:defRPr sz="4000">
                <a:solidFill>
                  <a:schemeClr val="dk2"/>
                </a:solidFill>
              </a:defRPr>
            </a:lvl8pPr>
            <a:lvl9pPr lvl="8" rtl="0">
              <a:spcBef>
                <a:spcPts val="0"/>
              </a:spcBef>
              <a:spcAft>
                <a:spcPts val="0"/>
              </a:spcAft>
              <a:buClr>
                <a:schemeClr val="dk2"/>
              </a:buClr>
              <a:buSzPts val="3000"/>
              <a:buNone/>
              <a:defRPr sz="4000">
                <a:solidFill>
                  <a:schemeClr val="dk2"/>
                </a:solidFill>
              </a:defRPr>
            </a:lvl9pPr>
          </a:lstStyle>
          <a:p>
            <a:endParaRPr/>
          </a:p>
        </p:txBody>
      </p:sp>
      <p:sp>
        <p:nvSpPr>
          <p:cNvPr id="15" name="Google Shape;15;p3"/>
          <p:cNvSpPr/>
          <p:nvPr/>
        </p:nvSpPr>
        <p:spPr>
          <a:xfrm rot="5400000">
            <a:off x="-404500" y="2889207"/>
            <a:ext cx="1888400" cy="10796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014016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28"/>
        <p:cNvGrpSpPr/>
        <p:nvPr/>
      </p:nvGrpSpPr>
      <p:grpSpPr>
        <a:xfrm>
          <a:off x="0" y="0"/>
          <a:ext cx="0" cy="0"/>
          <a:chOff x="0" y="0"/>
          <a:chExt cx="0" cy="0"/>
        </a:xfrm>
      </p:grpSpPr>
      <p:sp>
        <p:nvSpPr>
          <p:cNvPr id="29" name="Google Shape;29;p6"/>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 name="Google Shape;30;p6"/>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1" name="Google Shape;31;p6"/>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32" name="Google Shape;32;p6"/>
          <p:cNvSpPr txBox="1">
            <a:spLocks noGrp="1"/>
          </p:cNvSpPr>
          <p:nvPr>
            <p:ph type="body" idx="1"/>
          </p:nvPr>
        </p:nvSpPr>
        <p:spPr>
          <a:xfrm>
            <a:off x="609600" y="2661000"/>
            <a:ext cx="3576800" cy="3572000"/>
          </a:xfrm>
          <a:prstGeom prst="rect">
            <a:avLst/>
          </a:prstGeom>
        </p:spPr>
        <p:txBody>
          <a:bodyPr spcFirstLastPara="1" wrap="square" lIns="0" tIns="0" rIns="0" bIns="0" anchor="t" anchorCtr="0">
            <a:noAutofit/>
          </a:bodyPr>
          <a:lstStyle>
            <a:lvl1pPr marL="609585" lvl="0" indent="-457189">
              <a:spcBef>
                <a:spcPts val="800"/>
              </a:spcBef>
              <a:spcAft>
                <a:spcPts val="0"/>
              </a:spcAft>
              <a:buSzPts val="1800"/>
              <a:buChar char="▸"/>
              <a:defRPr sz="2400"/>
            </a:lvl1pPr>
            <a:lvl2pPr marL="1219170" lvl="1" indent="-457189">
              <a:spcBef>
                <a:spcPts val="800"/>
              </a:spcBef>
              <a:spcAft>
                <a:spcPts val="0"/>
              </a:spcAft>
              <a:buSzPts val="1800"/>
              <a:buChar char="▹"/>
              <a:defRPr sz="2400"/>
            </a:lvl2pPr>
            <a:lvl3pPr marL="1828754" lvl="2" indent="-457189">
              <a:spcBef>
                <a:spcPts val="800"/>
              </a:spcBef>
              <a:spcAft>
                <a:spcPts val="0"/>
              </a:spcAft>
              <a:buSzPts val="1800"/>
              <a:buChar char="▹"/>
              <a:defRPr sz="2400"/>
            </a:lvl3pPr>
            <a:lvl4pPr marL="2438339" lvl="3" indent="-457189">
              <a:spcBef>
                <a:spcPts val="800"/>
              </a:spcBef>
              <a:spcAft>
                <a:spcPts val="0"/>
              </a:spcAft>
              <a:buSzPts val="1800"/>
              <a:buChar char="▹"/>
              <a:defRPr sz="2400"/>
            </a:lvl4pPr>
            <a:lvl5pPr marL="3047924" lvl="4" indent="-457189">
              <a:spcBef>
                <a:spcPts val="800"/>
              </a:spcBef>
              <a:spcAft>
                <a:spcPts val="0"/>
              </a:spcAft>
              <a:buSzPts val="1800"/>
              <a:buChar char="▹"/>
              <a:defRPr sz="2400"/>
            </a:lvl5pPr>
            <a:lvl6pPr marL="3657509" lvl="5" indent="-457189">
              <a:spcBef>
                <a:spcPts val="800"/>
              </a:spcBef>
              <a:spcAft>
                <a:spcPts val="0"/>
              </a:spcAft>
              <a:buSzPts val="1800"/>
              <a:buChar char="▹"/>
              <a:defRPr sz="2400"/>
            </a:lvl6pPr>
            <a:lvl7pPr marL="4267093" lvl="6" indent="-457189">
              <a:spcBef>
                <a:spcPts val="800"/>
              </a:spcBef>
              <a:spcAft>
                <a:spcPts val="0"/>
              </a:spcAft>
              <a:buSzPts val="1800"/>
              <a:buChar char="▹"/>
              <a:defRPr sz="2400"/>
            </a:lvl7pPr>
            <a:lvl8pPr marL="4876678" lvl="7" indent="-457189">
              <a:spcBef>
                <a:spcPts val="800"/>
              </a:spcBef>
              <a:spcAft>
                <a:spcPts val="0"/>
              </a:spcAft>
              <a:buSzPts val="1800"/>
              <a:buChar char="▹"/>
              <a:defRPr sz="2400"/>
            </a:lvl8pPr>
            <a:lvl9pPr marL="5486263" lvl="8" indent="-457189">
              <a:spcBef>
                <a:spcPts val="800"/>
              </a:spcBef>
              <a:spcAft>
                <a:spcPts val="0"/>
              </a:spcAft>
              <a:buSzPts val="1800"/>
              <a:buChar char="▹"/>
              <a:defRPr sz="2400"/>
            </a:lvl9pPr>
          </a:lstStyle>
          <a:p>
            <a:endParaRPr/>
          </a:p>
        </p:txBody>
      </p:sp>
      <p:sp>
        <p:nvSpPr>
          <p:cNvPr id="33" name="Google Shape;33;p6"/>
          <p:cNvSpPr txBox="1">
            <a:spLocks noGrp="1"/>
          </p:cNvSpPr>
          <p:nvPr>
            <p:ph type="body" idx="2"/>
          </p:nvPr>
        </p:nvSpPr>
        <p:spPr>
          <a:xfrm>
            <a:off x="4554104" y="2661000"/>
            <a:ext cx="3576800" cy="3572000"/>
          </a:xfrm>
          <a:prstGeom prst="rect">
            <a:avLst/>
          </a:prstGeom>
        </p:spPr>
        <p:txBody>
          <a:bodyPr spcFirstLastPara="1" wrap="square" lIns="0" tIns="0" rIns="0" bIns="0" anchor="t" anchorCtr="0">
            <a:noAutofit/>
          </a:bodyPr>
          <a:lstStyle>
            <a:lvl1pPr marL="609585" lvl="0" indent="-457189">
              <a:spcBef>
                <a:spcPts val="800"/>
              </a:spcBef>
              <a:spcAft>
                <a:spcPts val="0"/>
              </a:spcAft>
              <a:buSzPts val="1800"/>
              <a:buChar char="▸"/>
              <a:defRPr sz="2400"/>
            </a:lvl1pPr>
            <a:lvl2pPr marL="1219170" lvl="1" indent="-457189">
              <a:spcBef>
                <a:spcPts val="800"/>
              </a:spcBef>
              <a:spcAft>
                <a:spcPts val="0"/>
              </a:spcAft>
              <a:buSzPts val="1800"/>
              <a:buChar char="▹"/>
              <a:defRPr sz="2400"/>
            </a:lvl2pPr>
            <a:lvl3pPr marL="1828754" lvl="2" indent="-457189">
              <a:spcBef>
                <a:spcPts val="800"/>
              </a:spcBef>
              <a:spcAft>
                <a:spcPts val="0"/>
              </a:spcAft>
              <a:buSzPts val="1800"/>
              <a:buChar char="▹"/>
              <a:defRPr sz="2400"/>
            </a:lvl3pPr>
            <a:lvl4pPr marL="2438339" lvl="3" indent="-457189">
              <a:spcBef>
                <a:spcPts val="800"/>
              </a:spcBef>
              <a:spcAft>
                <a:spcPts val="0"/>
              </a:spcAft>
              <a:buSzPts val="1800"/>
              <a:buChar char="▹"/>
              <a:defRPr sz="2400"/>
            </a:lvl4pPr>
            <a:lvl5pPr marL="3047924" lvl="4" indent="-457189">
              <a:spcBef>
                <a:spcPts val="800"/>
              </a:spcBef>
              <a:spcAft>
                <a:spcPts val="0"/>
              </a:spcAft>
              <a:buSzPts val="1800"/>
              <a:buChar char="▹"/>
              <a:defRPr sz="2400"/>
            </a:lvl5pPr>
            <a:lvl6pPr marL="3657509" lvl="5" indent="-457189">
              <a:spcBef>
                <a:spcPts val="800"/>
              </a:spcBef>
              <a:spcAft>
                <a:spcPts val="0"/>
              </a:spcAft>
              <a:buSzPts val="1800"/>
              <a:buChar char="▹"/>
              <a:defRPr sz="2400"/>
            </a:lvl6pPr>
            <a:lvl7pPr marL="4267093" lvl="6" indent="-457189">
              <a:spcBef>
                <a:spcPts val="800"/>
              </a:spcBef>
              <a:spcAft>
                <a:spcPts val="0"/>
              </a:spcAft>
              <a:buSzPts val="1800"/>
              <a:buChar char="▹"/>
              <a:defRPr sz="2400"/>
            </a:lvl7pPr>
            <a:lvl8pPr marL="4876678" lvl="7" indent="-457189">
              <a:spcBef>
                <a:spcPts val="800"/>
              </a:spcBef>
              <a:spcAft>
                <a:spcPts val="0"/>
              </a:spcAft>
              <a:buSzPts val="1800"/>
              <a:buChar char="▹"/>
              <a:defRPr sz="2400"/>
            </a:lvl8pPr>
            <a:lvl9pPr marL="5486263" lvl="8" indent="-457189">
              <a:spcBef>
                <a:spcPts val="800"/>
              </a:spcBef>
              <a:spcAft>
                <a:spcPts val="0"/>
              </a:spcAft>
              <a:buSzPts val="1800"/>
              <a:buChar char="▹"/>
              <a:defRPr sz="2400"/>
            </a:lvl9pPr>
          </a:lstStyle>
          <a:p>
            <a:endParaRPr/>
          </a:p>
        </p:txBody>
      </p:sp>
      <p:sp>
        <p:nvSpPr>
          <p:cNvPr id="34" name="Google Shape;34;p6"/>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551917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0"/>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5" name="Google Shape;55;p10"/>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489171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p:cSld name="Quote">
    <p:bg>
      <p:bgPr>
        <a:gradFill>
          <a:gsLst>
            <a:gs pos="0">
              <a:schemeClr val="accent1"/>
            </a:gs>
            <a:gs pos="50000">
              <a:schemeClr val="accent1"/>
            </a:gs>
            <a:gs pos="100000">
              <a:schemeClr val="accent2"/>
            </a:gs>
          </a:gsLst>
          <a:lin ang="16200038" scaled="0"/>
        </a:gradFill>
        <a:effectLst/>
      </p:bgPr>
    </p:bg>
    <p:spTree>
      <p:nvGrpSpPr>
        <p:cNvPr id="1" name="Shape 16"/>
        <p:cNvGrpSpPr/>
        <p:nvPr/>
      </p:nvGrpSpPr>
      <p:grpSpPr>
        <a:xfrm>
          <a:off x="0" y="0"/>
          <a:ext cx="0" cy="0"/>
          <a:chOff x="0" y="0"/>
          <a:chExt cx="0" cy="0"/>
        </a:xfrm>
      </p:grpSpPr>
      <p:sp>
        <p:nvSpPr>
          <p:cNvPr id="17" name="Google Shape;17;p4"/>
          <p:cNvSpPr/>
          <p:nvPr/>
        </p:nvSpPr>
        <p:spPr>
          <a:xfrm flipH="1">
            <a:off x="11582400" y="6233133"/>
            <a:ext cx="624800" cy="624800"/>
          </a:xfrm>
          <a:prstGeom prst="rtTriangl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 name="Google Shape;18;p4"/>
          <p:cNvSpPr/>
          <p:nvPr/>
        </p:nvSpPr>
        <p:spPr>
          <a:xfrm rot="5400000">
            <a:off x="-404500" y="1236540"/>
            <a:ext cx="1888400" cy="1079600"/>
          </a:xfrm>
          <a:prstGeom prst="triangle">
            <a:avLst>
              <a:gd name="adj" fmla="val 50000"/>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 name="Google Shape;19;p4"/>
          <p:cNvSpPr txBox="1">
            <a:spLocks noGrp="1"/>
          </p:cNvSpPr>
          <p:nvPr>
            <p:ph type="body" idx="1"/>
          </p:nvPr>
        </p:nvSpPr>
        <p:spPr>
          <a:xfrm>
            <a:off x="1385400" y="1371100"/>
            <a:ext cx="6323600" cy="4773200"/>
          </a:xfrm>
          <a:prstGeom prst="rect">
            <a:avLst/>
          </a:prstGeom>
        </p:spPr>
        <p:txBody>
          <a:bodyPr spcFirstLastPara="1" wrap="square" lIns="0" tIns="0" rIns="0" bIns="0" anchor="t" anchorCtr="0">
            <a:noAutofit/>
          </a:bodyPr>
          <a:lstStyle>
            <a:lvl1pPr marL="609585" lvl="0" indent="-575719" rtl="0">
              <a:spcBef>
                <a:spcPts val="800"/>
              </a:spcBef>
              <a:spcAft>
                <a:spcPts val="0"/>
              </a:spcAft>
              <a:buClr>
                <a:schemeClr val="lt1"/>
              </a:buClr>
              <a:buSzPts val="3200"/>
              <a:buChar char="▸"/>
              <a:defRPr sz="4267">
                <a:solidFill>
                  <a:schemeClr val="lt1"/>
                </a:solidFill>
              </a:defRPr>
            </a:lvl1pPr>
            <a:lvl2pPr marL="1219170" lvl="1" indent="-575719" rtl="0">
              <a:spcBef>
                <a:spcPts val="800"/>
              </a:spcBef>
              <a:spcAft>
                <a:spcPts val="0"/>
              </a:spcAft>
              <a:buClr>
                <a:schemeClr val="lt1"/>
              </a:buClr>
              <a:buSzPts val="3200"/>
              <a:buChar char="▹"/>
              <a:defRPr sz="4267">
                <a:solidFill>
                  <a:schemeClr val="lt1"/>
                </a:solidFill>
              </a:defRPr>
            </a:lvl2pPr>
            <a:lvl3pPr marL="1828754" lvl="2" indent="-575719" rtl="0">
              <a:spcBef>
                <a:spcPts val="800"/>
              </a:spcBef>
              <a:spcAft>
                <a:spcPts val="0"/>
              </a:spcAft>
              <a:buClr>
                <a:schemeClr val="lt1"/>
              </a:buClr>
              <a:buSzPts val="3200"/>
              <a:buChar char="▹"/>
              <a:defRPr sz="4267">
                <a:solidFill>
                  <a:schemeClr val="lt1"/>
                </a:solidFill>
              </a:defRPr>
            </a:lvl3pPr>
            <a:lvl4pPr marL="2438339" lvl="3" indent="-575719" rtl="0">
              <a:spcBef>
                <a:spcPts val="800"/>
              </a:spcBef>
              <a:spcAft>
                <a:spcPts val="0"/>
              </a:spcAft>
              <a:buClr>
                <a:schemeClr val="lt1"/>
              </a:buClr>
              <a:buSzPts val="3200"/>
              <a:buChar char="▹"/>
              <a:defRPr sz="4267">
                <a:solidFill>
                  <a:schemeClr val="lt1"/>
                </a:solidFill>
              </a:defRPr>
            </a:lvl4pPr>
            <a:lvl5pPr marL="3047924" lvl="4" indent="-575719" rtl="0">
              <a:spcBef>
                <a:spcPts val="800"/>
              </a:spcBef>
              <a:spcAft>
                <a:spcPts val="0"/>
              </a:spcAft>
              <a:buClr>
                <a:schemeClr val="lt1"/>
              </a:buClr>
              <a:buSzPts val="3200"/>
              <a:buChar char="▹"/>
              <a:defRPr sz="4267">
                <a:solidFill>
                  <a:schemeClr val="lt1"/>
                </a:solidFill>
              </a:defRPr>
            </a:lvl5pPr>
            <a:lvl6pPr marL="3657509" lvl="5" indent="-575719" rtl="0">
              <a:spcBef>
                <a:spcPts val="800"/>
              </a:spcBef>
              <a:spcAft>
                <a:spcPts val="0"/>
              </a:spcAft>
              <a:buClr>
                <a:schemeClr val="lt1"/>
              </a:buClr>
              <a:buSzPts val="3200"/>
              <a:buChar char="▹"/>
              <a:defRPr sz="4267">
                <a:solidFill>
                  <a:schemeClr val="lt1"/>
                </a:solidFill>
              </a:defRPr>
            </a:lvl6pPr>
            <a:lvl7pPr marL="4267093" lvl="6" indent="-575719" rtl="0">
              <a:spcBef>
                <a:spcPts val="800"/>
              </a:spcBef>
              <a:spcAft>
                <a:spcPts val="0"/>
              </a:spcAft>
              <a:buClr>
                <a:schemeClr val="lt1"/>
              </a:buClr>
              <a:buSzPts val="3200"/>
              <a:buChar char="▹"/>
              <a:defRPr sz="4267">
                <a:solidFill>
                  <a:schemeClr val="lt1"/>
                </a:solidFill>
              </a:defRPr>
            </a:lvl7pPr>
            <a:lvl8pPr marL="4876678" lvl="7" indent="-575719" rtl="0">
              <a:spcBef>
                <a:spcPts val="800"/>
              </a:spcBef>
              <a:spcAft>
                <a:spcPts val="0"/>
              </a:spcAft>
              <a:buClr>
                <a:schemeClr val="lt1"/>
              </a:buClr>
              <a:buSzPts val="3200"/>
              <a:buChar char="▹"/>
              <a:defRPr sz="4267">
                <a:solidFill>
                  <a:schemeClr val="lt1"/>
                </a:solidFill>
              </a:defRPr>
            </a:lvl8pPr>
            <a:lvl9pPr marL="5486263" lvl="8" indent="-575719">
              <a:spcBef>
                <a:spcPts val="800"/>
              </a:spcBef>
              <a:spcAft>
                <a:spcPts val="0"/>
              </a:spcAft>
              <a:buClr>
                <a:schemeClr val="lt1"/>
              </a:buClr>
              <a:buSzPts val="3200"/>
              <a:buChar char="▹"/>
              <a:defRPr sz="4267">
                <a:solidFill>
                  <a:schemeClr val="lt1"/>
                </a:solidFill>
              </a:defRPr>
            </a:lvl9pPr>
          </a:lstStyle>
          <a:p>
            <a:endParaRPr/>
          </a:p>
        </p:txBody>
      </p:sp>
      <p:sp>
        <p:nvSpPr>
          <p:cNvPr id="20" name="Google Shape;20;p4"/>
          <p:cNvSpPr txBox="1"/>
          <p:nvPr/>
        </p:nvSpPr>
        <p:spPr>
          <a:xfrm>
            <a:off x="25400" y="1245033"/>
            <a:ext cx="708000" cy="8716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1466" b="1">
                <a:solidFill>
                  <a:schemeClr val="accent2"/>
                </a:solidFill>
                <a:latin typeface="Raleway"/>
                <a:ea typeface="Raleway"/>
                <a:cs typeface="Raleway"/>
                <a:sym typeface="Raleway"/>
              </a:rPr>
              <a:t>“</a:t>
            </a:r>
            <a:endParaRPr sz="11466" b="1">
              <a:solidFill>
                <a:schemeClr val="accent2"/>
              </a:solidFill>
              <a:latin typeface="Raleway"/>
              <a:ea typeface="Raleway"/>
              <a:cs typeface="Raleway"/>
              <a:sym typeface="Raleway"/>
            </a:endParaRPr>
          </a:p>
        </p:txBody>
      </p:sp>
      <p:sp>
        <p:nvSpPr>
          <p:cNvPr id="21" name="Google Shape;21;p4"/>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solidFill>
                  <a:schemeClr val="accent2"/>
                </a:solidFill>
              </a:defRPr>
            </a:lvl1pPr>
            <a:lvl2pPr lvl="1">
              <a:buNone/>
              <a:defRPr>
                <a:solidFill>
                  <a:schemeClr val="accent2"/>
                </a:solidFill>
              </a:defRPr>
            </a:lvl2pPr>
            <a:lvl3pPr lvl="2">
              <a:buNone/>
              <a:defRPr>
                <a:solidFill>
                  <a:schemeClr val="accent2"/>
                </a:solidFill>
              </a:defRPr>
            </a:lvl3pPr>
            <a:lvl4pPr lvl="3">
              <a:buNone/>
              <a:defRPr>
                <a:solidFill>
                  <a:schemeClr val="accent2"/>
                </a:solidFill>
              </a:defRPr>
            </a:lvl4pPr>
            <a:lvl5pPr lvl="4">
              <a:buNone/>
              <a:defRPr>
                <a:solidFill>
                  <a:schemeClr val="accent2"/>
                </a:solidFill>
              </a:defRPr>
            </a:lvl5pPr>
            <a:lvl6pPr lvl="5">
              <a:buNone/>
              <a:defRPr>
                <a:solidFill>
                  <a:schemeClr val="accent2"/>
                </a:solidFill>
              </a:defRPr>
            </a:lvl6pPr>
            <a:lvl7pPr lvl="6">
              <a:buNone/>
              <a:defRPr>
                <a:solidFill>
                  <a:schemeClr val="accent2"/>
                </a:solidFill>
              </a:defRPr>
            </a:lvl7pPr>
            <a:lvl8pPr lvl="7">
              <a:buNone/>
              <a:defRPr>
                <a:solidFill>
                  <a:schemeClr val="accent2"/>
                </a:solidFill>
              </a:defRPr>
            </a:lvl8pPr>
            <a:lvl9pPr lvl="8">
              <a:buNone/>
              <a:defRPr>
                <a:solidFill>
                  <a:schemeClr val="accent2"/>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6472321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22"/>
        <p:cNvGrpSpPr/>
        <p:nvPr/>
      </p:nvGrpSpPr>
      <p:grpSpPr>
        <a:xfrm>
          <a:off x="0" y="0"/>
          <a:ext cx="0" cy="0"/>
          <a:chOff x="0" y="0"/>
          <a:chExt cx="0" cy="0"/>
        </a:xfrm>
      </p:grpSpPr>
      <p:sp>
        <p:nvSpPr>
          <p:cNvPr id="23" name="Google Shape;23;p5"/>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4" name="Google Shape;24;p5"/>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5" name="Google Shape;25;p5"/>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26" name="Google Shape;26;p5"/>
          <p:cNvSpPr txBox="1">
            <a:spLocks noGrp="1"/>
          </p:cNvSpPr>
          <p:nvPr>
            <p:ph type="body" idx="1"/>
          </p:nvPr>
        </p:nvSpPr>
        <p:spPr>
          <a:xfrm>
            <a:off x="609600" y="2661000"/>
            <a:ext cx="7521200" cy="3521200"/>
          </a:xfrm>
          <a:prstGeom prst="rect">
            <a:avLst/>
          </a:prstGeom>
        </p:spPr>
        <p:txBody>
          <a:bodyPr spcFirstLastPara="1" wrap="square" lIns="0" tIns="0" rIns="0" bIns="0" anchor="t" anchorCtr="0">
            <a:noAutofit/>
          </a:bodyPr>
          <a:lstStyle>
            <a:lvl1pPr marL="609585" lvl="0" indent="-457189">
              <a:spcBef>
                <a:spcPts val="800"/>
              </a:spcBef>
              <a:spcAft>
                <a:spcPts val="0"/>
              </a:spcAft>
              <a:buSzPts val="1800"/>
              <a:buChar char="▸"/>
              <a:defRPr/>
            </a:lvl1pPr>
            <a:lvl2pPr marL="1219170" lvl="1" indent="-457189">
              <a:spcBef>
                <a:spcPts val="800"/>
              </a:spcBef>
              <a:spcAft>
                <a:spcPts val="0"/>
              </a:spcAft>
              <a:buSzPts val="1800"/>
              <a:buChar char="▹"/>
              <a:defRPr/>
            </a:lvl2pPr>
            <a:lvl3pPr marL="1828754" lvl="2" indent="-457189">
              <a:spcBef>
                <a:spcPts val="800"/>
              </a:spcBef>
              <a:spcAft>
                <a:spcPts val="0"/>
              </a:spcAft>
              <a:buSzPts val="1800"/>
              <a:buChar char="▹"/>
              <a:defRPr/>
            </a:lvl3pPr>
            <a:lvl4pPr marL="2438339" lvl="3" indent="-474121">
              <a:spcBef>
                <a:spcPts val="800"/>
              </a:spcBef>
              <a:spcAft>
                <a:spcPts val="0"/>
              </a:spcAft>
              <a:buSzPts val="2000"/>
              <a:buChar char="▹"/>
              <a:defRPr/>
            </a:lvl4pPr>
            <a:lvl5pPr marL="3047924" lvl="4" indent="-474121">
              <a:spcBef>
                <a:spcPts val="800"/>
              </a:spcBef>
              <a:spcAft>
                <a:spcPts val="0"/>
              </a:spcAft>
              <a:buSzPts val="2000"/>
              <a:buChar char="▹"/>
              <a:defRPr/>
            </a:lvl5pPr>
            <a:lvl6pPr marL="3657509" lvl="5" indent="-474121">
              <a:spcBef>
                <a:spcPts val="800"/>
              </a:spcBef>
              <a:spcAft>
                <a:spcPts val="0"/>
              </a:spcAft>
              <a:buSzPts val="2000"/>
              <a:buChar char="▹"/>
              <a:defRPr/>
            </a:lvl6pPr>
            <a:lvl7pPr marL="4267093" lvl="6" indent="-474121">
              <a:spcBef>
                <a:spcPts val="800"/>
              </a:spcBef>
              <a:spcAft>
                <a:spcPts val="0"/>
              </a:spcAft>
              <a:buSzPts val="2000"/>
              <a:buChar char="▹"/>
              <a:defRPr/>
            </a:lvl7pPr>
            <a:lvl8pPr marL="4876678" lvl="7" indent="-474121">
              <a:spcBef>
                <a:spcPts val="800"/>
              </a:spcBef>
              <a:spcAft>
                <a:spcPts val="0"/>
              </a:spcAft>
              <a:buSzPts val="2000"/>
              <a:buChar char="▹"/>
              <a:defRPr/>
            </a:lvl8pPr>
            <a:lvl9pPr marL="5486263" lvl="8" indent="-474121">
              <a:spcBef>
                <a:spcPts val="800"/>
              </a:spcBef>
              <a:spcAft>
                <a:spcPts val="0"/>
              </a:spcAft>
              <a:buSzPts val="2000"/>
              <a:buChar char="▹"/>
              <a:defRPr/>
            </a:lvl9pPr>
          </a:lstStyle>
          <a:p>
            <a:endParaRPr/>
          </a:p>
        </p:txBody>
      </p:sp>
      <p:sp>
        <p:nvSpPr>
          <p:cNvPr id="27" name="Google Shape;27;p5"/>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786886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dark">
  <p:cSld name="Blank dark">
    <p:bg>
      <p:bgPr>
        <a:gradFill>
          <a:gsLst>
            <a:gs pos="0">
              <a:schemeClr val="accent1"/>
            </a:gs>
            <a:gs pos="50000">
              <a:schemeClr val="accent1"/>
            </a:gs>
            <a:gs pos="100000">
              <a:schemeClr val="accent2"/>
            </a:gs>
          </a:gsLst>
          <a:lin ang="16200038" scaled="0"/>
        </a:gradFill>
        <a:effectLst/>
      </p:bgPr>
    </p:bg>
    <p:spTree>
      <p:nvGrpSpPr>
        <p:cNvPr id="1" name="Shape 56"/>
        <p:cNvGrpSpPr/>
        <p:nvPr/>
      </p:nvGrpSpPr>
      <p:grpSpPr>
        <a:xfrm>
          <a:off x="0" y="0"/>
          <a:ext cx="0" cy="0"/>
          <a:chOff x="0" y="0"/>
          <a:chExt cx="0" cy="0"/>
        </a:xfrm>
      </p:grpSpPr>
      <p:sp>
        <p:nvSpPr>
          <p:cNvPr id="57" name="Google Shape;57;p11"/>
          <p:cNvSpPr/>
          <p:nvPr/>
        </p:nvSpPr>
        <p:spPr>
          <a:xfrm flipH="1">
            <a:off x="11582400" y="6233133"/>
            <a:ext cx="624800" cy="624800"/>
          </a:xfrm>
          <a:prstGeom prst="rtTriangl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8" name="Google Shape;58;p11"/>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rtl="0">
              <a:buNone/>
              <a:defRPr>
                <a:solidFill>
                  <a:schemeClr val="accent2"/>
                </a:solidFill>
              </a:defRPr>
            </a:lvl1pPr>
            <a:lvl2pPr lvl="1" rtl="0">
              <a:buNone/>
              <a:defRPr>
                <a:solidFill>
                  <a:schemeClr val="accent2"/>
                </a:solidFill>
              </a:defRPr>
            </a:lvl2pPr>
            <a:lvl3pPr lvl="2" rtl="0">
              <a:buNone/>
              <a:defRPr>
                <a:solidFill>
                  <a:schemeClr val="accent2"/>
                </a:solidFill>
              </a:defRPr>
            </a:lvl3pPr>
            <a:lvl4pPr lvl="3" rtl="0">
              <a:buNone/>
              <a:defRPr>
                <a:solidFill>
                  <a:schemeClr val="accent2"/>
                </a:solidFill>
              </a:defRPr>
            </a:lvl4pPr>
            <a:lvl5pPr lvl="4" rtl="0">
              <a:buNone/>
              <a:defRPr>
                <a:solidFill>
                  <a:schemeClr val="accent2"/>
                </a:solidFill>
              </a:defRPr>
            </a:lvl5pPr>
            <a:lvl6pPr lvl="5" rtl="0">
              <a:buNone/>
              <a:defRPr>
                <a:solidFill>
                  <a:schemeClr val="accent2"/>
                </a:solidFill>
              </a:defRPr>
            </a:lvl6pPr>
            <a:lvl7pPr lvl="6" rtl="0">
              <a:buNone/>
              <a:defRPr>
                <a:solidFill>
                  <a:schemeClr val="accent2"/>
                </a:solidFill>
              </a:defRPr>
            </a:lvl7pPr>
            <a:lvl8pPr lvl="7" rtl="0">
              <a:buNone/>
              <a:defRPr>
                <a:solidFill>
                  <a:schemeClr val="accent2"/>
                </a:solidFill>
              </a:defRPr>
            </a:lvl8pPr>
            <a:lvl9pPr lvl="8" rtl="0">
              <a:buNone/>
              <a:defRPr>
                <a:solidFill>
                  <a:schemeClr val="accent2"/>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0122020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3"/>
        <p:cNvGrpSpPr/>
        <p:nvPr/>
      </p:nvGrpSpPr>
      <p:grpSpPr>
        <a:xfrm>
          <a:off x="0" y="0"/>
          <a:ext cx="0" cy="0"/>
          <a:chOff x="0" y="0"/>
          <a:chExt cx="0" cy="0"/>
        </a:xfrm>
      </p:grpSpPr>
      <p:sp>
        <p:nvSpPr>
          <p:cNvPr id="44" name="Google Shape;44;p8"/>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5" name="Google Shape;45;p8"/>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6" name="Google Shape;46;p8"/>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47" name="Google Shape;47;p8"/>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1949835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8"/>
        <p:cNvGrpSpPr/>
        <p:nvPr/>
      </p:nvGrpSpPr>
      <p:grpSpPr>
        <a:xfrm>
          <a:off x="0" y="0"/>
          <a:ext cx="0" cy="0"/>
          <a:chOff x="0" y="0"/>
          <a:chExt cx="0" cy="0"/>
        </a:xfrm>
      </p:grpSpPr>
      <p:sp>
        <p:nvSpPr>
          <p:cNvPr id="49" name="Google Shape;49;p9"/>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0" name="Google Shape;50;p9"/>
          <p:cNvSpPr/>
          <p:nvPr/>
        </p:nvSpPr>
        <p:spPr>
          <a:xfrm rot="5400000">
            <a:off x="-133800" y="59316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1" name="Google Shape;51;p9"/>
          <p:cNvSpPr txBox="1">
            <a:spLocks noGrp="1"/>
          </p:cNvSpPr>
          <p:nvPr>
            <p:ph type="body" idx="1"/>
          </p:nvPr>
        </p:nvSpPr>
        <p:spPr>
          <a:xfrm>
            <a:off x="609600" y="5875079"/>
            <a:ext cx="10972800" cy="692800"/>
          </a:xfrm>
          <a:prstGeom prst="rect">
            <a:avLst/>
          </a:prstGeom>
        </p:spPr>
        <p:txBody>
          <a:bodyPr spcFirstLastPara="1" wrap="square" lIns="0" tIns="0" rIns="0" bIns="0" anchor="t" anchorCtr="0">
            <a:noAutofit/>
          </a:bodyPr>
          <a:lstStyle>
            <a:lvl1pPr marL="609585" lvl="0" indent="-304792">
              <a:spcBef>
                <a:spcPts val="480"/>
              </a:spcBef>
              <a:spcAft>
                <a:spcPts val="0"/>
              </a:spcAft>
              <a:buSzPts val="1800"/>
              <a:buNone/>
              <a:defRPr sz="2400"/>
            </a:lvl1pPr>
          </a:lstStyle>
          <a:p>
            <a:endParaRPr/>
          </a:p>
        </p:txBody>
      </p:sp>
      <p:sp>
        <p:nvSpPr>
          <p:cNvPr id="52" name="Google Shape;52;p9"/>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93642171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10" Type="http://schemas.openxmlformats.org/officeDocument/2006/relationships/theme" Target="../theme/theme2.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63" r:id="rId4"/>
    <p:sldLayoutId id="2147483664"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chemeClr val="lt1"/>
            </a:gs>
            <a:gs pos="50000">
              <a:schemeClr val="lt1"/>
            </a:gs>
            <a:gs pos="100000">
              <a:schemeClr val="lt2"/>
            </a:gs>
          </a:gsLst>
          <a:lin ang="16200038"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09600" y="807467"/>
            <a:ext cx="7521200" cy="1443600"/>
          </a:xfrm>
          <a:prstGeom prst="rect">
            <a:avLst/>
          </a:prstGeom>
          <a:noFill/>
          <a:ln>
            <a:noFill/>
          </a:ln>
        </p:spPr>
        <p:txBody>
          <a:bodyPr spcFirstLastPara="1" wrap="square" lIns="0" tIns="0" rIns="0" bIns="0" anchor="t" anchorCtr="0">
            <a:noAutofit/>
          </a:bodyPr>
          <a:lstStyle>
            <a:lvl1pPr lvl="0">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1pPr>
            <a:lvl2pPr lvl="1">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2pPr>
            <a:lvl3pPr lvl="2">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3pPr>
            <a:lvl4pPr lvl="3">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4pPr>
            <a:lvl5pPr lvl="4">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5pPr>
            <a:lvl6pPr lvl="5">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6pPr>
            <a:lvl7pPr lvl="6">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7pPr>
            <a:lvl8pPr lvl="7">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8pPr>
            <a:lvl9pPr lvl="8">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9pPr>
          </a:lstStyle>
          <a:p>
            <a:endParaRPr/>
          </a:p>
        </p:txBody>
      </p:sp>
      <p:sp>
        <p:nvSpPr>
          <p:cNvPr id="7" name="Google Shape;7;p1"/>
          <p:cNvSpPr txBox="1">
            <a:spLocks noGrp="1"/>
          </p:cNvSpPr>
          <p:nvPr>
            <p:ph type="body" idx="1"/>
          </p:nvPr>
        </p:nvSpPr>
        <p:spPr>
          <a:xfrm>
            <a:off x="609600" y="2661000"/>
            <a:ext cx="7521200" cy="3572000"/>
          </a:xfrm>
          <a:prstGeom prst="rect">
            <a:avLst/>
          </a:prstGeom>
          <a:noFill/>
          <a:ln>
            <a:noFill/>
          </a:ln>
        </p:spPr>
        <p:txBody>
          <a:bodyPr spcFirstLastPara="1" wrap="square" lIns="0" tIns="0" rIns="0" bIns="0" anchor="t" anchorCtr="0">
            <a:noAutofit/>
          </a:bodyPr>
          <a:lstStyle>
            <a:lvl1pPr marL="457200" lvl="0" indent="-342900">
              <a:lnSpc>
                <a:spcPct val="110000"/>
              </a:lnSpc>
              <a:spcBef>
                <a:spcPts val="600"/>
              </a:spcBef>
              <a:spcAft>
                <a:spcPts val="0"/>
              </a:spcAft>
              <a:buClr>
                <a:schemeClr val="accent1"/>
              </a:buClr>
              <a:buSzPts val="1800"/>
              <a:buFont typeface="Barlow Light"/>
              <a:buChar char="▸"/>
              <a:defRPr sz="2000">
                <a:solidFill>
                  <a:schemeClr val="dk1"/>
                </a:solidFill>
                <a:latin typeface="Barlow Light"/>
                <a:ea typeface="Barlow Light"/>
                <a:cs typeface="Barlow Light"/>
                <a:sym typeface="Barlow Light"/>
              </a:defRPr>
            </a:lvl1pPr>
            <a:lvl2pPr marL="914400" lvl="1" indent="-342900">
              <a:lnSpc>
                <a:spcPct val="110000"/>
              </a:lnSpc>
              <a:spcBef>
                <a:spcPts val="600"/>
              </a:spcBef>
              <a:spcAft>
                <a:spcPts val="0"/>
              </a:spcAft>
              <a:buClr>
                <a:schemeClr val="accent1"/>
              </a:buClr>
              <a:buSzPts val="1800"/>
              <a:buFont typeface="Barlow Light"/>
              <a:buChar char="▹"/>
              <a:defRPr sz="2000">
                <a:solidFill>
                  <a:schemeClr val="dk1"/>
                </a:solidFill>
                <a:latin typeface="Barlow Light"/>
                <a:ea typeface="Barlow Light"/>
                <a:cs typeface="Barlow Light"/>
                <a:sym typeface="Barlow Light"/>
              </a:defRPr>
            </a:lvl2pPr>
            <a:lvl3pPr marL="1371600" lvl="2" indent="-342900">
              <a:lnSpc>
                <a:spcPct val="110000"/>
              </a:lnSpc>
              <a:spcBef>
                <a:spcPts val="600"/>
              </a:spcBef>
              <a:spcAft>
                <a:spcPts val="0"/>
              </a:spcAft>
              <a:buClr>
                <a:schemeClr val="accent1"/>
              </a:buClr>
              <a:buSzPts val="1800"/>
              <a:buFont typeface="Barlow Light"/>
              <a:buChar char="▹"/>
              <a:defRPr sz="2000">
                <a:solidFill>
                  <a:schemeClr val="dk1"/>
                </a:solidFill>
                <a:latin typeface="Barlow Light"/>
                <a:ea typeface="Barlow Light"/>
                <a:cs typeface="Barlow Light"/>
                <a:sym typeface="Barlow Light"/>
              </a:defRPr>
            </a:lvl3pPr>
            <a:lvl4pPr marL="1828800" lvl="3"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4pPr>
            <a:lvl5pPr marL="2286000" lvl="4"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5pPr>
            <a:lvl6pPr marL="2743200" lvl="5"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6pPr>
            <a:lvl7pPr marL="3200400" lvl="6"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7pPr>
            <a:lvl8pPr marL="3657600" lvl="7"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8pPr>
            <a:lvl9pPr marL="4114800" lvl="8"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9pPr>
          </a:lstStyle>
          <a:p>
            <a:endParaRPr/>
          </a:p>
        </p:txBody>
      </p:sp>
      <p:sp>
        <p:nvSpPr>
          <p:cNvPr id="8" name="Google Shape;8;p1"/>
          <p:cNvSpPr txBox="1">
            <a:spLocks noGrp="1"/>
          </p:cNvSpPr>
          <p:nvPr>
            <p:ph type="sldNum" idx="12"/>
          </p:nvPr>
        </p:nvSpPr>
        <p:spPr>
          <a:xfrm>
            <a:off x="11532033" y="6182333"/>
            <a:ext cx="609200" cy="624800"/>
          </a:xfrm>
          <a:prstGeom prst="rect">
            <a:avLst/>
          </a:prstGeom>
          <a:noFill/>
          <a:ln>
            <a:noFill/>
          </a:ln>
        </p:spPr>
        <p:txBody>
          <a:bodyPr spcFirstLastPara="1" wrap="square" lIns="0" tIns="0" rIns="0" bIns="0" anchor="b" anchorCtr="0">
            <a:noAutofit/>
          </a:bodyPr>
          <a:lstStyle>
            <a:lvl1pPr lvl="0" algn="r">
              <a:buNone/>
              <a:defRPr sz="1600">
                <a:solidFill>
                  <a:schemeClr val="lt1"/>
                </a:solidFill>
                <a:latin typeface="Barlow Light"/>
                <a:ea typeface="Barlow Light"/>
                <a:cs typeface="Barlow Light"/>
                <a:sym typeface="Barlow Light"/>
              </a:defRPr>
            </a:lvl1pPr>
            <a:lvl2pPr lvl="1" algn="r">
              <a:buNone/>
              <a:defRPr sz="1600">
                <a:solidFill>
                  <a:schemeClr val="lt1"/>
                </a:solidFill>
                <a:latin typeface="Barlow Light"/>
                <a:ea typeface="Barlow Light"/>
                <a:cs typeface="Barlow Light"/>
                <a:sym typeface="Barlow Light"/>
              </a:defRPr>
            </a:lvl2pPr>
            <a:lvl3pPr lvl="2" algn="r">
              <a:buNone/>
              <a:defRPr sz="1600">
                <a:solidFill>
                  <a:schemeClr val="lt1"/>
                </a:solidFill>
                <a:latin typeface="Barlow Light"/>
                <a:ea typeface="Barlow Light"/>
                <a:cs typeface="Barlow Light"/>
                <a:sym typeface="Barlow Light"/>
              </a:defRPr>
            </a:lvl3pPr>
            <a:lvl4pPr lvl="3" algn="r">
              <a:buNone/>
              <a:defRPr sz="1600">
                <a:solidFill>
                  <a:schemeClr val="lt1"/>
                </a:solidFill>
                <a:latin typeface="Barlow Light"/>
                <a:ea typeface="Barlow Light"/>
                <a:cs typeface="Barlow Light"/>
                <a:sym typeface="Barlow Light"/>
              </a:defRPr>
            </a:lvl4pPr>
            <a:lvl5pPr lvl="4" algn="r">
              <a:buNone/>
              <a:defRPr sz="1600">
                <a:solidFill>
                  <a:schemeClr val="lt1"/>
                </a:solidFill>
                <a:latin typeface="Barlow Light"/>
                <a:ea typeface="Barlow Light"/>
                <a:cs typeface="Barlow Light"/>
                <a:sym typeface="Barlow Light"/>
              </a:defRPr>
            </a:lvl5pPr>
            <a:lvl6pPr lvl="5" algn="r">
              <a:buNone/>
              <a:defRPr sz="1600">
                <a:solidFill>
                  <a:schemeClr val="lt1"/>
                </a:solidFill>
                <a:latin typeface="Barlow Light"/>
                <a:ea typeface="Barlow Light"/>
                <a:cs typeface="Barlow Light"/>
                <a:sym typeface="Barlow Light"/>
              </a:defRPr>
            </a:lvl6pPr>
            <a:lvl7pPr lvl="6" algn="r">
              <a:buNone/>
              <a:defRPr sz="1600">
                <a:solidFill>
                  <a:schemeClr val="lt1"/>
                </a:solidFill>
                <a:latin typeface="Barlow Light"/>
                <a:ea typeface="Barlow Light"/>
                <a:cs typeface="Barlow Light"/>
                <a:sym typeface="Barlow Light"/>
              </a:defRPr>
            </a:lvl7pPr>
            <a:lvl8pPr lvl="7" algn="r">
              <a:buNone/>
              <a:defRPr sz="1600">
                <a:solidFill>
                  <a:schemeClr val="lt1"/>
                </a:solidFill>
                <a:latin typeface="Barlow Light"/>
                <a:ea typeface="Barlow Light"/>
                <a:cs typeface="Barlow Light"/>
                <a:sym typeface="Barlow Light"/>
              </a:defRPr>
            </a:lvl8pPr>
            <a:lvl9pPr lvl="8" algn="r">
              <a:buNone/>
              <a:defRPr sz="1600">
                <a:solidFill>
                  <a:schemeClr val="lt1"/>
                </a:solidFill>
                <a:latin typeface="Barlow Light"/>
                <a:ea typeface="Barlow Light"/>
                <a:cs typeface="Barlow Light"/>
                <a:sym typeface="Barlow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763774119"/>
      </p:ext>
    </p:extLst>
  </p:cSld>
  <p:clrMap bg1="lt1" tx1="dk1" bg2="dk2"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9" r:id="rId7"/>
    <p:sldLayoutId id="2147483660" r:id="rId8"/>
    <p:sldLayoutId id="2147483661" r:id="rId9"/>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8.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Shape 1"/>
          <p:cNvSpPr/>
          <p:nvPr/>
        </p:nvSpPr>
        <p:spPr>
          <a:xfrm>
            <a:off x="0" y="0"/>
            <a:ext cx="12191695" cy="6858000"/>
          </a:xfrm>
          <a:prstGeom prst="rect">
            <a:avLst/>
          </a:prstGeom>
          <a:solidFill>
            <a:srgbClr val="F7F9FC"/>
          </a:solidFill>
          <a:ln w="12700">
            <a:solidFill>
              <a:srgbClr val="F7F9FC"/>
            </a:solidFill>
            <a:prstDash val="solid"/>
          </a:ln>
        </p:spPr>
        <p:txBody>
          <a:bodyPr/>
          <a:lstStyle/>
          <a:p>
            <a:endParaRPr/>
          </a:p>
        </p:txBody>
      </p:sp>
      <p:sp>
        <p:nvSpPr>
          <p:cNvPr id="4" name="Shape 2"/>
          <p:cNvSpPr/>
          <p:nvPr/>
        </p:nvSpPr>
        <p:spPr>
          <a:xfrm>
            <a:off x="0" y="758842"/>
            <a:ext cx="1143000" cy="2011680"/>
          </a:xfrm>
          <a:prstGeom prst="chevron">
            <a:avLst/>
          </a:prstGeom>
          <a:solidFill>
            <a:srgbClr val="00AED6"/>
          </a:solidFill>
          <a:ln w="12700">
            <a:solidFill>
              <a:srgbClr val="00AED6"/>
            </a:solidFill>
            <a:prstDash val="solid"/>
          </a:ln>
        </p:spPr>
        <p:txBody>
          <a:bodyPr/>
          <a:lstStyle/>
          <a:p>
            <a:endParaRPr/>
          </a:p>
        </p:txBody>
      </p:sp>
      <p:sp>
        <p:nvSpPr>
          <p:cNvPr id="5" name="Text 3"/>
          <p:cNvSpPr/>
          <p:nvPr/>
        </p:nvSpPr>
        <p:spPr>
          <a:xfrm>
            <a:off x="1325880" y="1005840"/>
            <a:ext cx="7040880" cy="1554480"/>
          </a:xfrm>
          <a:prstGeom prst="rect">
            <a:avLst/>
          </a:prstGeom>
          <a:noFill/>
          <a:ln/>
        </p:spPr>
        <p:txBody>
          <a:bodyPr wrap="square" lIns="254" tIns="254" rIns="254" bIns="254" rtlCol="0" anchor="ctr">
            <a:normAutofit fontScale="92500"/>
          </a:bodyPr>
          <a:lstStyle/>
          <a:p>
            <a:pPr marL="0" indent="0">
              <a:buNone/>
            </a:pPr>
            <a:r>
              <a:rPr lang="it-IT" sz="4200" b="1">
                <a:solidFill>
                  <a:srgbClr val="007DB8"/>
                </a:solidFill>
                <a:latin typeface="Raleway" pitchFamily="34" charset="0"/>
                <a:ea typeface="Raleway" pitchFamily="34" charset="-122"/>
                <a:cs typeface="Raleway" pitchFamily="34" charset="-120"/>
              </a:rPr>
              <a:t>Semantic Kernel SDK - Integrating AI in Applications</a:t>
            </a:r>
          </a:p>
        </p:txBody>
      </p:sp>
      <p:sp>
        <p:nvSpPr>
          <p:cNvPr id="6" name="Text 4"/>
          <p:cNvSpPr/>
          <p:nvPr/>
        </p:nvSpPr>
        <p:spPr>
          <a:xfrm>
            <a:off x="1353312" y="2788920"/>
            <a:ext cx="7498080" cy="32004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Integrate AI using Semantic Kernel SDK, Azure OpenAI &amp;.NET</a:t>
            </a:r>
            <a:endParaRPr lang="en-US" sz="1700"/>
          </a:p>
        </p:txBody>
      </p:sp>
      <p:sp>
        <p:nvSpPr>
          <p:cNvPr id="7" name="Shape 5"/>
          <p:cNvSpPr/>
          <p:nvPr/>
        </p:nvSpPr>
        <p:spPr>
          <a:xfrm>
            <a:off x="8138160" y="1097280"/>
            <a:ext cx="2103120" cy="2103120"/>
          </a:xfrm>
          <a:prstGeom prst="arc">
            <a:avLst/>
          </a:prstGeom>
          <a:solidFill>
            <a:srgbClr val="E8EEF5">
              <a:alpha val="0"/>
            </a:srgbClr>
          </a:solidFill>
          <a:ln w="50800">
            <a:solidFill>
              <a:srgbClr val="00AED6"/>
            </a:solidFill>
            <a:prstDash val="solid"/>
          </a:ln>
        </p:spPr>
        <p:txBody>
          <a:bodyPr/>
          <a:lstStyle/>
          <a:p>
            <a:endParaRPr/>
          </a:p>
        </p:txBody>
      </p:sp>
      <p:sp>
        <p:nvSpPr>
          <p:cNvPr id="13" name="Text 11"/>
          <p:cNvSpPr/>
          <p:nvPr/>
        </p:nvSpPr>
        <p:spPr>
          <a:xfrm>
            <a:off x="1353312" y="5577840"/>
            <a:ext cx="5029200" cy="292608"/>
          </a:xfrm>
          <a:prstGeom prst="rect">
            <a:avLst/>
          </a:prstGeom>
          <a:noFill/>
          <a:ln/>
        </p:spPr>
        <p:txBody>
          <a:bodyPr wrap="square" lIns="0" tIns="0" rIns="0" bIns="0" rtlCol="0" anchor="ctr"/>
          <a:lstStyle/>
          <a:p>
            <a:pPr marL="0" indent="0">
              <a:buNone/>
            </a:pPr>
            <a:r>
              <a:rPr lang="en-US" sz="1600" b="1">
                <a:solidFill>
                  <a:srgbClr val="0A2F4D"/>
                </a:solidFill>
                <a:latin typeface="Raleway" pitchFamily="34" charset="0"/>
                <a:ea typeface="Raleway" pitchFamily="34" charset="-122"/>
                <a:cs typeface="Raleway" pitchFamily="34" charset="-120"/>
              </a:rPr>
              <a:t>Trevoir Williams</a:t>
            </a:r>
            <a:endParaRPr lang="en-US" sz="1600"/>
          </a:p>
        </p:txBody>
      </p:sp>
      <p:sp>
        <p:nvSpPr>
          <p:cNvPr id="14" name="Text 12"/>
          <p:cNvSpPr/>
          <p:nvPr/>
        </p:nvSpPr>
        <p:spPr>
          <a:xfrm>
            <a:off x="1353312" y="5897880"/>
            <a:ext cx="5669280" cy="219456"/>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Software Engineer | Certified Trainer | Author</a:t>
            </a:r>
            <a:endParaRPr lang="en-US" sz="115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Course Introduction</a:t>
            </a:r>
            <a:endParaRPr lang="en-US" sz="75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14"/>
          <p:cNvSpPr txBox="1">
            <a:spLocks noGrp="1"/>
          </p:cNvSpPr>
          <p:nvPr>
            <p:ph type="ctrTitle" idx="4294967295"/>
          </p:nvPr>
        </p:nvSpPr>
        <p:spPr>
          <a:xfrm>
            <a:off x="914400" y="1603251"/>
            <a:ext cx="5791600" cy="1110400"/>
          </a:xfrm>
          <a:prstGeom prst="rect">
            <a:avLst/>
          </a:prstGeom>
        </p:spPr>
        <p:txBody>
          <a:bodyPr spcFirstLastPara="1" wrap="square" lIns="0" tIns="0" rIns="0" bIns="0" anchor="t" anchorCtr="0">
            <a:noAutofit/>
          </a:bodyPr>
          <a:lstStyle/>
          <a:p>
            <a:r>
              <a:rPr lang="en" sz="9600"/>
              <a:t>HELLO!</a:t>
            </a:r>
            <a:endParaRPr sz="9600"/>
          </a:p>
        </p:txBody>
      </p:sp>
      <p:sp>
        <p:nvSpPr>
          <p:cNvPr id="380" name="Google Shape;380;p14"/>
          <p:cNvSpPr txBox="1">
            <a:spLocks noGrp="1"/>
          </p:cNvSpPr>
          <p:nvPr>
            <p:ph type="subTitle" idx="4294967295"/>
          </p:nvPr>
        </p:nvSpPr>
        <p:spPr>
          <a:xfrm>
            <a:off x="914400" y="2694745"/>
            <a:ext cx="6954981" cy="2560000"/>
          </a:xfrm>
          <a:prstGeom prst="rect">
            <a:avLst/>
          </a:prstGeom>
        </p:spPr>
        <p:txBody>
          <a:bodyPr spcFirstLastPara="1" wrap="square" lIns="0" tIns="0" rIns="0" bIns="0" anchor="t" anchorCtr="0">
            <a:noAutofit/>
          </a:bodyPr>
          <a:lstStyle/>
          <a:p>
            <a:pPr marL="0" indent="0">
              <a:spcBef>
                <a:spcPts val="800"/>
              </a:spcBef>
              <a:buNone/>
            </a:pPr>
            <a:r>
              <a:rPr lang="en" sz="4800" b="1">
                <a:solidFill>
                  <a:schemeClr val="accent1"/>
                </a:solidFill>
                <a:latin typeface="Barlow"/>
                <a:ea typeface="Barlow"/>
                <a:cs typeface="Barlow"/>
                <a:sym typeface="Barlow"/>
              </a:rPr>
              <a:t>I am Trevoir Williams</a:t>
            </a:r>
            <a:endParaRPr sz="4800" b="1">
              <a:solidFill>
                <a:schemeClr val="accent1"/>
              </a:solidFill>
              <a:latin typeface="Barlow"/>
              <a:ea typeface="Barlow"/>
              <a:cs typeface="Barlow"/>
              <a:sym typeface="Barlow"/>
            </a:endParaRPr>
          </a:p>
          <a:p>
            <a:pPr marL="0" indent="0">
              <a:spcBef>
                <a:spcPts val="800"/>
              </a:spcBef>
              <a:buClr>
                <a:schemeClr val="dk1"/>
              </a:buClr>
              <a:buSzPts val="1100"/>
              <a:buNone/>
            </a:pPr>
            <a:r>
              <a:rPr lang="en-US"/>
              <a:t>Software Engineer | Author | Microsoft Certified Trainer</a:t>
            </a:r>
            <a:br>
              <a:rPr lang="en-US"/>
            </a:br>
            <a:r>
              <a:rPr lang="en-US"/>
              <a:t>Over 15 years of experience</a:t>
            </a:r>
          </a:p>
          <a:p>
            <a:pPr marL="0" indent="0">
              <a:spcBef>
                <a:spcPts val="800"/>
              </a:spcBef>
              <a:buClr>
                <a:schemeClr val="dk1"/>
              </a:buClr>
              <a:buSzPts val="1100"/>
              <a:buNone/>
            </a:pPr>
            <a:r>
              <a:rPr lang="en-US"/>
              <a:t>MSc. Computer Science</a:t>
            </a:r>
            <a:br>
              <a:rPr lang="en-US"/>
            </a:br>
            <a:r>
              <a:rPr lang="en-US"/>
              <a:t>DP-900 | AZ-900 | AZ-204 | AZ-400</a:t>
            </a:r>
          </a:p>
          <a:p>
            <a:pPr marL="0" indent="0">
              <a:spcBef>
                <a:spcPts val="800"/>
              </a:spcBef>
              <a:buClr>
                <a:schemeClr val="dk1"/>
              </a:buClr>
              <a:buSzPts val="1100"/>
              <a:buNone/>
            </a:pPr>
            <a:endParaRPr sz="4800" b="1"/>
          </a:p>
        </p:txBody>
      </p:sp>
      <p:sp>
        <p:nvSpPr>
          <p:cNvPr id="381" name="Google Shape;381;p14"/>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600" b="0" i="0" u="none" strike="noStrike" kern="0" cap="none" spc="0" normalizeH="0" baseline="0" noProof="0">
                <a:ln>
                  <a:noFill/>
                </a:ln>
                <a:solidFill>
                  <a:srgbClr val="FFFFFF"/>
                </a:solidFill>
                <a:effectLst/>
                <a:uLnTx/>
                <a:uFillTx/>
                <a:latin typeface="Barlow Light"/>
                <a:sym typeface="Barlow Light"/>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a:t>
            </a:fld>
            <a:endParaRPr kumimoji="0" sz="1600" b="0" i="0" u="none" strike="noStrike" kern="0" cap="none" spc="0" normalizeH="0" baseline="0" noProof="0">
              <a:ln>
                <a:noFill/>
              </a:ln>
              <a:solidFill>
                <a:srgbClr val="FFFFFF"/>
              </a:solidFill>
              <a:effectLst/>
              <a:uLnTx/>
              <a:uFillTx/>
              <a:latin typeface="Barlow Light"/>
              <a:sym typeface="Barlow Light"/>
            </a:endParaRPr>
          </a:p>
        </p:txBody>
      </p:sp>
      <p:pic>
        <p:nvPicPr>
          <p:cNvPr id="3" name="Picture 2" descr="A person in a suit and tie  AI-generated content may be incorrect.">
            <a:extLst>
              <a:ext uri="{FF2B5EF4-FFF2-40B4-BE49-F238E27FC236}">
                <a16:creationId xmlns:a16="http://schemas.microsoft.com/office/drawing/2014/main" id="{6796419D-C157-7E19-6A0F-0FB44E5B1A88}"/>
              </a:ext>
            </a:extLst>
          </p:cNvPr>
          <p:cNvPicPr>
            <a:picLocks noChangeAspect="1"/>
          </p:cNvPicPr>
          <p:nvPr/>
        </p:nvPicPr>
        <p:blipFill>
          <a:blip r:embed="rId3"/>
          <a:stretch>
            <a:fillRect/>
          </a:stretch>
        </p:blipFill>
        <p:spPr>
          <a:xfrm>
            <a:off x="8568504" y="1690530"/>
            <a:ext cx="3303776" cy="29385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lang="en-US"/>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Course Objectives</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What students should be able to do by the end of the course.</a:t>
            </a:r>
            <a:endParaRPr lang="en-US" sz="1250"/>
          </a:p>
        </p:txBody>
      </p:sp>
      <p:sp>
        <p:nvSpPr>
          <p:cNvPr id="5" name="Shape 3"/>
          <p:cNvSpPr/>
          <p:nvPr/>
        </p:nvSpPr>
        <p:spPr>
          <a:xfrm>
            <a:off x="685800" y="1463040"/>
            <a:ext cx="3429000" cy="1417320"/>
          </a:xfrm>
          <a:prstGeom prst="roundRect">
            <a:avLst>
              <a:gd name="adj" fmla="val 3871"/>
            </a:avLst>
          </a:prstGeom>
          <a:solidFill>
            <a:srgbClr val="FFFFFF">
              <a:alpha val="0"/>
            </a:srgbClr>
          </a:solidFill>
          <a:ln w="12700">
            <a:solidFill>
              <a:srgbClr val="C9D4E2">
                <a:alpha val="95000"/>
              </a:srgbClr>
            </a:solidFill>
            <a:prstDash val="solid"/>
          </a:ln>
        </p:spPr>
        <p:txBody>
          <a:bodyPr/>
          <a:lstStyle/>
          <a:p>
            <a:endParaRPr lang="en-US"/>
          </a:p>
        </p:txBody>
      </p:sp>
      <p:sp>
        <p:nvSpPr>
          <p:cNvPr id="6" name="Text 4"/>
          <p:cNvSpPr/>
          <p:nvPr/>
        </p:nvSpPr>
        <p:spPr>
          <a:xfrm>
            <a:off x="850392" y="162763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7" name="Shape 5"/>
          <p:cNvSpPr/>
          <p:nvPr/>
        </p:nvSpPr>
        <p:spPr>
          <a:xfrm>
            <a:off x="685800" y="1463040"/>
            <a:ext cx="73152" cy="1417320"/>
          </a:xfrm>
          <a:prstGeom prst="rect">
            <a:avLst/>
          </a:prstGeom>
          <a:solidFill>
            <a:srgbClr val="007DB8"/>
          </a:solidFill>
          <a:ln w="12700">
            <a:solidFill>
              <a:srgbClr val="007DB8"/>
            </a:solidFill>
            <a:prstDash val="solid"/>
          </a:ln>
        </p:spPr>
        <p:txBody>
          <a:bodyPr/>
          <a:lstStyle/>
          <a:p>
            <a:endParaRPr lang="en-US"/>
          </a:p>
        </p:txBody>
      </p:sp>
      <p:sp>
        <p:nvSpPr>
          <p:cNvPr id="8" name="Text 6"/>
          <p:cNvSpPr/>
          <p:nvPr/>
        </p:nvSpPr>
        <p:spPr>
          <a:xfrm>
            <a:off x="1261872" y="1609344"/>
            <a:ext cx="292608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Understand SK deeply</a:t>
            </a:r>
            <a:endParaRPr lang="en-US" sz="1350"/>
          </a:p>
        </p:txBody>
      </p:sp>
      <p:sp>
        <p:nvSpPr>
          <p:cNvPr id="9" name="Text 7"/>
          <p:cNvSpPr/>
          <p:nvPr/>
        </p:nvSpPr>
        <p:spPr>
          <a:xfrm>
            <a:off x="941832" y="1975104"/>
            <a:ext cx="2953512" cy="758952"/>
          </a:xfrm>
          <a:prstGeom prst="rect">
            <a:avLst/>
          </a:prstGeom>
          <a:noFill/>
          <a:ln/>
        </p:spPr>
        <p:txBody>
          <a:bodyPr wrap="square" lIns="508" tIns="508" rIns="508" bIns="508" rtlCol="0" anchor="t">
            <a:normAutofit fontScale="70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Explain kernels, services, connectors, plugins, prompts, functions, and orchestration in .NET applications.</a:t>
            </a:r>
            <a:endParaRPr lang="en-US" sz="1020"/>
          </a:p>
        </p:txBody>
      </p:sp>
      <p:sp>
        <p:nvSpPr>
          <p:cNvPr id="10" name="Shape 8"/>
          <p:cNvSpPr/>
          <p:nvPr/>
        </p:nvSpPr>
        <p:spPr>
          <a:xfrm>
            <a:off x="4434840" y="1463040"/>
            <a:ext cx="3429000" cy="1417320"/>
          </a:xfrm>
          <a:prstGeom prst="roundRect">
            <a:avLst>
              <a:gd name="adj" fmla="val 3871"/>
            </a:avLst>
          </a:prstGeom>
          <a:solidFill>
            <a:srgbClr val="FFFFFF">
              <a:alpha val="0"/>
            </a:srgbClr>
          </a:solidFill>
          <a:ln w="12700">
            <a:solidFill>
              <a:srgbClr val="C9D4E2">
                <a:alpha val="95000"/>
              </a:srgbClr>
            </a:solidFill>
            <a:prstDash val="solid"/>
          </a:ln>
        </p:spPr>
        <p:txBody>
          <a:bodyPr/>
          <a:lstStyle/>
          <a:p>
            <a:endParaRPr lang="en-US"/>
          </a:p>
        </p:txBody>
      </p:sp>
      <p:sp>
        <p:nvSpPr>
          <p:cNvPr id="11" name="Text 9"/>
          <p:cNvSpPr/>
          <p:nvPr/>
        </p:nvSpPr>
        <p:spPr>
          <a:xfrm>
            <a:off x="4599432" y="162763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434840" y="1463040"/>
            <a:ext cx="73152" cy="1417320"/>
          </a:xfrm>
          <a:prstGeom prst="rect">
            <a:avLst/>
          </a:prstGeom>
          <a:solidFill>
            <a:srgbClr val="00AED6"/>
          </a:solidFill>
          <a:ln w="12700">
            <a:solidFill>
              <a:srgbClr val="00AED6"/>
            </a:solidFill>
            <a:prstDash val="solid"/>
          </a:ln>
        </p:spPr>
        <p:txBody>
          <a:bodyPr/>
          <a:lstStyle/>
          <a:p>
            <a:endParaRPr lang="en-US"/>
          </a:p>
        </p:txBody>
      </p:sp>
      <p:sp>
        <p:nvSpPr>
          <p:cNvPr id="13" name="Text 11"/>
          <p:cNvSpPr/>
          <p:nvPr/>
        </p:nvSpPr>
        <p:spPr>
          <a:xfrm>
            <a:off x="5010912" y="1609344"/>
            <a:ext cx="292608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Build with Azure OpenAI</a:t>
            </a:r>
            <a:endParaRPr lang="en-US" sz="1350"/>
          </a:p>
        </p:txBody>
      </p:sp>
      <p:sp>
        <p:nvSpPr>
          <p:cNvPr id="14" name="Text 12"/>
          <p:cNvSpPr/>
          <p:nvPr/>
        </p:nvSpPr>
        <p:spPr>
          <a:xfrm>
            <a:off x="4690872" y="1975104"/>
            <a:ext cx="2953512" cy="758952"/>
          </a:xfrm>
          <a:prstGeom prst="rect">
            <a:avLst/>
          </a:prstGeom>
          <a:noFill/>
          <a:ln/>
        </p:spPr>
        <p:txBody>
          <a:bodyPr wrap="square" lIns="508" tIns="508" rIns="508" bIns="508" rtlCol="0" anchor="t">
            <a:normAutofit fontScale="70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Connect Semantic Kernel to Azure OpenAI and configure model-backed application workflows.</a:t>
            </a:r>
            <a:endParaRPr lang="en-US" sz="1020"/>
          </a:p>
        </p:txBody>
      </p:sp>
      <p:sp>
        <p:nvSpPr>
          <p:cNvPr id="15" name="Shape 13"/>
          <p:cNvSpPr/>
          <p:nvPr/>
        </p:nvSpPr>
        <p:spPr>
          <a:xfrm>
            <a:off x="8183880" y="1463040"/>
            <a:ext cx="3429000" cy="1417320"/>
          </a:xfrm>
          <a:prstGeom prst="roundRect">
            <a:avLst>
              <a:gd name="adj" fmla="val 3871"/>
            </a:avLst>
          </a:prstGeom>
          <a:solidFill>
            <a:srgbClr val="FFFFFF">
              <a:alpha val="0"/>
            </a:srgbClr>
          </a:solidFill>
          <a:ln w="12700">
            <a:solidFill>
              <a:srgbClr val="C9D4E2">
                <a:alpha val="95000"/>
              </a:srgbClr>
            </a:solidFill>
            <a:prstDash val="solid"/>
          </a:ln>
        </p:spPr>
        <p:txBody>
          <a:bodyPr/>
          <a:lstStyle/>
          <a:p>
            <a:endParaRPr lang="en-US"/>
          </a:p>
        </p:txBody>
      </p:sp>
      <p:sp>
        <p:nvSpPr>
          <p:cNvPr id="16" name="Text 14"/>
          <p:cNvSpPr/>
          <p:nvPr/>
        </p:nvSpPr>
        <p:spPr>
          <a:xfrm>
            <a:off x="8348472" y="162763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7" name="Shape 15"/>
          <p:cNvSpPr/>
          <p:nvPr/>
        </p:nvSpPr>
        <p:spPr>
          <a:xfrm>
            <a:off x="8183880" y="1463040"/>
            <a:ext cx="73152" cy="1417320"/>
          </a:xfrm>
          <a:prstGeom prst="rect">
            <a:avLst/>
          </a:prstGeom>
          <a:solidFill>
            <a:srgbClr val="6251BD"/>
          </a:solidFill>
          <a:ln w="12700">
            <a:solidFill>
              <a:srgbClr val="6251BD"/>
            </a:solidFill>
            <a:prstDash val="solid"/>
          </a:ln>
        </p:spPr>
        <p:txBody>
          <a:bodyPr/>
          <a:lstStyle/>
          <a:p>
            <a:endParaRPr lang="en-US"/>
          </a:p>
        </p:txBody>
      </p:sp>
      <p:sp>
        <p:nvSpPr>
          <p:cNvPr id="18" name="Text 16"/>
          <p:cNvSpPr/>
          <p:nvPr/>
        </p:nvSpPr>
        <p:spPr>
          <a:xfrm>
            <a:off x="8759952" y="1609344"/>
            <a:ext cx="292608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Create business plugins</a:t>
            </a:r>
            <a:endParaRPr lang="en-US" sz="1350"/>
          </a:p>
        </p:txBody>
      </p:sp>
      <p:sp>
        <p:nvSpPr>
          <p:cNvPr id="19" name="Text 17"/>
          <p:cNvSpPr/>
          <p:nvPr/>
        </p:nvSpPr>
        <p:spPr>
          <a:xfrm>
            <a:off x="8439912" y="1975104"/>
            <a:ext cx="2953512" cy="758952"/>
          </a:xfrm>
          <a:prstGeom prst="rect">
            <a:avLst/>
          </a:prstGeom>
          <a:noFill/>
          <a:ln/>
        </p:spPr>
        <p:txBody>
          <a:bodyPr wrap="square" lIns="508" tIns="508" rIns="508" bIns="508" rtlCol="0" anchor="t">
            <a:normAutofit fontScale="775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Expose reusable application capabilities to AI through well-described plugin functions.</a:t>
            </a:r>
            <a:endParaRPr lang="en-US" sz="1020"/>
          </a:p>
        </p:txBody>
      </p:sp>
      <p:sp>
        <p:nvSpPr>
          <p:cNvPr id="20" name="Shape 18"/>
          <p:cNvSpPr/>
          <p:nvPr/>
        </p:nvSpPr>
        <p:spPr>
          <a:xfrm>
            <a:off x="685800" y="3291840"/>
            <a:ext cx="3429000" cy="1417320"/>
          </a:xfrm>
          <a:prstGeom prst="roundRect">
            <a:avLst>
              <a:gd name="adj" fmla="val 3871"/>
            </a:avLst>
          </a:prstGeom>
          <a:solidFill>
            <a:srgbClr val="FFFFFF">
              <a:alpha val="0"/>
            </a:srgbClr>
          </a:solidFill>
          <a:ln w="12700">
            <a:solidFill>
              <a:srgbClr val="C9D4E2">
                <a:alpha val="95000"/>
              </a:srgbClr>
            </a:solidFill>
            <a:prstDash val="solid"/>
          </a:ln>
        </p:spPr>
        <p:txBody>
          <a:bodyPr/>
          <a:lstStyle/>
          <a:p>
            <a:endParaRPr lang="en-US"/>
          </a:p>
        </p:txBody>
      </p:sp>
      <p:sp>
        <p:nvSpPr>
          <p:cNvPr id="21" name="Text 19"/>
          <p:cNvSpPr/>
          <p:nvPr/>
        </p:nvSpPr>
        <p:spPr>
          <a:xfrm>
            <a:off x="850392" y="345643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22" name="Shape 20"/>
          <p:cNvSpPr/>
          <p:nvPr/>
        </p:nvSpPr>
        <p:spPr>
          <a:xfrm>
            <a:off x="685800" y="3291840"/>
            <a:ext cx="73152" cy="1417320"/>
          </a:xfrm>
          <a:prstGeom prst="rect">
            <a:avLst/>
          </a:prstGeom>
          <a:solidFill>
            <a:srgbClr val="00AED6"/>
          </a:solidFill>
          <a:ln w="12700">
            <a:solidFill>
              <a:srgbClr val="00AED6"/>
            </a:solidFill>
            <a:prstDash val="solid"/>
          </a:ln>
        </p:spPr>
        <p:txBody>
          <a:bodyPr/>
          <a:lstStyle/>
          <a:p>
            <a:endParaRPr lang="en-US"/>
          </a:p>
        </p:txBody>
      </p:sp>
      <p:sp>
        <p:nvSpPr>
          <p:cNvPr id="23" name="Text 21"/>
          <p:cNvSpPr/>
          <p:nvPr/>
        </p:nvSpPr>
        <p:spPr>
          <a:xfrm>
            <a:off x="1261872" y="3438144"/>
            <a:ext cx="292608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Integrate with ASP.NET Core</a:t>
            </a:r>
            <a:endParaRPr lang="en-US" sz="1350"/>
          </a:p>
        </p:txBody>
      </p:sp>
      <p:sp>
        <p:nvSpPr>
          <p:cNvPr id="24" name="Text 22"/>
          <p:cNvSpPr/>
          <p:nvPr/>
        </p:nvSpPr>
        <p:spPr>
          <a:xfrm>
            <a:off x="941832" y="3803904"/>
            <a:ext cx="2953512" cy="758952"/>
          </a:xfrm>
          <a:prstGeom prst="rect">
            <a:avLst/>
          </a:prstGeom>
          <a:noFill/>
          <a:ln/>
        </p:spPr>
        <p:txBody>
          <a:bodyPr wrap="square" lIns="508" tIns="508" rIns="508" bIns="508" rtlCol="0" anchor="t">
            <a:normAutofit fontScale="70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Be able to integrate Semantic Kernel into real web applications with dependency injection and service boundaries.</a:t>
            </a:r>
            <a:endParaRPr lang="en-US" sz="1020"/>
          </a:p>
        </p:txBody>
      </p:sp>
      <p:sp>
        <p:nvSpPr>
          <p:cNvPr id="25" name="Shape 23"/>
          <p:cNvSpPr/>
          <p:nvPr/>
        </p:nvSpPr>
        <p:spPr>
          <a:xfrm>
            <a:off x="4434840" y="3291840"/>
            <a:ext cx="3429000" cy="1417320"/>
          </a:xfrm>
          <a:prstGeom prst="roundRect">
            <a:avLst>
              <a:gd name="adj" fmla="val 3871"/>
            </a:avLst>
          </a:prstGeom>
          <a:solidFill>
            <a:srgbClr val="FFFFFF">
              <a:alpha val="0"/>
            </a:srgbClr>
          </a:solidFill>
          <a:ln w="12700">
            <a:solidFill>
              <a:srgbClr val="C9D4E2">
                <a:alpha val="95000"/>
              </a:srgbClr>
            </a:solidFill>
            <a:prstDash val="solid"/>
          </a:ln>
        </p:spPr>
        <p:txBody>
          <a:bodyPr/>
          <a:lstStyle/>
          <a:p>
            <a:endParaRPr lang="en-US"/>
          </a:p>
        </p:txBody>
      </p:sp>
      <p:sp>
        <p:nvSpPr>
          <p:cNvPr id="26" name="Text 24"/>
          <p:cNvSpPr/>
          <p:nvPr/>
        </p:nvSpPr>
        <p:spPr>
          <a:xfrm>
            <a:off x="4599432" y="345643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27" name="Shape 25"/>
          <p:cNvSpPr/>
          <p:nvPr/>
        </p:nvSpPr>
        <p:spPr>
          <a:xfrm>
            <a:off x="4434840" y="3291840"/>
            <a:ext cx="73152" cy="1417320"/>
          </a:xfrm>
          <a:prstGeom prst="rect">
            <a:avLst/>
          </a:prstGeom>
          <a:solidFill>
            <a:srgbClr val="F6C344"/>
          </a:solidFill>
          <a:ln w="12700">
            <a:solidFill>
              <a:srgbClr val="F6C344"/>
            </a:solidFill>
            <a:prstDash val="solid"/>
          </a:ln>
        </p:spPr>
        <p:txBody>
          <a:bodyPr/>
          <a:lstStyle/>
          <a:p>
            <a:endParaRPr lang="en-US"/>
          </a:p>
        </p:txBody>
      </p:sp>
      <p:sp>
        <p:nvSpPr>
          <p:cNvPr id="28" name="Text 26"/>
          <p:cNvSpPr/>
          <p:nvPr/>
        </p:nvSpPr>
        <p:spPr>
          <a:xfrm>
            <a:off x="5010912" y="3438144"/>
            <a:ext cx="292608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Ground with documents</a:t>
            </a:r>
            <a:endParaRPr lang="en-US" sz="1350"/>
          </a:p>
        </p:txBody>
      </p:sp>
      <p:sp>
        <p:nvSpPr>
          <p:cNvPr id="29" name="Text 27"/>
          <p:cNvSpPr/>
          <p:nvPr/>
        </p:nvSpPr>
        <p:spPr>
          <a:xfrm>
            <a:off x="4690872" y="3803904"/>
            <a:ext cx="2953512" cy="758952"/>
          </a:xfrm>
          <a:prstGeom prst="rect">
            <a:avLst/>
          </a:prstGeom>
          <a:noFill/>
          <a:ln/>
        </p:spPr>
        <p:txBody>
          <a:bodyPr wrap="square" lIns="508" tIns="508" rIns="508" bIns="508" rtlCol="0" anchor="t">
            <a:normAutofit fontScale="70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Use document processing, RAG, citations, and context management for trustworthy answers.</a:t>
            </a:r>
            <a:endParaRPr lang="en-US" sz="1020"/>
          </a:p>
        </p:txBody>
      </p:sp>
      <p:sp>
        <p:nvSpPr>
          <p:cNvPr id="30" name="Shape 28"/>
          <p:cNvSpPr/>
          <p:nvPr/>
        </p:nvSpPr>
        <p:spPr>
          <a:xfrm>
            <a:off x="8183880" y="3291840"/>
            <a:ext cx="3429000" cy="1417320"/>
          </a:xfrm>
          <a:prstGeom prst="roundRect">
            <a:avLst>
              <a:gd name="adj" fmla="val 3871"/>
            </a:avLst>
          </a:prstGeom>
          <a:solidFill>
            <a:srgbClr val="FFFFFF">
              <a:alpha val="0"/>
            </a:srgbClr>
          </a:solidFill>
          <a:ln w="12700">
            <a:solidFill>
              <a:srgbClr val="C9D4E2">
                <a:alpha val="95000"/>
              </a:srgbClr>
            </a:solidFill>
            <a:prstDash val="solid"/>
          </a:ln>
        </p:spPr>
        <p:txBody>
          <a:bodyPr/>
          <a:lstStyle/>
          <a:p>
            <a:endParaRPr lang="en-US"/>
          </a:p>
        </p:txBody>
      </p:sp>
      <p:sp>
        <p:nvSpPr>
          <p:cNvPr id="31" name="Text 29"/>
          <p:cNvSpPr/>
          <p:nvPr/>
        </p:nvSpPr>
        <p:spPr>
          <a:xfrm>
            <a:off x="8348472" y="345643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32" name="Shape 30"/>
          <p:cNvSpPr/>
          <p:nvPr/>
        </p:nvSpPr>
        <p:spPr>
          <a:xfrm>
            <a:off x="8183880" y="3291840"/>
            <a:ext cx="73152" cy="1417320"/>
          </a:xfrm>
          <a:prstGeom prst="rect">
            <a:avLst/>
          </a:prstGeom>
          <a:solidFill>
            <a:srgbClr val="2E7D32"/>
          </a:solidFill>
          <a:ln w="12700">
            <a:solidFill>
              <a:srgbClr val="2E7D32"/>
            </a:solidFill>
            <a:prstDash val="solid"/>
          </a:ln>
        </p:spPr>
        <p:txBody>
          <a:bodyPr/>
          <a:lstStyle/>
          <a:p>
            <a:endParaRPr lang="en-US"/>
          </a:p>
        </p:txBody>
      </p:sp>
      <p:sp>
        <p:nvSpPr>
          <p:cNvPr id="33" name="Text 31"/>
          <p:cNvSpPr/>
          <p:nvPr/>
        </p:nvSpPr>
        <p:spPr>
          <a:xfrm>
            <a:off x="8759952" y="3438144"/>
            <a:ext cx="292608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Harden for enterprise</a:t>
            </a:r>
            <a:endParaRPr lang="en-US" sz="1350"/>
          </a:p>
        </p:txBody>
      </p:sp>
      <p:sp>
        <p:nvSpPr>
          <p:cNvPr id="34" name="Text 32"/>
          <p:cNvSpPr/>
          <p:nvPr/>
        </p:nvSpPr>
        <p:spPr>
          <a:xfrm>
            <a:off x="8439912" y="3803904"/>
            <a:ext cx="2953512" cy="758952"/>
          </a:xfrm>
          <a:prstGeom prst="rect">
            <a:avLst/>
          </a:prstGeom>
          <a:noFill/>
          <a:ln/>
        </p:spPr>
        <p:txBody>
          <a:bodyPr wrap="square" lIns="508" tIns="508" rIns="508" bIns="508" rtlCol="0" anchor="t">
            <a:normAutofit fontScale="70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Add guardrails, workflow orchestration, observability, evaluation, and production readiness.</a:t>
            </a:r>
            <a:endParaRPr lang="en-US" sz="1020"/>
          </a:p>
        </p:txBody>
      </p:sp>
      <p:sp>
        <p:nvSpPr>
          <p:cNvPr id="35" name="Shape 3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lang="en-US"/>
          </a:p>
        </p:txBody>
      </p:sp>
      <p:sp>
        <p:nvSpPr>
          <p:cNvPr id="36" name="Text 3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2</a:t>
            </a:r>
            <a:endParaRPr lang="en-US" sz="900"/>
          </a:p>
        </p:txBody>
      </p:sp>
      <p:sp>
        <p:nvSpPr>
          <p:cNvPr id="37" name="Text 3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Course Introduction</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50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50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50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500"/>
                                        <p:tgtEl>
                                          <p:spTgt spid="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500"/>
                                        <p:tgtEl>
                                          <p:spTgt spid="29"/>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500"/>
                                        <p:tgtEl>
                                          <p:spTgt spid="3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500"/>
                                        <p:tgtEl>
                                          <p:spTgt spid="3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500"/>
                                        <p:tgtEl>
                                          <p:spTgt spid="3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500"/>
                                        <p:tgtEl>
                                          <p:spTgt spid="3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lang="en-US"/>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Course Project: KnowledgeOps Portal</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A real ASP.NET Core business portal with an embedded Semantic Kernel copilot.</a:t>
            </a:r>
            <a:endParaRPr lang="en-US" sz="1250"/>
          </a:p>
        </p:txBody>
      </p:sp>
      <p:sp>
        <p:nvSpPr>
          <p:cNvPr id="5" name="Shape 3"/>
          <p:cNvSpPr/>
          <p:nvPr/>
        </p:nvSpPr>
        <p:spPr>
          <a:xfrm>
            <a:off x="777240" y="1874520"/>
            <a:ext cx="2011680" cy="822960"/>
          </a:xfrm>
          <a:prstGeom prst="roundRect">
            <a:avLst>
              <a:gd name="adj" fmla="val 5556"/>
            </a:avLst>
          </a:prstGeom>
          <a:solidFill>
            <a:srgbClr val="FFFFFF"/>
          </a:solidFill>
          <a:ln w="12700">
            <a:solidFill>
              <a:srgbClr val="C9D4E2"/>
            </a:solidFill>
            <a:prstDash val="solid"/>
          </a:ln>
        </p:spPr>
        <p:txBody>
          <a:bodyPr/>
          <a:lstStyle/>
          <a:p>
            <a:endParaRPr lang="en-US"/>
          </a:p>
        </p:txBody>
      </p:sp>
      <p:sp>
        <p:nvSpPr>
          <p:cNvPr id="6" name="Text 4"/>
          <p:cNvSpPr/>
          <p:nvPr/>
        </p:nvSpPr>
        <p:spPr>
          <a:xfrm>
            <a:off x="850392" y="2139696"/>
            <a:ext cx="186537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Console SK fundamentals</a:t>
            </a:r>
            <a:endParaRPr lang="en-US" sz="1150"/>
          </a:p>
        </p:txBody>
      </p:sp>
      <p:sp>
        <p:nvSpPr>
          <p:cNvPr id="7" name="Shape 5"/>
          <p:cNvSpPr/>
          <p:nvPr/>
        </p:nvSpPr>
        <p:spPr>
          <a:xfrm>
            <a:off x="2807208" y="2286000"/>
            <a:ext cx="100584" cy="0"/>
          </a:xfrm>
          <a:prstGeom prst="line">
            <a:avLst/>
          </a:prstGeom>
          <a:noFill/>
          <a:ln w="25400">
            <a:solidFill>
              <a:srgbClr val="00AED6"/>
            </a:solidFill>
            <a:prstDash val="solid"/>
            <a:headEnd type="none"/>
            <a:tailEnd type="triangle"/>
          </a:ln>
        </p:spPr>
        <p:txBody>
          <a:bodyPr/>
          <a:lstStyle/>
          <a:p>
            <a:endParaRPr lang="en-US"/>
          </a:p>
        </p:txBody>
      </p:sp>
      <p:sp>
        <p:nvSpPr>
          <p:cNvPr id="8" name="Shape 6"/>
          <p:cNvSpPr/>
          <p:nvPr/>
        </p:nvSpPr>
        <p:spPr>
          <a:xfrm>
            <a:off x="2926080" y="1874520"/>
            <a:ext cx="2011680" cy="822960"/>
          </a:xfrm>
          <a:prstGeom prst="roundRect">
            <a:avLst>
              <a:gd name="adj" fmla="val 5556"/>
            </a:avLst>
          </a:prstGeom>
          <a:solidFill>
            <a:srgbClr val="E6F7FB"/>
          </a:solidFill>
          <a:ln w="12700">
            <a:solidFill>
              <a:srgbClr val="C9D4E2"/>
            </a:solidFill>
            <a:prstDash val="solid"/>
          </a:ln>
        </p:spPr>
        <p:txBody>
          <a:bodyPr/>
          <a:lstStyle/>
          <a:p>
            <a:endParaRPr lang="en-US"/>
          </a:p>
        </p:txBody>
      </p:sp>
      <p:sp>
        <p:nvSpPr>
          <p:cNvPr id="9" name="Text 7"/>
          <p:cNvSpPr/>
          <p:nvPr/>
        </p:nvSpPr>
        <p:spPr>
          <a:xfrm>
            <a:off x="2999232" y="2139696"/>
            <a:ext cx="1865376" cy="228600"/>
          </a:xfrm>
          <a:prstGeom prst="rect">
            <a:avLst/>
          </a:prstGeom>
          <a:noFill/>
          <a:ln/>
        </p:spPr>
        <p:txBody>
          <a:bodyPr wrap="square" lIns="0" tIns="0" rIns="0" bIns="0" rtlCol="0" anchor="ctr">
            <a:normAutofit/>
          </a:bodyPr>
          <a:lstStyle/>
          <a:p>
            <a:pPr marL="0" indent="0" algn="ctr">
              <a:buNone/>
            </a:pPr>
            <a:r>
              <a:rPr lang="en-US" sz="1150" b="1">
                <a:solidFill>
                  <a:srgbClr val="007DB8"/>
                </a:solidFill>
                <a:latin typeface="Raleway" pitchFamily="34" charset="0"/>
                <a:ea typeface="Raleway" pitchFamily="34" charset="-122"/>
                <a:cs typeface="Raleway" pitchFamily="34" charset="-120"/>
              </a:rPr>
              <a:t>ASP.NET Core portal</a:t>
            </a:r>
            <a:endParaRPr lang="en-US" sz="1150"/>
          </a:p>
        </p:txBody>
      </p:sp>
      <p:sp>
        <p:nvSpPr>
          <p:cNvPr id="10" name="Shape 8"/>
          <p:cNvSpPr/>
          <p:nvPr/>
        </p:nvSpPr>
        <p:spPr>
          <a:xfrm>
            <a:off x="4956048" y="2286000"/>
            <a:ext cx="100584" cy="0"/>
          </a:xfrm>
          <a:prstGeom prst="line">
            <a:avLst/>
          </a:prstGeom>
          <a:noFill/>
          <a:ln w="25400">
            <a:solidFill>
              <a:srgbClr val="00AED6"/>
            </a:solidFill>
            <a:prstDash val="solid"/>
            <a:headEnd type="none"/>
            <a:tailEnd type="triangle"/>
          </a:ln>
        </p:spPr>
        <p:txBody>
          <a:bodyPr/>
          <a:lstStyle/>
          <a:p>
            <a:endParaRPr lang="en-US"/>
          </a:p>
        </p:txBody>
      </p:sp>
      <p:sp>
        <p:nvSpPr>
          <p:cNvPr id="11" name="Shape 9"/>
          <p:cNvSpPr/>
          <p:nvPr/>
        </p:nvSpPr>
        <p:spPr>
          <a:xfrm>
            <a:off x="5074920" y="1874520"/>
            <a:ext cx="2011680" cy="822960"/>
          </a:xfrm>
          <a:prstGeom prst="roundRect">
            <a:avLst>
              <a:gd name="adj" fmla="val 5556"/>
            </a:avLst>
          </a:prstGeom>
          <a:solidFill>
            <a:srgbClr val="FFFFFF"/>
          </a:solidFill>
          <a:ln w="12700">
            <a:solidFill>
              <a:srgbClr val="C9D4E2"/>
            </a:solidFill>
            <a:prstDash val="solid"/>
          </a:ln>
        </p:spPr>
        <p:txBody>
          <a:bodyPr/>
          <a:lstStyle/>
          <a:p>
            <a:endParaRPr lang="en-US"/>
          </a:p>
        </p:txBody>
      </p:sp>
      <p:sp>
        <p:nvSpPr>
          <p:cNvPr id="12" name="Text 10"/>
          <p:cNvSpPr/>
          <p:nvPr/>
        </p:nvSpPr>
        <p:spPr>
          <a:xfrm>
            <a:off x="5148072" y="2139696"/>
            <a:ext cx="186537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Contextual copilot</a:t>
            </a:r>
            <a:endParaRPr lang="en-US" sz="1150"/>
          </a:p>
        </p:txBody>
      </p:sp>
      <p:sp>
        <p:nvSpPr>
          <p:cNvPr id="13" name="Shape 11"/>
          <p:cNvSpPr/>
          <p:nvPr/>
        </p:nvSpPr>
        <p:spPr>
          <a:xfrm>
            <a:off x="7104888" y="2286000"/>
            <a:ext cx="100584" cy="0"/>
          </a:xfrm>
          <a:prstGeom prst="line">
            <a:avLst/>
          </a:prstGeom>
          <a:noFill/>
          <a:ln w="25400">
            <a:solidFill>
              <a:srgbClr val="00AED6"/>
            </a:solidFill>
            <a:prstDash val="solid"/>
            <a:headEnd type="none"/>
            <a:tailEnd type="triangle"/>
          </a:ln>
        </p:spPr>
        <p:txBody>
          <a:bodyPr/>
          <a:lstStyle/>
          <a:p>
            <a:endParaRPr lang="en-US"/>
          </a:p>
        </p:txBody>
      </p:sp>
      <p:sp>
        <p:nvSpPr>
          <p:cNvPr id="14" name="Shape 12"/>
          <p:cNvSpPr/>
          <p:nvPr/>
        </p:nvSpPr>
        <p:spPr>
          <a:xfrm>
            <a:off x="7223760" y="1874520"/>
            <a:ext cx="2011680" cy="822960"/>
          </a:xfrm>
          <a:prstGeom prst="roundRect">
            <a:avLst>
              <a:gd name="adj" fmla="val 5556"/>
            </a:avLst>
          </a:prstGeom>
          <a:solidFill>
            <a:srgbClr val="FFFFFF"/>
          </a:solidFill>
          <a:ln w="12700">
            <a:solidFill>
              <a:srgbClr val="C9D4E2"/>
            </a:solidFill>
            <a:prstDash val="solid"/>
          </a:ln>
        </p:spPr>
        <p:txBody>
          <a:bodyPr/>
          <a:lstStyle/>
          <a:p>
            <a:endParaRPr lang="en-US"/>
          </a:p>
        </p:txBody>
      </p:sp>
      <p:sp>
        <p:nvSpPr>
          <p:cNvPr id="15" name="Text 13"/>
          <p:cNvSpPr/>
          <p:nvPr/>
        </p:nvSpPr>
        <p:spPr>
          <a:xfrm>
            <a:off x="7296912" y="2139696"/>
            <a:ext cx="186537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Document RAG</a:t>
            </a:r>
            <a:endParaRPr lang="en-US" sz="1150"/>
          </a:p>
        </p:txBody>
      </p:sp>
      <p:sp>
        <p:nvSpPr>
          <p:cNvPr id="16" name="Shape 14"/>
          <p:cNvSpPr/>
          <p:nvPr/>
        </p:nvSpPr>
        <p:spPr>
          <a:xfrm>
            <a:off x="9253728" y="2286000"/>
            <a:ext cx="100584" cy="0"/>
          </a:xfrm>
          <a:prstGeom prst="line">
            <a:avLst/>
          </a:prstGeom>
          <a:noFill/>
          <a:ln w="25400">
            <a:solidFill>
              <a:srgbClr val="00AED6"/>
            </a:solidFill>
            <a:prstDash val="solid"/>
            <a:headEnd type="none"/>
            <a:tailEnd type="triangle"/>
          </a:ln>
        </p:spPr>
        <p:txBody>
          <a:bodyPr/>
          <a:lstStyle/>
          <a:p>
            <a:endParaRPr lang="en-US"/>
          </a:p>
        </p:txBody>
      </p:sp>
      <p:sp>
        <p:nvSpPr>
          <p:cNvPr id="17" name="Shape 15"/>
          <p:cNvSpPr/>
          <p:nvPr/>
        </p:nvSpPr>
        <p:spPr>
          <a:xfrm>
            <a:off x="9372600" y="1874520"/>
            <a:ext cx="2011680" cy="822960"/>
          </a:xfrm>
          <a:prstGeom prst="roundRect">
            <a:avLst>
              <a:gd name="adj" fmla="val 5556"/>
            </a:avLst>
          </a:prstGeom>
          <a:solidFill>
            <a:srgbClr val="FFFFFF"/>
          </a:solidFill>
          <a:ln w="12700">
            <a:solidFill>
              <a:srgbClr val="C9D4E2"/>
            </a:solidFill>
            <a:prstDash val="solid"/>
          </a:ln>
        </p:spPr>
        <p:txBody>
          <a:bodyPr/>
          <a:lstStyle/>
          <a:p>
            <a:endParaRPr lang="en-US"/>
          </a:p>
        </p:txBody>
      </p:sp>
      <p:sp>
        <p:nvSpPr>
          <p:cNvPr id="18" name="Text 16"/>
          <p:cNvSpPr/>
          <p:nvPr/>
        </p:nvSpPr>
        <p:spPr>
          <a:xfrm>
            <a:off x="9445752" y="2139696"/>
            <a:ext cx="186537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Enterprise readiness</a:t>
            </a:r>
            <a:endParaRPr lang="en-US" sz="1150"/>
          </a:p>
        </p:txBody>
      </p:sp>
      <p:sp>
        <p:nvSpPr>
          <p:cNvPr id="19" name="Shape 17"/>
          <p:cNvSpPr/>
          <p:nvPr/>
        </p:nvSpPr>
        <p:spPr>
          <a:xfrm>
            <a:off x="822960" y="3246120"/>
            <a:ext cx="3291840" cy="1645920"/>
          </a:xfrm>
          <a:prstGeom prst="roundRect">
            <a:avLst>
              <a:gd name="adj" fmla="val 3333"/>
            </a:avLst>
          </a:prstGeom>
          <a:solidFill>
            <a:srgbClr val="FFFFFF">
              <a:alpha val="0"/>
            </a:srgbClr>
          </a:solidFill>
          <a:ln w="12700">
            <a:solidFill>
              <a:srgbClr val="C9D4E2">
                <a:alpha val="95000"/>
              </a:srgbClr>
            </a:solidFill>
            <a:prstDash val="solid"/>
          </a:ln>
        </p:spPr>
        <p:txBody>
          <a:bodyPr/>
          <a:lstStyle/>
          <a:p>
            <a:endParaRPr lang="en-US"/>
          </a:p>
        </p:txBody>
      </p:sp>
      <p:sp>
        <p:nvSpPr>
          <p:cNvPr id="20" name="Text 18"/>
          <p:cNvSpPr/>
          <p:nvPr/>
        </p:nvSpPr>
        <p:spPr>
          <a:xfrm>
            <a:off x="987552" y="34107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21" name="Shape 19"/>
          <p:cNvSpPr/>
          <p:nvPr/>
        </p:nvSpPr>
        <p:spPr>
          <a:xfrm>
            <a:off x="822960" y="3246120"/>
            <a:ext cx="73152" cy="1645920"/>
          </a:xfrm>
          <a:prstGeom prst="rect">
            <a:avLst/>
          </a:prstGeom>
          <a:solidFill>
            <a:srgbClr val="00AED6"/>
          </a:solidFill>
          <a:ln w="12700">
            <a:solidFill>
              <a:srgbClr val="00AED6"/>
            </a:solidFill>
            <a:prstDash val="solid"/>
          </a:ln>
        </p:spPr>
        <p:txBody>
          <a:bodyPr/>
          <a:lstStyle/>
          <a:p>
            <a:endParaRPr lang="en-US"/>
          </a:p>
        </p:txBody>
      </p:sp>
      <p:sp>
        <p:nvSpPr>
          <p:cNvPr id="22" name="Text 20"/>
          <p:cNvSpPr/>
          <p:nvPr/>
        </p:nvSpPr>
        <p:spPr>
          <a:xfrm>
            <a:off x="1399032" y="3392424"/>
            <a:ext cx="278892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Portal areas</a:t>
            </a:r>
            <a:endParaRPr lang="en-US" sz="1350"/>
          </a:p>
        </p:txBody>
      </p:sp>
      <p:sp>
        <p:nvSpPr>
          <p:cNvPr id="23" name="Text 21"/>
          <p:cNvSpPr/>
          <p:nvPr/>
        </p:nvSpPr>
        <p:spPr>
          <a:xfrm>
            <a:off x="1078992" y="3758184"/>
            <a:ext cx="2816352" cy="987552"/>
          </a:xfrm>
          <a:prstGeom prst="rect">
            <a:avLst/>
          </a:prstGeom>
          <a:noFill/>
          <a:ln/>
        </p:spPr>
        <p:txBody>
          <a:bodyPr wrap="square" lIns="508" tIns="508" rIns="508" bIns="508" rtlCol="0" anchor="t">
            <a:normAutofit fontScale="70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Dashboard</a:t>
            </a:r>
            <a:endParaRPr lang="en-US" sz="1200"/>
          </a:p>
          <a:p>
            <a:pPr marL="0" indent="0">
              <a:buNone/>
            </a:pPr>
            <a:r>
              <a:rPr lang="en-US" sz="2200">
                <a:solidFill>
                  <a:srgbClr val="374151"/>
                </a:solidFill>
                <a:latin typeface="Barlow" pitchFamily="34" charset="0"/>
                <a:ea typeface="Barlow" pitchFamily="34" charset="-122"/>
                <a:cs typeface="Barlow" pitchFamily="34" charset="-120"/>
              </a:rPr>
              <a:t>Documents</a:t>
            </a:r>
            <a:endParaRPr lang="en-US" sz="1200"/>
          </a:p>
          <a:p>
            <a:pPr marL="0" indent="0">
              <a:buNone/>
            </a:pPr>
            <a:r>
              <a:rPr lang="en-US" sz="2200">
                <a:solidFill>
                  <a:srgbClr val="374151"/>
                </a:solidFill>
                <a:latin typeface="Barlow" pitchFamily="34" charset="0"/>
                <a:ea typeface="Barlow" pitchFamily="34" charset="-122"/>
                <a:cs typeface="Barlow" pitchFamily="34" charset="-120"/>
              </a:rPr>
              <a:t>Requests</a:t>
            </a:r>
            <a:endParaRPr lang="en-US" sz="1200"/>
          </a:p>
          <a:p>
            <a:pPr marL="0" indent="0">
              <a:buNone/>
            </a:pPr>
            <a:r>
              <a:rPr lang="en-US" sz="2200">
                <a:solidFill>
                  <a:srgbClr val="374151"/>
                </a:solidFill>
                <a:latin typeface="Barlow" pitchFamily="34" charset="0"/>
                <a:ea typeface="Barlow" pitchFamily="34" charset="-122"/>
                <a:cs typeface="Barlow" pitchFamily="34" charset="-120"/>
              </a:rPr>
              <a:t>Approvals</a:t>
            </a:r>
            <a:endParaRPr lang="en-US" sz="1200"/>
          </a:p>
          <a:p>
            <a:pPr marL="0" indent="0">
              <a:buNone/>
            </a:pPr>
            <a:r>
              <a:rPr lang="en-US" sz="2200">
                <a:solidFill>
                  <a:srgbClr val="374151"/>
                </a:solidFill>
                <a:latin typeface="Barlow" pitchFamily="34" charset="0"/>
                <a:ea typeface="Barlow" pitchFamily="34" charset="-122"/>
                <a:cs typeface="Barlow" pitchFamily="34" charset="-120"/>
              </a:rPr>
              <a:t>Audit history</a:t>
            </a:r>
            <a:endParaRPr lang="en-US" sz="1200"/>
          </a:p>
        </p:txBody>
      </p:sp>
      <p:sp>
        <p:nvSpPr>
          <p:cNvPr id="24" name="Shape 22"/>
          <p:cNvSpPr/>
          <p:nvPr/>
        </p:nvSpPr>
        <p:spPr>
          <a:xfrm>
            <a:off x="4480560" y="3246120"/>
            <a:ext cx="3291840" cy="1645920"/>
          </a:xfrm>
          <a:prstGeom prst="roundRect">
            <a:avLst>
              <a:gd name="adj" fmla="val 3333"/>
            </a:avLst>
          </a:prstGeom>
          <a:solidFill>
            <a:srgbClr val="FFFFFF">
              <a:alpha val="0"/>
            </a:srgbClr>
          </a:solidFill>
          <a:ln w="12700">
            <a:solidFill>
              <a:srgbClr val="C9D4E2">
                <a:alpha val="95000"/>
              </a:srgbClr>
            </a:solidFill>
            <a:prstDash val="solid"/>
          </a:ln>
        </p:spPr>
        <p:txBody>
          <a:bodyPr/>
          <a:lstStyle/>
          <a:p>
            <a:endParaRPr lang="en-US"/>
          </a:p>
        </p:txBody>
      </p:sp>
      <p:sp>
        <p:nvSpPr>
          <p:cNvPr id="25" name="Text 23"/>
          <p:cNvSpPr/>
          <p:nvPr/>
        </p:nvSpPr>
        <p:spPr>
          <a:xfrm>
            <a:off x="4645152" y="34107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26" name="Shape 24"/>
          <p:cNvSpPr/>
          <p:nvPr/>
        </p:nvSpPr>
        <p:spPr>
          <a:xfrm>
            <a:off x="4480560" y="3246120"/>
            <a:ext cx="73152" cy="1645920"/>
          </a:xfrm>
          <a:prstGeom prst="rect">
            <a:avLst/>
          </a:prstGeom>
          <a:solidFill>
            <a:srgbClr val="007DB8"/>
          </a:solidFill>
          <a:ln w="12700">
            <a:solidFill>
              <a:srgbClr val="007DB8"/>
            </a:solidFill>
            <a:prstDash val="solid"/>
          </a:ln>
        </p:spPr>
        <p:txBody>
          <a:bodyPr/>
          <a:lstStyle/>
          <a:p>
            <a:endParaRPr lang="en-US"/>
          </a:p>
        </p:txBody>
      </p:sp>
      <p:sp>
        <p:nvSpPr>
          <p:cNvPr id="27" name="Text 25"/>
          <p:cNvSpPr/>
          <p:nvPr/>
        </p:nvSpPr>
        <p:spPr>
          <a:xfrm>
            <a:off x="5056632" y="3392424"/>
            <a:ext cx="278892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Copilot capabilities</a:t>
            </a:r>
            <a:endParaRPr lang="en-US" sz="1350"/>
          </a:p>
        </p:txBody>
      </p:sp>
      <p:sp>
        <p:nvSpPr>
          <p:cNvPr id="28" name="Text 26"/>
          <p:cNvSpPr/>
          <p:nvPr/>
        </p:nvSpPr>
        <p:spPr>
          <a:xfrm>
            <a:off x="4736592" y="3758184"/>
            <a:ext cx="2816352" cy="987552"/>
          </a:xfrm>
          <a:prstGeom prst="rect">
            <a:avLst/>
          </a:prstGeom>
          <a:noFill/>
          <a:ln/>
        </p:spPr>
        <p:txBody>
          <a:bodyPr wrap="square" lIns="508" tIns="508" rIns="508" bIns="508" rtlCol="0" anchor="t">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Summarize records</a:t>
            </a:r>
            <a:endParaRPr lang="en-US" sz="1400"/>
          </a:p>
          <a:p>
            <a:pPr marL="0" indent="0">
              <a:buNone/>
            </a:pPr>
            <a:r>
              <a:rPr lang="en-US" sz="2200">
                <a:solidFill>
                  <a:srgbClr val="374151"/>
                </a:solidFill>
                <a:latin typeface="Barlow" pitchFamily="34" charset="0"/>
                <a:ea typeface="Barlow" pitchFamily="34" charset="-122"/>
                <a:cs typeface="Barlow" pitchFamily="34" charset="-120"/>
              </a:rPr>
              <a:t>Answer from documents</a:t>
            </a:r>
            <a:endParaRPr lang="en-US" sz="1400"/>
          </a:p>
          <a:p>
            <a:pPr marL="0" indent="0">
              <a:buNone/>
            </a:pPr>
            <a:r>
              <a:rPr lang="en-US" sz="2200">
                <a:solidFill>
                  <a:srgbClr val="374151"/>
                </a:solidFill>
                <a:latin typeface="Barlow" pitchFamily="34" charset="0"/>
                <a:ea typeface="Barlow" pitchFamily="34" charset="-122"/>
                <a:cs typeface="Barlow" pitchFamily="34" charset="-120"/>
              </a:rPr>
              <a:t>Prepare actions</a:t>
            </a:r>
            <a:endParaRPr lang="en-US" sz="1400"/>
          </a:p>
          <a:p>
            <a:pPr marL="0" indent="0">
              <a:buNone/>
            </a:pPr>
            <a:r>
              <a:rPr lang="en-US" sz="2200">
                <a:solidFill>
                  <a:srgbClr val="374151"/>
                </a:solidFill>
                <a:latin typeface="Barlow" pitchFamily="34" charset="0"/>
                <a:ea typeface="Barlow" pitchFamily="34" charset="-122"/>
                <a:cs typeface="Barlow" pitchFamily="34" charset="-120"/>
              </a:rPr>
              <a:t>Guide workflows</a:t>
            </a:r>
            <a:endParaRPr lang="en-US" sz="1400"/>
          </a:p>
        </p:txBody>
      </p:sp>
      <p:sp>
        <p:nvSpPr>
          <p:cNvPr id="29" name="Shape 27"/>
          <p:cNvSpPr/>
          <p:nvPr/>
        </p:nvSpPr>
        <p:spPr>
          <a:xfrm>
            <a:off x="8138160" y="3246120"/>
            <a:ext cx="3291840" cy="1645920"/>
          </a:xfrm>
          <a:prstGeom prst="roundRect">
            <a:avLst>
              <a:gd name="adj" fmla="val 3333"/>
            </a:avLst>
          </a:prstGeom>
          <a:solidFill>
            <a:srgbClr val="FFFFFF">
              <a:alpha val="0"/>
            </a:srgbClr>
          </a:solidFill>
          <a:ln w="12700">
            <a:solidFill>
              <a:srgbClr val="C9D4E2">
                <a:alpha val="95000"/>
              </a:srgbClr>
            </a:solidFill>
            <a:prstDash val="solid"/>
          </a:ln>
        </p:spPr>
        <p:txBody>
          <a:bodyPr/>
          <a:lstStyle/>
          <a:p>
            <a:endParaRPr lang="en-US"/>
          </a:p>
        </p:txBody>
      </p:sp>
      <p:sp>
        <p:nvSpPr>
          <p:cNvPr id="30" name="Text 28"/>
          <p:cNvSpPr/>
          <p:nvPr/>
        </p:nvSpPr>
        <p:spPr>
          <a:xfrm>
            <a:off x="8302752" y="34107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31" name="Shape 29"/>
          <p:cNvSpPr/>
          <p:nvPr/>
        </p:nvSpPr>
        <p:spPr>
          <a:xfrm>
            <a:off x="8138160" y="3246120"/>
            <a:ext cx="73152" cy="1645920"/>
          </a:xfrm>
          <a:prstGeom prst="rect">
            <a:avLst/>
          </a:prstGeom>
          <a:solidFill>
            <a:srgbClr val="6251BD"/>
          </a:solidFill>
          <a:ln w="12700">
            <a:solidFill>
              <a:srgbClr val="6251BD"/>
            </a:solidFill>
            <a:prstDash val="solid"/>
          </a:ln>
        </p:spPr>
        <p:txBody>
          <a:bodyPr/>
          <a:lstStyle/>
          <a:p>
            <a:endParaRPr lang="en-US"/>
          </a:p>
        </p:txBody>
      </p:sp>
      <p:sp>
        <p:nvSpPr>
          <p:cNvPr id="32" name="Text 30"/>
          <p:cNvSpPr/>
          <p:nvPr/>
        </p:nvSpPr>
        <p:spPr>
          <a:xfrm>
            <a:off x="8714232" y="3392424"/>
            <a:ext cx="278892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Enterprise controls</a:t>
            </a:r>
            <a:endParaRPr lang="en-US" sz="1350"/>
          </a:p>
        </p:txBody>
      </p:sp>
      <p:sp>
        <p:nvSpPr>
          <p:cNvPr id="33" name="Text 31"/>
          <p:cNvSpPr/>
          <p:nvPr/>
        </p:nvSpPr>
        <p:spPr>
          <a:xfrm>
            <a:off x="8394192" y="3758184"/>
            <a:ext cx="2816352" cy="987552"/>
          </a:xfrm>
          <a:prstGeom prst="rect">
            <a:avLst/>
          </a:prstGeom>
          <a:noFill/>
          <a:ln/>
        </p:spPr>
        <p:txBody>
          <a:bodyPr wrap="square" lIns="508" tIns="508" rIns="508" bIns="508" rtlCol="0" anchor="t">
            <a:normAutofit fontScale="70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Authorization</a:t>
            </a:r>
            <a:endParaRPr lang="en-US" sz="1200"/>
          </a:p>
          <a:p>
            <a:pPr marL="0" indent="0">
              <a:buNone/>
            </a:pPr>
            <a:r>
              <a:rPr lang="en-US" sz="2200">
                <a:solidFill>
                  <a:srgbClr val="374151"/>
                </a:solidFill>
                <a:latin typeface="Barlow" pitchFamily="34" charset="0"/>
                <a:ea typeface="Barlow" pitchFamily="34" charset="-122"/>
                <a:cs typeface="Barlow" pitchFamily="34" charset="-120"/>
              </a:rPr>
              <a:t>Confirmation gates</a:t>
            </a:r>
            <a:endParaRPr lang="en-US" sz="1200"/>
          </a:p>
          <a:p>
            <a:pPr marL="0" indent="0">
              <a:buNone/>
            </a:pPr>
            <a:r>
              <a:rPr lang="en-US" sz="2200">
                <a:solidFill>
                  <a:srgbClr val="374151"/>
                </a:solidFill>
                <a:latin typeface="Barlow" pitchFamily="34" charset="0"/>
                <a:ea typeface="Barlow" pitchFamily="34" charset="-122"/>
                <a:cs typeface="Barlow" pitchFamily="34" charset="-120"/>
              </a:rPr>
              <a:t>Guardrails</a:t>
            </a:r>
            <a:endParaRPr lang="en-US" sz="1200"/>
          </a:p>
          <a:p>
            <a:pPr marL="0" indent="0">
              <a:buNone/>
            </a:pPr>
            <a:r>
              <a:rPr lang="en-US" sz="2200">
                <a:solidFill>
                  <a:srgbClr val="374151"/>
                </a:solidFill>
                <a:latin typeface="Barlow" pitchFamily="34" charset="0"/>
                <a:ea typeface="Barlow" pitchFamily="34" charset="-122"/>
                <a:cs typeface="Barlow" pitchFamily="34" charset="-120"/>
              </a:rPr>
              <a:t>Telemetry</a:t>
            </a:r>
            <a:endParaRPr lang="en-US" sz="1200"/>
          </a:p>
          <a:p>
            <a:pPr marL="0" indent="0">
              <a:buNone/>
            </a:pPr>
            <a:r>
              <a:rPr lang="en-US" sz="2200">
                <a:solidFill>
                  <a:srgbClr val="374151"/>
                </a:solidFill>
                <a:latin typeface="Barlow" pitchFamily="34" charset="0"/>
                <a:ea typeface="Barlow" pitchFamily="34" charset="-122"/>
                <a:cs typeface="Barlow" pitchFamily="34" charset="-120"/>
              </a:rPr>
              <a:t>Evaluation</a:t>
            </a:r>
            <a:endParaRPr lang="en-US" sz="1200"/>
          </a:p>
        </p:txBody>
      </p:sp>
      <p:sp>
        <p:nvSpPr>
          <p:cNvPr id="34" name="Shape 3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lang="en-US"/>
          </a:p>
        </p:txBody>
      </p:sp>
      <p:sp>
        <p:nvSpPr>
          <p:cNvPr id="35" name="Text 3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3</a:t>
            </a:r>
            <a:endParaRPr lang="en-US" sz="900"/>
          </a:p>
        </p:txBody>
      </p:sp>
      <p:sp>
        <p:nvSpPr>
          <p:cNvPr id="36" name="Text 3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Course Introduction</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500"/>
                                        <p:tgtEl>
                                          <p:spTgt spid="2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500"/>
                                        <p:tgtEl>
                                          <p:spTgt spid="22"/>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5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5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500"/>
                                        <p:tgtEl>
                                          <p:spTgt spid="2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500"/>
                                        <p:tgtEl>
                                          <p:spTgt spid="26"/>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500"/>
                                        <p:tgtEl>
                                          <p:spTgt spid="27"/>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500"/>
                                        <p:tgtEl>
                                          <p:spTgt spid="28"/>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9"/>
                                        </p:tgtEl>
                                        <p:attrNameLst>
                                          <p:attrName>style.visibility</p:attrName>
                                        </p:attrNameLst>
                                      </p:cBhvr>
                                      <p:to>
                                        <p:strVal val="visible"/>
                                      </p:to>
                                    </p:set>
                                    <p:animEffect transition="in" filter="fade">
                                      <p:cBhvr>
                                        <p:cTn id="89" dur="500"/>
                                        <p:tgtEl>
                                          <p:spTgt spid="29"/>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500"/>
                                        <p:tgtEl>
                                          <p:spTgt spid="3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500"/>
                                        <p:tgtEl>
                                          <p:spTgt spid="3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500"/>
                                        <p:tgtEl>
                                          <p:spTgt spid="3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Lea</a:t>
            </a:r>
            <a:r>
              <a:rPr lang="en-US" sz="3200" b="1">
                <a:solidFill>
                  <a:srgbClr val="007DB8"/>
                </a:solidFill>
                <a:latin typeface="Raleway" pitchFamily="34" charset="0"/>
              </a:rPr>
              <a:t>r</a:t>
            </a:r>
            <a:r>
              <a:rPr lang="en-US" sz="3200" b="1">
                <a:solidFill>
                  <a:srgbClr val="007DB8"/>
                </a:solidFill>
                <a:latin typeface="Raleway" pitchFamily="34" charset="0"/>
                <a:ea typeface="Raleway" pitchFamily="34" charset="-122"/>
                <a:cs typeface="Raleway" pitchFamily="34" charset="-120"/>
              </a:rPr>
              <a:t>ning Path</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The course intentionally moves from low-friction console demos to a real web context.</a:t>
            </a:r>
            <a:endParaRPr lang="en-US" sz="1250"/>
          </a:p>
        </p:txBody>
      </p:sp>
      <p:sp>
        <p:nvSpPr>
          <p:cNvPr id="13" name="Shape 11"/>
          <p:cNvSpPr/>
          <p:nvPr/>
        </p:nvSpPr>
        <p:spPr>
          <a:xfrm>
            <a:off x="842802" y="5437229"/>
            <a:ext cx="73152" cy="594360"/>
          </a:xfrm>
          <a:prstGeom prst="rect">
            <a:avLst/>
          </a:prstGeom>
          <a:solidFill>
            <a:srgbClr val="00AED6"/>
          </a:solidFill>
          <a:ln w="12700">
            <a:solidFill>
              <a:srgbClr val="00AED6"/>
            </a:solidFill>
            <a:prstDash val="solid"/>
          </a:ln>
        </p:spPr>
        <p:txBody>
          <a:bodyPr/>
          <a:lstStyle/>
          <a:p>
            <a:endParaRPr/>
          </a:p>
        </p:txBody>
      </p:sp>
      <p:sp>
        <p:nvSpPr>
          <p:cNvPr id="14" name="Text 12"/>
          <p:cNvSpPr/>
          <p:nvPr/>
        </p:nvSpPr>
        <p:spPr>
          <a:xfrm>
            <a:off x="1043970" y="5437229"/>
            <a:ext cx="10314432" cy="594360"/>
          </a:xfrm>
          <a:prstGeom prst="rect">
            <a:avLst/>
          </a:prstGeom>
          <a:noFill/>
          <a:ln/>
        </p:spPr>
        <p:txBody>
          <a:bodyPr wrap="square" lIns="254" tIns="254" rIns="254" bIns="254" rtlCol="0" anchor="ctr">
            <a:normAutofit fontScale="92500"/>
          </a:bodyPr>
          <a:lstStyle/>
          <a:p>
            <a:pPr marL="0" indent="0">
              <a:buNone/>
            </a:pPr>
            <a:r>
              <a:rPr lang="en-US" sz="2200" i="1">
                <a:solidFill>
                  <a:srgbClr val="374151"/>
                </a:solidFill>
                <a:latin typeface="Barlow" pitchFamily="34" charset="0"/>
                <a:ea typeface="Barlow" pitchFamily="34" charset="-122"/>
                <a:cs typeface="Barlow" pitchFamily="34" charset="-120"/>
              </a:rPr>
              <a:t>The goal is not “I built a chat app.” The goal is “I can add AI capabilities to a real .NET system.”</a:t>
            </a:r>
            <a:endParaRPr lang="en-US" sz="130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Course Introduction</a:t>
            </a:r>
            <a:endParaRPr lang="en-US" sz="750"/>
          </a:p>
        </p:txBody>
      </p:sp>
      <p:sp>
        <p:nvSpPr>
          <p:cNvPr id="18" name="TextBox 17"/>
          <p:cNvSpPr txBox="1"/>
          <p:nvPr/>
        </p:nvSpPr>
        <p:spPr>
          <a:xfrm>
            <a:off x="822960" y="1636776"/>
            <a:ext cx="10863072" cy="2970044"/>
          </a:xfrm>
          <a:prstGeom prst="rect">
            <a:avLst/>
          </a:prstGeom>
          <a:noFill/>
        </p:spPr>
        <p:txBody>
          <a:bodyPr wrap="square" lIns="0" tIns="0" rIns="0" bIns="0" anchor="t">
            <a:spAutoFit/>
          </a:bodyPr>
          <a:lstStyle/>
          <a:p>
            <a:pPr algn="l">
              <a:spcBef>
                <a:spcPts val="0"/>
              </a:spcBef>
              <a:spcAft>
                <a:spcPts val="600"/>
              </a:spcAft>
            </a:pPr>
            <a:r>
              <a:rPr sz="2800" b="0">
                <a:solidFill>
                  <a:srgbClr val="00AED6"/>
                </a:solidFill>
                <a:latin typeface="Barlow"/>
              </a:rPr>
              <a:t>▸ </a:t>
            </a:r>
            <a:r>
              <a:rPr lang="en-US" sz="2200" b="0" i="0">
                <a:solidFill>
                  <a:srgbClr val="374151"/>
                </a:solidFill>
                <a:latin typeface="Barlow"/>
              </a:rPr>
              <a:t>Start in the console to learn kernels, prompts, plugins, and functions without UI noise.</a:t>
            </a:r>
          </a:p>
          <a:p>
            <a:pPr algn="l">
              <a:spcBef>
                <a:spcPts val="0"/>
              </a:spcBef>
              <a:spcAft>
                <a:spcPts val="600"/>
              </a:spcAft>
            </a:pPr>
            <a:r>
              <a:rPr sz="2800" b="0">
                <a:solidFill>
                  <a:srgbClr val="00AED6"/>
                </a:solidFill>
                <a:latin typeface="Barlow"/>
              </a:rPr>
              <a:t>▸ </a:t>
            </a:r>
            <a:r>
              <a:rPr lang="en-US" sz="2200" b="0" i="0">
                <a:solidFill>
                  <a:srgbClr val="374151"/>
                </a:solidFill>
                <a:latin typeface="Barlow"/>
              </a:rPr>
              <a:t>Move into ASP.NET Core only after the learner understands the Semantic Kernel primitives.</a:t>
            </a:r>
          </a:p>
          <a:p>
            <a:pPr algn="l">
              <a:spcBef>
                <a:spcPts val="0"/>
              </a:spcBef>
              <a:spcAft>
                <a:spcPts val="600"/>
              </a:spcAft>
            </a:pPr>
            <a:r>
              <a:rPr sz="2800" b="0">
                <a:solidFill>
                  <a:srgbClr val="00AED6"/>
                </a:solidFill>
                <a:latin typeface="Barlow"/>
              </a:rPr>
              <a:t>▸ </a:t>
            </a:r>
            <a:r>
              <a:rPr lang="en-US" sz="2200" b="0" i="0">
                <a:solidFill>
                  <a:srgbClr val="374151"/>
                </a:solidFill>
                <a:latin typeface="Barlow"/>
              </a:rPr>
              <a:t>Embed the copilot inside a business portal rather than building a redundant generic chat app.</a:t>
            </a:r>
          </a:p>
          <a:p>
            <a:pPr algn="l">
              <a:spcBef>
                <a:spcPts val="0"/>
              </a:spcBef>
              <a:spcAft>
                <a:spcPts val="600"/>
              </a:spcAft>
            </a:pPr>
            <a:r>
              <a:rPr sz="2800" b="0">
                <a:solidFill>
                  <a:srgbClr val="00AED6"/>
                </a:solidFill>
                <a:latin typeface="Barlow"/>
              </a:rPr>
              <a:t>▸ </a:t>
            </a:r>
            <a:r>
              <a:rPr lang="en-US" sz="2200" b="0" i="0">
                <a:solidFill>
                  <a:srgbClr val="374151"/>
                </a:solidFill>
                <a:latin typeface="Barlow"/>
              </a:rPr>
              <a:t>Finish with RAG, guardrails, workflows, observability, evaluation, and deployment readiness.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fade">
                                      <p:cBhvr>
                                        <p:cTn id="17" dur="500"/>
                                        <p:tgtEl>
                                          <p:spTgt spid="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xEl>
                                              <p:pRg st="3" end="3"/>
                                            </p:txEl>
                                          </p:spTgt>
                                        </p:tgtEl>
                                        <p:attrNameLst>
                                          <p:attrName>style.visibility</p:attrName>
                                        </p:attrNameLst>
                                      </p:cBhvr>
                                      <p:to>
                                        <p:strVal val="visible"/>
                                      </p:to>
                                    </p:set>
                                    <p:animEffect transition="in" filter="fade">
                                      <p:cBhvr>
                                        <p:cTn id="22" dur="500"/>
                                        <p:tgtEl>
                                          <p:spTgt spid="1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93">
          <a:extLst>
            <a:ext uri="{FF2B5EF4-FFF2-40B4-BE49-F238E27FC236}">
              <a16:creationId xmlns:a16="http://schemas.microsoft.com/office/drawing/2014/main" id="{CB82CDF2-652E-4498-B161-D48D342051E2}"/>
            </a:ext>
          </a:extLst>
        </p:cNvPr>
        <p:cNvGrpSpPr/>
        <p:nvPr/>
      </p:nvGrpSpPr>
      <p:grpSpPr>
        <a:xfrm>
          <a:off x="0" y="0"/>
          <a:ext cx="0" cy="0"/>
          <a:chOff x="0" y="0"/>
          <a:chExt cx="0" cy="0"/>
        </a:xfrm>
      </p:grpSpPr>
      <p:sp>
        <p:nvSpPr>
          <p:cNvPr id="594" name="Google Shape;594;p17">
            <a:extLst>
              <a:ext uri="{FF2B5EF4-FFF2-40B4-BE49-F238E27FC236}">
                <a16:creationId xmlns:a16="http://schemas.microsoft.com/office/drawing/2014/main" id="{3D8F463B-7BFC-ED43-3BDC-C7C9ECFD84AA}"/>
              </a:ext>
            </a:extLst>
          </p:cNvPr>
          <p:cNvSpPr txBox="1">
            <a:spLocks noGrp="1"/>
          </p:cNvSpPr>
          <p:nvPr>
            <p:ph type="title"/>
          </p:nvPr>
        </p:nvSpPr>
        <p:spPr>
          <a:xfrm>
            <a:off x="609600" y="1009793"/>
            <a:ext cx="7521200" cy="711431"/>
          </a:xfrm>
          <a:prstGeom prst="rect">
            <a:avLst/>
          </a:prstGeom>
        </p:spPr>
        <p:txBody>
          <a:bodyPr spcFirstLastPara="1" wrap="square" lIns="0" tIns="0" rIns="0" bIns="0" anchor="t" anchorCtr="0">
            <a:noAutofit/>
          </a:bodyPr>
          <a:lstStyle/>
          <a:p>
            <a:r>
              <a:rPr lang="en-US" sz="3200" b="1" kern="1200">
                <a:solidFill>
                  <a:srgbClr val="007DB8"/>
                </a:solidFill>
                <a:latin typeface="Raleway" pitchFamily="34" charset="0"/>
              </a:rPr>
              <a:t>Pre-requisites</a:t>
            </a:r>
          </a:p>
        </p:txBody>
      </p:sp>
      <p:sp>
        <p:nvSpPr>
          <p:cNvPr id="595" name="Google Shape;595;p17">
            <a:extLst>
              <a:ext uri="{FF2B5EF4-FFF2-40B4-BE49-F238E27FC236}">
                <a16:creationId xmlns:a16="http://schemas.microsoft.com/office/drawing/2014/main" id="{19EF68A1-AF8E-9D08-4FC8-997B6AE81443}"/>
              </a:ext>
            </a:extLst>
          </p:cNvPr>
          <p:cNvSpPr txBox="1">
            <a:spLocks noGrp="1"/>
          </p:cNvSpPr>
          <p:nvPr>
            <p:ph type="body" idx="1"/>
          </p:nvPr>
        </p:nvSpPr>
        <p:spPr>
          <a:xfrm>
            <a:off x="609600" y="1967805"/>
            <a:ext cx="11187953" cy="4214396"/>
          </a:xfrm>
          <a:prstGeom prst="rect">
            <a:avLst/>
          </a:prstGeom>
        </p:spPr>
        <p:txBody>
          <a:bodyPr spcFirstLastPara="1" wrap="square" lIns="0" tIns="0" rIns="0" bIns="0" anchor="t" anchorCtr="0">
            <a:noAutofit/>
          </a:bodyPr>
          <a:lstStyle/>
          <a:p>
            <a:r>
              <a:rPr lang="en-US" sz="2800"/>
              <a:t>Familiarity with .NET and C# programming, including foundational concepts such as object-oriented programming, libraries, and API usage.</a:t>
            </a:r>
          </a:p>
          <a:p>
            <a:r>
              <a:rPr lang="en-US" sz="2800"/>
              <a:t>Understanding Azure services at a high level is helpful, but deep Azure experience isn’t required, as this will be covered in context.</a:t>
            </a:r>
          </a:p>
          <a:p>
            <a:r>
              <a:rPr lang="en-US" sz="2800"/>
              <a:t>Basic understanding of AI and AI concepts and keywords.</a:t>
            </a:r>
          </a:p>
          <a:p>
            <a:r>
              <a:rPr lang="en-US" sz="2800"/>
              <a:t>Optional – Complete </a:t>
            </a:r>
            <a:r>
              <a:rPr lang="en-US" sz="2800" b="1"/>
              <a:t>Generative AI for .NET Developers with Azure AI Services.</a:t>
            </a:r>
          </a:p>
        </p:txBody>
      </p:sp>
      <p:sp>
        <p:nvSpPr>
          <p:cNvPr id="596" name="Google Shape;596;p17">
            <a:extLst>
              <a:ext uri="{FF2B5EF4-FFF2-40B4-BE49-F238E27FC236}">
                <a16:creationId xmlns:a16="http://schemas.microsoft.com/office/drawing/2014/main" id="{C14FD443-217A-7A1C-49D5-26AAF41E5717}"/>
              </a:ext>
            </a:extLst>
          </p:cNvPr>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600" b="0" i="0" u="none" strike="noStrike" kern="0" cap="none" spc="0" normalizeH="0" baseline="0" noProof="0">
                <a:ln>
                  <a:noFill/>
                </a:ln>
                <a:solidFill>
                  <a:srgbClr val="FFFFFF"/>
                </a:solidFill>
                <a:effectLst/>
                <a:uLnTx/>
                <a:uFillTx/>
                <a:latin typeface="Barlow Light"/>
                <a:sym typeface="Barlow Light"/>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6</a:t>
            </a:fld>
            <a:endParaRPr kumimoji="0" sz="1600" b="0" i="0" u="none" strike="noStrike" kern="0" cap="none" spc="0" normalizeH="0" baseline="0" noProof="0">
              <a:ln>
                <a:noFill/>
              </a:ln>
              <a:solidFill>
                <a:srgbClr val="FFFFFF"/>
              </a:solidFill>
              <a:effectLst/>
              <a:uLnTx/>
              <a:uFillTx/>
              <a:latin typeface="Barlow Light"/>
              <a:sym typeface="Barlow Light"/>
            </a:endParaRPr>
          </a:p>
        </p:txBody>
      </p:sp>
      <p:grpSp>
        <p:nvGrpSpPr>
          <p:cNvPr id="2" name="Google Shape;348;p13">
            <a:extLst>
              <a:ext uri="{FF2B5EF4-FFF2-40B4-BE49-F238E27FC236}">
                <a16:creationId xmlns:a16="http://schemas.microsoft.com/office/drawing/2014/main" id="{76A51F48-A3C4-24DD-EB73-D94547659237}"/>
              </a:ext>
            </a:extLst>
          </p:cNvPr>
          <p:cNvGrpSpPr/>
          <p:nvPr/>
        </p:nvGrpSpPr>
        <p:grpSpPr>
          <a:xfrm>
            <a:off x="8857129" y="507984"/>
            <a:ext cx="2826872" cy="1443600"/>
            <a:chOff x="6986665" y="3298709"/>
            <a:chExt cx="1817809" cy="1077669"/>
          </a:xfrm>
        </p:grpSpPr>
        <p:sp>
          <p:nvSpPr>
            <p:cNvPr id="3" name="Google Shape;349;p13">
              <a:extLst>
                <a:ext uri="{FF2B5EF4-FFF2-40B4-BE49-F238E27FC236}">
                  <a16:creationId xmlns:a16="http://schemas.microsoft.com/office/drawing/2014/main" id="{099833FF-FC13-20F8-DD86-E63A4290E41A}"/>
                </a:ext>
              </a:extLst>
            </p:cNvPr>
            <p:cNvSpPr/>
            <p:nvPr/>
          </p:nvSpPr>
          <p:spPr>
            <a:xfrm>
              <a:off x="6986665" y="3342725"/>
              <a:ext cx="1790318" cy="1033653"/>
            </a:xfrm>
            <a:custGeom>
              <a:avLst/>
              <a:gdLst/>
              <a:ahLst/>
              <a:cxnLst/>
              <a:rect l="l" t="t" r="r" b="b"/>
              <a:pathLst>
                <a:path w="2237898" h="1292066" extrusionOk="0">
                  <a:moveTo>
                    <a:pt x="942784" y="1292066"/>
                  </a:moveTo>
                  <a:lnTo>
                    <a:pt x="0" y="747713"/>
                  </a:lnTo>
                  <a:lnTo>
                    <a:pt x="1295114" y="0"/>
                  </a:lnTo>
                  <a:lnTo>
                    <a:pt x="2237899" y="544259"/>
                  </a:lnTo>
                  <a:lnTo>
                    <a:pt x="942784" y="1292066"/>
                  </a:lnTo>
                  <a:close/>
                </a:path>
              </a:pathLst>
            </a:custGeom>
            <a:solidFill>
              <a:srgbClr val="D6D8E5">
                <a:alpha val="40000"/>
              </a:srgbClr>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 name="Google Shape;350;p13">
              <a:extLst>
                <a:ext uri="{FF2B5EF4-FFF2-40B4-BE49-F238E27FC236}">
                  <a16:creationId xmlns:a16="http://schemas.microsoft.com/office/drawing/2014/main" id="{DA54B6FE-B698-CAB8-44BE-D53A146DBFAE}"/>
                </a:ext>
              </a:extLst>
            </p:cNvPr>
            <p:cNvSpPr/>
            <p:nvPr/>
          </p:nvSpPr>
          <p:spPr>
            <a:xfrm>
              <a:off x="7014156" y="3327342"/>
              <a:ext cx="1790318" cy="1033653"/>
            </a:xfrm>
            <a:custGeom>
              <a:avLst/>
              <a:gdLst/>
              <a:ahLst/>
              <a:cxnLst/>
              <a:rect l="l" t="t" r="r" b="b"/>
              <a:pathLst>
                <a:path w="2237898" h="1292066" extrusionOk="0">
                  <a:moveTo>
                    <a:pt x="2206847" y="526447"/>
                  </a:moveTo>
                  <a:lnTo>
                    <a:pt x="1295210" y="0"/>
                  </a:lnTo>
                  <a:lnTo>
                    <a:pt x="31052" y="729901"/>
                  </a:lnTo>
                  <a:lnTo>
                    <a:pt x="0" y="711994"/>
                  </a:lnTo>
                  <a:lnTo>
                    <a:pt x="0" y="747808"/>
                  </a:lnTo>
                  <a:lnTo>
                    <a:pt x="942785" y="1292066"/>
                  </a:lnTo>
                  <a:lnTo>
                    <a:pt x="2237899" y="544354"/>
                  </a:lnTo>
                  <a:lnTo>
                    <a:pt x="2237899" y="508540"/>
                  </a:lnTo>
                  <a:lnTo>
                    <a:pt x="2206847" y="526447"/>
                  </a:lnTo>
                  <a:close/>
                </a:path>
              </a:pathLst>
            </a:custGeom>
            <a:solidFill>
              <a:srgbClr val="B1B4C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 name="Google Shape;351;p13">
              <a:extLst>
                <a:ext uri="{FF2B5EF4-FFF2-40B4-BE49-F238E27FC236}">
                  <a16:creationId xmlns:a16="http://schemas.microsoft.com/office/drawing/2014/main" id="{8B2D2C6E-9271-9FED-E867-5872FABCAE01}"/>
                </a:ext>
              </a:extLst>
            </p:cNvPr>
            <p:cNvSpPr/>
            <p:nvPr/>
          </p:nvSpPr>
          <p:spPr>
            <a:xfrm>
              <a:off x="7014156" y="3298709"/>
              <a:ext cx="1790318" cy="1033653"/>
            </a:xfrm>
            <a:custGeom>
              <a:avLst/>
              <a:gdLst/>
              <a:ahLst/>
              <a:cxnLst/>
              <a:rect l="l" t="t" r="r" b="b"/>
              <a:pathLst>
                <a:path w="2237898" h="1292066" extrusionOk="0">
                  <a:moveTo>
                    <a:pt x="942785" y="1292066"/>
                  </a:moveTo>
                  <a:lnTo>
                    <a:pt x="0" y="747808"/>
                  </a:lnTo>
                  <a:lnTo>
                    <a:pt x="1295210" y="0"/>
                  </a:lnTo>
                  <a:lnTo>
                    <a:pt x="2237899" y="544354"/>
                  </a:lnTo>
                  <a:lnTo>
                    <a:pt x="942785" y="1292066"/>
                  </a:lnTo>
                  <a:close/>
                </a:path>
              </a:pathLst>
            </a:custGeom>
            <a:solidFill>
              <a:srgbClr val="FAFBF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6" name="Google Shape;352;p13">
              <a:extLst>
                <a:ext uri="{FF2B5EF4-FFF2-40B4-BE49-F238E27FC236}">
                  <a16:creationId xmlns:a16="http://schemas.microsoft.com/office/drawing/2014/main" id="{6468C0E1-086C-E4CD-A7D1-0E00B78CEFD3}"/>
                </a:ext>
              </a:extLst>
            </p:cNvPr>
            <p:cNvSpPr/>
            <p:nvPr/>
          </p:nvSpPr>
          <p:spPr>
            <a:xfrm>
              <a:off x="7976493" y="3396565"/>
              <a:ext cx="664692" cy="383742"/>
            </a:xfrm>
            <a:custGeom>
              <a:avLst/>
              <a:gdLst/>
              <a:ahLst/>
              <a:cxnLst/>
              <a:rect l="l" t="t" r="r" b="b"/>
              <a:pathLst>
                <a:path w="830865" h="479678" extrusionOk="0">
                  <a:moveTo>
                    <a:pt x="755904" y="479679"/>
                  </a:moveTo>
                  <a:lnTo>
                    <a:pt x="0" y="43243"/>
                  </a:lnTo>
                  <a:lnTo>
                    <a:pt x="74867" y="0"/>
                  </a:lnTo>
                  <a:lnTo>
                    <a:pt x="830866" y="436436"/>
                  </a:lnTo>
                  <a:lnTo>
                    <a:pt x="755904" y="479679"/>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 name="Google Shape;353;p13">
              <a:extLst>
                <a:ext uri="{FF2B5EF4-FFF2-40B4-BE49-F238E27FC236}">
                  <a16:creationId xmlns:a16="http://schemas.microsoft.com/office/drawing/2014/main" id="{FBC9D002-6216-2A62-D6F3-93A241F4802A}"/>
                </a:ext>
              </a:extLst>
            </p:cNvPr>
            <p:cNvSpPr/>
            <p:nvPr/>
          </p:nvSpPr>
          <p:spPr>
            <a:xfrm>
              <a:off x="7912754" y="3450709"/>
              <a:ext cx="634670" cy="366446"/>
            </a:xfrm>
            <a:custGeom>
              <a:avLst/>
              <a:gdLst/>
              <a:ahLst/>
              <a:cxnLst/>
              <a:rect l="l" t="t" r="r" b="b"/>
              <a:pathLst>
                <a:path w="793337" h="458057" extrusionOk="0">
                  <a:moveTo>
                    <a:pt x="755904" y="458057"/>
                  </a:moveTo>
                  <a:lnTo>
                    <a:pt x="0" y="21622"/>
                  </a:lnTo>
                  <a:lnTo>
                    <a:pt x="37433" y="0"/>
                  </a:lnTo>
                  <a:lnTo>
                    <a:pt x="793337" y="436436"/>
                  </a:lnTo>
                  <a:lnTo>
                    <a:pt x="755904" y="458057"/>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 name="Google Shape;354;p13">
              <a:extLst>
                <a:ext uri="{FF2B5EF4-FFF2-40B4-BE49-F238E27FC236}">
                  <a16:creationId xmlns:a16="http://schemas.microsoft.com/office/drawing/2014/main" id="{F15B1A0A-CD2E-4306-B869-7205CE57B568}"/>
                </a:ext>
              </a:extLst>
            </p:cNvPr>
            <p:cNvSpPr/>
            <p:nvPr/>
          </p:nvSpPr>
          <p:spPr>
            <a:xfrm>
              <a:off x="7863331" y="3479190"/>
              <a:ext cx="634670" cy="366446"/>
            </a:xfrm>
            <a:custGeom>
              <a:avLst/>
              <a:gdLst/>
              <a:ahLst/>
              <a:cxnLst/>
              <a:rect l="l" t="t" r="r" b="b"/>
              <a:pathLst>
                <a:path w="793337" h="458057" extrusionOk="0">
                  <a:moveTo>
                    <a:pt x="755904" y="458057"/>
                  </a:moveTo>
                  <a:lnTo>
                    <a:pt x="0" y="21622"/>
                  </a:lnTo>
                  <a:lnTo>
                    <a:pt x="37433" y="0"/>
                  </a:lnTo>
                  <a:lnTo>
                    <a:pt x="793337" y="436435"/>
                  </a:lnTo>
                  <a:lnTo>
                    <a:pt x="755904" y="458057"/>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9" name="Google Shape;355;p13">
              <a:extLst>
                <a:ext uri="{FF2B5EF4-FFF2-40B4-BE49-F238E27FC236}">
                  <a16:creationId xmlns:a16="http://schemas.microsoft.com/office/drawing/2014/main" id="{CF0F3146-BFD6-164C-04E1-BA50087348DA}"/>
                </a:ext>
              </a:extLst>
            </p:cNvPr>
            <p:cNvSpPr/>
            <p:nvPr/>
          </p:nvSpPr>
          <p:spPr>
            <a:xfrm>
              <a:off x="7813984" y="3507747"/>
              <a:ext cx="634670" cy="366446"/>
            </a:xfrm>
            <a:custGeom>
              <a:avLst/>
              <a:gdLst/>
              <a:ahLst/>
              <a:cxnLst/>
              <a:rect l="l" t="t" r="r" b="b"/>
              <a:pathLst>
                <a:path w="793337" h="458057" extrusionOk="0">
                  <a:moveTo>
                    <a:pt x="755904" y="458057"/>
                  </a:moveTo>
                  <a:lnTo>
                    <a:pt x="0" y="21622"/>
                  </a:lnTo>
                  <a:lnTo>
                    <a:pt x="37433" y="0"/>
                  </a:lnTo>
                  <a:lnTo>
                    <a:pt x="793337" y="436435"/>
                  </a:lnTo>
                  <a:lnTo>
                    <a:pt x="755904" y="458057"/>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 name="Google Shape;356;p13">
              <a:extLst>
                <a:ext uri="{FF2B5EF4-FFF2-40B4-BE49-F238E27FC236}">
                  <a16:creationId xmlns:a16="http://schemas.microsoft.com/office/drawing/2014/main" id="{95AE5168-5E00-2D39-E8F9-2BE025C3545E}"/>
                </a:ext>
              </a:extLst>
            </p:cNvPr>
            <p:cNvSpPr/>
            <p:nvPr/>
          </p:nvSpPr>
          <p:spPr>
            <a:xfrm>
              <a:off x="7451727" y="3699575"/>
              <a:ext cx="664616" cy="383743"/>
            </a:xfrm>
            <a:custGeom>
              <a:avLst/>
              <a:gdLst/>
              <a:ahLst/>
              <a:cxnLst/>
              <a:rect l="l" t="t" r="r" b="b"/>
              <a:pathLst>
                <a:path w="830770" h="479679" extrusionOk="0">
                  <a:moveTo>
                    <a:pt x="756000" y="479679"/>
                  </a:moveTo>
                  <a:lnTo>
                    <a:pt x="0" y="43244"/>
                  </a:lnTo>
                  <a:lnTo>
                    <a:pt x="74962" y="0"/>
                  </a:lnTo>
                  <a:lnTo>
                    <a:pt x="830771" y="436436"/>
                  </a:lnTo>
                  <a:lnTo>
                    <a:pt x="756000" y="479679"/>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 name="Google Shape;357;p13">
              <a:extLst>
                <a:ext uri="{FF2B5EF4-FFF2-40B4-BE49-F238E27FC236}">
                  <a16:creationId xmlns:a16="http://schemas.microsoft.com/office/drawing/2014/main" id="{9E7F23A0-F440-5059-8929-0E4F256D566F}"/>
                </a:ext>
              </a:extLst>
            </p:cNvPr>
            <p:cNvSpPr/>
            <p:nvPr/>
          </p:nvSpPr>
          <p:spPr>
            <a:xfrm>
              <a:off x="7387988" y="3753643"/>
              <a:ext cx="593293" cy="342595"/>
            </a:xfrm>
            <a:custGeom>
              <a:avLst/>
              <a:gdLst/>
              <a:ahLst/>
              <a:cxnLst/>
              <a:rect l="l" t="t" r="r" b="b"/>
              <a:pathLst>
                <a:path w="741616" h="428244" extrusionOk="0">
                  <a:moveTo>
                    <a:pt x="704184" y="428244"/>
                  </a:moveTo>
                  <a:lnTo>
                    <a:pt x="0" y="21622"/>
                  </a:lnTo>
                  <a:lnTo>
                    <a:pt x="37433" y="0"/>
                  </a:lnTo>
                  <a:lnTo>
                    <a:pt x="741617" y="406622"/>
                  </a:lnTo>
                  <a:lnTo>
                    <a:pt x="704184" y="428244"/>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 name="Google Shape;358;p13">
              <a:extLst>
                <a:ext uri="{FF2B5EF4-FFF2-40B4-BE49-F238E27FC236}">
                  <a16:creationId xmlns:a16="http://schemas.microsoft.com/office/drawing/2014/main" id="{1F471CCA-AAEF-BAE9-0C6A-AF39EFBC18C5}"/>
                </a:ext>
              </a:extLst>
            </p:cNvPr>
            <p:cNvSpPr/>
            <p:nvPr/>
          </p:nvSpPr>
          <p:spPr>
            <a:xfrm>
              <a:off x="7338565" y="3782200"/>
              <a:ext cx="582091" cy="336042"/>
            </a:xfrm>
            <a:custGeom>
              <a:avLst/>
              <a:gdLst/>
              <a:ahLst/>
              <a:cxnLst/>
              <a:rect l="l" t="t" r="r" b="b"/>
              <a:pathLst>
                <a:path w="727614" h="420052" extrusionOk="0">
                  <a:moveTo>
                    <a:pt x="690181" y="420053"/>
                  </a:moveTo>
                  <a:lnTo>
                    <a:pt x="0" y="21622"/>
                  </a:lnTo>
                  <a:lnTo>
                    <a:pt x="37433" y="0"/>
                  </a:lnTo>
                  <a:lnTo>
                    <a:pt x="727615" y="398431"/>
                  </a:lnTo>
                  <a:lnTo>
                    <a:pt x="690181" y="420053"/>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 name="Google Shape;359;p13">
              <a:extLst>
                <a:ext uri="{FF2B5EF4-FFF2-40B4-BE49-F238E27FC236}">
                  <a16:creationId xmlns:a16="http://schemas.microsoft.com/office/drawing/2014/main" id="{4D3B8394-9115-6E09-8D1E-676834733F05}"/>
                </a:ext>
              </a:extLst>
            </p:cNvPr>
            <p:cNvSpPr/>
            <p:nvPr/>
          </p:nvSpPr>
          <p:spPr>
            <a:xfrm>
              <a:off x="7289218" y="3810681"/>
              <a:ext cx="496671" cy="286816"/>
            </a:xfrm>
            <a:custGeom>
              <a:avLst/>
              <a:gdLst/>
              <a:ahLst/>
              <a:cxnLst/>
              <a:rect l="l" t="t" r="r" b="b"/>
              <a:pathLst>
                <a:path w="620839" h="358520" extrusionOk="0">
                  <a:moveTo>
                    <a:pt x="583406" y="358521"/>
                  </a:moveTo>
                  <a:lnTo>
                    <a:pt x="0" y="21622"/>
                  </a:lnTo>
                  <a:lnTo>
                    <a:pt x="37433" y="0"/>
                  </a:lnTo>
                  <a:lnTo>
                    <a:pt x="620840" y="336899"/>
                  </a:lnTo>
                  <a:lnTo>
                    <a:pt x="583406" y="358521"/>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 name="Google Shape;360;p13">
              <a:extLst>
                <a:ext uri="{FF2B5EF4-FFF2-40B4-BE49-F238E27FC236}">
                  <a16:creationId xmlns:a16="http://schemas.microsoft.com/office/drawing/2014/main" id="{31461FCD-98FE-B0BB-3AF4-247A854922C8}"/>
                </a:ext>
              </a:extLst>
            </p:cNvPr>
            <p:cNvSpPr/>
            <p:nvPr/>
          </p:nvSpPr>
          <p:spPr>
            <a:xfrm>
              <a:off x="7582329" y="3561435"/>
              <a:ext cx="337413" cy="194766"/>
            </a:xfrm>
            <a:custGeom>
              <a:avLst/>
              <a:gdLst/>
              <a:ahLst/>
              <a:cxnLst/>
              <a:rect l="l" t="t" r="r" b="b"/>
              <a:pathLst>
                <a:path w="421766" h="243458" extrusionOk="0">
                  <a:moveTo>
                    <a:pt x="210883" y="243459"/>
                  </a:moveTo>
                  <a:lnTo>
                    <a:pt x="0" y="121729"/>
                  </a:lnTo>
                  <a:lnTo>
                    <a:pt x="210883" y="0"/>
                  </a:lnTo>
                  <a:lnTo>
                    <a:pt x="421767" y="121729"/>
                  </a:lnTo>
                  <a:lnTo>
                    <a:pt x="210883" y="243459"/>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 name="Google Shape;361;p13">
              <a:extLst>
                <a:ext uri="{FF2B5EF4-FFF2-40B4-BE49-F238E27FC236}">
                  <a16:creationId xmlns:a16="http://schemas.microsoft.com/office/drawing/2014/main" id="{B2288E4C-2353-39C5-9D74-E7312BE45A03}"/>
                </a:ext>
              </a:extLst>
            </p:cNvPr>
            <p:cNvSpPr/>
            <p:nvPr/>
          </p:nvSpPr>
          <p:spPr>
            <a:xfrm>
              <a:off x="7800200" y="3687162"/>
              <a:ext cx="337413" cy="194843"/>
            </a:xfrm>
            <a:custGeom>
              <a:avLst/>
              <a:gdLst/>
              <a:ahLst/>
              <a:cxnLst/>
              <a:rect l="l" t="t" r="r" b="b"/>
              <a:pathLst>
                <a:path w="421766" h="243554" extrusionOk="0">
                  <a:moveTo>
                    <a:pt x="210884" y="243554"/>
                  </a:moveTo>
                  <a:lnTo>
                    <a:pt x="0" y="121825"/>
                  </a:lnTo>
                  <a:lnTo>
                    <a:pt x="210884" y="0"/>
                  </a:lnTo>
                  <a:lnTo>
                    <a:pt x="421767" y="121825"/>
                  </a:lnTo>
                  <a:lnTo>
                    <a:pt x="210884" y="243554"/>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 name="Google Shape;362;p13">
              <a:extLst>
                <a:ext uri="{FF2B5EF4-FFF2-40B4-BE49-F238E27FC236}">
                  <a16:creationId xmlns:a16="http://schemas.microsoft.com/office/drawing/2014/main" id="{6A4F53FD-D6FF-0E9A-07C2-AF5233CFC1FD}"/>
                </a:ext>
              </a:extLst>
            </p:cNvPr>
            <p:cNvSpPr/>
            <p:nvPr/>
          </p:nvSpPr>
          <p:spPr>
            <a:xfrm>
              <a:off x="8018073" y="3812966"/>
              <a:ext cx="337413" cy="194843"/>
            </a:xfrm>
            <a:custGeom>
              <a:avLst/>
              <a:gdLst/>
              <a:ahLst/>
              <a:cxnLst/>
              <a:rect l="l" t="t" r="r" b="b"/>
              <a:pathLst>
                <a:path w="421766" h="243554" extrusionOk="0">
                  <a:moveTo>
                    <a:pt x="210883" y="243554"/>
                  </a:moveTo>
                  <a:lnTo>
                    <a:pt x="0" y="121729"/>
                  </a:lnTo>
                  <a:lnTo>
                    <a:pt x="210883" y="0"/>
                  </a:lnTo>
                  <a:lnTo>
                    <a:pt x="421767" y="121825"/>
                  </a:lnTo>
                  <a:lnTo>
                    <a:pt x="210883" y="243554"/>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7" name="Google Shape;363;p13">
              <a:extLst>
                <a:ext uri="{FF2B5EF4-FFF2-40B4-BE49-F238E27FC236}">
                  <a16:creationId xmlns:a16="http://schemas.microsoft.com/office/drawing/2014/main" id="{718479E6-FA61-0F95-37A9-CE05D56CCBA0}"/>
                </a:ext>
              </a:extLst>
            </p:cNvPr>
            <p:cNvSpPr/>
            <p:nvPr/>
          </p:nvSpPr>
          <p:spPr>
            <a:xfrm>
              <a:off x="7794459" y="3551002"/>
              <a:ext cx="540846" cy="312343"/>
            </a:xfrm>
            <a:custGeom>
              <a:avLst/>
              <a:gdLst/>
              <a:ahLst/>
              <a:cxnLst/>
              <a:rect l="l" t="t" r="r" b="b"/>
              <a:pathLst>
                <a:path w="676058" h="390429" extrusionOk="0">
                  <a:moveTo>
                    <a:pt x="625735" y="92488"/>
                  </a:moveTo>
                  <a:cubicBezTo>
                    <a:pt x="610904" y="78943"/>
                    <a:pt x="594607" y="67094"/>
                    <a:pt x="577157" y="57150"/>
                  </a:cubicBezTo>
                  <a:cubicBezTo>
                    <a:pt x="445236" y="-19050"/>
                    <a:pt x="230733" y="-19050"/>
                    <a:pt x="98907" y="57150"/>
                  </a:cubicBezTo>
                  <a:cubicBezTo>
                    <a:pt x="78543" y="68666"/>
                    <a:pt x="59826" y="82896"/>
                    <a:pt x="43281" y="99441"/>
                  </a:cubicBezTo>
                  <a:cubicBezTo>
                    <a:pt x="-29204" y="173831"/>
                    <a:pt x="-10630" y="270034"/>
                    <a:pt x="98907" y="333280"/>
                  </a:cubicBezTo>
                  <a:cubicBezTo>
                    <a:pt x="230733" y="409480"/>
                    <a:pt x="445331" y="409480"/>
                    <a:pt x="577157" y="333280"/>
                  </a:cubicBezTo>
                  <a:cubicBezTo>
                    <a:pt x="690124" y="268033"/>
                    <a:pt x="706316" y="167735"/>
                    <a:pt x="625735" y="92488"/>
                  </a:cubicBezTo>
                  <a:close/>
                  <a:moveTo>
                    <a:pt x="535152" y="308610"/>
                  </a:moveTo>
                  <a:cubicBezTo>
                    <a:pt x="426472" y="371380"/>
                    <a:pt x="249402" y="371380"/>
                    <a:pt x="141008" y="308610"/>
                  </a:cubicBezTo>
                  <a:cubicBezTo>
                    <a:pt x="64808" y="264605"/>
                    <a:pt x="41948" y="201168"/>
                    <a:pt x="72713" y="145542"/>
                  </a:cubicBezTo>
                  <a:cubicBezTo>
                    <a:pt x="89277" y="118310"/>
                    <a:pt x="112871" y="96031"/>
                    <a:pt x="141008" y="81058"/>
                  </a:cubicBezTo>
                  <a:cubicBezTo>
                    <a:pt x="249688" y="18383"/>
                    <a:pt x="426758" y="18383"/>
                    <a:pt x="535152" y="81058"/>
                  </a:cubicBezTo>
                  <a:cubicBezTo>
                    <a:pt x="563260" y="96002"/>
                    <a:pt x="586797" y="118291"/>
                    <a:pt x="603256" y="145542"/>
                  </a:cubicBezTo>
                  <a:lnTo>
                    <a:pt x="603256" y="145542"/>
                  </a:lnTo>
                  <a:cubicBezTo>
                    <a:pt x="634117" y="201549"/>
                    <a:pt x="611352" y="264890"/>
                    <a:pt x="535152" y="308610"/>
                  </a:cubicBezTo>
                  <a:close/>
                </a:path>
              </a:pathLst>
            </a:custGeom>
            <a:solidFill>
              <a:srgbClr val="B1B4C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8" name="Google Shape;364;p13">
              <a:extLst>
                <a:ext uri="{FF2B5EF4-FFF2-40B4-BE49-F238E27FC236}">
                  <a16:creationId xmlns:a16="http://schemas.microsoft.com/office/drawing/2014/main" id="{C47A0818-CBEC-94A2-3552-97C096983040}"/>
                </a:ext>
              </a:extLst>
            </p:cNvPr>
            <p:cNvSpPr/>
            <p:nvPr/>
          </p:nvSpPr>
          <p:spPr>
            <a:xfrm>
              <a:off x="7824798" y="3491907"/>
              <a:ext cx="470058" cy="181410"/>
            </a:xfrm>
            <a:custGeom>
              <a:avLst/>
              <a:gdLst/>
              <a:ahLst/>
              <a:cxnLst/>
              <a:rect l="l" t="t" r="r" b="b"/>
              <a:pathLst>
                <a:path w="587572" h="226763" extrusionOk="0">
                  <a:moveTo>
                    <a:pt x="565309" y="219837"/>
                  </a:moveTo>
                  <a:lnTo>
                    <a:pt x="565309" y="219837"/>
                  </a:lnTo>
                  <a:cubicBezTo>
                    <a:pt x="548849" y="192586"/>
                    <a:pt x="525313" y="170297"/>
                    <a:pt x="497205" y="155353"/>
                  </a:cubicBezTo>
                  <a:cubicBezTo>
                    <a:pt x="388525" y="92678"/>
                    <a:pt x="211455" y="92678"/>
                    <a:pt x="103061" y="155353"/>
                  </a:cubicBezTo>
                  <a:cubicBezTo>
                    <a:pt x="74924" y="170326"/>
                    <a:pt x="51330" y="192605"/>
                    <a:pt x="34766" y="219837"/>
                  </a:cubicBezTo>
                  <a:lnTo>
                    <a:pt x="5334" y="172974"/>
                  </a:lnTo>
                  <a:lnTo>
                    <a:pt x="0" y="164497"/>
                  </a:lnTo>
                  <a:lnTo>
                    <a:pt x="38100" y="73533"/>
                  </a:lnTo>
                  <a:lnTo>
                    <a:pt x="170402" y="0"/>
                  </a:lnTo>
                  <a:lnTo>
                    <a:pt x="416719" y="4286"/>
                  </a:lnTo>
                  <a:lnTo>
                    <a:pt x="584073" y="103537"/>
                  </a:lnTo>
                  <a:cubicBezTo>
                    <a:pt x="584073" y="103537"/>
                    <a:pt x="587121" y="134969"/>
                    <a:pt x="587502" y="166021"/>
                  </a:cubicBezTo>
                  <a:cubicBezTo>
                    <a:pt x="588169" y="204883"/>
                    <a:pt x="584359" y="242697"/>
                    <a:pt x="565309" y="219837"/>
                  </a:cubicBezTo>
                  <a:close/>
                </a:path>
              </a:pathLst>
            </a:custGeom>
            <a:solidFill>
              <a:srgbClr val="A1A5B5"/>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9" name="Google Shape;365;p13">
              <a:extLst>
                <a:ext uri="{FF2B5EF4-FFF2-40B4-BE49-F238E27FC236}">
                  <a16:creationId xmlns:a16="http://schemas.microsoft.com/office/drawing/2014/main" id="{07FB9E88-7956-B912-5E53-D83BD856B938}"/>
                </a:ext>
              </a:extLst>
            </p:cNvPr>
            <p:cNvSpPr/>
            <p:nvPr/>
          </p:nvSpPr>
          <p:spPr>
            <a:xfrm>
              <a:off x="7794490" y="3623727"/>
              <a:ext cx="41071" cy="82677"/>
            </a:xfrm>
            <a:custGeom>
              <a:avLst/>
              <a:gdLst/>
              <a:ahLst/>
              <a:cxnLst/>
              <a:rect l="l" t="t" r="r" b="b"/>
              <a:pathLst>
                <a:path w="51339" h="103346" extrusionOk="0">
                  <a:moveTo>
                    <a:pt x="0" y="103346"/>
                  </a:moveTo>
                  <a:lnTo>
                    <a:pt x="95" y="0"/>
                  </a:lnTo>
                  <a:lnTo>
                    <a:pt x="51340" y="86773"/>
                  </a:lnTo>
                  <a:lnTo>
                    <a:pt x="0" y="103346"/>
                  </a:lnTo>
                  <a:close/>
                </a:path>
              </a:pathLst>
            </a:custGeom>
            <a:solidFill>
              <a:srgbClr val="B1B4C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 name="Google Shape;366;p13">
              <a:extLst>
                <a:ext uri="{FF2B5EF4-FFF2-40B4-BE49-F238E27FC236}">
                  <a16:creationId xmlns:a16="http://schemas.microsoft.com/office/drawing/2014/main" id="{4482A533-A88E-53D7-2AD8-18098AAFE7EC}"/>
                </a:ext>
              </a:extLst>
            </p:cNvPr>
            <p:cNvSpPr/>
            <p:nvPr/>
          </p:nvSpPr>
          <p:spPr>
            <a:xfrm>
              <a:off x="8298847" y="3624184"/>
              <a:ext cx="36118" cy="82219"/>
            </a:xfrm>
            <a:custGeom>
              <a:avLst/>
              <a:gdLst/>
              <a:ahLst/>
              <a:cxnLst/>
              <a:rect l="l" t="t" r="r" b="b"/>
              <a:pathLst>
                <a:path w="45148" h="102774" extrusionOk="0">
                  <a:moveTo>
                    <a:pt x="45148" y="102775"/>
                  </a:moveTo>
                  <a:lnTo>
                    <a:pt x="45148" y="0"/>
                  </a:lnTo>
                  <a:lnTo>
                    <a:pt x="0" y="51149"/>
                  </a:lnTo>
                  <a:lnTo>
                    <a:pt x="45148" y="102775"/>
                  </a:lnTo>
                  <a:close/>
                </a:path>
              </a:pathLst>
            </a:custGeom>
            <a:solidFill>
              <a:srgbClr val="B1B4C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1" name="Google Shape;367;p13">
              <a:extLst>
                <a:ext uri="{FF2B5EF4-FFF2-40B4-BE49-F238E27FC236}">
                  <a16:creationId xmlns:a16="http://schemas.microsoft.com/office/drawing/2014/main" id="{EDD77167-390F-2229-1B08-D4046BCB0F4C}"/>
                </a:ext>
              </a:extLst>
            </p:cNvPr>
            <p:cNvSpPr/>
            <p:nvPr/>
          </p:nvSpPr>
          <p:spPr>
            <a:xfrm>
              <a:off x="7842237" y="3535238"/>
              <a:ext cx="450190" cy="259842"/>
            </a:xfrm>
            <a:custGeom>
              <a:avLst/>
              <a:gdLst/>
              <a:ahLst/>
              <a:cxnLst/>
              <a:rect l="l" t="t" r="r" b="b"/>
              <a:pathLst>
                <a:path w="562737" h="324802" extrusionOk="0">
                  <a:moveTo>
                    <a:pt x="562737" y="162401"/>
                  </a:moveTo>
                  <a:cubicBezTo>
                    <a:pt x="562737" y="252093"/>
                    <a:pt x="436764" y="324802"/>
                    <a:pt x="281368" y="324802"/>
                  </a:cubicBezTo>
                  <a:cubicBezTo>
                    <a:pt x="125973" y="324802"/>
                    <a:pt x="0" y="252093"/>
                    <a:pt x="0" y="162401"/>
                  </a:cubicBezTo>
                  <a:cubicBezTo>
                    <a:pt x="0" y="72710"/>
                    <a:pt x="125973" y="0"/>
                    <a:pt x="281368" y="0"/>
                  </a:cubicBezTo>
                  <a:cubicBezTo>
                    <a:pt x="436764" y="0"/>
                    <a:pt x="562737" y="72710"/>
                    <a:pt x="562737" y="162401"/>
                  </a:cubicBezTo>
                  <a:close/>
                </a:path>
              </a:pathLst>
            </a:custGeom>
            <a:solidFill>
              <a:srgbClr val="3E7EFF">
                <a:alpha val="9800"/>
              </a:srgbClr>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 name="Google Shape;368;p13">
              <a:extLst>
                <a:ext uri="{FF2B5EF4-FFF2-40B4-BE49-F238E27FC236}">
                  <a16:creationId xmlns:a16="http://schemas.microsoft.com/office/drawing/2014/main" id="{706611FB-89AB-F02F-D67B-E7D5FB33546C}"/>
                </a:ext>
              </a:extLst>
            </p:cNvPr>
            <p:cNvSpPr/>
            <p:nvPr/>
          </p:nvSpPr>
          <p:spPr>
            <a:xfrm>
              <a:off x="7815050" y="3673683"/>
              <a:ext cx="491790" cy="176435"/>
            </a:xfrm>
            <a:custGeom>
              <a:avLst/>
              <a:gdLst/>
              <a:ahLst/>
              <a:cxnLst/>
              <a:rect l="l" t="t" r="r" b="b"/>
              <a:pathLst>
                <a:path w="614737" h="220544" extrusionOk="0">
                  <a:moveTo>
                    <a:pt x="0" y="58293"/>
                  </a:moveTo>
                  <a:cubicBezTo>
                    <a:pt x="0" y="58293"/>
                    <a:pt x="43339" y="228981"/>
                    <a:pt x="366522" y="220218"/>
                  </a:cubicBezTo>
                  <a:cubicBezTo>
                    <a:pt x="590836" y="220218"/>
                    <a:pt x="619506" y="27432"/>
                    <a:pt x="614172" y="0"/>
                  </a:cubicBezTo>
                  <a:cubicBezTo>
                    <a:pt x="567595" y="64189"/>
                    <a:pt x="495062" y="104556"/>
                    <a:pt x="415957" y="110300"/>
                  </a:cubicBezTo>
                  <a:cubicBezTo>
                    <a:pt x="279463" y="122206"/>
                    <a:pt x="178689" y="120682"/>
                    <a:pt x="124778" y="94583"/>
                  </a:cubicBezTo>
                  <a:cubicBezTo>
                    <a:pt x="70866" y="68485"/>
                    <a:pt x="95" y="0"/>
                    <a:pt x="95" y="0"/>
                  </a:cubicBezTo>
                  <a:close/>
                </a:path>
              </a:pathLst>
            </a:custGeom>
            <a:solidFill>
              <a:srgbClr val="B1B4C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 name="Google Shape;369;p13">
              <a:extLst>
                <a:ext uri="{FF2B5EF4-FFF2-40B4-BE49-F238E27FC236}">
                  <a16:creationId xmlns:a16="http://schemas.microsoft.com/office/drawing/2014/main" id="{E6E2555D-01ED-0803-61D2-9E20D015A514}"/>
                </a:ext>
              </a:extLst>
            </p:cNvPr>
            <p:cNvSpPr/>
            <p:nvPr/>
          </p:nvSpPr>
          <p:spPr>
            <a:xfrm>
              <a:off x="7794490" y="3472184"/>
              <a:ext cx="540791" cy="312391"/>
            </a:xfrm>
            <a:custGeom>
              <a:avLst/>
              <a:gdLst/>
              <a:ahLst/>
              <a:cxnLst/>
              <a:rect l="l" t="t" r="r" b="b"/>
              <a:pathLst>
                <a:path w="675989" h="390489" extrusionOk="0">
                  <a:moveTo>
                    <a:pt x="98869" y="333375"/>
                  </a:moveTo>
                  <a:cubicBezTo>
                    <a:pt x="-32956" y="257175"/>
                    <a:pt x="-32956" y="133350"/>
                    <a:pt x="98869" y="57150"/>
                  </a:cubicBezTo>
                  <a:cubicBezTo>
                    <a:pt x="230695" y="-19050"/>
                    <a:pt x="445294" y="-19050"/>
                    <a:pt x="577120" y="57150"/>
                  </a:cubicBezTo>
                  <a:cubicBezTo>
                    <a:pt x="708946" y="133350"/>
                    <a:pt x="708946" y="257175"/>
                    <a:pt x="577120" y="333375"/>
                  </a:cubicBezTo>
                  <a:cubicBezTo>
                    <a:pt x="445294" y="409575"/>
                    <a:pt x="230695" y="409480"/>
                    <a:pt x="98869" y="333375"/>
                  </a:cubicBezTo>
                  <a:close/>
                  <a:moveTo>
                    <a:pt x="535019" y="81534"/>
                  </a:moveTo>
                  <a:cubicBezTo>
                    <a:pt x="426339" y="18860"/>
                    <a:pt x="249269" y="18764"/>
                    <a:pt x="140970" y="81534"/>
                  </a:cubicBezTo>
                  <a:cubicBezTo>
                    <a:pt x="32671" y="144304"/>
                    <a:pt x="32290" y="246316"/>
                    <a:pt x="140970" y="309086"/>
                  </a:cubicBezTo>
                  <a:cubicBezTo>
                    <a:pt x="249650" y="371856"/>
                    <a:pt x="426720" y="371856"/>
                    <a:pt x="535019" y="309086"/>
                  </a:cubicBezTo>
                  <a:cubicBezTo>
                    <a:pt x="643319" y="246316"/>
                    <a:pt x="644176" y="144304"/>
                    <a:pt x="535019" y="81534"/>
                  </a:cubicBezTo>
                  <a:close/>
                </a:path>
              </a:pathLst>
            </a:custGeom>
            <a:solidFill>
              <a:srgbClr val="D6D8E5"/>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 name="Google Shape;370;p13">
              <a:extLst>
                <a:ext uri="{FF2B5EF4-FFF2-40B4-BE49-F238E27FC236}">
                  <a16:creationId xmlns:a16="http://schemas.microsoft.com/office/drawing/2014/main" id="{333312FD-B4C9-502E-E041-4C9D39D735A4}"/>
                </a:ext>
              </a:extLst>
            </p:cNvPr>
            <p:cNvSpPr/>
            <p:nvPr/>
          </p:nvSpPr>
          <p:spPr>
            <a:xfrm rot="-1800688">
              <a:off x="7461681" y="3958751"/>
              <a:ext cx="59415" cy="102834"/>
            </a:xfrm>
            <a:custGeom>
              <a:avLst/>
              <a:gdLst/>
              <a:ahLst/>
              <a:cxnLst/>
              <a:rect l="l" t="t" r="r" b="b"/>
              <a:pathLst>
                <a:path w="74294" h="128587" extrusionOk="0">
                  <a:moveTo>
                    <a:pt x="74295" y="64294"/>
                  </a:moveTo>
                  <a:cubicBezTo>
                    <a:pt x="74295" y="99802"/>
                    <a:pt x="57663" y="128588"/>
                    <a:pt x="37148" y="128588"/>
                  </a:cubicBezTo>
                  <a:cubicBezTo>
                    <a:pt x="16632" y="128588"/>
                    <a:pt x="0" y="99802"/>
                    <a:pt x="0" y="64294"/>
                  </a:cubicBezTo>
                  <a:cubicBezTo>
                    <a:pt x="0" y="28785"/>
                    <a:pt x="16632" y="0"/>
                    <a:pt x="37148" y="0"/>
                  </a:cubicBezTo>
                  <a:cubicBezTo>
                    <a:pt x="57663" y="0"/>
                    <a:pt x="74295" y="28785"/>
                    <a:pt x="74295" y="64294"/>
                  </a:cubicBezTo>
                  <a:close/>
                </a:path>
              </a:pathLst>
            </a:custGeom>
            <a:solidFill>
              <a:srgbClr val="000000">
                <a:alpha val="9800"/>
              </a:srgbClr>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5" name="Google Shape;371;p13">
              <a:extLst>
                <a:ext uri="{FF2B5EF4-FFF2-40B4-BE49-F238E27FC236}">
                  <a16:creationId xmlns:a16="http://schemas.microsoft.com/office/drawing/2014/main" id="{A3876A18-9050-BF09-0A77-B28FFFBEEF5C}"/>
                </a:ext>
              </a:extLst>
            </p:cNvPr>
            <p:cNvSpPr/>
            <p:nvPr/>
          </p:nvSpPr>
          <p:spPr>
            <a:xfrm>
              <a:off x="7752377" y="3752957"/>
              <a:ext cx="148970" cy="86030"/>
            </a:xfrm>
            <a:custGeom>
              <a:avLst/>
              <a:gdLst/>
              <a:ahLst/>
              <a:cxnLst/>
              <a:rect l="l" t="t" r="r" b="b"/>
              <a:pathLst>
                <a:path w="186213" h="107537" extrusionOk="0">
                  <a:moveTo>
                    <a:pt x="186214" y="25337"/>
                  </a:moveTo>
                  <a:lnTo>
                    <a:pt x="43910" y="107537"/>
                  </a:lnTo>
                  <a:lnTo>
                    <a:pt x="0" y="82105"/>
                  </a:lnTo>
                  <a:lnTo>
                    <a:pt x="142304" y="0"/>
                  </a:lnTo>
                  <a:lnTo>
                    <a:pt x="186214" y="25337"/>
                  </a:lnTo>
                  <a:close/>
                </a:path>
              </a:pathLst>
            </a:custGeom>
            <a:solidFill>
              <a:srgbClr val="B1B4C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6" name="Google Shape;372;p13">
              <a:extLst>
                <a:ext uri="{FF2B5EF4-FFF2-40B4-BE49-F238E27FC236}">
                  <a16:creationId xmlns:a16="http://schemas.microsoft.com/office/drawing/2014/main" id="{B84F00C4-F42B-1ED2-B83F-61A1EEF89B09}"/>
                </a:ext>
              </a:extLst>
            </p:cNvPr>
            <p:cNvSpPr/>
            <p:nvPr/>
          </p:nvSpPr>
          <p:spPr>
            <a:xfrm>
              <a:off x="7787483" y="3773138"/>
              <a:ext cx="113842" cy="106298"/>
            </a:xfrm>
            <a:custGeom>
              <a:avLst/>
              <a:gdLst/>
              <a:ahLst/>
              <a:cxnLst/>
              <a:rect l="l" t="t" r="r" b="b"/>
              <a:pathLst>
                <a:path w="142303" h="132873" extrusionOk="0">
                  <a:moveTo>
                    <a:pt x="142304" y="50768"/>
                  </a:moveTo>
                  <a:lnTo>
                    <a:pt x="0" y="132874"/>
                  </a:lnTo>
                  <a:lnTo>
                    <a:pt x="0" y="82201"/>
                  </a:lnTo>
                  <a:lnTo>
                    <a:pt x="142304" y="0"/>
                  </a:lnTo>
                  <a:lnTo>
                    <a:pt x="142304" y="50768"/>
                  </a:lnTo>
                  <a:close/>
                </a:path>
              </a:pathLst>
            </a:custGeom>
            <a:solidFill>
              <a:srgbClr val="A1A5B5"/>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7" name="Google Shape;373;p13">
              <a:extLst>
                <a:ext uri="{FF2B5EF4-FFF2-40B4-BE49-F238E27FC236}">
                  <a16:creationId xmlns:a16="http://schemas.microsoft.com/office/drawing/2014/main" id="{254A03CE-11C4-5E79-5093-E6CB8B0EFC33}"/>
                </a:ext>
              </a:extLst>
            </p:cNvPr>
            <p:cNvSpPr/>
            <p:nvPr/>
          </p:nvSpPr>
          <p:spPr>
            <a:xfrm>
              <a:off x="7465892" y="3799784"/>
              <a:ext cx="345033" cy="254286"/>
            </a:xfrm>
            <a:custGeom>
              <a:avLst/>
              <a:gdLst/>
              <a:ahLst/>
              <a:cxnLst/>
              <a:rect l="l" t="t" r="r" b="b"/>
              <a:pathLst>
                <a:path w="431291" h="317858" extrusionOk="0">
                  <a:moveTo>
                    <a:pt x="431292" y="84877"/>
                  </a:moveTo>
                  <a:cubicBezTo>
                    <a:pt x="429558" y="52883"/>
                    <a:pt x="412680" y="23631"/>
                    <a:pt x="385858" y="6106"/>
                  </a:cubicBezTo>
                  <a:cubicBezTo>
                    <a:pt x="376637" y="-562"/>
                    <a:pt x="364579" y="-1867"/>
                    <a:pt x="354139" y="2676"/>
                  </a:cubicBezTo>
                  <a:lnTo>
                    <a:pt x="354139" y="2676"/>
                  </a:lnTo>
                  <a:lnTo>
                    <a:pt x="0" y="206988"/>
                  </a:lnTo>
                  <a:lnTo>
                    <a:pt x="64579" y="317859"/>
                  </a:lnTo>
                  <a:lnTo>
                    <a:pt x="414338" y="115929"/>
                  </a:lnTo>
                  <a:cubicBezTo>
                    <a:pt x="424720" y="112214"/>
                    <a:pt x="431292" y="101356"/>
                    <a:pt x="431292" y="84877"/>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8" name="Google Shape;374;p13">
              <a:extLst>
                <a:ext uri="{FF2B5EF4-FFF2-40B4-BE49-F238E27FC236}">
                  <a16:creationId xmlns:a16="http://schemas.microsoft.com/office/drawing/2014/main" id="{D9F39ACE-DE3D-92BF-8159-5153B4602026}"/>
                </a:ext>
              </a:extLst>
            </p:cNvPr>
            <p:cNvSpPr/>
            <p:nvPr/>
          </p:nvSpPr>
          <p:spPr>
            <a:xfrm rot="-1800688">
              <a:off x="7461681" y="3958751"/>
              <a:ext cx="59415" cy="102834"/>
            </a:xfrm>
            <a:custGeom>
              <a:avLst/>
              <a:gdLst/>
              <a:ahLst/>
              <a:cxnLst/>
              <a:rect l="l" t="t" r="r" b="b"/>
              <a:pathLst>
                <a:path w="74294" h="128587" extrusionOk="0">
                  <a:moveTo>
                    <a:pt x="74295" y="64294"/>
                  </a:moveTo>
                  <a:cubicBezTo>
                    <a:pt x="74295" y="99802"/>
                    <a:pt x="57663" y="128588"/>
                    <a:pt x="37148" y="128588"/>
                  </a:cubicBezTo>
                  <a:cubicBezTo>
                    <a:pt x="16632" y="128588"/>
                    <a:pt x="0" y="99802"/>
                    <a:pt x="0" y="64294"/>
                  </a:cubicBezTo>
                  <a:cubicBezTo>
                    <a:pt x="0" y="28785"/>
                    <a:pt x="16632" y="0"/>
                    <a:pt x="37148" y="0"/>
                  </a:cubicBezTo>
                  <a:cubicBezTo>
                    <a:pt x="57663" y="0"/>
                    <a:pt x="74295" y="28785"/>
                    <a:pt x="74295" y="64294"/>
                  </a:cubicBezTo>
                  <a:close/>
                </a:path>
              </a:pathLst>
            </a:custGeom>
            <a:solidFill>
              <a:schemeClr val="accent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Tree>
    <p:extLst>
      <p:ext uri="{BB962C8B-B14F-4D97-AF65-F5344CB8AC3E}">
        <p14:creationId xmlns:p14="http://schemas.microsoft.com/office/powerpoint/2010/main" val="2507848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95">
                                            <p:txEl>
                                              <p:pRg st="0" end="0"/>
                                            </p:txEl>
                                          </p:spTgt>
                                        </p:tgtEl>
                                        <p:attrNameLst>
                                          <p:attrName>style.visibility</p:attrName>
                                        </p:attrNameLst>
                                      </p:cBhvr>
                                      <p:to>
                                        <p:strVal val="visible"/>
                                      </p:to>
                                    </p:set>
                                    <p:animEffect transition="in" filter="fade">
                                      <p:cBhvr>
                                        <p:cTn id="7" dur="500"/>
                                        <p:tgtEl>
                                          <p:spTgt spid="5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95">
                                            <p:txEl>
                                              <p:pRg st="1" end="1"/>
                                            </p:txEl>
                                          </p:spTgt>
                                        </p:tgtEl>
                                        <p:attrNameLst>
                                          <p:attrName>style.visibility</p:attrName>
                                        </p:attrNameLst>
                                      </p:cBhvr>
                                      <p:to>
                                        <p:strVal val="visible"/>
                                      </p:to>
                                    </p:set>
                                    <p:animEffect transition="in" filter="fade">
                                      <p:cBhvr>
                                        <p:cTn id="12" dur="500"/>
                                        <p:tgtEl>
                                          <p:spTgt spid="5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95">
                                            <p:txEl>
                                              <p:pRg st="2" end="2"/>
                                            </p:txEl>
                                          </p:spTgt>
                                        </p:tgtEl>
                                        <p:attrNameLst>
                                          <p:attrName>style.visibility</p:attrName>
                                        </p:attrNameLst>
                                      </p:cBhvr>
                                      <p:to>
                                        <p:strVal val="visible"/>
                                      </p:to>
                                    </p:set>
                                    <p:animEffect transition="in" filter="fade">
                                      <p:cBhvr>
                                        <p:cTn id="17" dur="500"/>
                                        <p:tgtEl>
                                          <p:spTgt spid="5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95">
                                            <p:txEl>
                                              <p:pRg st="3" end="3"/>
                                            </p:txEl>
                                          </p:spTgt>
                                        </p:tgtEl>
                                        <p:attrNameLst>
                                          <p:attrName>style.visibility</p:attrName>
                                        </p:attrNameLst>
                                      </p:cBhvr>
                                      <p:to>
                                        <p:strVal val="visible"/>
                                      </p:to>
                                    </p:set>
                                    <p:animEffect transition="in" filter="fade">
                                      <p:cBhvr>
                                        <p:cTn id="22" dur="500"/>
                                        <p:tgtEl>
                                          <p:spTgt spid="5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75"/>
        <p:cNvGrpSpPr/>
        <p:nvPr/>
      </p:nvGrpSpPr>
      <p:grpSpPr>
        <a:xfrm>
          <a:off x="0" y="0"/>
          <a:ext cx="0" cy="0"/>
          <a:chOff x="0" y="0"/>
          <a:chExt cx="0" cy="0"/>
        </a:xfrm>
      </p:grpSpPr>
      <p:sp>
        <p:nvSpPr>
          <p:cNvPr id="2076" name="Google Shape;2076;p34"/>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p>
            <a:pPr defTabSz="1219170">
              <a:buClr>
                <a:srgbClr val="000000"/>
              </a:buClr>
            </a:pPr>
            <a:fld id="{00000000-1234-1234-1234-123412341234}" type="slidenum">
              <a:rPr lang="en" kern="0">
                <a:solidFill>
                  <a:srgbClr val="FFFFFF"/>
                </a:solidFill>
              </a:rPr>
              <a:pPr defTabSz="1219170">
                <a:buClr>
                  <a:srgbClr val="000000"/>
                </a:buClr>
              </a:pPr>
              <a:t>7</a:t>
            </a:fld>
            <a:endParaRPr kern="0">
              <a:solidFill>
                <a:srgbClr val="FFFFFF"/>
              </a:solidFill>
            </a:endParaRPr>
          </a:p>
        </p:txBody>
      </p:sp>
      <p:sp>
        <p:nvSpPr>
          <p:cNvPr id="2223" name="Google Shape;2223;p34"/>
          <p:cNvSpPr txBox="1">
            <a:spLocks noGrp="1"/>
          </p:cNvSpPr>
          <p:nvPr>
            <p:ph type="ctrTitle" idx="4294967295"/>
          </p:nvPr>
        </p:nvSpPr>
        <p:spPr>
          <a:xfrm>
            <a:off x="914400" y="1603251"/>
            <a:ext cx="5791600" cy="1110400"/>
          </a:xfrm>
          <a:prstGeom prst="rect">
            <a:avLst/>
          </a:prstGeom>
        </p:spPr>
        <p:txBody>
          <a:bodyPr spcFirstLastPara="1" wrap="square" lIns="0" tIns="0" rIns="0" bIns="0" anchor="t" anchorCtr="0">
            <a:noAutofit/>
          </a:bodyPr>
          <a:lstStyle/>
          <a:p>
            <a:r>
              <a:rPr lang="en" sz="9600"/>
              <a:t>Welcome!</a:t>
            </a:r>
            <a:endParaRPr sz="9600"/>
          </a:p>
        </p:txBody>
      </p:sp>
      <p:sp>
        <p:nvSpPr>
          <p:cNvPr id="2224" name="Google Shape;2224;p34"/>
          <p:cNvSpPr txBox="1">
            <a:spLocks noGrp="1"/>
          </p:cNvSpPr>
          <p:nvPr>
            <p:ph type="subTitle" idx="4294967295"/>
          </p:nvPr>
        </p:nvSpPr>
        <p:spPr>
          <a:xfrm>
            <a:off x="1646244" y="3837896"/>
            <a:ext cx="5791600" cy="2560000"/>
          </a:xfrm>
          <a:prstGeom prst="rect">
            <a:avLst/>
          </a:prstGeom>
        </p:spPr>
        <p:txBody>
          <a:bodyPr spcFirstLastPara="1" wrap="square" lIns="0" tIns="0" rIns="0" bIns="0" anchor="t" anchorCtr="0">
            <a:noAutofit/>
          </a:bodyPr>
          <a:lstStyle/>
          <a:p>
            <a:pPr marL="0" indent="0">
              <a:spcBef>
                <a:spcPts val="800"/>
              </a:spcBef>
              <a:buNone/>
            </a:pPr>
            <a:r>
              <a:rPr lang="en-US" sz="4800" b="1">
                <a:solidFill>
                  <a:schemeClr val="accent1"/>
                </a:solidFill>
                <a:latin typeface="Barlow"/>
                <a:ea typeface="Barlow"/>
                <a:cs typeface="Barlow"/>
                <a:sym typeface="Barlow"/>
              </a:rPr>
              <a:t>Let’s get Started</a:t>
            </a:r>
            <a:endParaRPr sz="4800" b="1">
              <a:solidFill>
                <a:schemeClr val="accent1"/>
              </a:solidFill>
              <a:latin typeface="Barlow"/>
              <a:ea typeface="Barlow"/>
              <a:cs typeface="Barlow"/>
              <a:sym typeface="Barlow"/>
            </a:endParaRPr>
          </a:p>
        </p:txBody>
      </p:sp>
      <p:grpSp>
        <p:nvGrpSpPr>
          <p:cNvPr id="2" name="Google Shape;3050;p47">
            <a:extLst>
              <a:ext uri="{FF2B5EF4-FFF2-40B4-BE49-F238E27FC236}">
                <a16:creationId xmlns:a16="http://schemas.microsoft.com/office/drawing/2014/main" id="{3FBD49CC-92F0-9B33-0B93-ECE29DD5AFB9}"/>
              </a:ext>
            </a:extLst>
          </p:cNvPr>
          <p:cNvGrpSpPr/>
          <p:nvPr/>
        </p:nvGrpSpPr>
        <p:grpSpPr>
          <a:xfrm>
            <a:off x="7711620" y="1660223"/>
            <a:ext cx="3180667" cy="3537555"/>
            <a:chOff x="2152750" y="190500"/>
            <a:chExt cx="4293756" cy="4762499"/>
          </a:xfrm>
        </p:grpSpPr>
        <p:sp>
          <p:nvSpPr>
            <p:cNvPr id="3" name="Google Shape;3051;p47">
              <a:extLst>
                <a:ext uri="{FF2B5EF4-FFF2-40B4-BE49-F238E27FC236}">
                  <a16:creationId xmlns:a16="http://schemas.microsoft.com/office/drawing/2014/main" id="{F43F88AC-FDBB-82EE-0751-1E20638ED6CB}"/>
                </a:ext>
              </a:extLst>
            </p:cNvPr>
            <p:cNvSpPr/>
            <p:nvPr/>
          </p:nvSpPr>
          <p:spPr>
            <a:xfrm>
              <a:off x="2152750" y="2957607"/>
              <a:ext cx="756691" cy="437959"/>
            </a:xfrm>
            <a:custGeom>
              <a:avLst/>
              <a:gdLst/>
              <a:ahLst/>
              <a:cxnLst/>
              <a:rect l="l" t="t" r="r" b="b"/>
              <a:pathLst>
                <a:path w="756691" h="437959" extrusionOk="0">
                  <a:moveTo>
                    <a:pt x="756692" y="218980"/>
                  </a:moveTo>
                  <a:cubicBezTo>
                    <a:pt x="756692" y="339919"/>
                    <a:pt x="587300" y="437959"/>
                    <a:pt x="378346" y="437959"/>
                  </a:cubicBezTo>
                  <a:cubicBezTo>
                    <a:pt x="169391" y="437959"/>
                    <a:pt x="0" y="339919"/>
                    <a:pt x="0" y="218980"/>
                  </a:cubicBezTo>
                  <a:cubicBezTo>
                    <a:pt x="0" y="98041"/>
                    <a:pt x="169391" y="0"/>
                    <a:pt x="378346" y="0"/>
                  </a:cubicBezTo>
                  <a:cubicBezTo>
                    <a:pt x="587300" y="0"/>
                    <a:pt x="756692" y="98041"/>
                    <a:pt x="756692" y="218980"/>
                  </a:cubicBezTo>
                  <a:close/>
                </a:path>
              </a:pathLst>
            </a:custGeom>
            <a:solidFill>
              <a:srgbClr val="D6D8E5">
                <a:alpha val="400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 name="Google Shape;3052;p47">
              <a:extLst>
                <a:ext uri="{FF2B5EF4-FFF2-40B4-BE49-F238E27FC236}">
                  <a16:creationId xmlns:a16="http://schemas.microsoft.com/office/drawing/2014/main" id="{8F36FB7D-74F2-60EA-5A00-B92698251FB6}"/>
                </a:ext>
              </a:extLst>
            </p:cNvPr>
            <p:cNvSpPr/>
            <p:nvPr/>
          </p:nvSpPr>
          <p:spPr>
            <a:xfrm>
              <a:off x="2318956" y="3109336"/>
              <a:ext cx="225716" cy="175248"/>
            </a:xfrm>
            <a:custGeom>
              <a:avLst/>
              <a:gdLst/>
              <a:ahLst/>
              <a:cxnLst/>
              <a:rect l="l" t="t" r="r" b="b"/>
              <a:pathLst>
                <a:path w="225716" h="175248" extrusionOk="0">
                  <a:moveTo>
                    <a:pt x="18072" y="5"/>
                  </a:moveTo>
                  <a:cubicBezTo>
                    <a:pt x="45158" y="22103"/>
                    <a:pt x="85074" y="1910"/>
                    <a:pt x="87070" y="3910"/>
                  </a:cubicBezTo>
                  <a:cubicBezTo>
                    <a:pt x="118886" y="33494"/>
                    <a:pt x="152260" y="61346"/>
                    <a:pt x="187050" y="87349"/>
                  </a:cubicBezTo>
                  <a:cubicBezTo>
                    <a:pt x="203871" y="100684"/>
                    <a:pt x="230197" y="118400"/>
                    <a:pt x="225065" y="144023"/>
                  </a:cubicBezTo>
                  <a:cubicBezTo>
                    <a:pt x="216511" y="189742"/>
                    <a:pt x="143522" y="175646"/>
                    <a:pt x="115961" y="161644"/>
                  </a:cubicBezTo>
                  <a:cubicBezTo>
                    <a:pt x="88400" y="147642"/>
                    <a:pt x="65876" y="124496"/>
                    <a:pt x="39931" y="108304"/>
                  </a:cubicBezTo>
                  <a:cubicBezTo>
                    <a:pt x="20924" y="96683"/>
                    <a:pt x="2961" y="90682"/>
                    <a:pt x="110" y="67156"/>
                  </a:cubicBezTo>
                  <a:cubicBezTo>
                    <a:pt x="-1410" y="52964"/>
                    <a:pt x="13225" y="-567"/>
                    <a:pt x="18072" y="5"/>
                  </a:cubicBezTo>
                  <a:close/>
                </a:path>
              </a:pathLst>
            </a:custGeom>
            <a:solidFill>
              <a:srgbClr val="3822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 name="Google Shape;3053;p47">
              <a:extLst>
                <a:ext uri="{FF2B5EF4-FFF2-40B4-BE49-F238E27FC236}">
                  <a16:creationId xmlns:a16="http://schemas.microsoft.com/office/drawing/2014/main" id="{18FE3545-4AD6-24BA-9F38-4FD73ED03E3D}"/>
                </a:ext>
              </a:extLst>
            </p:cNvPr>
            <p:cNvSpPr/>
            <p:nvPr/>
          </p:nvSpPr>
          <p:spPr>
            <a:xfrm>
              <a:off x="2319304" y="3166967"/>
              <a:ext cx="224715" cy="117585"/>
            </a:xfrm>
            <a:custGeom>
              <a:avLst/>
              <a:gdLst/>
              <a:ahLst/>
              <a:cxnLst/>
              <a:rect l="l" t="t" r="r" b="b"/>
              <a:pathLst>
                <a:path w="224715" h="117585" extrusionOk="0">
                  <a:moveTo>
                    <a:pt x="427" y="0"/>
                  </a:moveTo>
                  <a:cubicBezTo>
                    <a:pt x="3943" y="22574"/>
                    <a:pt x="22000" y="28575"/>
                    <a:pt x="40533" y="40291"/>
                  </a:cubicBezTo>
                  <a:cubicBezTo>
                    <a:pt x="66953" y="56769"/>
                    <a:pt x="90332" y="80582"/>
                    <a:pt x="117893" y="94583"/>
                  </a:cubicBezTo>
                  <a:cubicBezTo>
                    <a:pt x="143364" y="107442"/>
                    <a:pt x="206849" y="120301"/>
                    <a:pt x="224716" y="87630"/>
                  </a:cubicBezTo>
                  <a:cubicBezTo>
                    <a:pt x="215212" y="131731"/>
                    <a:pt x="143269" y="117920"/>
                    <a:pt x="115993" y="104013"/>
                  </a:cubicBezTo>
                  <a:cubicBezTo>
                    <a:pt x="88717" y="90107"/>
                    <a:pt x="65908" y="66866"/>
                    <a:pt x="39962" y="50673"/>
                  </a:cubicBezTo>
                  <a:cubicBezTo>
                    <a:pt x="20955" y="39053"/>
                    <a:pt x="2993" y="33052"/>
                    <a:pt x="142" y="9525"/>
                  </a:cubicBezTo>
                  <a:cubicBezTo>
                    <a:pt x="-117" y="6353"/>
                    <a:pt x="-21" y="3153"/>
                    <a:pt x="427" y="0"/>
                  </a:cubicBezTo>
                  <a:close/>
                </a:path>
              </a:pathLst>
            </a:custGeom>
            <a:solidFill>
              <a:srgbClr val="757B8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6" name="Google Shape;3054;p47">
              <a:extLst>
                <a:ext uri="{FF2B5EF4-FFF2-40B4-BE49-F238E27FC236}">
                  <a16:creationId xmlns:a16="http://schemas.microsoft.com/office/drawing/2014/main" id="{934B2764-52F0-945A-D20B-563F7CCD027C}"/>
                </a:ext>
              </a:extLst>
            </p:cNvPr>
            <p:cNvSpPr/>
            <p:nvPr/>
          </p:nvSpPr>
          <p:spPr>
            <a:xfrm>
              <a:off x="2550431" y="3021675"/>
              <a:ext cx="225586" cy="168802"/>
            </a:xfrm>
            <a:custGeom>
              <a:avLst/>
              <a:gdLst/>
              <a:ahLst/>
              <a:cxnLst/>
              <a:rect l="l" t="t" r="r" b="b"/>
              <a:pathLst>
                <a:path w="225586" h="168802" extrusionOk="0">
                  <a:moveTo>
                    <a:pt x="21626" y="130"/>
                  </a:moveTo>
                  <a:cubicBezTo>
                    <a:pt x="48617" y="22228"/>
                    <a:pt x="96040" y="-1965"/>
                    <a:pt x="97656" y="130"/>
                  </a:cubicBezTo>
                  <a:cubicBezTo>
                    <a:pt x="125867" y="28715"/>
                    <a:pt x="155661" y="55680"/>
                    <a:pt x="186897" y="80902"/>
                  </a:cubicBezTo>
                  <a:cubicBezTo>
                    <a:pt x="203813" y="94237"/>
                    <a:pt x="230139" y="111954"/>
                    <a:pt x="224912" y="137576"/>
                  </a:cubicBezTo>
                  <a:cubicBezTo>
                    <a:pt x="216358" y="183296"/>
                    <a:pt x="143369" y="169199"/>
                    <a:pt x="115808" y="155197"/>
                  </a:cubicBezTo>
                  <a:cubicBezTo>
                    <a:pt x="88247" y="141196"/>
                    <a:pt x="65723" y="118050"/>
                    <a:pt x="39778" y="101857"/>
                  </a:cubicBezTo>
                  <a:cubicBezTo>
                    <a:pt x="20770" y="90237"/>
                    <a:pt x="2903" y="84236"/>
                    <a:pt x="52" y="60709"/>
                  </a:cubicBezTo>
                  <a:cubicBezTo>
                    <a:pt x="-1088" y="46517"/>
                    <a:pt x="16779" y="-441"/>
                    <a:pt x="21626" y="130"/>
                  </a:cubicBezTo>
                  <a:close/>
                </a:path>
              </a:pathLst>
            </a:custGeom>
            <a:solidFill>
              <a:srgbClr val="3822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7" name="Google Shape;3055;p47">
              <a:extLst>
                <a:ext uri="{FF2B5EF4-FFF2-40B4-BE49-F238E27FC236}">
                  <a16:creationId xmlns:a16="http://schemas.microsoft.com/office/drawing/2014/main" id="{12F632D3-8DF2-39E6-6535-9B46E1991400}"/>
                </a:ext>
              </a:extLst>
            </p:cNvPr>
            <p:cNvSpPr/>
            <p:nvPr/>
          </p:nvSpPr>
          <p:spPr>
            <a:xfrm>
              <a:off x="2551534" y="3076575"/>
              <a:ext cx="224758" cy="117584"/>
            </a:xfrm>
            <a:custGeom>
              <a:avLst/>
              <a:gdLst/>
              <a:ahLst/>
              <a:cxnLst/>
              <a:rect l="l" t="t" r="r" b="b"/>
              <a:pathLst>
                <a:path w="224758" h="117584" extrusionOk="0">
                  <a:moveTo>
                    <a:pt x="375" y="0"/>
                  </a:moveTo>
                  <a:cubicBezTo>
                    <a:pt x="3986" y="22574"/>
                    <a:pt x="22043" y="28575"/>
                    <a:pt x="40481" y="40291"/>
                  </a:cubicBezTo>
                  <a:cubicBezTo>
                    <a:pt x="66996" y="56769"/>
                    <a:pt x="90375" y="80581"/>
                    <a:pt x="117841" y="94583"/>
                  </a:cubicBezTo>
                  <a:cubicBezTo>
                    <a:pt x="143312" y="107442"/>
                    <a:pt x="206892" y="120301"/>
                    <a:pt x="224759" y="87630"/>
                  </a:cubicBezTo>
                  <a:cubicBezTo>
                    <a:pt x="215255" y="131731"/>
                    <a:pt x="143217" y="117920"/>
                    <a:pt x="115941" y="104013"/>
                  </a:cubicBezTo>
                  <a:cubicBezTo>
                    <a:pt x="88665" y="90106"/>
                    <a:pt x="65951" y="66865"/>
                    <a:pt x="39910" y="50673"/>
                  </a:cubicBezTo>
                  <a:cubicBezTo>
                    <a:pt x="21378" y="39053"/>
                    <a:pt x="3036" y="33052"/>
                    <a:pt x="185" y="9525"/>
                  </a:cubicBezTo>
                  <a:cubicBezTo>
                    <a:pt x="-114" y="6353"/>
                    <a:pt x="-50" y="3153"/>
                    <a:pt x="375" y="0"/>
                  </a:cubicBezTo>
                  <a:close/>
                </a:path>
              </a:pathLst>
            </a:custGeom>
            <a:solidFill>
              <a:srgbClr val="757B8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8" name="Google Shape;3056;p47">
              <a:extLst>
                <a:ext uri="{FF2B5EF4-FFF2-40B4-BE49-F238E27FC236}">
                  <a16:creationId xmlns:a16="http://schemas.microsoft.com/office/drawing/2014/main" id="{5075AEB9-813F-1636-2975-70A4FBD3DE7A}"/>
                </a:ext>
              </a:extLst>
            </p:cNvPr>
            <p:cNvSpPr/>
            <p:nvPr/>
          </p:nvSpPr>
          <p:spPr>
            <a:xfrm>
              <a:off x="2330724" y="2010537"/>
              <a:ext cx="387976" cy="1115665"/>
            </a:xfrm>
            <a:custGeom>
              <a:avLst/>
              <a:gdLst/>
              <a:ahLst/>
              <a:cxnLst/>
              <a:rect l="l" t="t" r="r" b="b"/>
              <a:pathLst>
                <a:path w="387976" h="1115665" extrusionOk="0">
                  <a:moveTo>
                    <a:pt x="4689" y="96964"/>
                  </a:moveTo>
                  <a:cubicBezTo>
                    <a:pt x="6019" y="138017"/>
                    <a:pt x="18754" y="316039"/>
                    <a:pt x="24456" y="410623"/>
                  </a:cubicBezTo>
                  <a:cubicBezTo>
                    <a:pt x="30159" y="505206"/>
                    <a:pt x="31489" y="620173"/>
                    <a:pt x="31489" y="620173"/>
                  </a:cubicBezTo>
                  <a:cubicBezTo>
                    <a:pt x="31489" y="620173"/>
                    <a:pt x="15238" y="688943"/>
                    <a:pt x="4689" y="769715"/>
                  </a:cubicBezTo>
                  <a:cubicBezTo>
                    <a:pt x="-5861" y="850487"/>
                    <a:pt x="4689" y="1105472"/>
                    <a:pt x="4689" y="1105472"/>
                  </a:cubicBezTo>
                  <a:cubicBezTo>
                    <a:pt x="25827" y="1119064"/>
                    <a:pt x="52928" y="1119064"/>
                    <a:pt x="74066" y="1105472"/>
                  </a:cubicBezTo>
                  <a:cubicBezTo>
                    <a:pt x="74066" y="1105472"/>
                    <a:pt x="117403" y="901446"/>
                    <a:pt x="137456" y="809530"/>
                  </a:cubicBezTo>
                  <a:cubicBezTo>
                    <a:pt x="157509" y="717614"/>
                    <a:pt x="161026" y="664559"/>
                    <a:pt x="171480" y="607600"/>
                  </a:cubicBezTo>
                  <a:cubicBezTo>
                    <a:pt x="184025" y="538639"/>
                    <a:pt x="211206" y="217075"/>
                    <a:pt x="211206" y="217075"/>
                  </a:cubicBezTo>
                  <a:lnTo>
                    <a:pt x="222040" y="217742"/>
                  </a:lnTo>
                  <a:lnTo>
                    <a:pt x="250551" y="580930"/>
                  </a:lnTo>
                  <a:cubicBezTo>
                    <a:pt x="241642" y="607685"/>
                    <a:pt x="235526" y="635299"/>
                    <a:pt x="232304" y="663321"/>
                  </a:cubicBezTo>
                  <a:cubicBezTo>
                    <a:pt x="224416" y="722471"/>
                    <a:pt x="240573" y="1020127"/>
                    <a:pt x="240573" y="1020127"/>
                  </a:cubicBezTo>
                  <a:cubicBezTo>
                    <a:pt x="264164" y="1033272"/>
                    <a:pt x="293106" y="1032091"/>
                    <a:pt x="315557" y="1017079"/>
                  </a:cubicBezTo>
                  <a:cubicBezTo>
                    <a:pt x="315557" y="1017079"/>
                    <a:pt x="387976" y="622840"/>
                    <a:pt x="387976" y="562832"/>
                  </a:cubicBezTo>
                  <a:cubicBezTo>
                    <a:pt x="387976" y="523208"/>
                    <a:pt x="381229" y="0"/>
                    <a:pt x="381229" y="0"/>
                  </a:cubicBezTo>
                  <a:close/>
                </a:path>
              </a:pathLst>
            </a:custGeom>
            <a:solidFill>
              <a:schemeClr val="accent1"/>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9" name="Google Shape;3057;p47">
              <a:extLst>
                <a:ext uri="{FF2B5EF4-FFF2-40B4-BE49-F238E27FC236}">
                  <a16:creationId xmlns:a16="http://schemas.microsoft.com/office/drawing/2014/main" id="{3BF87F84-53C9-936A-6DA7-7A3525931129}"/>
                </a:ext>
              </a:extLst>
            </p:cNvPr>
            <p:cNvSpPr/>
            <p:nvPr/>
          </p:nvSpPr>
          <p:spPr>
            <a:xfrm>
              <a:off x="2382705" y="1314450"/>
              <a:ext cx="248692" cy="242377"/>
            </a:xfrm>
            <a:custGeom>
              <a:avLst/>
              <a:gdLst/>
              <a:ahLst/>
              <a:cxnLst/>
              <a:rect l="l" t="t" r="r" b="b"/>
              <a:pathLst>
                <a:path w="248692" h="242377" extrusionOk="0">
                  <a:moveTo>
                    <a:pt x="50881" y="0"/>
                  </a:moveTo>
                  <a:cubicBezTo>
                    <a:pt x="50881" y="0"/>
                    <a:pt x="55538" y="89440"/>
                    <a:pt x="53542" y="97346"/>
                  </a:cubicBezTo>
                  <a:cubicBezTo>
                    <a:pt x="51546" y="105251"/>
                    <a:pt x="12486" y="131540"/>
                    <a:pt x="1176" y="140970"/>
                  </a:cubicBezTo>
                  <a:cubicBezTo>
                    <a:pt x="-10133" y="150400"/>
                    <a:pt x="62951" y="222599"/>
                    <a:pt x="98400" y="238887"/>
                  </a:cubicBezTo>
                  <a:cubicBezTo>
                    <a:pt x="133849" y="255175"/>
                    <a:pt x="246564" y="212217"/>
                    <a:pt x="248560" y="156782"/>
                  </a:cubicBezTo>
                  <a:cubicBezTo>
                    <a:pt x="250556" y="101346"/>
                    <a:pt x="229552" y="54769"/>
                    <a:pt x="211970" y="52006"/>
                  </a:cubicBezTo>
                  <a:cubicBezTo>
                    <a:pt x="194388" y="49244"/>
                    <a:pt x="50881" y="0"/>
                    <a:pt x="50881" y="0"/>
                  </a:cubicBezTo>
                  <a:close/>
                </a:path>
              </a:pathLst>
            </a:custGeom>
            <a:solidFill>
              <a:srgbClr val="DFAE8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 name="Google Shape;3058;p47">
              <a:extLst>
                <a:ext uri="{FF2B5EF4-FFF2-40B4-BE49-F238E27FC236}">
                  <a16:creationId xmlns:a16="http://schemas.microsoft.com/office/drawing/2014/main" id="{4DD5667D-161E-02FB-DD03-D3B7F8562FA4}"/>
                </a:ext>
              </a:extLst>
            </p:cNvPr>
            <p:cNvSpPr/>
            <p:nvPr/>
          </p:nvSpPr>
          <p:spPr>
            <a:xfrm>
              <a:off x="2671394" y="1371981"/>
              <a:ext cx="353519" cy="695039"/>
            </a:xfrm>
            <a:custGeom>
              <a:avLst/>
              <a:gdLst/>
              <a:ahLst/>
              <a:cxnLst/>
              <a:rect l="l" t="t" r="r" b="b"/>
              <a:pathLst>
                <a:path w="353519" h="695039" extrusionOk="0">
                  <a:moveTo>
                    <a:pt x="6725" y="108394"/>
                  </a:moveTo>
                  <a:cubicBezTo>
                    <a:pt x="11952" y="68961"/>
                    <a:pt x="-13993" y="31432"/>
                    <a:pt x="11192" y="0"/>
                  </a:cubicBezTo>
                  <a:cubicBezTo>
                    <a:pt x="99292" y="86582"/>
                    <a:pt x="88077" y="315754"/>
                    <a:pt x="108130" y="462344"/>
                  </a:cubicBezTo>
                  <a:cubicBezTo>
                    <a:pt x="173516" y="530924"/>
                    <a:pt x="305049" y="598456"/>
                    <a:pt x="342114" y="614744"/>
                  </a:cubicBezTo>
                  <a:cubicBezTo>
                    <a:pt x="348861" y="617791"/>
                    <a:pt x="354659" y="621030"/>
                    <a:pt x="353328" y="628364"/>
                  </a:cubicBezTo>
                  <a:cubicBezTo>
                    <a:pt x="348006" y="656939"/>
                    <a:pt x="339738" y="667798"/>
                    <a:pt x="322726" y="695039"/>
                  </a:cubicBezTo>
                  <a:cubicBezTo>
                    <a:pt x="235671" y="657415"/>
                    <a:pt x="172946" y="635794"/>
                    <a:pt x="64223" y="532257"/>
                  </a:cubicBezTo>
                  <a:cubicBezTo>
                    <a:pt x="53909" y="521094"/>
                    <a:pt x="44680" y="508978"/>
                    <a:pt x="36662" y="496062"/>
                  </a:cubicBezTo>
                  <a:cubicBezTo>
                    <a:pt x="5584" y="403479"/>
                    <a:pt x="-2209" y="176498"/>
                    <a:pt x="6725" y="108394"/>
                  </a:cubicBezTo>
                  <a:close/>
                </a:path>
              </a:pathLst>
            </a:custGeom>
            <a:solidFill>
              <a:srgbClr val="DFAE8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1" name="Google Shape;3059;p47">
              <a:extLst>
                <a:ext uri="{FF2B5EF4-FFF2-40B4-BE49-F238E27FC236}">
                  <a16:creationId xmlns:a16="http://schemas.microsoft.com/office/drawing/2014/main" id="{E96C7003-7F61-A56A-4A7B-1954511073D1}"/>
                </a:ext>
              </a:extLst>
            </p:cNvPr>
            <p:cNvSpPr/>
            <p:nvPr/>
          </p:nvSpPr>
          <p:spPr>
            <a:xfrm>
              <a:off x="2315965" y="1348763"/>
              <a:ext cx="403432" cy="814679"/>
            </a:xfrm>
            <a:custGeom>
              <a:avLst/>
              <a:gdLst/>
              <a:ahLst/>
              <a:cxnLst/>
              <a:rect l="l" t="t" r="r" b="b"/>
              <a:pathLst>
                <a:path w="403432" h="814679" extrusionOk="0">
                  <a:moveTo>
                    <a:pt x="107642" y="78462"/>
                  </a:moveTo>
                  <a:cubicBezTo>
                    <a:pt x="107642" y="78462"/>
                    <a:pt x="172458" y="175236"/>
                    <a:pt x="262839" y="184761"/>
                  </a:cubicBezTo>
                  <a:cubicBezTo>
                    <a:pt x="291351" y="156186"/>
                    <a:pt x="293917" y="56364"/>
                    <a:pt x="254476" y="24360"/>
                  </a:cubicBezTo>
                  <a:cubicBezTo>
                    <a:pt x="254476" y="24360"/>
                    <a:pt x="290780" y="-4977"/>
                    <a:pt x="315585" y="738"/>
                  </a:cubicBezTo>
                  <a:cubicBezTo>
                    <a:pt x="342222" y="16921"/>
                    <a:pt x="362057" y="42286"/>
                    <a:pt x="371373" y="72081"/>
                  </a:cubicBezTo>
                  <a:cubicBezTo>
                    <a:pt x="394367" y="138651"/>
                    <a:pt x="405154" y="208831"/>
                    <a:pt x="403210" y="279249"/>
                  </a:cubicBezTo>
                  <a:cubicBezTo>
                    <a:pt x="401690" y="374499"/>
                    <a:pt x="403210" y="664250"/>
                    <a:pt x="403210" y="664250"/>
                  </a:cubicBezTo>
                  <a:cubicBezTo>
                    <a:pt x="403210" y="664250"/>
                    <a:pt x="390570" y="725591"/>
                    <a:pt x="308838" y="771216"/>
                  </a:cubicBezTo>
                  <a:cubicBezTo>
                    <a:pt x="227105" y="816840"/>
                    <a:pt x="166281" y="821317"/>
                    <a:pt x="110874" y="808363"/>
                  </a:cubicBezTo>
                  <a:cubicBezTo>
                    <a:pt x="65065" y="797695"/>
                    <a:pt x="27240" y="781503"/>
                    <a:pt x="11559" y="748260"/>
                  </a:cubicBezTo>
                  <a:cubicBezTo>
                    <a:pt x="15646" y="681585"/>
                    <a:pt x="45298" y="508040"/>
                    <a:pt x="34178" y="424410"/>
                  </a:cubicBezTo>
                  <a:cubicBezTo>
                    <a:pt x="23059" y="340781"/>
                    <a:pt x="5667" y="278202"/>
                    <a:pt x="915" y="210574"/>
                  </a:cubicBezTo>
                  <a:cubicBezTo>
                    <a:pt x="-3837" y="142947"/>
                    <a:pt x="9848" y="143899"/>
                    <a:pt x="43682" y="120182"/>
                  </a:cubicBezTo>
                  <a:cubicBezTo>
                    <a:pt x="63986" y="104770"/>
                    <a:pt x="85361" y="90826"/>
                    <a:pt x="107642" y="78462"/>
                  </a:cubicBezTo>
                  <a:close/>
                </a:path>
              </a:pathLst>
            </a:custGeom>
            <a:solidFill>
              <a:srgbClr val="F4F4F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2" name="Google Shape;3060;p47">
              <a:extLst>
                <a:ext uri="{FF2B5EF4-FFF2-40B4-BE49-F238E27FC236}">
                  <a16:creationId xmlns:a16="http://schemas.microsoft.com/office/drawing/2014/main" id="{5C05E906-71DA-96C0-1FBA-91F9727DD34E}"/>
                </a:ext>
              </a:extLst>
            </p:cNvPr>
            <p:cNvSpPr/>
            <p:nvPr/>
          </p:nvSpPr>
          <p:spPr>
            <a:xfrm>
              <a:off x="2373403" y="1062776"/>
              <a:ext cx="268166" cy="327122"/>
            </a:xfrm>
            <a:custGeom>
              <a:avLst/>
              <a:gdLst/>
              <a:ahLst/>
              <a:cxnLst/>
              <a:rect l="l" t="t" r="r" b="b"/>
              <a:pathLst>
                <a:path w="268166" h="327122" extrusionOk="0">
                  <a:moveTo>
                    <a:pt x="262234" y="118324"/>
                  </a:moveTo>
                  <a:lnTo>
                    <a:pt x="262234" y="118324"/>
                  </a:lnTo>
                  <a:cubicBezTo>
                    <a:pt x="251590" y="48886"/>
                    <a:pt x="201695" y="-3787"/>
                    <a:pt x="130227" y="214"/>
                  </a:cubicBezTo>
                  <a:cubicBezTo>
                    <a:pt x="54204" y="4462"/>
                    <a:pt x="-3996" y="69658"/>
                    <a:pt x="215" y="145851"/>
                  </a:cubicBezTo>
                  <a:cubicBezTo>
                    <a:pt x="2583" y="188590"/>
                    <a:pt x="24775" y="227747"/>
                    <a:pt x="60184" y="251674"/>
                  </a:cubicBezTo>
                  <a:cubicBezTo>
                    <a:pt x="62685" y="262208"/>
                    <a:pt x="66417" y="272400"/>
                    <a:pt x="71303" y="282058"/>
                  </a:cubicBezTo>
                  <a:cubicBezTo>
                    <a:pt x="96488" y="311681"/>
                    <a:pt x="172994" y="329683"/>
                    <a:pt x="194852" y="326826"/>
                  </a:cubicBezTo>
                  <a:cubicBezTo>
                    <a:pt x="223364" y="322825"/>
                    <a:pt x="238380" y="311014"/>
                    <a:pt x="251875" y="280153"/>
                  </a:cubicBezTo>
                  <a:cubicBezTo>
                    <a:pt x="275540" y="225385"/>
                    <a:pt x="268127" y="152518"/>
                    <a:pt x="262234" y="118324"/>
                  </a:cubicBezTo>
                  <a:close/>
                </a:path>
              </a:pathLst>
            </a:custGeom>
            <a:solidFill>
              <a:srgbClr val="DFAE8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3" name="Google Shape;3061;p47">
              <a:extLst>
                <a:ext uri="{FF2B5EF4-FFF2-40B4-BE49-F238E27FC236}">
                  <a16:creationId xmlns:a16="http://schemas.microsoft.com/office/drawing/2014/main" id="{CB6338C9-4026-17FE-DE24-E1A689991942}"/>
                </a:ext>
              </a:extLst>
            </p:cNvPr>
            <p:cNvSpPr/>
            <p:nvPr/>
          </p:nvSpPr>
          <p:spPr>
            <a:xfrm>
              <a:off x="2348404" y="1033740"/>
              <a:ext cx="282986" cy="280709"/>
            </a:xfrm>
            <a:custGeom>
              <a:avLst/>
              <a:gdLst/>
              <a:ahLst/>
              <a:cxnLst/>
              <a:rect l="l" t="t" r="r" b="b"/>
              <a:pathLst>
                <a:path w="282986" h="280709" extrusionOk="0">
                  <a:moveTo>
                    <a:pt x="85182" y="280709"/>
                  </a:moveTo>
                  <a:lnTo>
                    <a:pt x="85182" y="280709"/>
                  </a:lnTo>
                  <a:lnTo>
                    <a:pt x="91740" y="220130"/>
                  </a:lnTo>
                  <a:cubicBezTo>
                    <a:pt x="91740" y="220130"/>
                    <a:pt x="41940" y="91733"/>
                    <a:pt x="159122" y="116403"/>
                  </a:cubicBezTo>
                  <a:cubicBezTo>
                    <a:pt x="236102" y="132595"/>
                    <a:pt x="255490" y="139644"/>
                    <a:pt x="278964" y="87828"/>
                  </a:cubicBezTo>
                  <a:cubicBezTo>
                    <a:pt x="302439" y="36012"/>
                    <a:pt x="219661" y="-10565"/>
                    <a:pt x="121487" y="2103"/>
                  </a:cubicBezTo>
                  <a:cubicBezTo>
                    <a:pt x="51379" y="9511"/>
                    <a:pt x="-1397" y="69481"/>
                    <a:pt x="28" y="140120"/>
                  </a:cubicBezTo>
                  <a:cubicBezTo>
                    <a:pt x="2594" y="178506"/>
                    <a:pt x="12763" y="255658"/>
                    <a:pt x="85182" y="280709"/>
                  </a:cubicBezTo>
                  <a:close/>
                </a:path>
              </a:pathLst>
            </a:custGeom>
            <a:solidFill>
              <a:srgbClr val="3A2C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4" name="Google Shape;3062;p47">
              <a:extLst>
                <a:ext uri="{FF2B5EF4-FFF2-40B4-BE49-F238E27FC236}">
                  <a16:creationId xmlns:a16="http://schemas.microsoft.com/office/drawing/2014/main" id="{D3F249DC-6CAC-957F-CB8C-06F15F14C77B}"/>
                </a:ext>
              </a:extLst>
            </p:cNvPr>
            <p:cNvSpPr/>
            <p:nvPr/>
          </p:nvSpPr>
          <p:spPr>
            <a:xfrm>
              <a:off x="2295460" y="1509426"/>
              <a:ext cx="362138" cy="623316"/>
            </a:xfrm>
            <a:custGeom>
              <a:avLst/>
              <a:gdLst/>
              <a:ahLst/>
              <a:cxnLst/>
              <a:rect l="l" t="t" r="r" b="b"/>
              <a:pathLst>
                <a:path w="362138" h="623316" extrusionOk="0">
                  <a:moveTo>
                    <a:pt x="1462" y="9525"/>
                  </a:moveTo>
                  <a:cubicBezTo>
                    <a:pt x="35295" y="0"/>
                    <a:pt x="9540" y="7906"/>
                    <a:pt x="35295" y="0"/>
                  </a:cubicBezTo>
                  <a:cubicBezTo>
                    <a:pt x="123395" y="86678"/>
                    <a:pt x="112466" y="235077"/>
                    <a:pt x="132424" y="381762"/>
                  </a:cubicBezTo>
                  <a:cubicBezTo>
                    <a:pt x="181083" y="462343"/>
                    <a:pt x="361655" y="571595"/>
                    <a:pt x="361655" y="571595"/>
                  </a:cubicBezTo>
                  <a:cubicBezTo>
                    <a:pt x="363936" y="587216"/>
                    <a:pt x="358424" y="591788"/>
                    <a:pt x="338941" y="623316"/>
                  </a:cubicBezTo>
                  <a:cubicBezTo>
                    <a:pt x="251982" y="585692"/>
                    <a:pt x="179088" y="553212"/>
                    <a:pt x="70364" y="449771"/>
                  </a:cubicBezTo>
                  <a:cubicBezTo>
                    <a:pt x="66088" y="445675"/>
                    <a:pt x="59815" y="444627"/>
                    <a:pt x="58009" y="439007"/>
                  </a:cubicBezTo>
                  <a:cubicBezTo>
                    <a:pt x="26932" y="345376"/>
                    <a:pt x="-7567" y="77724"/>
                    <a:pt x="1462" y="9525"/>
                  </a:cubicBezTo>
                  <a:close/>
                </a:path>
              </a:pathLst>
            </a:custGeom>
            <a:solidFill>
              <a:srgbClr val="DFAE8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5" name="Google Shape;3063;p47">
              <a:extLst>
                <a:ext uri="{FF2B5EF4-FFF2-40B4-BE49-F238E27FC236}">
                  <a16:creationId xmlns:a16="http://schemas.microsoft.com/office/drawing/2014/main" id="{FBC99FAD-0360-9445-AAF7-FC99FF7A8813}"/>
                </a:ext>
              </a:extLst>
            </p:cNvPr>
            <p:cNvSpPr/>
            <p:nvPr/>
          </p:nvSpPr>
          <p:spPr>
            <a:xfrm>
              <a:off x="2681160" y="1699641"/>
              <a:ext cx="419212" cy="565118"/>
            </a:xfrm>
            <a:custGeom>
              <a:avLst/>
              <a:gdLst/>
              <a:ahLst/>
              <a:cxnLst/>
              <a:rect l="l" t="t" r="r" b="b"/>
              <a:pathLst>
                <a:path w="419212" h="565118" extrusionOk="0">
                  <a:moveTo>
                    <a:pt x="419212" y="0"/>
                  </a:moveTo>
                  <a:lnTo>
                    <a:pt x="287965" y="449771"/>
                  </a:lnTo>
                  <a:lnTo>
                    <a:pt x="0" y="565118"/>
                  </a:lnTo>
                  <a:lnTo>
                    <a:pt x="105017" y="126968"/>
                  </a:lnTo>
                  <a:lnTo>
                    <a:pt x="419212" y="0"/>
                  </a:lnTo>
                  <a:close/>
                </a:path>
              </a:pathLst>
            </a:custGeom>
            <a:solidFill>
              <a:srgbClr val="F4F4F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6" name="Google Shape;3064;p47">
              <a:extLst>
                <a:ext uri="{FF2B5EF4-FFF2-40B4-BE49-F238E27FC236}">
                  <a16:creationId xmlns:a16="http://schemas.microsoft.com/office/drawing/2014/main" id="{91D115FE-0B05-35D9-5782-E2EE4E62B5B0}"/>
                </a:ext>
              </a:extLst>
            </p:cNvPr>
            <p:cNvSpPr/>
            <p:nvPr/>
          </p:nvSpPr>
          <p:spPr>
            <a:xfrm>
              <a:off x="2608827" y="2053875"/>
              <a:ext cx="212446" cy="104783"/>
            </a:xfrm>
            <a:custGeom>
              <a:avLst/>
              <a:gdLst/>
              <a:ahLst/>
              <a:cxnLst/>
              <a:rect l="l" t="t" r="r" b="b"/>
              <a:pathLst>
                <a:path w="212446" h="104783" extrusionOk="0">
                  <a:moveTo>
                    <a:pt x="2861" y="30194"/>
                  </a:moveTo>
                  <a:cubicBezTo>
                    <a:pt x="7137" y="14859"/>
                    <a:pt x="18257" y="18669"/>
                    <a:pt x="30707" y="22479"/>
                  </a:cubicBezTo>
                  <a:cubicBezTo>
                    <a:pt x="44209" y="27956"/>
                    <a:pt x="59041" y="29251"/>
                    <a:pt x="73284" y="26194"/>
                  </a:cubicBezTo>
                  <a:cubicBezTo>
                    <a:pt x="85164" y="22479"/>
                    <a:pt x="93717" y="12287"/>
                    <a:pt x="103791" y="5525"/>
                  </a:cubicBezTo>
                  <a:cubicBezTo>
                    <a:pt x="109552" y="2086"/>
                    <a:pt x="116096" y="181"/>
                    <a:pt x="122799" y="0"/>
                  </a:cubicBezTo>
                  <a:cubicBezTo>
                    <a:pt x="122228" y="3905"/>
                    <a:pt x="116241" y="26765"/>
                    <a:pt x="116241" y="26765"/>
                  </a:cubicBezTo>
                  <a:cubicBezTo>
                    <a:pt x="116241" y="26765"/>
                    <a:pt x="179346" y="27432"/>
                    <a:pt x="185809" y="26098"/>
                  </a:cubicBezTo>
                  <a:cubicBezTo>
                    <a:pt x="191634" y="25308"/>
                    <a:pt x="196997" y="29394"/>
                    <a:pt x="197789" y="35233"/>
                  </a:cubicBezTo>
                  <a:cubicBezTo>
                    <a:pt x="198199" y="38252"/>
                    <a:pt x="197297" y="41310"/>
                    <a:pt x="195312" y="43625"/>
                  </a:cubicBezTo>
                  <a:lnTo>
                    <a:pt x="199589" y="42958"/>
                  </a:lnTo>
                  <a:cubicBezTo>
                    <a:pt x="212514" y="40100"/>
                    <a:pt x="218027" y="59912"/>
                    <a:pt x="205006" y="62865"/>
                  </a:cubicBezTo>
                  <a:cubicBezTo>
                    <a:pt x="201585" y="63627"/>
                    <a:pt x="198069" y="64008"/>
                    <a:pt x="194457" y="64484"/>
                  </a:cubicBezTo>
                  <a:cubicBezTo>
                    <a:pt x="202915" y="67723"/>
                    <a:pt x="205006" y="81725"/>
                    <a:pt x="194457" y="83534"/>
                  </a:cubicBezTo>
                  <a:lnTo>
                    <a:pt x="191226" y="84106"/>
                  </a:lnTo>
                  <a:cubicBezTo>
                    <a:pt x="189741" y="84668"/>
                    <a:pt x="188151" y="84896"/>
                    <a:pt x="186569" y="84772"/>
                  </a:cubicBezTo>
                  <a:lnTo>
                    <a:pt x="184573" y="84772"/>
                  </a:lnTo>
                  <a:cubicBezTo>
                    <a:pt x="185790" y="90916"/>
                    <a:pt x="181809" y="96879"/>
                    <a:pt x="175683" y="98098"/>
                  </a:cubicBezTo>
                  <a:cubicBezTo>
                    <a:pt x="175480" y="98136"/>
                    <a:pt x="175275" y="98174"/>
                    <a:pt x="175069" y="98203"/>
                  </a:cubicBezTo>
                  <a:cubicBezTo>
                    <a:pt x="144277" y="102298"/>
                    <a:pt x="99039" y="114586"/>
                    <a:pt x="71098" y="89154"/>
                  </a:cubicBezTo>
                  <a:cubicBezTo>
                    <a:pt x="51763" y="87239"/>
                    <a:pt x="32878" y="82124"/>
                    <a:pt x="15216" y="74009"/>
                  </a:cubicBezTo>
                  <a:cubicBezTo>
                    <a:pt x="-1796" y="65913"/>
                    <a:pt x="-2271" y="48577"/>
                    <a:pt x="2861" y="30194"/>
                  </a:cubicBezTo>
                  <a:close/>
                </a:path>
              </a:pathLst>
            </a:custGeom>
            <a:solidFill>
              <a:srgbClr val="DFAE8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7" name="Google Shape;3065;p47">
              <a:extLst>
                <a:ext uri="{FF2B5EF4-FFF2-40B4-BE49-F238E27FC236}">
                  <a16:creationId xmlns:a16="http://schemas.microsoft.com/office/drawing/2014/main" id="{F3882F3B-B040-3BF1-EB4C-F1F0F3127DE7}"/>
                </a:ext>
              </a:extLst>
            </p:cNvPr>
            <p:cNvSpPr/>
            <p:nvPr/>
          </p:nvSpPr>
          <p:spPr>
            <a:xfrm>
              <a:off x="2916099" y="1987646"/>
              <a:ext cx="131568" cy="109091"/>
            </a:xfrm>
            <a:custGeom>
              <a:avLst/>
              <a:gdLst/>
              <a:ahLst/>
              <a:cxnLst/>
              <a:rect l="l" t="t" r="r" b="b"/>
              <a:pathLst>
                <a:path w="131568" h="109091" extrusionOk="0">
                  <a:moveTo>
                    <a:pt x="10639" y="59657"/>
                  </a:moveTo>
                  <a:lnTo>
                    <a:pt x="14916" y="59657"/>
                  </a:lnTo>
                  <a:cubicBezTo>
                    <a:pt x="10289" y="56028"/>
                    <a:pt x="9476" y="49322"/>
                    <a:pt x="13102" y="44683"/>
                  </a:cubicBezTo>
                  <a:cubicBezTo>
                    <a:pt x="14995" y="42255"/>
                    <a:pt x="17838" y="40778"/>
                    <a:pt x="20903" y="40607"/>
                  </a:cubicBezTo>
                  <a:cubicBezTo>
                    <a:pt x="27556" y="40607"/>
                    <a:pt x="92467" y="26986"/>
                    <a:pt x="92467" y="26986"/>
                  </a:cubicBezTo>
                  <a:lnTo>
                    <a:pt x="100260" y="221"/>
                  </a:lnTo>
                  <a:cubicBezTo>
                    <a:pt x="100260" y="-1303"/>
                    <a:pt x="111569" y="5555"/>
                    <a:pt x="111950" y="5840"/>
                  </a:cubicBezTo>
                  <a:cubicBezTo>
                    <a:pt x="123082" y="13146"/>
                    <a:pt x="130288" y="25138"/>
                    <a:pt x="131527" y="38416"/>
                  </a:cubicBezTo>
                  <a:cubicBezTo>
                    <a:pt x="132163" y="57028"/>
                    <a:pt x="125315" y="75116"/>
                    <a:pt x="112520" y="88613"/>
                  </a:cubicBezTo>
                  <a:cubicBezTo>
                    <a:pt x="100854" y="100414"/>
                    <a:pt x="85087" y="107244"/>
                    <a:pt x="68517" y="107663"/>
                  </a:cubicBezTo>
                  <a:cubicBezTo>
                    <a:pt x="60629" y="108139"/>
                    <a:pt x="53026" y="108520"/>
                    <a:pt x="46279" y="109092"/>
                  </a:cubicBezTo>
                  <a:cubicBezTo>
                    <a:pt x="40033" y="109092"/>
                    <a:pt x="34969" y="104015"/>
                    <a:pt x="34969" y="97757"/>
                  </a:cubicBezTo>
                  <a:cubicBezTo>
                    <a:pt x="34969" y="97728"/>
                    <a:pt x="34969" y="97690"/>
                    <a:pt x="34969" y="97661"/>
                  </a:cubicBezTo>
                  <a:lnTo>
                    <a:pt x="32973" y="97661"/>
                  </a:lnTo>
                  <a:cubicBezTo>
                    <a:pt x="31442" y="98023"/>
                    <a:pt x="29847" y="98023"/>
                    <a:pt x="28316" y="97661"/>
                  </a:cubicBezTo>
                  <a:lnTo>
                    <a:pt x="24990" y="97661"/>
                  </a:lnTo>
                  <a:cubicBezTo>
                    <a:pt x="13966" y="97661"/>
                    <a:pt x="13110" y="83946"/>
                    <a:pt x="20618" y="78611"/>
                  </a:cubicBezTo>
                  <a:cubicBezTo>
                    <a:pt x="17102" y="78611"/>
                    <a:pt x="13490" y="79278"/>
                    <a:pt x="9974" y="79278"/>
                  </a:cubicBezTo>
                  <a:cubicBezTo>
                    <a:pt x="-3806" y="80135"/>
                    <a:pt x="-3046" y="59561"/>
                    <a:pt x="10639" y="59657"/>
                  </a:cubicBezTo>
                  <a:close/>
                </a:path>
              </a:pathLst>
            </a:custGeom>
            <a:solidFill>
              <a:srgbClr val="DFAE8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8" name="Google Shape;3066;p47">
              <a:extLst>
                <a:ext uri="{FF2B5EF4-FFF2-40B4-BE49-F238E27FC236}">
                  <a16:creationId xmlns:a16="http://schemas.microsoft.com/office/drawing/2014/main" id="{92A69C7D-FE91-8D41-8E5F-934DAAF0F721}"/>
                </a:ext>
              </a:extLst>
            </p:cNvPr>
            <p:cNvSpPr/>
            <p:nvPr/>
          </p:nvSpPr>
          <p:spPr>
            <a:xfrm>
              <a:off x="2631550" y="1349025"/>
              <a:ext cx="130391" cy="190023"/>
            </a:xfrm>
            <a:custGeom>
              <a:avLst/>
              <a:gdLst/>
              <a:ahLst/>
              <a:cxnLst/>
              <a:rect l="l" t="t" r="r" b="b"/>
              <a:pathLst>
                <a:path w="130391" h="190023" extrusionOk="0">
                  <a:moveTo>
                    <a:pt x="83348" y="190024"/>
                  </a:moveTo>
                  <a:cubicBezTo>
                    <a:pt x="83348" y="190024"/>
                    <a:pt x="116611" y="188309"/>
                    <a:pt x="130392" y="168878"/>
                  </a:cubicBezTo>
                  <a:cubicBezTo>
                    <a:pt x="127826" y="135636"/>
                    <a:pt x="85344" y="9430"/>
                    <a:pt x="0" y="0"/>
                  </a:cubicBezTo>
                  <a:cubicBezTo>
                    <a:pt x="23264" y="16335"/>
                    <a:pt x="41713" y="38643"/>
                    <a:pt x="53411" y="64580"/>
                  </a:cubicBezTo>
                  <a:cubicBezTo>
                    <a:pt x="68902" y="102584"/>
                    <a:pt x="83348" y="190024"/>
                    <a:pt x="83348" y="190024"/>
                  </a:cubicBezTo>
                  <a:close/>
                </a:path>
              </a:pathLst>
            </a:custGeom>
            <a:solidFill>
              <a:srgbClr val="EDEDE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9" name="Google Shape;3067;p47">
              <a:extLst>
                <a:ext uri="{FF2B5EF4-FFF2-40B4-BE49-F238E27FC236}">
                  <a16:creationId xmlns:a16="http://schemas.microsoft.com/office/drawing/2014/main" id="{389AB0D1-1B55-240C-8AC7-C4419613D247}"/>
                </a:ext>
              </a:extLst>
            </p:cNvPr>
            <p:cNvSpPr/>
            <p:nvPr/>
          </p:nvSpPr>
          <p:spPr>
            <a:xfrm>
              <a:off x="2269458" y="1478036"/>
              <a:ext cx="157611" cy="236452"/>
            </a:xfrm>
            <a:custGeom>
              <a:avLst/>
              <a:gdLst/>
              <a:ahLst/>
              <a:cxnLst/>
              <a:rect l="l" t="t" r="r" b="b"/>
              <a:pathLst>
                <a:path w="157611" h="236452" extrusionOk="0">
                  <a:moveTo>
                    <a:pt x="12067" y="227795"/>
                  </a:moveTo>
                  <a:cubicBezTo>
                    <a:pt x="12067" y="227795"/>
                    <a:pt x="97031" y="257132"/>
                    <a:pt x="156905" y="207793"/>
                  </a:cubicBezTo>
                  <a:cubicBezTo>
                    <a:pt x="163463" y="196458"/>
                    <a:pt x="122216" y="51583"/>
                    <a:pt x="122216" y="51583"/>
                  </a:cubicBezTo>
                  <a:cubicBezTo>
                    <a:pt x="122216" y="51583"/>
                    <a:pt x="86577" y="-22522"/>
                    <a:pt x="30790" y="6911"/>
                  </a:cubicBezTo>
                  <a:cubicBezTo>
                    <a:pt x="-24997" y="36343"/>
                    <a:pt x="12067" y="227795"/>
                    <a:pt x="12067" y="227795"/>
                  </a:cubicBezTo>
                  <a:close/>
                </a:path>
              </a:pathLst>
            </a:custGeom>
            <a:solidFill>
              <a:srgbClr val="EDEDE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 name="Google Shape;3068;p47">
              <a:extLst>
                <a:ext uri="{FF2B5EF4-FFF2-40B4-BE49-F238E27FC236}">
                  <a16:creationId xmlns:a16="http://schemas.microsoft.com/office/drawing/2014/main" id="{81E6A506-FE42-99EF-BC9F-B5A697464D4B}"/>
                </a:ext>
              </a:extLst>
            </p:cNvPr>
            <p:cNvSpPr/>
            <p:nvPr/>
          </p:nvSpPr>
          <p:spPr>
            <a:xfrm>
              <a:off x="3098756" y="3983831"/>
              <a:ext cx="98079" cy="56769"/>
            </a:xfrm>
            <a:custGeom>
              <a:avLst/>
              <a:gdLst/>
              <a:ahLst/>
              <a:cxnLst/>
              <a:rect l="l" t="t" r="r" b="b"/>
              <a:pathLst>
                <a:path w="98079" h="56769" extrusionOk="0">
                  <a:moveTo>
                    <a:pt x="98079" y="28385"/>
                  </a:moveTo>
                  <a:cubicBezTo>
                    <a:pt x="98079" y="44061"/>
                    <a:pt x="76123" y="56769"/>
                    <a:pt x="49040" y="56769"/>
                  </a:cubicBezTo>
                  <a:cubicBezTo>
                    <a:pt x="21956" y="56769"/>
                    <a:pt x="0" y="44061"/>
                    <a:pt x="0" y="28385"/>
                  </a:cubicBezTo>
                  <a:cubicBezTo>
                    <a:pt x="0" y="12708"/>
                    <a:pt x="21956" y="0"/>
                    <a:pt x="49040" y="0"/>
                  </a:cubicBezTo>
                  <a:cubicBezTo>
                    <a:pt x="76123" y="0"/>
                    <a:pt x="98079" y="12708"/>
                    <a:pt x="98079" y="28385"/>
                  </a:cubicBezTo>
                  <a:close/>
                </a:path>
              </a:pathLst>
            </a:custGeom>
            <a:solidFill>
              <a:srgbClr val="D6D8E5">
                <a:alpha val="400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1" name="Google Shape;3069;p47">
              <a:extLst>
                <a:ext uri="{FF2B5EF4-FFF2-40B4-BE49-F238E27FC236}">
                  <a16:creationId xmlns:a16="http://schemas.microsoft.com/office/drawing/2014/main" id="{D9221C27-329E-F5C5-2211-95497ABFAAC8}"/>
                </a:ext>
              </a:extLst>
            </p:cNvPr>
            <p:cNvSpPr/>
            <p:nvPr/>
          </p:nvSpPr>
          <p:spPr>
            <a:xfrm>
              <a:off x="4017202" y="4508754"/>
              <a:ext cx="98079" cy="56769"/>
            </a:xfrm>
            <a:custGeom>
              <a:avLst/>
              <a:gdLst/>
              <a:ahLst/>
              <a:cxnLst/>
              <a:rect l="l" t="t" r="r" b="b"/>
              <a:pathLst>
                <a:path w="98079" h="56769" extrusionOk="0">
                  <a:moveTo>
                    <a:pt x="98079" y="28384"/>
                  </a:moveTo>
                  <a:cubicBezTo>
                    <a:pt x="98079" y="44061"/>
                    <a:pt x="76123" y="56769"/>
                    <a:pt x="49040" y="56769"/>
                  </a:cubicBezTo>
                  <a:cubicBezTo>
                    <a:pt x="21956" y="56769"/>
                    <a:pt x="0" y="44061"/>
                    <a:pt x="0" y="28384"/>
                  </a:cubicBezTo>
                  <a:cubicBezTo>
                    <a:pt x="0" y="12708"/>
                    <a:pt x="21956" y="0"/>
                    <a:pt x="49040" y="0"/>
                  </a:cubicBezTo>
                  <a:cubicBezTo>
                    <a:pt x="76123" y="0"/>
                    <a:pt x="98079" y="12708"/>
                    <a:pt x="98079" y="28384"/>
                  </a:cubicBezTo>
                  <a:close/>
                </a:path>
              </a:pathLst>
            </a:custGeom>
            <a:solidFill>
              <a:srgbClr val="D6D8E5">
                <a:alpha val="400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 name="Google Shape;3070;p47">
              <a:extLst>
                <a:ext uri="{FF2B5EF4-FFF2-40B4-BE49-F238E27FC236}">
                  <a16:creationId xmlns:a16="http://schemas.microsoft.com/office/drawing/2014/main" id="{6CB16281-9428-5DFC-9CFD-545A72FEC8CA}"/>
                </a:ext>
              </a:extLst>
            </p:cNvPr>
            <p:cNvSpPr/>
            <p:nvPr/>
          </p:nvSpPr>
          <p:spPr>
            <a:xfrm>
              <a:off x="5609182" y="3535680"/>
              <a:ext cx="98079" cy="56769"/>
            </a:xfrm>
            <a:custGeom>
              <a:avLst/>
              <a:gdLst/>
              <a:ahLst/>
              <a:cxnLst/>
              <a:rect l="l" t="t" r="r" b="b"/>
              <a:pathLst>
                <a:path w="98079" h="56769" extrusionOk="0">
                  <a:moveTo>
                    <a:pt x="98079" y="28384"/>
                  </a:moveTo>
                  <a:cubicBezTo>
                    <a:pt x="98079" y="44061"/>
                    <a:pt x="76123" y="56769"/>
                    <a:pt x="49040" y="56769"/>
                  </a:cubicBezTo>
                  <a:cubicBezTo>
                    <a:pt x="21956" y="56769"/>
                    <a:pt x="0" y="44061"/>
                    <a:pt x="0" y="28384"/>
                  </a:cubicBezTo>
                  <a:cubicBezTo>
                    <a:pt x="0" y="12708"/>
                    <a:pt x="21956" y="0"/>
                    <a:pt x="49040" y="0"/>
                  </a:cubicBezTo>
                  <a:cubicBezTo>
                    <a:pt x="76123" y="0"/>
                    <a:pt x="98079" y="12708"/>
                    <a:pt x="98079" y="28384"/>
                  </a:cubicBezTo>
                  <a:close/>
                </a:path>
              </a:pathLst>
            </a:custGeom>
            <a:solidFill>
              <a:srgbClr val="D6D8E5">
                <a:alpha val="400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3" name="Google Shape;3071;p47">
              <a:extLst>
                <a:ext uri="{FF2B5EF4-FFF2-40B4-BE49-F238E27FC236}">
                  <a16:creationId xmlns:a16="http://schemas.microsoft.com/office/drawing/2014/main" id="{75F86115-707A-195F-C3BB-1F5CF941D6F9}"/>
                </a:ext>
              </a:extLst>
            </p:cNvPr>
            <p:cNvSpPr/>
            <p:nvPr/>
          </p:nvSpPr>
          <p:spPr>
            <a:xfrm>
              <a:off x="3115863" y="3050952"/>
              <a:ext cx="67191" cy="975240"/>
            </a:xfrm>
            <a:custGeom>
              <a:avLst/>
              <a:gdLst/>
              <a:ahLst/>
              <a:cxnLst/>
              <a:rect l="l" t="t" r="r" b="b"/>
              <a:pathLst>
                <a:path w="67191" h="975240" extrusionOk="0">
                  <a:moveTo>
                    <a:pt x="0" y="0"/>
                  </a:moveTo>
                  <a:lnTo>
                    <a:pt x="0" y="955548"/>
                  </a:lnTo>
                  <a:cubicBezTo>
                    <a:pt x="447" y="961558"/>
                    <a:pt x="4068" y="966864"/>
                    <a:pt x="9504" y="969455"/>
                  </a:cubicBezTo>
                  <a:cubicBezTo>
                    <a:pt x="24643" y="977170"/>
                    <a:pt x="42549" y="977170"/>
                    <a:pt x="57688" y="969455"/>
                  </a:cubicBezTo>
                  <a:cubicBezTo>
                    <a:pt x="63105" y="966854"/>
                    <a:pt x="66726" y="961549"/>
                    <a:pt x="67192" y="955548"/>
                  </a:cubicBezTo>
                  <a:lnTo>
                    <a:pt x="67192" y="955548"/>
                  </a:lnTo>
                  <a:lnTo>
                    <a:pt x="67192" y="0"/>
                  </a:lnTo>
                  <a:close/>
                </a:path>
              </a:pathLst>
            </a:custGeom>
            <a:solidFill>
              <a:srgbClr val="C1C4D3"/>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4" name="Google Shape;3072;p47">
              <a:extLst>
                <a:ext uri="{FF2B5EF4-FFF2-40B4-BE49-F238E27FC236}">
                  <a16:creationId xmlns:a16="http://schemas.microsoft.com/office/drawing/2014/main" id="{A96BD5D1-63F5-E701-B8B5-8C8D8A26941B}"/>
                </a:ext>
              </a:extLst>
            </p:cNvPr>
            <p:cNvSpPr/>
            <p:nvPr/>
          </p:nvSpPr>
          <p:spPr>
            <a:xfrm>
              <a:off x="4036495" y="3422808"/>
              <a:ext cx="59588" cy="1128783"/>
            </a:xfrm>
            <a:custGeom>
              <a:avLst/>
              <a:gdLst/>
              <a:ahLst/>
              <a:cxnLst/>
              <a:rect l="l" t="t" r="r" b="b"/>
              <a:pathLst>
                <a:path w="59588" h="1128783" extrusionOk="0">
                  <a:moveTo>
                    <a:pt x="0" y="0"/>
                  </a:moveTo>
                  <a:lnTo>
                    <a:pt x="0" y="1108996"/>
                  </a:lnTo>
                  <a:cubicBezTo>
                    <a:pt x="333" y="1114835"/>
                    <a:pt x="3583" y="1120102"/>
                    <a:pt x="8648" y="1122998"/>
                  </a:cubicBezTo>
                  <a:cubicBezTo>
                    <a:pt x="21659" y="1130713"/>
                    <a:pt x="37834" y="1130713"/>
                    <a:pt x="50845" y="1122998"/>
                  </a:cubicBezTo>
                  <a:cubicBezTo>
                    <a:pt x="55930" y="1120111"/>
                    <a:pt x="59218" y="1114844"/>
                    <a:pt x="59589" y="1108996"/>
                  </a:cubicBezTo>
                  <a:lnTo>
                    <a:pt x="59589" y="1108996"/>
                  </a:lnTo>
                  <a:lnTo>
                    <a:pt x="59589" y="0"/>
                  </a:lnTo>
                  <a:close/>
                </a:path>
              </a:pathLst>
            </a:custGeom>
            <a:solidFill>
              <a:srgbClr val="C1C4D3"/>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5" name="Google Shape;3073;p47">
              <a:extLst>
                <a:ext uri="{FF2B5EF4-FFF2-40B4-BE49-F238E27FC236}">
                  <a16:creationId xmlns:a16="http://schemas.microsoft.com/office/drawing/2014/main" id="{4F5E6D89-5BC6-B6C0-1238-7E6EE8311A1E}"/>
                </a:ext>
              </a:extLst>
            </p:cNvPr>
            <p:cNvSpPr/>
            <p:nvPr/>
          </p:nvSpPr>
          <p:spPr>
            <a:xfrm>
              <a:off x="5628379" y="2652522"/>
              <a:ext cx="59588" cy="923996"/>
            </a:xfrm>
            <a:custGeom>
              <a:avLst/>
              <a:gdLst/>
              <a:ahLst/>
              <a:cxnLst/>
              <a:rect l="l" t="t" r="r" b="b"/>
              <a:pathLst>
                <a:path w="59588" h="923996" extrusionOk="0">
                  <a:moveTo>
                    <a:pt x="0" y="0"/>
                  </a:moveTo>
                  <a:lnTo>
                    <a:pt x="0" y="904304"/>
                  </a:lnTo>
                  <a:cubicBezTo>
                    <a:pt x="342" y="910133"/>
                    <a:pt x="3649" y="915381"/>
                    <a:pt x="8744" y="918210"/>
                  </a:cubicBezTo>
                  <a:cubicBezTo>
                    <a:pt x="21716" y="925925"/>
                    <a:pt x="37873" y="925925"/>
                    <a:pt x="50845" y="918210"/>
                  </a:cubicBezTo>
                  <a:cubicBezTo>
                    <a:pt x="55939" y="915381"/>
                    <a:pt x="59247" y="910133"/>
                    <a:pt x="59589" y="904304"/>
                  </a:cubicBezTo>
                  <a:lnTo>
                    <a:pt x="59589" y="904304"/>
                  </a:lnTo>
                  <a:lnTo>
                    <a:pt x="59589" y="0"/>
                  </a:lnTo>
                  <a:close/>
                </a:path>
              </a:pathLst>
            </a:custGeom>
            <a:solidFill>
              <a:srgbClr val="C1C4D3"/>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6" name="Google Shape;3074;p47">
              <a:extLst>
                <a:ext uri="{FF2B5EF4-FFF2-40B4-BE49-F238E27FC236}">
                  <a16:creationId xmlns:a16="http://schemas.microsoft.com/office/drawing/2014/main" id="{DB1A7009-3F6C-CBA5-0375-30F05997C904}"/>
                </a:ext>
              </a:extLst>
            </p:cNvPr>
            <p:cNvSpPr/>
            <p:nvPr/>
          </p:nvSpPr>
          <p:spPr>
            <a:xfrm>
              <a:off x="3056370" y="3054762"/>
              <a:ext cx="1009872" cy="652653"/>
            </a:xfrm>
            <a:custGeom>
              <a:avLst/>
              <a:gdLst/>
              <a:ahLst/>
              <a:cxnLst/>
              <a:rect l="l" t="t" r="r" b="b"/>
              <a:pathLst>
                <a:path w="1009872" h="652653" extrusionOk="0">
                  <a:moveTo>
                    <a:pt x="1009872" y="652653"/>
                  </a:moveTo>
                  <a:lnTo>
                    <a:pt x="0" y="68294"/>
                  </a:lnTo>
                  <a:lnTo>
                    <a:pt x="0" y="0"/>
                  </a:lnTo>
                  <a:lnTo>
                    <a:pt x="1009872" y="584454"/>
                  </a:lnTo>
                  <a:lnTo>
                    <a:pt x="1009872" y="652653"/>
                  </a:lnTo>
                  <a:close/>
                </a:path>
              </a:pathLst>
            </a:custGeom>
            <a:solidFill>
              <a:srgbClr val="B1B4C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7" name="Google Shape;3075;p47">
              <a:extLst>
                <a:ext uri="{FF2B5EF4-FFF2-40B4-BE49-F238E27FC236}">
                  <a16:creationId xmlns:a16="http://schemas.microsoft.com/office/drawing/2014/main" id="{4D84245F-ACD2-6273-53E4-01F05F7CF1B5}"/>
                </a:ext>
              </a:extLst>
            </p:cNvPr>
            <p:cNvSpPr/>
            <p:nvPr/>
          </p:nvSpPr>
          <p:spPr>
            <a:xfrm>
              <a:off x="3056084" y="2071592"/>
              <a:ext cx="2712855" cy="1569720"/>
            </a:xfrm>
            <a:custGeom>
              <a:avLst/>
              <a:gdLst/>
              <a:ahLst/>
              <a:cxnLst/>
              <a:rect l="l" t="t" r="r" b="b"/>
              <a:pathLst>
                <a:path w="2712855" h="1569720" extrusionOk="0">
                  <a:moveTo>
                    <a:pt x="2712856" y="584359"/>
                  </a:moveTo>
                  <a:lnTo>
                    <a:pt x="1009967" y="1569720"/>
                  </a:lnTo>
                  <a:lnTo>
                    <a:pt x="0" y="985361"/>
                  </a:lnTo>
                  <a:lnTo>
                    <a:pt x="1702889" y="0"/>
                  </a:lnTo>
                  <a:lnTo>
                    <a:pt x="2712856" y="584359"/>
                  </a:ln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8" name="Google Shape;3076;p47">
              <a:extLst>
                <a:ext uri="{FF2B5EF4-FFF2-40B4-BE49-F238E27FC236}">
                  <a16:creationId xmlns:a16="http://schemas.microsoft.com/office/drawing/2014/main" id="{6C418791-4D2B-C1E8-D3C3-2F8F0486878A}"/>
                </a:ext>
              </a:extLst>
            </p:cNvPr>
            <p:cNvSpPr/>
            <p:nvPr/>
          </p:nvSpPr>
          <p:spPr>
            <a:xfrm>
              <a:off x="4066242" y="2653855"/>
              <a:ext cx="1702888" cy="1053560"/>
            </a:xfrm>
            <a:custGeom>
              <a:avLst/>
              <a:gdLst/>
              <a:ahLst/>
              <a:cxnLst/>
              <a:rect l="l" t="t" r="r" b="b"/>
              <a:pathLst>
                <a:path w="1702888" h="1053560" extrusionOk="0">
                  <a:moveTo>
                    <a:pt x="1702888" y="68199"/>
                  </a:moveTo>
                  <a:lnTo>
                    <a:pt x="0" y="1053560"/>
                  </a:lnTo>
                  <a:lnTo>
                    <a:pt x="0" y="985361"/>
                  </a:lnTo>
                  <a:lnTo>
                    <a:pt x="1702888" y="0"/>
                  </a:lnTo>
                  <a:lnTo>
                    <a:pt x="1702888" y="68199"/>
                  </a:lnTo>
                  <a:close/>
                </a:path>
              </a:pathLst>
            </a:custGeom>
            <a:solidFill>
              <a:srgbClr val="9EA1AF"/>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9" name="Google Shape;3077;p47">
              <a:extLst>
                <a:ext uri="{FF2B5EF4-FFF2-40B4-BE49-F238E27FC236}">
                  <a16:creationId xmlns:a16="http://schemas.microsoft.com/office/drawing/2014/main" id="{A753EE2F-7879-2446-6751-48C3F81BF249}"/>
                </a:ext>
              </a:extLst>
            </p:cNvPr>
            <p:cNvSpPr/>
            <p:nvPr/>
          </p:nvSpPr>
          <p:spPr>
            <a:xfrm>
              <a:off x="4763535" y="2360390"/>
              <a:ext cx="519572" cy="326898"/>
            </a:xfrm>
            <a:custGeom>
              <a:avLst/>
              <a:gdLst/>
              <a:ahLst/>
              <a:cxnLst/>
              <a:rect l="l" t="t" r="r" b="b"/>
              <a:pathLst>
                <a:path w="519572" h="326898" extrusionOk="0">
                  <a:moveTo>
                    <a:pt x="519572" y="98965"/>
                  </a:moveTo>
                  <a:lnTo>
                    <a:pt x="248049" y="326898"/>
                  </a:lnTo>
                  <a:lnTo>
                    <a:pt x="0" y="227933"/>
                  </a:lnTo>
                  <a:lnTo>
                    <a:pt x="271523" y="0"/>
                  </a:lnTo>
                  <a:lnTo>
                    <a:pt x="519572" y="98965"/>
                  </a:lnTo>
                  <a:close/>
                </a:path>
              </a:pathLst>
            </a:custGeom>
            <a:solidFill>
              <a:srgbClr val="F4F4F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0" name="Google Shape;3078;p47">
              <a:extLst>
                <a:ext uri="{FF2B5EF4-FFF2-40B4-BE49-F238E27FC236}">
                  <a16:creationId xmlns:a16="http://schemas.microsoft.com/office/drawing/2014/main" id="{7480A6C3-2FB3-D499-40F5-43FCA93ECD74}"/>
                </a:ext>
              </a:extLst>
            </p:cNvPr>
            <p:cNvSpPr/>
            <p:nvPr/>
          </p:nvSpPr>
          <p:spPr>
            <a:xfrm>
              <a:off x="4668877" y="2346674"/>
              <a:ext cx="551219" cy="318992"/>
            </a:xfrm>
            <a:custGeom>
              <a:avLst/>
              <a:gdLst/>
              <a:ahLst/>
              <a:cxnLst/>
              <a:rect l="l" t="t" r="r" b="b"/>
              <a:pathLst>
                <a:path w="551219" h="318992" extrusionOk="0">
                  <a:moveTo>
                    <a:pt x="551220" y="123254"/>
                  </a:moveTo>
                  <a:lnTo>
                    <a:pt x="212980" y="318992"/>
                  </a:lnTo>
                  <a:lnTo>
                    <a:pt x="0" y="195739"/>
                  </a:lnTo>
                  <a:lnTo>
                    <a:pt x="338240" y="0"/>
                  </a:lnTo>
                  <a:lnTo>
                    <a:pt x="551220" y="123254"/>
                  </a:lnTo>
                  <a:close/>
                </a:path>
              </a:pathLst>
            </a:custGeom>
            <a:solidFill>
              <a:srgbClr val="F4F4F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1" name="Google Shape;3079;p47">
              <a:extLst>
                <a:ext uri="{FF2B5EF4-FFF2-40B4-BE49-F238E27FC236}">
                  <a16:creationId xmlns:a16="http://schemas.microsoft.com/office/drawing/2014/main" id="{CDCB4658-CAFE-270C-DA59-2616A93CA43B}"/>
                </a:ext>
              </a:extLst>
            </p:cNvPr>
            <p:cNvSpPr/>
            <p:nvPr/>
          </p:nvSpPr>
          <p:spPr>
            <a:xfrm>
              <a:off x="4743291" y="2531554"/>
              <a:ext cx="161184" cy="93249"/>
            </a:xfrm>
            <a:custGeom>
              <a:avLst/>
              <a:gdLst/>
              <a:ahLst/>
              <a:cxnLst/>
              <a:rect l="l" t="t" r="r" b="b"/>
              <a:pathLst>
                <a:path w="161184" h="93249" extrusionOk="0">
                  <a:moveTo>
                    <a:pt x="161184" y="81248"/>
                  </a:moveTo>
                  <a:lnTo>
                    <a:pt x="140466" y="93250"/>
                  </a:lnTo>
                  <a:lnTo>
                    <a:pt x="0" y="12001"/>
                  </a:lnTo>
                  <a:lnTo>
                    <a:pt x="20718" y="0"/>
                  </a:lnTo>
                  <a:lnTo>
                    <a:pt x="161184" y="81248"/>
                  </a:ln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495" name="Google Shape;3080;p47">
              <a:extLst>
                <a:ext uri="{FF2B5EF4-FFF2-40B4-BE49-F238E27FC236}">
                  <a16:creationId xmlns:a16="http://schemas.microsoft.com/office/drawing/2014/main" id="{0908DF83-4989-1AEF-8AC7-9F6F30DF9E1F}"/>
                </a:ext>
              </a:extLst>
            </p:cNvPr>
            <p:cNvSpPr/>
            <p:nvPr/>
          </p:nvSpPr>
          <p:spPr>
            <a:xfrm>
              <a:off x="4789955" y="2504598"/>
              <a:ext cx="161089" cy="93249"/>
            </a:xfrm>
            <a:custGeom>
              <a:avLst/>
              <a:gdLst/>
              <a:ahLst/>
              <a:cxnLst/>
              <a:rect l="l" t="t" r="r" b="b"/>
              <a:pathLst>
                <a:path w="161089" h="93249" extrusionOk="0">
                  <a:moveTo>
                    <a:pt x="161089" y="81248"/>
                  </a:moveTo>
                  <a:lnTo>
                    <a:pt x="140371" y="93250"/>
                  </a:lnTo>
                  <a:lnTo>
                    <a:pt x="0" y="12002"/>
                  </a:lnTo>
                  <a:lnTo>
                    <a:pt x="20718" y="0"/>
                  </a:lnTo>
                  <a:lnTo>
                    <a:pt x="161089" y="81248"/>
                  </a:ln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48" name="Google Shape;3081;p47">
              <a:extLst>
                <a:ext uri="{FF2B5EF4-FFF2-40B4-BE49-F238E27FC236}">
                  <a16:creationId xmlns:a16="http://schemas.microsoft.com/office/drawing/2014/main" id="{71A79D57-7366-B1B3-DF80-66736E702313}"/>
                </a:ext>
              </a:extLst>
            </p:cNvPr>
            <p:cNvSpPr/>
            <p:nvPr/>
          </p:nvSpPr>
          <p:spPr>
            <a:xfrm>
              <a:off x="4834813" y="2478690"/>
              <a:ext cx="161089" cy="93154"/>
            </a:xfrm>
            <a:custGeom>
              <a:avLst/>
              <a:gdLst/>
              <a:ahLst/>
              <a:cxnLst/>
              <a:rect l="l" t="t" r="r" b="b"/>
              <a:pathLst>
                <a:path w="161089" h="93154" extrusionOk="0">
                  <a:moveTo>
                    <a:pt x="161089" y="81248"/>
                  </a:moveTo>
                  <a:lnTo>
                    <a:pt x="140371" y="93154"/>
                  </a:lnTo>
                  <a:lnTo>
                    <a:pt x="0" y="12002"/>
                  </a:lnTo>
                  <a:lnTo>
                    <a:pt x="20718" y="0"/>
                  </a:lnTo>
                  <a:lnTo>
                    <a:pt x="161089" y="81248"/>
                  </a:ln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49" name="Google Shape;3082;p47">
              <a:extLst>
                <a:ext uri="{FF2B5EF4-FFF2-40B4-BE49-F238E27FC236}">
                  <a16:creationId xmlns:a16="http://schemas.microsoft.com/office/drawing/2014/main" id="{D31B6B8C-16B7-24E2-D87E-231F14214182}"/>
                </a:ext>
              </a:extLst>
            </p:cNvPr>
            <p:cNvSpPr/>
            <p:nvPr/>
          </p:nvSpPr>
          <p:spPr>
            <a:xfrm>
              <a:off x="4998753" y="2451734"/>
              <a:ext cx="102450" cy="59245"/>
            </a:xfrm>
            <a:custGeom>
              <a:avLst/>
              <a:gdLst/>
              <a:ahLst/>
              <a:cxnLst/>
              <a:rect l="l" t="t" r="r" b="b"/>
              <a:pathLst>
                <a:path w="102450" h="59245" extrusionOk="0">
                  <a:moveTo>
                    <a:pt x="102451" y="47244"/>
                  </a:moveTo>
                  <a:lnTo>
                    <a:pt x="81733" y="59246"/>
                  </a:lnTo>
                  <a:lnTo>
                    <a:pt x="0" y="12002"/>
                  </a:lnTo>
                  <a:lnTo>
                    <a:pt x="20718" y="0"/>
                  </a:lnTo>
                  <a:lnTo>
                    <a:pt x="102451" y="47244"/>
                  </a:ln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50" name="Google Shape;3083;p47">
              <a:extLst>
                <a:ext uri="{FF2B5EF4-FFF2-40B4-BE49-F238E27FC236}">
                  <a16:creationId xmlns:a16="http://schemas.microsoft.com/office/drawing/2014/main" id="{B6AD22D8-58AC-C1D6-A34E-8A223B008028}"/>
                </a:ext>
              </a:extLst>
            </p:cNvPr>
            <p:cNvSpPr/>
            <p:nvPr/>
          </p:nvSpPr>
          <p:spPr>
            <a:xfrm>
              <a:off x="5043611" y="2425731"/>
              <a:ext cx="102450" cy="59245"/>
            </a:xfrm>
            <a:custGeom>
              <a:avLst/>
              <a:gdLst/>
              <a:ahLst/>
              <a:cxnLst/>
              <a:rect l="l" t="t" r="r" b="b"/>
              <a:pathLst>
                <a:path w="102450" h="59245" extrusionOk="0">
                  <a:moveTo>
                    <a:pt x="102451" y="47339"/>
                  </a:moveTo>
                  <a:lnTo>
                    <a:pt x="81733" y="59246"/>
                  </a:lnTo>
                  <a:lnTo>
                    <a:pt x="0" y="12001"/>
                  </a:lnTo>
                  <a:lnTo>
                    <a:pt x="20718" y="0"/>
                  </a:lnTo>
                  <a:lnTo>
                    <a:pt x="102451" y="47339"/>
                  </a:ln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51" name="Google Shape;3084;p47">
              <a:extLst>
                <a:ext uri="{FF2B5EF4-FFF2-40B4-BE49-F238E27FC236}">
                  <a16:creationId xmlns:a16="http://schemas.microsoft.com/office/drawing/2014/main" id="{A15BC92F-4B8F-EEAE-CE6B-F3AD4D96A318}"/>
                </a:ext>
              </a:extLst>
            </p:cNvPr>
            <p:cNvSpPr/>
            <p:nvPr/>
          </p:nvSpPr>
          <p:spPr>
            <a:xfrm>
              <a:off x="4912649" y="2469832"/>
              <a:ext cx="307447" cy="180974"/>
            </a:xfrm>
            <a:custGeom>
              <a:avLst/>
              <a:gdLst/>
              <a:ahLst/>
              <a:cxnLst/>
              <a:rect l="l" t="t" r="r" b="b"/>
              <a:pathLst>
                <a:path w="307447" h="180974" extrusionOk="0">
                  <a:moveTo>
                    <a:pt x="7508" y="180975"/>
                  </a:moveTo>
                  <a:cubicBezTo>
                    <a:pt x="13115" y="178594"/>
                    <a:pt x="307448" y="0"/>
                    <a:pt x="307448" y="0"/>
                  </a:cubicBezTo>
                  <a:lnTo>
                    <a:pt x="0" y="178117"/>
                  </a:lnTo>
                  <a:close/>
                </a:path>
              </a:pathLst>
            </a:custGeom>
            <a:solidFill>
              <a:srgbClr val="D6D6D6"/>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52" name="Google Shape;3085;p47">
              <a:extLst>
                <a:ext uri="{FF2B5EF4-FFF2-40B4-BE49-F238E27FC236}">
                  <a16:creationId xmlns:a16="http://schemas.microsoft.com/office/drawing/2014/main" id="{10ED6D37-04EE-F0B8-AF05-955894229109}"/>
                </a:ext>
              </a:extLst>
            </p:cNvPr>
            <p:cNvSpPr/>
            <p:nvPr/>
          </p:nvSpPr>
          <p:spPr>
            <a:xfrm>
              <a:off x="4894497" y="2841212"/>
              <a:ext cx="147498" cy="85344"/>
            </a:xfrm>
            <a:custGeom>
              <a:avLst/>
              <a:gdLst/>
              <a:ahLst/>
              <a:cxnLst/>
              <a:rect l="l" t="t" r="r" b="b"/>
              <a:pathLst>
                <a:path w="147498" h="85344" extrusionOk="0">
                  <a:moveTo>
                    <a:pt x="147499" y="42672"/>
                  </a:moveTo>
                  <a:cubicBezTo>
                    <a:pt x="147499" y="66239"/>
                    <a:pt x="114480" y="85344"/>
                    <a:pt x="73749" y="85344"/>
                  </a:cubicBezTo>
                  <a:cubicBezTo>
                    <a:pt x="33019" y="85344"/>
                    <a:pt x="0" y="66239"/>
                    <a:pt x="0" y="42672"/>
                  </a:cubicBezTo>
                  <a:cubicBezTo>
                    <a:pt x="0" y="19105"/>
                    <a:pt x="33019" y="0"/>
                    <a:pt x="73749" y="0"/>
                  </a:cubicBezTo>
                  <a:cubicBezTo>
                    <a:pt x="114480" y="0"/>
                    <a:pt x="147499" y="19105"/>
                    <a:pt x="147499" y="42672"/>
                  </a:cubicBezTo>
                  <a:close/>
                </a:path>
              </a:pathLst>
            </a:custGeom>
            <a:solidFill>
              <a:srgbClr val="000000">
                <a:alpha val="200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53" name="Google Shape;3086;p47">
              <a:extLst>
                <a:ext uri="{FF2B5EF4-FFF2-40B4-BE49-F238E27FC236}">
                  <a16:creationId xmlns:a16="http://schemas.microsoft.com/office/drawing/2014/main" id="{56577B53-CFE4-908B-D5D3-2BF3B45ED825}"/>
                </a:ext>
              </a:extLst>
            </p:cNvPr>
            <p:cNvSpPr/>
            <p:nvPr/>
          </p:nvSpPr>
          <p:spPr>
            <a:xfrm>
              <a:off x="4901418" y="2763964"/>
              <a:ext cx="147800" cy="156591"/>
            </a:xfrm>
            <a:custGeom>
              <a:avLst/>
              <a:gdLst/>
              <a:ahLst/>
              <a:cxnLst/>
              <a:rect l="l" t="t" r="r" b="b"/>
              <a:pathLst>
                <a:path w="147800" h="156591" extrusionOk="0">
                  <a:moveTo>
                    <a:pt x="147801" y="113824"/>
                  </a:moveTo>
                  <a:lnTo>
                    <a:pt x="147801" y="0"/>
                  </a:lnTo>
                  <a:lnTo>
                    <a:pt x="587" y="3715"/>
                  </a:lnTo>
                  <a:lnTo>
                    <a:pt x="587" y="108490"/>
                  </a:lnTo>
                  <a:cubicBezTo>
                    <a:pt x="-2169" y="121063"/>
                    <a:pt x="4769" y="134303"/>
                    <a:pt x="21590" y="144018"/>
                  </a:cubicBezTo>
                  <a:cubicBezTo>
                    <a:pt x="54436" y="160782"/>
                    <a:pt x="93287" y="160782"/>
                    <a:pt x="126132" y="144018"/>
                  </a:cubicBezTo>
                  <a:cubicBezTo>
                    <a:pt x="138288" y="138646"/>
                    <a:pt x="146584" y="127083"/>
                    <a:pt x="147801" y="113824"/>
                  </a:cubicBezTo>
                  <a:close/>
                </a:path>
              </a:pathLst>
            </a:custGeom>
            <a:solidFill>
              <a:srgbClr val="A6CE28"/>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54" name="Google Shape;3087;p47">
              <a:extLst>
                <a:ext uri="{FF2B5EF4-FFF2-40B4-BE49-F238E27FC236}">
                  <a16:creationId xmlns:a16="http://schemas.microsoft.com/office/drawing/2014/main" id="{9FFDB12A-A545-5B30-A50E-835E6AF9506A}"/>
                </a:ext>
              </a:extLst>
            </p:cNvPr>
            <p:cNvSpPr/>
            <p:nvPr/>
          </p:nvSpPr>
          <p:spPr>
            <a:xfrm>
              <a:off x="4901720" y="2721292"/>
              <a:ext cx="147498" cy="85344"/>
            </a:xfrm>
            <a:custGeom>
              <a:avLst/>
              <a:gdLst/>
              <a:ahLst/>
              <a:cxnLst/>
              <a:rect l="l" t="t" r="r" b="b"/>
              <a:pathLst>
                <a:path w="147498" h="85344" extrusionOk="0">
                  <a:moveTo>
                    <a:pt x="147499" y="42672"/>
                  </a:moveTo>
                  <a:cubicBezTo>
                    <a:pt x="147499" y="66239"/>
                    <a:pt x="114480" y="85344"/>
                    <a:pt x="73749" y="85344"/>
                  </a:cubicBezTo>
                  <a:cubicBezTo>
                    <a:pt x="33018" y="85344"/>
                    <a:pt x="0" y="66239"/>
                    <a:pt x="0" y="42672"/>
                  </a:cubicBezTo>
                  <a:cubicBezTo>
                    <a:pt x="0" y="19105"/>
                    <a:pt x="33018" y="0"/>
                    <a:pt x="73749" y="0"/>
                  </a:cubicBezTo>
                  <a:cubicBezTo>
                    <a:pt x="114480" y="0"/>
                    <a:pt x="147499" y="19105"/>
                    <a:pt x="147499" y="42672"/>
                  </a:cubicBezTo>
                  <a:close/>
                </a:path>
              </a:pathLst>
            </a:custGeom>
            <a:solidFill>
              <a:srgbClr val="BCD64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55" name="Google Shape;3088;p47">
              <a:extLst>
                <a:ext uri="{FF2B5EF4-FFF2-40B4-BE49-F238E27FC236}">
                  <a16:creationId xmlns:a16="http://schemas.microsoft.com/office/drawing/2014/main" id="{727FB101-1319-C8A5-6B4B-BB815CCBAEFA}"/>
                </a:ext>
              </a:extLst>
            </p:cNvPr>
            <p:cNvSpPr/>
            <p:nvPr/>
          </p:nvSpPr>
          <p:spPr>
            <a:xfrm>
              <a:off x="4913314" y="2732891"/>
              <a:ext cx="124214" cy="61955"/>
            </a:xfrm>
            <a:custGeom>
              <a:avLst/>
              <a:gdLst/>
              <a:ahLst/>
              <a:cxnLst/>
              <a:rect l="l" t="t" r="r" b="b"/>
              <a:pathLst>
                <a:path w="124214" h="61955" extrusionOk="0">
                  <a:moveTo>
                    <a:pt x="124215" y="31073"/>
                  </a:moveTo>
                  <a:cubicBezTo>
                    <a:pt x="124215" y="38026"/>
                    <a:pt x="118512" y="45360"/>
                    <a:pt x="108438" y="51075"/>
                  </a:cubicBezTo>
                  <a:cubicBezTo>
                    <a:pt x="95636" y="57924"/>
                    <a:pt x="81410" y="61639"/>
                    <a:pt x="66907" y="61934"/>
                  </a:cubicBezTo>
                  <a:lnTo>
                    <a:pt x="62060" y="61934"/>
                  </a:lnTo>
                  <a:cubicBezTo>
                    <a:pt x="45951" y="62277"/>
                    <a:pt x="30032" y="58505"/>
                    <a:pt x="15776" y="50980"/>
                  </a:cubicBezTo>
                  <a:cubicBezTo>
                    <a:pt x="5797" y="45265"/>
                    <a:pt x="0" y="37931"/>
                    <a:pt x="0" y="30978"/>
                  </a:cubicBezTo>
                  <a:cubicBezTo>
                    <a:pt x="0" y="24024"/>
                    <a:pt x="5797" y="16785"/>
                    <a:pt x="15776" y="10975"/>
                  </a:cubicBezTo>
                  <a:cubicBezTo>
                    <a:pt x="30032" y="3450"/>
                    <a:pt x="45951" y="-322"/>
                    <a:pt x="62060" y="21"/>
                  </a:cubicBezTo>
                  <a:lnTo>
                    <a:pt x="66812" y="21"/>
                  </a:lnTo>
                  <a:cubicBezTo>
                    <a:pt x="81314" y="317"/>
                    <a:pt x="95542" y="4031"/>
                    <a:pt x="108343" y="10880"/>
                  </a:cubicBezTo>
                  <a:cubicBezTo>
                    <a:pt x="118512" y="16881"/>
                    <a:pt x="124215" y="24120"/>
                    <a:pt x="124215" y="31073"/>
                  </a:cubicBezTo>
                  <a:close/>
                </a:path>
              </a:pathLst>
            </a:custGeom>
            <a:solidFill>
              <a:srgbClr val="28221C"/>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56" name="Google Shape;3089;p47">
              <a:extLst>
                <a:ext uri="{FF2B5EF4-FFF2-40B4-BE49-F238E27FC236}">
                  <a16:creationId xmlns:a16="http://schemas.microsoft.com/office/drawing/2014/main" id="{BFE42CF2-9E5F-5312-A562-F42EF1806B95}"/>
                </a:ext>
              </a:extLst>
            </p:cNvPr>
            <p:cNvSpPr/>
            <p:nvPr/>
          </p:nvSpPr>
          <p:spPr>
            <a:xfrm>
              <a:off x="4922818" y="2733153"/>
              <a:ext cx="114710" cy="61622"/>
            </a:xfrm>
            <a:custGeom>
              <a:avLst/>
              <a:gdLst/>
              <a:ahLst/>
              <a:cxnLst/>
              <a:rect l="l" t="t" r="r" b="b"/>
              <a:pathLst>
                <a:path w="114710" h="61622" extrusionOk="0">
                  <a:moveTo>
                    <a:pt x="114711" y="30811"/>
                  </a:moveTo>
                  <a:cubicBezTo>
                    <a:pt x="114711" y="37764"/>
                    <a:pt x="109008" y="45099"/>
                    <a:pt x="98934" y="50814"/>
                  </a:cubicBezTo>
                  <a:cubicBezTo>
                    <a:pt x="73084" y="65225"/>
                    <a:pt x="41627" y="65225"/>
                    <a:pt x="15776" y="50814"/>
                  </a:cubicBezTo>
                  <a:cubicBezTo>
                    <a:pt x="5797" y="45099"/>
                    <a:pt x="0" y="37764"/>
                    <a:pt x="0" y="30811"/>
                  </a:cubicBezTo>
                  <a:cubicBezTo>
                    <a:pt x="0" y="23858"/>
                    <a:pt x="5797" y="16619"/>
                    <a:pt x="15776" y="10808"/>
                  </a:cubicBezTo>
                  <a:cubicBezTo>
                    <a:pt x="41627" y="-3603"/>
                    <a:pt x="73084" y="-3603"/>
                    <a:pt x="98934" y="10808"/>
                  </a:cubicBezTo>
                  <a:cubicBezTo>
                    <a:pt x="109008" y="16619"/>
                    <a:pt x="114711" y="23858"/>
                    <a:pt x="114711" y="30811"/>
                  </a:cubicBezTo>
                  <a:close/>
                </a:path>
              </a:pathLst>
            </a:custGeom>
            <a:solidFill>
              <a:srgbClr val="FFFFFF">
                <a:alpha val="6669"/>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57" name="Google Shape;3090;p47">
              <a:extLst>
                <a:ext uri="{FF2B5EF4-FFF2-40B4-BE49-F238E27FC236}">
                  <a16:creationId xmlns:a16="http://schemas.microsoft.com/office/drawing/2014/main" id="{F17322F3-6062-C1F7-1523-EBCC23141148}"/>
                </a:ext>
              </a:extLst>
            </p:cNvPr>
            <p:cNvSpPr/>
            <p:nvPr/>
          </p:nvSpPr>
          <p:spPr>
            <a:xfrm>
              <a:off x="5015195" y="2807589"/>
              <a:ext cx="42215" cy="98678"/>
            </a:xfrm>
            <a:custGeom>
              <a:avLst/>
              <a:gdLst/>
              <a:ahLst/>
              <a:cxnLst/>
              <a:rect l="l" t="t" r="r" b="b"/>
              <a:pathLst>
                <a:path w="42215" h="98678" extrusionOk="0">
                  <a:moveTo>
                    <a:pt x="23284" y="9049"/>
                  </a:moveTo>
                  <a:lnTo>
                    <a:pt x="7603" y="0"/>
                  </a:lnTo>
                  <a:lnTo>
                    <a:pt x="0" y="4477"/>
                  </a:lnTo>
                  <a:lnTo>
                    <a:pt x="7603" y="8858"/>
                  </a:lnTo>
                  <a:lnTo>
                    <a:pt x="7603" y="11716"/>
                  </a:lnTo>
                  <a:lnTo>
                    <a:pt x="22239" y="20193"/>
                  </a:lnTo>
                  <a:lnTo>
                    <a:pt x="22239" y="22955"/>
                  </a:lnTo>
                  <a:cubicBezTo>
                    <a:pt x="25765" y="28004"/>
                    <a:pt x="28939" y="33290"/>
                    <a:pt x="31743" y="38767"/>
                  </a:cubicBezTo>
                  <a:lnTo>
                    <a:pt x="32313" y="38290"/>
                  </a:lnTo>
                  <a:lnTo>
                    <a:pt x="32313" y="74962"/>
                  </a:lnTo>
                  <a:cubicBezTo>
                    <a:pt x="32313" y="84487"/>
                    <a:pt x="26706" y="81343"/>
                    <a:pt x="24235" y="79915"/>
                  </a:cubicBezTo>
                  <a:lnTo>
                    <a:pt x="7793" y="70390"/>
                  </a:lnTo>
                  <a:lnTo>
                    <a:pt x="190" y="74866"/>
                  </a:lnTo>
                  <a:lnTo>
                    <a:pt x="7793" y="79248"/>
                  </a:lnTo>
                  <a:lnTo>
                    <a:pt x="7793" y="82105"/>
                  </a:lnTo>
                  <a:lnTo>
                    <a:pt x="24235" y="91630"/>
                  </a:lnTo>
                  <a:cubicBezTo>
                    <a:pt x="25945" y="92630"/>
                    <a:pt x="27760" y="93431"/>
                    <a:pt x="29652" y="94012"/>
                  </a:cubicBezTo>
                  <a:lnTo>
                    <a:pt x="28606" y="98679"/>
                  </a:lnTo>
                  <a:lnTo>
                    <a:pt x="37160" y="93821"/>
                  </a:lnTo>
                  <a:lnTo>
                    <a:pt x="37160" y="93821"/>
                  </a:lnTo>
                  <a:cubicBezTo>
                    <a:pt x="40847" y="90678"/>
                    <a:pt x="42710" y="85877"/>
                    <a:pt x="42102" y="81058"/>
                  </a:cubicBezTo>
                  <a:lnTo>
                    <a:pt x="42102" y="42958"/>
                  </a:lnTo>
                  <a:cubicBezTo>
                    <a:pt x="41370" y="29356"/>
                    <a:pt x="34423" y="16850"/>
                    <a:pt x="23284" y="9049"/>
                  </a:cubicBezTo>
                  <a:close/>
                </a:path>
              </a:pathLst>
            </a:custGeom>
            <a:solidFill>
              <a:srgbClr val="8DA01F"/>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58" name="Google Shape;3091;p47">
              <a:extLst>
                <a:ext uri="{FF2B5EF4-FFF2-40B4-BE49-F238E27FC236}">
                  <a16:creationId xmlns:a16="http://schemas.microsoft.com/office/drawing/2014/main" id="{208D7062-79F9-5F67-0CC4-ADDC788951C4}"/>
                </a:ext>
              </a:extLst>
            </p:cNvPr>
            <p:cNvSpPr/>
            <p:nvPr/>
          </p:nvSpPr>
          <p:spPr>
            <a:xfrm>
              <a:off x="5015195" y="2812256"/>
              <a:ext cx="34783" cy="94465"/>
            </a:xfrm>
            <a:custGeom>
              <a:avLst/>
              <a:gdLst/>
              <a:ahLst/>
              <a:cxnLst/>
              <a:rect l="l" t="t" r="r" b="b"/>
              <a:pathLst>
                <a:path w="34783" h="94465" extrusionOk="0">
                  <a:moveTo>
                    <a:pt x="16442" y="91440"/>
                  </a:moveTo>
                  <a:lnTo>
                    <a:pt x="0" y="81915"/>
                  </a:lnTo>
                  <a:lnTo>
                    <a:pt x="0" y="70199"/>
                  </a:lnTo>
                  <a:lnTo>
                    <a:pt x="16442" y="79724"/>
                  </a:lnTo>
                  <a:cubicBezTo>
                    <a:pt x="18818" y="81058"/>
                    <a:pt x="24520" y="84296"/>
                    <a:pt x="24520" y="74676"/>
                  </a:cubicBezTo>
                  <a:lnTo>
                    <a:pt x="24520" y="36576"/>
                  </a:lnTo>
                  <a:cubicBezTo>
                    <a:pt x="23949" y="30013"/>
                    <a:pt x="20462" y="24070"/>
                    <a:pt x="15016" y="20384"/>
                  </a:cubicBezTo>
                  <a:lnTo>
                    <a:pt x="95" y="11716"/>
                  </a:lnTo>
                  <a:lnTo>
                    <a:pt x="95" y="0"/>
                  </a:lnTo>
                  <a:lnTo>
                    <a:pt x="15776" y="9049"/>
                  </a:lnTo>
                  <a:cubicBezTo>
                    <a:pt x="26867" y="16707"/>
                    <a:pt x="33862" y="29013"/>
                    <a:pt x="34784" y="42481"/>
                  </a:cubicBezTo>
                  <a:lnTo>
                    <a:pt x="34784" y="80581"/>
                  </a:lnTo>
                  <a:cubicBezTo>
                    <a:pt x="34594" y="90869"/>
                    <a:pt x="29842" y="99155"/>
                    <a:pt x="16442" y="91440"/>
                  </a:cubicBezTo>
                  <a:close/>
                </a:path>
              </a:pathLst>
            </a:custGeom>
            <a:solidFill>
              <a:srgbClr val="99B52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59" name="Google Shape;3092;p47">
              <a:extLst>
                <a:ext uri="{FF2B5EF4-FFF2-40B4-BE49-F238E27FC236}">
                  <a16:creationId xmlns:a16="http://schemas.microsoft.com/office/drawing/2014/main" id="{47F4BD63-BF61-C2FE-9D87-40501E3B0CD5}"/>
                </a:ext>
              </a:extLst>
            </p:cNvPr>
            <p:cNvSpPr/>
            <p:nvPr/>
          </p:nvSpPr>
          <p:spPr>
            <a:xfrm>
              <a:off x="3439562" y="2994755"/>
              <a:ext cx="147498" cy="85344"/>
            </a:xfrm>
            <a:custGeom>
              <a:avLst/>
              <a:gdLst/>
              <a:ahLst/>
              <a:cxnLst/>
              <a:rect l="l" t="t" r="r" b="b"/>
              <a:pathLst>
                <a:path w="147498" h="85344" extrusionOk="0">
                  <a:moveTo>
                    <a:pt x="147499" y="42672"/>
                  </a:moveTo>
                  <a:cubicBezTo>
                    <a:pt x="147499" y="66239"/>
                    <a:pt x="114480" y="85344"/>
                    <a:pt x="73749" y="85344"/>
                  </a:cubicBezTo>
                  <a:cubicBezTo>
                    <a:pt x="33019" y="85344"/>
                    <a:pt x="0" y="66239"/>
                    <a:pt x="0" y="42672"/>
                  </a:cubicBezTo>
                  <a:cubicBezTo>
                    <a:pt x="0" y="19105"/>
                    <a:pt x="33019" y="0"/>
                    <a:pt x="73749" y="0"/>
                  </a:cubicBezTo>
                  <a:cubicBezTo>
                    <a:pt x="114480" y="0"/>
                    <a:pt x="147499" y="19105"/>
                    <a:pt x="147499" y="42672"/>
                  </a:cubicBezTo>
                  <a:close/>
                </a:path>
              </a:pathLst>
            </a:custGeom>
            <a:solidFill>
              <a:srgbClr val="000000">
                <a:alpha val="200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60" name="Google Shape;3093;p47">
              <a:extLst>
                <a:ext uri="{FF2B5EF4-FFF2-40B4-BE49-F238E27FC236}">
                  <a16:creationId xmlns:a16="http://schemas.microsoft.com/office/drawing/2014/main" id="{6F74BD3F-F5E0-9A66-7AA3-C7A5A6C6AD10}"/>
                </a:ext>
              </a:extLst>
            </p:cNvPr>
            <p:cNvSpPr/>
            <p:nvPr/>
          </p:nvSpPr>
          <p:spPr>
            <a:xfrm>
              <a:off x="3446488" y="2917507"/>
              <a:ext cx="147795" cy="156591"/>
            </a:xfrm>
            <a:custGeom>
              <a:avLst/>
              <a:gdLst/>
              <a:ahLst/>
              <a:cxnLst/>
              <a:rect l="l" t="t" r="r" b="b"/>
              <a:pathLst>
                <a:path w="147795" h="156591" extrusionOk="0">
                  <a:moveTo>
                    <a:pt x="147796" y="113824"/>
                  </a:moveTo>
                  <a:lnTo>
                    <a:pt x="147796" y="0"/>
                  </a:lnTo>
                  <a:lnTo>
                    <a:pt x="582" y="3715"/>
                  </a:lnTo>
                  <a:lnTo>
                    <a:pt x="582" y="108490"/>
                  </a:lnTo>
                  <a:cubicBezTo>
                    <a:pt x="-2174" y="121158"/>
                    <a:pt x="4859" y="134398"/>
                    <a:pt x="21586" y="144018"/>
                  </a:cubicBezTo>
                  <a:cubicBezTo>
                    <a:pt x="54431" y="160782"/>
                    <a:pt x="93282" y="160782"/>
                    <a:pt x="126127" y="144018"/>
                  </a:cubicBezTo>
                  <a:cubicBezTo>
                    <a:pt x="138302" y="138655"/>
                    <a:pt x="146598" y="127092"/>
                    <a:pt x="147796" y="113824"/>
                  </a:cubicBezTo>
                  <a:close/>
                </a:path>
              </a:pathLst>
            </a:custGeom>
            <a:solidFill>
              <a:srgbClr val="F7B03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61" name="Google Shape;3094;p47">
              <a:extLst>
                <a:ext uri="{FF2B5EF4-FFF2-40B4-BE49-F238E27FC236}">
                  <a16:creationId xmlns:a16="http://schemas.microsoft.com/office/drawing/2014/main" id="{B39C311A-2D20-78FF-BA17-655626DC71C4}"/>
                </a:ext>
              </a:extLst>
            </p:cNvPr>
            <p:cNvSpPr/>
            <p:nvPr/>
          </p:nvSpPr>
          <p:spPr>
            <a:xfrm>
              <a:off x="3446785" y="2874835"/>
              <a:ext cx="147498" cy="85344"/>
            </a:xfrm>
            <a:custGeom>
              <a:avLst/>
              <a:gdLst/>
              <a:ahLst/>
              <a:cxnLst/>
              <a:rect l="l" t="t" r="r" b="b"/>
              <a:pathLst>
                <a:path w="147498" h="85344" extrusionOk="0">
                  <a:moveTo>
                    <a:pt x="147499" y="42672"/>
                  </a:moveTo>
                  <a:cubicBezTo>
                    <a:pt x="147499" y="66239"/>
                    <a:pt x="114480" y="85344"/>
                    <a:pt x="73749" y="85344"/>
                  </a:cubicBezTo>
                  <a:cubicBezTo>
                    <a:pt x="33019" y="85344"/>
                    <a:pt x="0" y="66239"/>
                    <a:pt x="0" y="42672"/>
                  </a:cubicBezTo>
                  <a:cubicBezTo>
                    <a:pt x="0" y="19105"/>
                    <a:pt x="33019" y="0"/>
                    <a:pt x="73749" y="0"/>
                  </a:cubicBezTo>
                  <a:cubicBezTo>
                    <a:pt x="114480" y="0"/>
                    <a:pt x="147499" y="19105"/>
                    <a:pt x="147499" y="42672"/>
                  </a:cubicBezTo>
                  <a:close/>
                </a:path>
              </a:pathLst>
            </a:custGeom>
            <a:solidFill>
              <a:srgbClr val="FCC068"/>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62" name="Google Shape;3095;p47">
              <a:extLst>
                <a:ext uri="{FF2B5EF4-FFF2-40B4-BE49-F238E27FC236}">
                  <a16:creationId xmlns:a16="http://schemas.microsoft.com/office/drawing/2014/main" id="{50E8AB06-26B5-D277-1099-18E01B8F1E73}"/>
                </a:ext>
              </a:extLst>
            </p:cNvPr>
            <p:cNvSpPr/>
            <p:nvPr/>
          </p:nvSpPr>
          <p:spPr>
            <a:xfrm>
              <a:off x="3458475" y="2886430"/>
              <a:ext cx="124119" cy="61959"/>
            </a:xfrm>
            <a:custGeom>
              <a:avLst/>
              <a:gdLst/>
              <a:ahLst/>
              <a:cxnLst/>
              <a:rect l="l" t="t" r="r" b="b"/>
              <a:pathLst>
                <a:path w="124119" h="61959" extrusionOk="0">
                  <a:moveTo>
                    <a:pt x="124119" y="31076"/>
                  </a:moveTo>
                  <a:cubicBezTo>
                    <a:pt x="124119" y="38030"/>
                    <a:pt x="118322" y="45269"/>
                    <a:pt x="108343" y="51079"/>
                  </a:cubicBezTo>
                  <a:cubicBezTo>
                    <a:pt x="95523" y="57870"/>
                    <a:pt x="81305" y="61595"/>
                    <a:pt x="66812" y="61938"/>
                  </a:cubicBezTo>
                  <a:lnTo>
                    <a:pt x="62060" y="61938"/>
                  </a:lnTo>
                  <a:cubicBezTo>
                    <a:pt x="45951" y="62280"/>
                    <a:pt x="30032" y="58509"/>
                    <a:pt x="15776" y="50984"/>
                  </a:cubicBezTo>
                  <a:cubicBezTo>
                    <a:pt x="5702" y="45174"/>
                    <a:pt x="0" y="37935"/>
                    <a:pt x="0" y="30981"/>
                  </a:cubicBezTo>
                  <a:cubicBezTo>
                    <a:pt x="0" y="24028"/>
                    <a:pt x="5702" y="16694"/>
                    <a:pt x="15776" y="10884"/>
                  </a:cubicBezTo>
                  <a:cubicBezTo>
                    <a:pt x="30041" y="3397"/>
                    <a:pt x="45960" y="-346"/>
                    <a:pt x="62060" y="25"/>
                  </a:cubicBezTo>
                  <a:lnTo>
                    <a:pt x="66812" y="25"/>
                  </a:lnTo>
                  <a:cubicBezTo>
                    <a:pt x="81305" y="301"/>
                    <a:pt x="95532" y="3987"/>
                    <a:pt x="108343" y="10788"/>
                  </a:cubicBezTo>
                  <a:cubicBezTo>
                    <a:pt x="118322" y="16789"/>
                    <a:pt x="124119" y="24123"/>
                    <a:pt x="124119" y="31076"/>
                  </a:cubicBezTo>
                  <a:close/>
                </a:path>
              </a:pathLst>
            </a:custGeom>
            <a:solidFill>
              <a:srgbClr val="28221C"/>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63" name="Google Shape;3096;p47">
              <a:extLst>
                <a:ext uri="{FF2B5EF4-FFF2-40B4-BE49-F238E27FC236}">
                  <a16:creationId xmlns:a16="http://schemas.microsoft.com/office/drawing/2014/main" id="{42BE5D66-199B-A897-1056-7AACF2BE4880}"/>
                </a:ext>
              </a:extLst>
            </p:cNvPr>
            <p:cNvSpPr/>
            <p:nvPr/>
          </p:nvSpPr>
          <p:spPr>
            <a:xfrm>
              <a:off x="3467883" y="2886601"/>
              <a:ext cx="114710" cy="61717"/>
            </a:xfrm>
            <a:custGeom>
              <a:avLst/>
              <a:gdLst/>
              <a:ahLst/>
              <a:cxnLst/>
              <a:rect l="l" t="t" r="r" b="b"/>
              <a:pathLst>
                <a:path w="114710" h="61717" extrusionOk="0">
                  <a:moveTo>
                    <a:pt x="114711" y="30906"/>
                  </a:moveTo>
                  <a:cubicBezTo>
                    <a:pt x="114711" y="37859"/>
                    <a:pt x="108913" y="45099"/>
                    <a:pt x="98934" y="50909"/>
                  </a:cubicBezTo>
                  <a:cubicBezTo>
                    <a:pt x="73084" y="65320"/>
                    <a:pt x="41626" y="65320"/>
                    <a:pt x="15776" y="50909"/>
                  </a:cubicBezTo>
                  <a:cubicBezTo>
                    <a:pt x="6272" y="45099"/>
                    <a:pt x="0" y="37859"/>
                    <a:pt x="0" y="30906"/>
                  </a:cubicBezTo>
                  <a:cubicBezTo>
                    <a:pt x="0" y="23953"/>
                    <a:pt x="5797" y="16619"/>
                    <a:pt x="15776" y="10808"/>
                  </a:cubicBezTo>
                  <a:cubicBezTo>
                    <a:pt x="41626" y="-3603"/>
                    <a:pt x="73084" y="-3603"/>
                    <a:pt x="98934" y="10808"/>
                  </a:cubicBezTo>
                  <a:cubicBezTo>
                    <a:pt x="108913" y="16619"/>
                    <a:pt x="114711" y="23953"/>
                    <a:pt x="114711" y="30906"/>
                  </a:cubicBezTo>
                  <a:close/>
                </a:path>
              </a:pathLst>
            </a:custGeom>
            <a:solidFill>
              <a:srgbClr val="FFFFFF">
                <a:alpha val="6669"/>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64" name="Google Shape;3097;p47">
              <a:extLst>
                <a:ext uri="{FF2B5EF4-FFF2-40B4-BE49-F238E27FC236}">
                  <a16:creationId xmlns:a16="http://schemas.microsoft.com/office/drawing/2014/main" id="{AE82C8C4-F9D9-EF4A-4EF9-8118392106C1}"/>
                </a:ext>
              </a:extLst>
            </p:cNvPr>
            <p:cNvSpPr/>
            <p:nvPr/>
          </p:nvSpPr>
          <p:spPr>
            <a:xfrm>
              <a:off x="3559880" y="2961132"/>
              <a:ext cx="42223" cy="98678"/>
            </a:xfrm>
            <a:custGeom>
              <a:avLst/>
              <a:gdLst/>
              <a:ahLst/>
              <a:cxnLst/>
              <a:rect l="l" t="t" r="r" b="b"/>
              <a:pathLst>
                <a:path w="42223" h="98678" extrusionOk="0">
                  <a:moveTo>
                    <a:pt x="23569" y="9049"/>
                  </a:moveTo>
                  <a:lnTo>
                    <a:pt x="7983" y="0"/>
                  </a:lnTo>
                  <a:lnTo>
                    <a:pt x="285" y="4381"/>
                  </a:lnTo>
                  <a:lnTo>
                    <a:pt x="7983" y="8858"/>
                  </a:lnTo>
                  <a:lnTo>
                    <a:pt x="7983" y="11716"/>
                  </a:lnTo>
                  <a:lnTo>
                    <a:pt x="22619" y="20193"/>
                  </a:lnTo>
                  <a:lnTo>
                    <a:pt x="22144" y="22955"/>
                  </a:lnTo>
                  <a:cubicBezTo>
                    <a:pt x="25689" y="27984"/>
                    <a:pt x="28873" y="33271"/>
                    <a:pt x="31648" y="38767"/>
                  </a:cubicBezTo>
                  <a:lnTo>
                    <a:pt x="32123" y="38290"/>
                  </a:lnTo>
                  <a:lnTo>
                    <a:pt x="32123" y="74962"/>
                  </a:lnTo>
                  <a:cubicBezTo>
                    <a:pt x="32123" y="84487"/>
                    <a:pt x="26516" y="81344"/>
                    <a:pt x="24140" y="79915"/>
                  </a:cubicBezTo>
                  <a:lnTo>
                    <a:pt x="7698" y="70390"/>
                  </a:lnTo>
                  <a:lnTo>
                    <a:pt x="0" y="74771"/>
                  </a:lnTo>
                  <a:lnTo>
                    <a:pt x="7698" y="79248"/>
                  </a:lnTo>
                  <a:lnTo>
                    <a:pt x="7698" y="82105"/>
                  </a:lnTo>
                  <a:lnTo>
                    <a:pt x="24140" y="91630"/>
                  </a:lnTo>
                  <a:cubicBezTo>
                    <a:pt x="25812" y="92631"/>
                    <a:pt x="27599" y="93431"/>
                    <a:pt x="29462" y="94012"/>
                  </a:cubicBezTo>
                  <a:lnTo>
                    <a:pt x="28511" y="98679"/>
                  </a:lnTo>
                  <a:lnTo>
                    <a:pt x="37065" y="93821"/>
                  </a:lnTo>
                  <a:lnTo>
                    <a:pt x="37065" y="93821"/>
                  </a:lnTo>
                  <a:cubicBezTo>
                    <a:pt x="40838" y="90687"/>
                    <a:pt x="42739" y="85830"/>
                    <a:pt x="42102" y="80963"/>
                  </a:cubicBezTo>
                  <a:lnTo>
                    <a:pt x="42102" y="42863"/>
                  </a:lnTo>
                  <a:cubicBezTo>
                    <a:pt x="41408" y="29346"/>
                    <a:pt x="34575" y="16888"/>
                    <a:pt x="23569" y="9049"/>
                  </a:cubicBezTo>
                  <a:close/>
                </a:path>
              </a:pathLst>
            </a:custGeom>
            <a:solidFill>
              <a:srgbClr val="C9883A"/>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65" name="Google Shape;3098;p47">
              <a:extLst>
                <a:ext uri="{FF2B5EF4-FFF2-40B4-BE49-F238E27FC236}">
                  <a16:creationId xmlns:a16="http://schemas.microsoft.com/office/drawing/2014/main" id="{FCF2A495-C113-13C6-1B0B-E6987FBB4128}"/>
                </a:ext>
              </a:extLst>
            </p:cNvPr>
            <p:cNvSpPr/>
            <p:nvPr/>
          </p:nvSpPr>
          <p:spPr>
            <a:xfrm>
              <a:off x="3560165" y="2965989"/>
              <a:ext cx="34688" cy="94398"/>
            </a:xfrm>
            <a:custGeom>
              <a:avLst/>
              <a:gdLst/>
              <a:ahLst/>
              <a:cxnLst/>
              <a:rect l="l" t="t" r="r" b="b"/>
              <a:pathLst>
                <a:path w="34688" h="94398" extrusionOk="0">
                  <a:moveTo>
                    <a:pt x="16537" y="91535"/>
                  </a:moveTo>
                  <a:lnTo>
                    <a:pt x="0" y="82010"/>
                  </a:lnTo>
                  <a:lnTo>
                    <a:pt x="0" y="70199"/>
                  </a:lnTo>
                  <a:lnTo>
                    <a:pt x="16537" y="79724"/>
                  </a:lnTo>
                  <a:cubicBezTo>
                    <a:pt x="18913" y="81153"/>
                    <a:pt x="24520" y="84391"/>
                    <a:pt x="24520" y="74771"/>
                  </a:cubicBezTo>
                  <a:lnTo>
                    <a:pt x="24520" y="36671"/>
                  </a:lnTo>
                  <a:cubicBezTo>
                    <a:pt x="23874" y="30108"/>
                    <a:pt x="20405" y="24165"/>
                    <a:pt x="15016" y="20383"/>
                  </a:cubicBezTo>
                  <a:lnTo>
                    <a:pt x="0" y="11811"/>
                  </a:lnTo>
                  <a:lnTo>
                    <a:pt x="0" y="0"/>
                  </a:lnTo>
                  <a:lnTo>
                    <a:pt x="15681" y="9525"/>
                  </a:lnTo>
                  <a:cubicBezTo>
                    <a:pt x="26782" y="17173"/>
                    <a:pt x="33776" y="29489"/>
                    <a:pt x="34689" y="42958"/>
                  </a:cubicBezTo>
                  <a:lnTo>
                    <a:pt x="34689" y="81058"/>
                  </a:lnTo>
                  <a:cubicBezTo>
                    <a:pt x="34689" y="90678"/>
                    <a:pt x="29937" y="98965"/>
                    <a:pt x="16537" y="91535"/>
                  </a:cubicBezTo>
                  <a:close/>
                </a:path>
              </a:pathLst>
            </a:custGeom>
            <a:solidFill>
              <a:srgbClr val="E09C3B"/>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66" name="Google Shape;3099;p47">
              <a:extLst>
                <a:ext uri="{FF2B5EF4-FFF2-40B4-BE49-F238E27FC236}">
                  <a16:creationId xmlns:a16="http://schemas.microsoft.com/office/drawing/2014/main" id="{37A196A3-548A-3EAE-1C50-E7F919618814}"/>
                </a:ext>
              </a:extLst>
            </p:cNvPr>
            <p:cNvSpPr/>
            <p:nvPr/>
          </p:nvSpPr>
          <p:spPr>
            <a:xfrm>
              <a:off x="5618400" y="4515040"/>
              <a:ext cx="756691" cy="437959"/>
            </a:xfrm>
            <a:custGeom>
              <a:avLst/>
              <a:gdLst/>
              <a:ahLst/>
              <a:cxnLst/>
              <a:rect l="l" t="t" r="r" b="b"/>
              <a:pathLst>
                <a:path w="756691" h="437959" extrusionOk="0">
                  <a:moveTo>
                    <a:pt x="756691" y="218980"/>
                  </a:moveTo>
                  <a:cubicBezTo>
                    <a:pt x="756691" y="339919"/>
                    <a:pt x="587300" y="437960"/>
                    <a:pt x="378346" y="437960"/>
                  </a:cubicBezTo>
                  <a:cubicBezTo>
                    <a:pt x="169391" y="437960"/>
                    <a:pt x="0" y="339919"/>
                    <a:pt x="0" y="218980"/>
                  </a:cubicBezTo>
                  <a:cubicBezTo>
                    <a:pt x="0" y="98041"/>
                    <a:pt x="169391" y="0"/>
                    <a:pt x="378346" y="0"/>
                  </a:cubicBezTo>
                  <a:cubicBezTo>
                    <a:pt x="587300" y="0"/>
                    <a:pt x="756691" y="98041"/>
                    <a:pt x="756691" y="218980"/>
                  </a:cubicBezTo>
                  <a:close/>
                </a:path>
              </a:pathLst>
            </a:custGeom>
            <a:solidFill>
              <a:srgbClr val="D6D8E5">
                <a:alpha val="400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67" name="Google Shape;3100;p47">
              <a:extLst>
                <a:ext uri="{FF2B5EF4-FFF2-40B4-BE49-F238E27FC236}">
                  <a16:creationId xmlns:a16="http://schemas.microsoft.com/office/drawing/2014/main" id="{FDE0F6A7-B4DA-2931-403B-08D4153E208F}"/>
                </a:ext>
              </a:extLst>
            </p:cNvPr>
            <p:cNvSpPr/>
            <p:nvPr/>
          </p:nvSpPr>
          <p:spPr>
            <a:xfrm>
              <a:off x="6158405" y="3069812"/>
              <a:ext cx="186021" cy="406050"/>
            </a:xfrm>
            <a:custGeom>
              <a:avLst/>
              <a:gdLst/>
              <a:ahLst/>
              <a:cxnLst/>
              <a:rect l="l" t="t" r="r" b="b"/>
              <a:pathLst>
                <a:path w="186021" h="406050" extrusionOk="0">
                  <a:moveTo>
                    <a:pt x="145028" y="0"/>
                  </a:moveTo>
                  <a:cubicBezTo>
                    <a:pt x="149304" y="38100"/>
                    <a:pt x="194352" y="200882"/>
                    <a:pt x="184659" y="256699"/>
                  </a:cubicBezTo>
                  <a:cubicBezTo>
                    <a:pt x="174965" y="312515"/>
                    <a:pt x="21288" y="406051"/>
                    <a:pt x="21288" y="406051"/>
                  </a:cubicBezTo>
                  <a:lnTo>
                    <a:pt x="0" y="310801"/>
                  </a:lnTo>
                  <a:lnTo>
                    <a:pt x="85534" y="227171"/>
                  </a:lnTo>
                  <a:lnTo>
                    <a:pt x="61965" y="68389"/>
                  </a:lnTo>
                  <a:close/>
                </a:path>
              </a:pathLst>
            </a:custGeom>
            <a:solidFill>
              <a:srgbClr val="9C6448"/>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68" name="Google Shape;3101;p47">
              <a:extLst>
                <a:ext uri="{FF2B5EF4-FFF2-40B4-BE49-F238E27FC236}">
                  <a16:creationId xmlns:a16="http://schemas.microsoft.com/office/drawing/2014/main" id="{81CE3F14-164C-98EB-EB40-4E6CFB3309D2}"/>
                </a:ext>
              </a:extLst>
            </p:cNvPr>
            <p:cNvSpPr/>
            <p:nvPr/>
          </p:nvSpPr>
          <p:spPr>
            <a:xfrm>
              <a:off x="6184541" y="2902850"/>
              <a:ext cx="133813" cy="257894"/>
            </a:xfrm>
            <a:custGeom>
              <a:avLst/>
              <a:gdLst/>
              <a:ahLst/>
              <a:cxnLst/>
              <a:rect l="l" t="t" r="r" b="b"/>
              <a:pathLst>
                <a:path w="133813" h="257894" extrusionOk="0">
                  <a:moveTo>
                    <a:pt x="0" y="6275"/>
                  </a:moveTo>
                  <a:cubicBezTo>
                    <a:pt x="30935" y="-8136"/>
                    <a:pt x="67743" y="3008"/>
                    <a:pt x="85534" y="32183"/>
                  </a:cubicBezTo>
                  <a:cubicBezTo>
                    <a:pt x="108153" y="69712"/>
                    <a:pt x="131627" y="198490"/>
                    <a:pt x="133813" y="220492"/>
                  </a:cubicBezTo>
                  <a:cubicBezTo>
                    <a:pt x="133813" y="220492"/>
                    <a:pt x="102071" y="264403"/>
                    <a:pt x="54457" y="257068"/>
                  </a:cubicBezTo>
                  <a:close/>
                </a:path>
              </a:pathLst>
            </a:custGeom>
            <a:solidFill>
              <a:srgbClr val="EDEDE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69" name="Google Shape;3102;p47">
              <a:extLst>
                <a:ext uri="{FF2B5EF4-FFF2-40B4-BE49-F238E27FC236}">
                  <a16:creationId xmlns:a16="http://schemas.microsoft.com/office/drawing/2014/main" id="{4E5E7E5C-4754-38A0-53A9-B1D2AAA2AC2F}"/>
                </a:ext>
              </a:extLst>
            </p:cNvPr>
            <p:cNvSpPr/>
            <p:nvPr/>
          </p:nvSpPr>
          <p:spPr>
            <a:xfrm>
              <a:off x="5735029" y="4688404"/>
              <a:ext cx="288490" cy="162715"/>
            </a:xfrm>
            <a:custGeom>
              <a:avLst/>
              <a:gdLst/>
              <a:ahLst/>
              <a:cxnLst/>
              <a:rect l="l" t="t" r="r" b="b"/>
              <a:pathLst>
                <a:path w="288490" h="162715" extrusionOk="0">
                  <a:moveTo>
                    <a:pt x="273882" y="39044"/>
                  </a:moveTo>
                  <a:cubicBezTo>
                    <a:pt x="240419" y="48340"/>
                    <a:pt x="204647" y="43997"/>
                    <a:pt x="174377" y="26947"/>
                  </a:cubicBezTo>
                  <a:cubicBezTo>
                    <a:pt x="150428" y="27709"/>
                    <a:pt x="20321" y="-28108"/>
                    <a:pt x="2644" y="18756"/>
                  </a:cubicBezTo>
                  <a:cubicBezTo>
                    <a:pt x="-12847" y="59808"/>
                    <a:pt x="43510" y="97813"/>
                    <a:pt x="73637" y="105147"/>
                  </a:cubicBezTo>
                  <a:cubicBezTo>
                    <a:pt x="139308" y="121054"/>
                    <a:pt x="187683" y="153915"/>
                    <a:pt x="214293" y="159440"/>
                  </a:cubicBezTo>
                  <a:cubicBezTo>
                    <a:pt x="233966" y="163631"/>
                    <a:pt x="259436" y="166393"/>
                    <a:pt x="275118" y="150867"/>
                  </a:cubicBezTo>
                  <a:cubicBezTo>
                    <a:pt x="293935" y="132293"/>
                    <a:pt x="292319" y="63523"/>
                    <a:pt x="273882" y="39044"/>
                  </a:cubicBezTo>
                  <a:close/>
                </a:path>
              </a:pathLst>
            </a:custGeom>
            <a:solidFill>
              <a:srgbClr val="3822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70" name="Google Shape;3103;p47">
              <a:extLst>
                <a:ext uri="{FF2B5EF4-FFF2-40B4-BE49-F238E27FC236}">
                  <a16:creationId xmlns:a16="http://schemas.microsoft.com/office/drawing/2014/main" id="{3B196832-A3E1-13A8-9297-9648D0D70584}"/>
                </a:ext>
              </a:extLst>
            </p:cNvPr>
            <p:cNvSpPr/>
            <p:nvPr/>
          </p:nvSpPr>
          <p:spPr>
            <a:xfrm>
              <a:off x="5735111" y="4715446"/>
              <a:ext cx="283683" cy="135768"/>
            </a:xfrm>
            <a:custGeom>
              <a:avLst/>
              <a:gdLst/>
              <a:ahLst/>
              <a:cxnLst/>
              <a:rect l="l" t="t" r="r" b="b"/>
              <a:pathLst>
                <a:path w="283683" h="135768" extrusionOk="0">
                  <a:moveTo>
                    <a:pt x="214211" y="121063"/>
                  </a:moveTo>
                  <a:cubicBezTo>
                    <a:pt x="187885" y="115538"/>
                    <a:pt x="139226" y="82963"/>
                    <a:pt x="73555" y="66675"/>
                  </a:cubicBezTo>
                  <a:cubicBezTo>
                    <a:pt x="48275" y="60579"/>
                    <a:pt x="4843" y="32861"/>
                    <a:pt x="471" y="0"/>
                  </a:cubicBezTo>
                  <a:cubicBezTo>
                    <a:pt x="-5422" y="38100"/>
                    <a:pt x="45424" y="71342"/>
                    <a:pt x="73555" y="78200"/>
                  </a:cubicBezTo>
                  <a:cubicBezTo>
                    <a:pt x="139226" y="94107"/>
                    <a:pt x="187600" y="126968"/>
                    <a:pt x="214211" y="132493"/>
                  </a:cubicBezTo>
                  <a:cubicBezTo>
                    <a:pt x="233884" y="136684"/>
                    <a:pt x="259354" y="139446"/>
                    <a:pt x="275035" y="123920"/>
                  </a:cubicBezTo>
                  <a:cubicBezTo>
                    <a:pt x="279074" y="119415"/>
                    <a:pt x="282040" y="114033"/>
                    <a:pt x="283684" y="108204"/>
                  </a:cubicBezTo>
                  <a:cubicBezTo>
                    <a:pt x="263859" y="123254"/>
                    <a:pt x="238094" y="128026"/>
                    <a:pt x="214211" y="121063"/>
                  </a:cubicBezTo>
                  <a:close/>
                </a:path>
              </a:pathLst>
            </a:custGeom>
            <a:solidFill>
              <a:srgbClr val="757B8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71" name="Google Shape;3104;p47">
              <a:extLst>
                <a:ext uri="{FF2B5EF4-FFF2-40B4-BE49-F238E27FC236}">
                  <a16:creationId xmlns:a16="http://schemas.microsoft.com/office/drawing/2014/main" id="{8B8A8F0B-535E-D298-D184-2EE2ACECFA85}"/>
                </a:ext>
              </a:extLst>
            </p:cNvPr>
            <p:cNvSpPr/>
            <p:nvPr/>
          </p:nvSpPr>
          <p:spPr>
            <a:xfrm>
              <a:off x="5946488" y="4593442"/>
              <a:ext cx="288134" cy="162731"/>
            </a:xfrm>
            <a:custGeom>
              <a:avLst/>
              <a:gdLst/>
              <a:ahLst/>
              <a:cxnLst/>
              <a:rect l="l" t="t" r="r" b="b"/>
              <a:pathLst>
                <a:path w="288134" h="162731" extrusionOk="0">
                  <a:moveTo>
                    <a:pt x="273882" y="39041"/>
                  </a:moveTo>
                  <a:cubicBezTo>
                    <a:pt x="240429" y="48319"/>
                    <a:pt x="204675" y="44004"/>
                    <a:pt x="174377" y="27040"/>
                  </a:cubicBezTo>
                  <a:cubicBezTo>
                    <a:pt x="150428" y="27707"/>
                    <a:pt x="20321" y="-28110"/>
                    <a:pt x="2644" y="18753"/>
                  </a:cubicBezTo>
                  <a:cubicBezTo>
                    <a:pt x="-12847" y="59806"/>
                    <a:pt x="43510" y="97810"/>
                    <a:pt x="73637" y="105145"/>
                  </a:cubicBezTo>
                  <a:cubicBezTo>
                    <a:pt x="139308" y="121051"/>
                    <a:pt x="187683" y="153913"/>
                    <a:pt x="214293" y="159533"/>
                  </a:cubicBezTo>
                  <a:cubicBezTo>
                    <a:pt x="234061" y="163628"/>
                    <a:pt x="259436" y="166391"/>
                    <a:pt x="275118" y="150865"/>
                  </a:cubicBezTo>
                  <a:cubicBezTo>
                    <a:pt x="293460" y="132291"/>
                    <a:pt x="291844" y="63521"/>
                    <a:pt x="273882" y="39041"/>
                  </a:cubicBezTo>
                  <a:close/>
                </a:path>
              </a:pathLst>
            </a:custGeom>
            <a:solidFill>
              <a:srgbClr val="3822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72" name="Google Shape;3105;p47">
              <a:extLst>
                <a:ext uri="{FF2B5EF4-FFF2-40B4-BE49-F238E27FC236}">
                  <a16:creationId xmlns:a16="http://schemas.microsoft.com/office/drawing/2014/main" id="{00861726-26B8-EBD0-2029-D953B6ADB7C9}"/>
                </a:ext>
              </a:extLst>
            </p:cNvPr>
            <p:cNvSpPr/>
            <p:nvPr/>
          </p:nvSpPr>
          <p:spPr>
            <a:xfrm>
              <a:off x="5946095" y="4620482"/>
              <a:ext cx="283683" cy="135691"/>
            </a:xfrm>
            <a:custGeom>
              <a:avLst/>
              <a:gdLst/>
              <a:ahLst/>
              <a:cxnLst/>
              <a:rect l="l" t="t" r="r" b="b"/>
              <a:pathLst>
                <a:path w="283683" h="135691" extrusionOk="0">
                  <a:moveTo>
                    <a:pt x="214211" y="121063"/>
                  </a:moveTo>
                  <a:cubicBezTo>
                    <a:pt x="187885" y="115538"/>
                    <a:pt x="139226" y="82963"/>
                    <a:pt x="73555" y="66675"/>
                  </a:cubicBezTo>
                  <a:cubicBezTo>
                    <a:pt x="48275" y="60579"/>
                    <a:pt x="4842" y="32956"/>
                    <a:pt x="471" y="0"/>
                  </a:cubicBezTo>
                  <a:cubicBezTo>
                    <a:pt x="-5422" y="38100"/>
                    <a:pt x="45424" y="71247"/>
                    <a:pt x="73555" y="78105"/>
                  </a:cubicBezTo>
                  <a:cubicBezTo>
                    <a:pt x="139226" y="94012"/>
                    <a:pt x="187600" y="126873"/>
                    <a:pt x="214211" y="132493"/>
                  </a:cubicBezTo>
                  <a:cubicBezTo>
                    <a:pt x="233979" y="136588"/>
                    <a:pt x="259354" y="139351"/>
                    <a:pt x="275035" y="123825"/>
                  </a:cubicBezTo>
                  <a:cubicBezTo>
                    <a:pt x="279074" y="119320"/>
                    <a:pt x="282039" y="113938"/>
                    <a:pt x="283683" y="108109"/>
                  </a:cubicBezTo>
                  <a:cubicBezTo>
                    <a:pt x="263868" y="123187"/>
                    <a:pt x="238113" y="127997"/>
                    <a:pt x="214211" y="121063"/>
                  </a:cubicBezTo>
                  <a:close/>
                </a:path>
              </a:pathLst>
            </a:custGeom>
            <a:solidFill>
              <a:srgbClr val="757B8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73" name="Google Shape;3106;p47">
              <a:extLst>
                <a:ext uri="{FF2B5EF4-FFF2-40B4-BE49-F238E27FC236}">
                  <a16:creationId xmlns:a16="http://schemas.microsoft.com/office/drawing/2014/main" id="{0724BFAE-FC72-834E-7362-87F0F919EC4A}"/>
                </a:ext>
              </a:extLst>
            </p:cNvPr>
            <p:cNvSpPr/>
            <p:nvPr/>
          </p:nvSpPr>
          <p:spPr>
            <a:xfrm>
              <a:off x="5812467" y="3540156"/>
              <a:ext cx="422006" cy="1193603"/>
            </a:xfrm>
            <a:custGeom>
              <a:avLst/>
              <a:gdLst/>
              <a:ahLst/>
              <a:cxnLst/>
              <a:rect l="l" t="t" r="r" b="b"/>
              <a:pathLst>
                <a:path w="422006" h="1193603" extrusionOk="0">
                  <a:moveTo>
                    <a:pt x="409993" y="738092"/>
                  </a:moveTo>
                  <a:cubicBezTo>
                    <a:pt x="404434" y="689638"/>
                    <a:pt x="394379" y="641804"/>
                    <a:pt x="379961" y="595217"/>
                  </a:cubicBezTo>
                  <a:cubicBezTo>
                    <a:pt x="379961" y="595217"/>
                    <a:pt x="388990" y="471964"/>
                    <a:pt x="393457" y="355092"/>
                  </a:cubicBezTo>
                  <a:cubicBezTo>
                    <a:pt x="398589" y="222504"/>
                    <a:pt x="444397" y="105823"/>
                    <a:pt x="408188" y="0"/>
                  </a:cubicBezTo>
                  <a:lnTo>
                    <a:pt x="0" y="90964"/>
                  </a:lnTo>
                  <a:cubicBezTo>
                    <a:pt x="0" y="90964"/>
                    <a:pt x="24710" y="619601"/>
                    <a:pt x="30222" y="683609"/>
                  </a:cubicBezTo>
                  <a:cubicBezTo>
                    <a:pt x="33216" y="733349"/>
                    <a:pt x="39308" y="782841"/>
                    <a:pt x="48469" y="831818"/>
                  </a:cubicBezTo>
                  <a:cubicBezTo>
                    <a:pt x="67477" y="934402"/>
                    <a:pt x="97414" y="1178528"/>
                    <a:pt x="97414" y="1178528"/>
                  </a:cubicBezTo>
                  <a:cubicBezTo>
                    <a:pt x="140561" y="1203674"/>
                    <a:pt x="197204" y="1189768"/>
                    <a:pt x="197204" y="1189768"/>
                  </a:cubicBezTo>
                  <a:cubicBezTo>
                    <a:pt x="197204" y="1189768"/>
                    <a:pt x="194163" y="881063"/>
                    <a:pt x="191311" y="807148"/>
                  </a:cubicBezTo>
                  <a:cubicBezTo>
                    <a:pt x="187985" y="716851"/>
                    <a:pt x="185229" y="723709"/>
                    <a:pt x="185229" y="723709"/>
                  </a:cubicBezTo>
                  <a:lnTo>
                    <a:pt x="198819" y="499110"/>
                  </a:lnTo>
                  <a:lnTo>
                    <a:pt x="207658" y="387286"/>
                  </a:lnTo>
                  <a:cubicBezTo>
                    <a:pt x="207658" y="387286"/>
                    <a:pt x="218967" y="469392"/>
                    <a:pt x="226665" y="542734"/>
                  </a:cubicBezTo>
                  <a:cubicBezTo>
                    <a:pt x="233033" y="606647"/>
                    <a:pt x="248429" y="664464"/>
                    <a:pt x="265631" y="783526"/>
                  </a:cubicBezTo>
                  <a:cubicBezTo>
                    <a:pt x="280552" y="886777"/>
                    <a:pt x="304787" y="1094232"/>
                    <a:pt x="304787" y="1094232"/>
                  </a:cubicBezTo>
                  <a:cubicBezTo>
                    <a:pt x="347934" y="1119473"/>
                    <a:pt x="406572" y="1098518"/>
                    <a:pt x="406572" y="1098518"/>
                  </a:cubicBezTo>
                  <a:cubicBezTo>
                    <a:pt x="406572" y="1098518"/>
                    <a:pt x="421683" y="827627"/>
                    <a:pt x="409993" y="738092"/>
                  </a:cubicBezTo>
                  <a:close/>
                </a:path>
              </a:pathLst>
            </a:custGeom>
            <a:solidFill>
              <a:schemeClr val="accent1"/>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74" name="Google Shape;3107;p47">
              <a:extLst>
                <a:ext uri="{FF2B5EF4-FFF2-40B4-BE49-F238E27FC236}">
                  <a16:creationId xmlns:a16="http://schemas.microsoft.com/office/drawing/2014/main" id="{C07721CB-3A9D-DA23-7F9A-C623D746A5BF}"/>
                </a:ext>
              </a:extLst>
            </p:cNvPr>
            <p:cNvSpPr/>
            <p:nvPr/>
          </p:nvSpPr>
          <p:spPr>
            <a:xfrm>
              <a:off x="5874419" y="2560474"/>
              <a:ext cx="305952" cy="491697"/>
            </a:xfrm>
            <a:custGeom>
              <a:avLst/>
              <a:gdLst/>
              <a:ahLst/>
              <a:cxnLst/>
              <a:rect l="l" t="t" r="r" b="b"/>
              <a:pathLst>
                <a:path w="305952" h="491697" extrusionOk="0">
                  <a:moveTo>
                    <a:pt x="288928" y="350842"/>
                  </a:moveTo>
                  <a:cubicBezTo>
                    <a:pt x="257851" y="352366"/>
                    <a:pt x="234756" y="360367"/>
                    <a:pt x="230860" y="350842"/>
                  </a:cubicBezTo>
                  <a:cubicBezTo>
                    <a:pt x="227496" y="334783"/>
                    <a:pt x="225120" y="318523"/>
                    <a:pt x="223732" y="302169"/>
                  </a:cubicBezTo>
                  <a:cubicBezTo>
                    <a:pt x="227343" y="293120"/>
                    <a:pt x="230385" y="283119"/>
                    <a:pt x="230385" y="283119"/>
                  </a:cubicBezTo>
                  <a:cubicBezTo>
                    <a:pt x="269445" y="259021"/>
                    <a:pt x="281800" y="216444"/>
                    <a:pt x="286932" y="167486"/>
                  </a:cubicBezTo>
                  <a:cubicBezTo>
                    <a:pt x="295676" y="83285"/>
                    <a:pt x="250248" y="9656"/>
                    <a:pt x="166329" y="798"/>
                  </a:cubicBezTo>
                  <a:cubicBezTo>
                    <a:pt x="87353" y="-7393"/>
                    <a:pt x="29285" y="48423"/>
                    <a:pt x="13793" y="124623"/>
                  </a:cubicBezTo>
                  <a:cubicBezTo>
                    <a:pt x="5430" y="162723"/>
                    <a:pt x="-11201" y="233589"/>
                    <a:pt x="11323" y="296073"/>
                  </a:cubicBezTo>
                  <a:cubicBezTo>
                    <a:pt x="23867" y="330744"/>
                    <a:pt x="39834" y="358271"/>
                    <a:pt x="56180" y="363605"/>
                  </a:cubicBezTo>
                  <a:cubicBezTo>
                    <a:pt x="71833" y="363205"/>
                    <a:pt x="87448" y="361834"/>
                    <a:pt x="102939" y="359510"/>
                  </a:cubicBezTo>
                  <a:lnTo>
                    <a:pt x="102939" y="359510"/>
                  </a:lnTo>
                  <a:cubicBezTo>
                    <a:pt x="102939" y="359510"/>
                    <a:pt x="107121" y="382941"/>
                    <a:pt x="110067" y="397610"/>
                  </a:cubicBezTo>
                  <a:cubicBezTo>
                    <a:pt x="113013" y="412278"/>
                    <a:pt x="111777" y="420565"/>
                    <a:pt x="82031" y="438948"/>
                  </a:cubicBezTo>
                  <a:cubicBezTo>
                    <a:pt x="52284" y="457331"/>
                    <a:pt x="127079" y="495241"/>
                    <a:pt x="176023" y="491431"/>
                  </a:cubicBezTo>
                  <a:cubicBezTo>
                    <a:pt x="224968" y="487621"/>
                    <a:pt x="279424" y="458951"/>
                    <a:pt x="294440" y="426851"/>
                  </a:cubicBezTo>
                  <a:cubicBezTo>
                    <a:pt x="311262" y="391514"/>
                    <a:pt x="309837" y="349794"/>
                    <a:pt x="288928" y="350842"/>
                  </a:cubicBezTo>
                  <a:close/>
                </a:path>
              </a:pathLst>
            </a:custGeom>
            <a:solidFill>
              <a:srgbClr val="9C6448"/>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75" name="Google Shape;3108;p47">
              <a:extLst>
                <a:ext uri="{FF2B5EF4-FFF2-40B4-BE49-F238E27FC236}">
                  <a16:creationId xmlns:a16="http://schemas.microsoft.com/office/drawing/2014/main" id="{39FD7FFB-B12F-F65B-D7F9-22333F7FA79C}"/>
                </a:ext>
              </a:extLst>
            </p:cNvPr>
            <p:cNvSpPr/>
            <p:nvPr/>
          </p:nvSpPr>
          <p:spPr>
            <a:xfrm>
              <a:off x="5809360" y="2908700"/>
              <a:ext cx="471048" cy="781597"/>
            </a:xfrm>
            <a:custGeom>
              <a:avLst/>
              <a:gdLst/>
              <a:ahLst/>
              <a:cxnLst/>
              <a:rect l="l" t="t" r="r" b="b"/>
              <a:pathLst>
                <a:path w="471048" h="781597" extrusionOk="0">
                  <a:moveTo>
                    <a:pt x="308559" y="7283"/>
                  </a:moveTo>
                  <a:cubicBezTo>
                    <a:pt x="317113" y="28715"/>
                    <a:pt x="295254" y="54908"/>
                    <a:pt x="236901" y="73482"/>
                  </a:cubicBezTo>
                  <a:cubicBezTo>
                    <a:pt x="178547" y="92056"/>
                    <a:pt x="173225" y="68243"/>
                    <a:pt x="173225" y="68243"/>
                  </a:cubicBezTo>
                  <a:cubicBezTo>
                    <a:pt x="173225" y="68243"/>
                    <a:pt x="87691" y="107296"/>
                    <a:pt x="59750" y="126822"/>
                  </a:cubicBezTo>
                  <a:cubicBezTo>
                    <a:pt x="24776" y="151396"/>
                    <a:pt x="9190" y="222072"/>
                    <a:pt x="4438" y="342373"/>
                  </a:cubicBezTo>
                  <a:cubicBezTo>
                    <a:pt x="-979" y="481152"/>
                    <a:pt x="-1454" y="686987"/>
                    <a:pt x="3107" y="722516"/>
                  </a:cubicBezTo>
                  <a:cubicBezTo>
                    <a:pt x="3107" y="722516"/>
                    <a:pt x="68589" y="787952"/>
                    <a:pt x="152412" y="781094"/>
                  </a:cubicBezTo>
                  <a:cubicBezTo>
                    <a:pt x="236235" y="774236"/>
                    <a:pt x="377272" y="699846"/>
                    <a:pt x="411485" y="642410"/>
                  </a:cubicBezTo>
                  <a:cubicBezTo>
                    <a:pt x="410535" y="520776"/>
                    <a:pt x="396279" y="500964"/>
                    <a:pt x="415952" y="430860"/>
                  </a:cubicBezTo>
                  <a:cubicBezTo>
                    <a:pt x="461000" y="270364"/>
                    <a:pt x="484664" y="204641"/>
                    <a:pt x="462806" y="97961"/>
                  </a:cubicBezTo>
                  <a:cubicBezTo>
                    <a:pt x="444748" y="10045"/>
                    <a:pt x="419469" y="-813"/>
                    <a:pt x="384875" y="44"/>
                  </a:cubicBezTo>
                  <a:cubicBezTo>
                    <a:pt x="359329" y="1092"/>
                    <a:pt x="333849" y="3511"/>
                    <a:pt x="308559" y="7283"/>
                  </a:cubicBezTo>
                  <a:close/>
                </a:path>
              </a:pathLst>
            </a:custGeom>
            <a:solidFill>
              <a:srgbClr val="F4F4F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77" name="Google Shape;3109;p47">
              <a:extLst>
                <a:ext uri="{FF2B5EF4-FFF2-40B4-BE49-F238E27FC236}">
                  <a16:creationId xmlns:a16="http://schemas.microsoft.com/office/drawing/2014/main" id="{FAB81C68-BAC1-59D9-0BCC-30E63B25BF33}"/>
                </a:ext>
              </a:extLst>
            </p:cNvPr>
            <p:cNvSpPr/>
            <p:nvPr/>
          </p:nvSpPr>
          <p:spPr>
            <a:xfrm>
              <a:off x="5348856" y="3006224"/>
              <a:ext cx="597933" cy="466333"/>
            </a:xfrm>
            <a:custGeom>
              <a:avLst/>
              <a:gdLst/>
              <a:ahLst/>
              <a:cxnLst/>
              <a:rect l="l" t="t" r="r" b="b"/>
              <a:pathLst>
                <a:path w="597933" h="466333" extrusionOk="0">
                  <a:moveTo>
                    <a:pt x="333219" y="359529"/>
                  </a:moveTo>
                  <a:cubicBezTo>
                    <a:pt x="402027" y="376960"/>
                    <a:pt x="418183" y="333431"/>
                    <a:pt x="427212" y="297522"/>
                  </a:cubicBezTo>
                  <a:cubicBezTo>
                    <a:pt x="449070" y="210368"/>
                    <a:pt x="460855" y="131691"/>
                    <a:pt x="477202" y="82161"/>
                  </a:cubicBezTo>
                  <a:cubicBezTo>
                    <a:pt x="496209" y="23868"/>
                    <a:pt x="516547" y="14629"/>
                    <a:pt x="544773" y="3199"/>
                  </a:cubicBezTo>
                  <a:cubicBezTo>
                    <a:pt x="578037" y="-10136"/>
                    <a:pt x="606548" y="17963"/>
                    <a:pt x="595524" y="92258"/>
                  </a:cubicBezTo>
                  <a:cubicBezTo>
                    <a:pt x="582408" y="180078"/>
                    <a:pt x="565302" y="241705"/>
                    <a:pt x="532513" y="345623"/>
                  </a:cubicBezTo>
                  <a:cubicBezTo>
                    <a:pt x="523960" y="372769"/>
                    <a:pt x="504763" y="420966"/>
                    <a:pt x="476061" y="444302"/>
                  </a:cubicBezTo>
                  <a:cubicBezTo>
                    <a:pt x="440517" y="472877"/>
                    <a:pt x="387106" y="471829"/>
                    <a:pt x="306228" y="451636"/>
                  </a:cubicBezTo>
                  <a:cubicBezTo>
                    <a:pt x="271730" y="443064"/>
                    <a:pt x="233905" y="422394"/>
                    <a:pt x="168708" y="391915"/>
                  </a:cubicBezTo>
                  <a:cubicBezTo>
                    <a:pt x="151222" y="383723"/>
                    <a:pt x="137536" y="378294"/>
                    <a:pt x="103988" y="362577"/>
                  </a:cubicBezTo>
                  <a:cubicBezTo>
                    <a:pt x="70439" y="346861"/>
                    <a:pt x="35370" y="320667"/>
                    <a:pt x="17789" y="295141"/>
                  </a:cubicBezTo>
                  <a:cubicBezTo>
                    <a:pt x="207" y="269614"/>
                    <a:pt x="-2169" y="257041"/>
                    <a:pt x="1442" y="251707"/>
                  </a:cubicBezTo>
                  <a:cubicBezTo>
                    <a:pt x="5909" y="244372"/>
                    <a:pt x="13892" y="245991"/>
                    <a:pt x="23301" y="256755"/>
                  </a:cubicBezTo>
                  <a:cubicBezTo>
                    <a:pt x="36872" y="274966"/>
                    <a:pt x="53646" y="290521"/>
                    <a:pt x="72815" y="302665"/>
                  </a:cubicBezTo>
                  <a:cubicBezTo>
                    <a:pt x="72815" y="302665"/>
                    <a:pt x="51052" y="280186"/>
                    <a:pt x="39267" y="265613"/>
                  </a:cubicBezTo>
                  <a:cubicBezTo>
                    <a:pt x="28727" y="252611"/>
                    <a:pt x="19974" y="238267"/>
                    <a:pt x="13227" y="222941"/>
                  </a:cubicBezTo>
                  <a:cubicBezTo>
                    <a:pt x="7049" y="208082"/>
                    <a:pt x="19879" y="187889"/>
                    <a:pt x="29573" y="198462"/>
                  </a:cubicBezTo>
                  <a:cubicBezTo>
                    <a:pt x="39267" y="209034"/>
                    <a:pt x="44019" y="219893"/>
                    <a:pt x="61791" y="241229"/>
                  </a:cubicBezTo>
                  <a:cubicBezTo>
                    <a:pt x="71124" y="252649"/>
                    <a:pt x="81816" y="262889"/>
                    <a:pt x="93629" y="271709"/>
                  </a:cubicBezTo>
                  <a:cubicBezTo>
                    <a:pt x="82595" y="256641"/>
                    <a:pt x="72777" y="240714"/>
                    <a:pt x="64262" y="224084"/>
                  </a:cubicBezTo>
                  <a:cubicBezTo>
                    <a:pt x="56649" y="211158"/>
                    <a:pt x="52924" y="196309"/>
                    <a:pt x="53523" y="181317"/>
                  </a:cubicBezTo>
                  <a:cubicBezTo>
                    <a:pt x="53998" y="173506"/>
                    <a:pt x="65022" y="164267"/>
                    <a:pt x="75286" y="179031"/>
                  </a:cubicBezTo>
                  <a:cubicBezTo>
                    <a:pt x="84790" y="192270"/>
                    <a:pt x="90682" y="213035"/>
                    <a:pt x="112256" y="235609"/>
                  </a:cubicBezTo>
                  <a:cubicBezTo>
                    <a:pt x="127937" y="251897"/>
                    <a:pt x="141338" y="261327"/>
                    <a:pt x="141718" y="256755"/>
                  </a:cubicBezTo>
                  <a:cubicBezTo>
                    <a:pt x="142098" y="252183"/>
                    <a:pt x="132214" y="243324"/>
                    <a:pt x="126607" y="224274"/>
                  </a:cubicBezTo>
                  <a:cubicBezTo>
                    <a:pt x="121000" y="205224"/>
                    <a:pt x="126607" y="185127"/>
                    <a:pt x="137156" y="182936"/>
                  </a:cubicBezTo>
                  <a:cubicBezTo>
                    <a:pt x="147705" y="180745"/>
                    <a:pt x="145614" y="181317"/>
                    <a:pt x="153978" y="199128"/>
                  </a:cubicBezTo>
                  <a:cubicBezTo>
                    <a:pt x="162341" y="216940"/>
                    <a:pt x="175361" y="230085"/>
                    <a:pt x="185245" y="256278"/>
                  </a:cubicBezTo>
                  <a:cubicBezTo>
                    <a:pt x="190634" y="274624"/>
                    <a:pt x="200423" y="291369"/>
                    <a:pt x="213757" y="305047"/>
                  </a:cubicBezTo>
                  <a:cubicBezTo>
                    <a:pt x="230483" y="323144"/>
                    <a:pt x="267833" y="343051"/>
                    <a:pt x="333219" y="359529"/>
                  </a:cubicBezTo>
                  <a:close/>
                </a:path>
              </a:pathLst>
            </a:custGeom>
            <a:solidFill>
              <a:srgbClr val="9C6448"/>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78" name="Google Shape;3110;p47">
              <a:extLst>
                <a:ext uri="{FF2B5EF4-FFF2-40B4-BE49-F238E27FC236}">
                  <a16:creationId xmlns:a16="http://schemas.microsoft.com/office/drawing/2014/main" id="{8CE1D806-A991-75D2-F0C1-442C89960560}"/>
                </a:ext>
              </a:extLst>
            </p:cNvPr>
            <p:cNvSpPr/>
            <p:nvPr/>
          </p:nvSpPr>
          <p:spPr>
            <a:xfrm>
              <a:off x="5786047" y="2996305"/>
              <a:ext cx="182011" cy="266828"/>
            </a:xfrm>
            <a:custGeom>
              <a:avLst/>
              <a:gdLst/>
              <a:ahLst/>
              <a:cxnLst/>
              <a:rect l="l" t="t" r="r" b="b"/>
              <a:pathLst>
                <a:path w="182011" h="266828" extrusionOk="0">
                  <a:moveTo>
                    <a:pt x="133053" y="1213"/>
                  </a:moveTo>
                  <a:cubicBezTo>
                    <a:pt x="87150" y="-5550"/>
                    <a:pt x="54742" y="15119"/>
                    <a:pt x="34404" y="84937"/>
                  </a:cubicBezTo>
                  <a:cubicBezTo>
                    <a:pt x="14066" y="154755"/>
                    <a:pt x="0" y="211905"/>
                    <a:pt x="0" y="211905"/>
                  </a:cubicBezTo>
                  <a:cubicBezTo>
                    <a:pt x="18143" y="238194"/>
                    <a:pt x="45666" y="256502"/>
                    <a:pt x="76886" y="263055"/>
                  </a:cubicBezTo>
                  <a:cubicBezTo>
                    <a:pt x="131818" y="276390"/>
                    <a:pt x="151586" y="250101"/>
                    <a:pt x="151586" y="250101"/>
                  </a:cubicBezTo>
                  <a:cubicBezTo>
                    <a:pt x="151586" y="250101"/>
                    <a:pt x="166886" y="177044"/>
                    <a:pt x="176390" y="127323"/>
                  </a:cubicBezTo>
                  <a:cubicBezTo>
                    <a:pt x="185894" y="77603"/>
                    <a:pt x="189886" y="9594"/>
                    <a:pt x="133053" y="1213"/>
                  </a:cubicBezTo>
                  <a:close/>
                </a:path>
              </a:pathLst>
            </a:custGeom>
            <a:solidFill>
              <a:srgbClr val="EDEDE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79" name="Google Shape;3111;p47">
              <a:extLst>
                <a:ext uri="{FF2B5EF4-FFF2-40B4-BE49-F238E27FC236}">
                  <a16:creationId xmlns:a16="http://schemas.microsoft.com/office/drawing/2014/main" id="{7C5FE676-A6BC-4827-C961-F7D62DC9D1C5}"/>
                </a:ext>
              </a:extLst>
            </p:cNvPr>
            <p:cNvSpPr/>
            <p:nvPr/>
          </p:nvSpPr>
          <p:spPr>
            <a:xfrm>
              <a:off x="5873666" y="2538911"/>
              <a:ext cx="296973" cy="328330"/>
            </a:xfrm>
            <a:custGeom>
              <a:avLst/>
              <a:gdLst/>
              <a:ahLst/>
              <a:cxnLst/>
              <a:rect l="l" t="t" r="r" b="b"/>
              <a:pathLst>
                <a:path w="296973" h="328330" extrusionOk="0">
                  <a:moveTo>
                    <a:pt x="16733" y="135613"/>
                  </a:moveTo>
                  <a:cubicBezTo>
                    <a:pt x="16733" y="135613"/>
                    <a:pt x="-55876" y="25123"/>
                    <a:pt x="101411" y="2263"/>
                  </a:cubicBezTo>
                  <a:cubicBezTo>
                    <a:pt x="214791" y="-13930"/>
                    <a:pt x="287686" y="59413"/>
                    <a:pt x="296049" y="138280"/>
                  </a:cubicBezTo>
                  <a:cubicBezTo>
                    <a:pt x="304127" y="214003"/>
                    <a:pt x="257558" y="292585"/>
                    <a:pt x="224010" y="323827"/>
                  </a:cubicBezTo>
                  <a:cubicBezTo>
                    <a:pt x="207664" y="329637"/>
                    <a:pt x="172309" y="333352"/>
                    <a:pt x="126026" y="311920"/>
                  </a:cubicBezTo>
                  <a:cubicBezTo>
                    <a:pt x="124144" y="291308"/>
                    <a:pt x="123413" y="270611"/>
                    <a:pt x="123840" y="249913"/>
                  </a:cubicBezTo>
                  <a:cubicBezTo>
                    <a:pt x="123840" y="249913"/>
                    <a:pt x="179152" y="133612"/>
                    <a:pt x="16733" y="135613"/>
                  </a:cubicBezTo>
                  <a:close/>
                </a:path>
              </a:pathLst>
            </a:custGeom>
            <a:solidFill>
              <a:srgbClr val="3A2C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24" name="Google Shape;3112;p47">
              <a:extLst>
                <a:ext uri="{FF2B5EF4-FFF2-40B4-BE49-F238E27FC236}">
                  <a16:creationId xmlns:a16="http://schemas.microsoft.com/office/drawing/2014/main" id="{A9C0BE3D-A83B-3853-9B41-D4CAF5828096}"/>
                </a:ext>
              </a:extLst>
            </p:cNvPr>
            <p:cNvSpPr/>
            <p:nvPr/>
          </p:nvSpPr>
          <p:spPr>
            <a:xfrm>
              <a:off x="4255557" y="1955958"/>
              <a:ext cx="334153" cy="334898"/>
            </a:xfrm>
            <a:custGeom>
              <a:avLst/>
              <a:gdLst/>
              <a:ahLst/>
              <a:cxnLst/>
              <a:rect l="l" t="t" r="r" b="b"/>
              <a:pathLst>
                <a:path w="334153" h="334898" extrusionOk="0">
                  <a:moveTo>
                    <a:pt x="334153" y="167449"/>
                  </a:moveTo>
                  <a:cubicBezTo>
                    <a:pt x="334153" y="259929"/>
                    <a:pt x="259351" y="334899"/>
                    <a:pt x="167077" y="334899"/>
                  </a:cubicBezTo>
                  <a:cubicBezTo>
                    <a:pt x="74803" y="334899"/>
                    <a:pt x="0" y="259929"/>
                    <a:pt x="0" y="167449"/>
                  </a:cubicBezTo>
                  <a:cubicBezTo>
                    <a:pt x="0" y="74970"/>
                    <a:pt x="74803" y="0"/>
                    <a:pt x="167077" y="0"/>
                  </a:cubicBezTo>
                  <a:cubicBezTo>
                    <a:pt x="259351" y="0"/>
                    <a:pt x="334153" y="74970"/>
                    <a:pt x="334153" y="167449"/>
                  </a:cubicBezTo>
                  <a:close/>
                </a:path>
              </a:pathLst>
            </a:custGeom>
            <a:solidFill>
              <a:srgbClr val="3D348B"/>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25" name="Google Shape;3113;p47">
              <a:extLst>
                <a:ext uri="{FF2B5EF4-FFF2-40B4-BE49-F238E27FC236}">
                  <a16:creationId xmlns:a16="http://schemas.microsoft.com/office/drawing/2014/main" id="{B145AF89-BB0B-3D2B-27F5-C2AB46609F57}"/>
                </a:ext>
              </a:extLst>
            </p:cNvPr>
            <p:cNvSpPr/>
            <p:nvPr/>
          </p:nvSpPr>
          <p:spPr>
            <a:xfrm>
              <a:off x="4197204" y="1948719"/>
              <a:ext cx="450859" cy="225075"/>
            </a:xfrm>
            <a:custGeom>
              <a:avLst/>
              <a:gdLst/>
              <a:ahLst/>
              <a:cxnLst/>
              <a:rect l="l" t="t" r="r" b="b"/>
              <a:pathLst>
                <a:path w="450859" h="225075" extrusionOk="0">
                  <a:moveTo>
                    <a:pt x="225430" y="225076"/>
                  </a:moveTo>
                  <a:cubicBezTo>
                    <a:pt x="162040" y="225076"/>
                    <a:pt x="100645" y="210598"/>
                    <a:pt x="57023" y="185357"/>
                  </a:cubicBezTo>
                  <a:cubicBezTo>
                    <a:pt x="20623" y="164306"/>
                    <a:pt x="0" y="137732"/>
                    <a:pt x="0" y="112586"/>
                  </a:cubicBezTo>
                  <a:cubicBezTo>
                    <a:pt x="0" y="87440"/>
                    <a:pt x="20908" y="60865"/>
                    <a:pt x="57023" y="39719"/>
                  </a:cubicBezTo>
                  <a:cubicBezTo>
                    <a:pt x="100645" y="14478"/>
                    <a:pt x="161564" y="0"/>
                    <a:pt x="225430" y="0"/>
                  </a:cubicBezTo>
                  <a:cubicBezTo>
                    <a:pt x="289295" y="0"/>
                    <a:pt x="350120" y="14478"/>
                    <a:pt x="393837" y="39719"/>
                  </a:cubicBezTo>
                  <a:cubicBezTo>
                    <a:pt x="430237" y="60865"/>
                    <a:pt x="450860" y="87344"/>
                    <a:pt x="450860" y="112586"/>
                  </a:cubicBezTo>
                  <a:cubicBezTo>
                    <a:pt x="450860" y="137827"/>
                    <a:pt x="430046" y="164306"/>
                    <a:pt x="393837" y="185357"/>
                  </a:cubicBezTo>
                  <a:cubicBezTo>
                    <a:pt x="350500" y="210598"/>
                    <a:pt x="288725" y="225076"/>
                    <a:pt x="225430" y="225076"/>
                  </a:cubicBezTo>
                  <a:close/>
                </a:path>
              </a:pathLst>
            </a:custGeom>
            <a:solidFill>
              <a:srgbClr val="3D348B"/>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27" name="Google Shape;3114;p47">
              <a:extLst>
                <a:ext uri="{FF2B5EF4-FFF2-40B4-BE49-F238E27FC236}">
                  <a16:creationId xmlns:a16="http://schemas.microsoft.com/office/drawing/2014/main" id="{214161E3-3699-0FCD-B498-D8989D2BCA55}"/>
                </a:ext>
              </a:extLst>
            </p:cNvPr>
            <p:cNvSpPr/>
            <p:nvPr/>
          </p:nvSpPr>
          <p:spPr>
            <a:xfrm>
              <a:off x="4129822" y="1856041"/>
              <a:ext cx="585718" cy="291750"/>
            </a:xfrm>
            <a:custGeom>
              <a:avLst/>
              <a:gdLst/>
              <a:ahLst/>
              <a:cxnLst/>
              <a:rect l="l" t="t" r="r" b="b"/>
              <a:pathLst>
                <a:path w="585718" h="291750" extrusionOk="0">
                  <a:moveTo>
                    <a:pt x="292812" y="291751"/>
                  </a:moveTo>
                  <a:cubicBezTo>
                    <a:pt x="210699" y="291751"/>
                    <a:pt x="131247" y="272701"/>
                    <a:pt x="74225" y="240221"/>
                  </a:cubicBezTo>
                  <a:cubicBezTo>
                    <a:pt x="26706" y="212884"/>
                    <a:pt x="0" y="178499"/>
                    <a:pt x="0" y="145828"/>
                  </a:cubicBezTo>
                  <a:cubicBezTo>
                    <a:pt x="0" y="113157"/>
                    <a:pt x="26991" y="79153"/>
                    <a:pt x="74225" y="51530"/>
                  </a:cubicBezTo>
                  <a:cubicBezTo>
                    <a:pt x="130772" y="18764"/>
                    <a:pt x="210319" y="0"/>
                    <a:pt x="292812" y="0"/>
                  </a:cubicBezTo>
                  <a:cubicBezTo>
                    <a:pt x="375305" y="0"/>
                    <a:pt x="454376" y="19050"/>
                    <a:pt x="511399" y="51530"/>
                  </a:cubicBezTo>
                  <a:cubicBezTo>
                    <a:pt x="558918" y="78772"/>
                    <a:pt x="585718" y="113157"/>
                    <a:pt x="585718" y="145828"/>
                  </a:cubicBezTo>
                  <a:cubicBezTo>
                    <a:pt x="585718" y="178499"/>
                    <a:pt x="558633" y="212503"/>
                    <a:pt x="511399" y="240221"/>
                  </a:cubicBezTo>
                  <a:cubicBezTo>
                    <a:pt x="454471" y="272987"/>
                    <a:pt x="374924" y="291751"/>
                    <a:pt x="292812" y="291751"/>
                  </a:cubicBezTo>
                  <a:close/>
                </a:path>
              </a:pathLst>
            </a:custGeom>
            <a:solidFill>
              <a:srgbClr val="B7C0E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28" name="Google Shape;3115;p47">
              <a:extLst>
                <a:ext uri="{FF2B5EF4-FFF2-40B4-BE49-F238E27FC236}">
                  <a16:creationId xmlns:a16="http://schemas.microsoft.com/office/drawing/2014/main" id="{94D4B044-28C4-B55F-D7E6-BC5297447D8D}"/>
                </a:ext>
              </a:extLst>
            </p:cNvPr>
            <p:cNvSpPr/>
            <p:nvPr/>
          </p:nvSpPr>
          <p:spPr>
            <a:xfrm>
              <a:off x="4129822" y="1818703"/>
              <a:ext cx="585718" cy="291750"/>
            </a:xfrm>
            <a:custGeom>
              <a:avLst/>
              <a:gdLst/>
              <a:ahLst/>
              <a:cxnLst/>
              <a:rect l="l" t="t" r="r" b="b"/>
              <a:pathLst>
                <a:path w="585718" h="291750" extrusionOk="0">
                  <a:moveTo>
                    <a:pt x="292812" y="291751"/>
                  </a:moveTo>
                  <a:cubicBezTo>
                    <a:pt x="210699" y="291751"/>
                    <a:pt x="131247" y="272701"/>
                    <a:pt x="74225" y="240221"/>
                  </a:cubicBezTo>
                  <a:cubicBezTo>
                    <a:pt x="26706" y="212979"/>
                    <a:pt x="0" y="178498"/>
                    <a:pt x="0" y="145923"/>
                  </a:cubicBezTo>
                  <a:cubicBezTo>
                    <a:pt x="0" y="113347"/>
                    <a:pt x="26991" y="79248"/>
                    <a:pt x="74225" y="51530"/>
                  </a:cubicBezTo>
                  <a:cubicBezTo>
                    <a:pt x="130772" y="18764"/>
                    <a:pt x="210319" y="0"/>
                    <a:pt x="292812" y="0"/>
                  </a:cubicBezTo>
                  <a:cubicBezTo>
                    <a:pt x="375305" y="0"/>
                    <a:pt x="454376" y="19050"/>
                    <a:pt x="511399" y="51530"/>
                  </a:cubicBezTo>
                  <a:cubicBezTo>
                    <a:pt x="558918" y="78867"/>
                    <a:pt x="585718" y="113252"/>
                    <a:pt x="585718" y="145923"/>
                  </a:cubicBezTo>
                  <a:cubicBezTo>
                    <a:pt x="585718" y="178594"/>
                    <a:pt x="558633" y="212598"/>
                    <a:pt x="511399" y="240221"/>
                  </a:cubicBezTo>
                  <a:cubicBezTo>
                    <a:pt x="454471" y="272987"/>
                    <a:pt x="374924" y="291751"/>
                    <a:pt x="292812" y="291751"/>
                  </a:cubicBezTo>
                  <a:close/>
                </a:path>
              </a:pathLst>
            </a:custGeom>
            <a:solidFill>
              <a:srgbClr val="3D348B"/>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29" name="Google Shape;3116;p47">
              <a:extLst>
                <a:ext uri="{FF2B5EF4-FFF2-40B4-BE49-F238E27FC236}">
                  <a16:creationId xmlns:a16="http://schemas.microsoft.com/office/drawing/2014/main" id="{6DB90E97-25D0-B431-FD22-1F4126959F8A}"/>
                </a:ext>
              </a:extLst>
            </p:cNvPr>
            <p:cNvSpPr/>
            <p:nvPr/>
          </p:nvSpPr>
          <p:spPr>
            <a:xfrm>
              <a:off x="4066052" y="1720024"/>
              <a:ext cx="713163" cy="355663"/>
            </a:xfrm>
            <a:custGeom>
              <a:avLst/>
              <a:gdLst/>
              <a:ahLst/>
              <a:cxnLst/>
              <a:rect l="l" t="t" r="r" b="b"/>
              <a:pathLst>
                <a:path w="713163" h="355663" extrusionOk="0">
                  <a:moveTo>
                    <a:pt x="356582" y="355663"/>
                  </a:moveTo>
                  <a:cubicBezTo>
                    <a:pt x="256412" y="355663"/>
                    <a:pt x="159474" y="332804"/>
                    <a:pt x="90476" y="292894"/>
                  </a:cubicBezTo>
                  <a:cubicBezTo>
                    <a:pt x="32978" y="259556"/>
                    <a:pt x="0" y="217646"/>
                    <a:pt x="0" y="177832"/>
                  </a:cubicBezTo>
                  <a:cubicBezTo>
                    <a:pt x="0" y="138017"/>
                    <a:pt x="32978" y="96107"/>
                    <a:pt x="90476" y="62865"/>
                  </a:cubicBezTo>
                  <a:cubicBezTo>
                    <a:pt x="159474" y="22955"/>
                    <a:pt x="256412" y="0"/>
                    <a:pt x="356582" y="0"/>
                  </a:cubicBezTo>
                  <a:cubicBezTo>
                    <a:pt x="456752" y="0"/>
                    <a:pt x="553596" y="22955"/>
                    <a:pt x="622688" y="62865"/>
                  </a:cubicBezTo>
                  <a:cubicBezTo>
                    <a:pt x="680186" y="96107"/>
                    <a:pt x="713164" y="138017"/>
                    <a:pt x="713164" y="177832"/>
                  </a:cubicBezTo>
                  <a:cubicBezTo>
                    <a:pt x="713164" y="217646"/>
                    <a:pt x="680186" y="259556"/>
                    <a:pt x="622688" y="292894"/>
                  </a:cubicBezTo>
                  <a:cubicBezTo>
                    <a:pt x="553690" y="332804"/>
                    <a:pt x="456657" y="355663"/>
                    <a:pt x="356582" y="355663"/>
                  </a:cubicBezTo>
                  <a:close/>
                </a:path>
              </a:pathLst>
            </a:custGeom>
            <a:solidFill>
              <a:srgbClr val="B7C0E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30" name="Google Shape;3117;p47">
              <a:extLst>
                <a:ext uri="{FF2B5EF4-FFF2-40B4-BE49-F238E27FC236}">
                  <a16:creationId xmlns:a16="http://schemas.microsoft.com/office/drawing/2014/main" id="{F4728895-89EE-C1C3-840D-0D6D6207CA83}"/>
                </a:ext>
              </a:extLst>
            </p:cNvPr>
            <p:cNvSpPr/>
            <p:nvPr/>
          </p:nvSpPr>
          <p:spPr>
            <a:xfrm>
              <a:off x="4066052" y="1674590"/>
              <a:ext cx="713163" cy="355568"/>
            </a:xfrm>
            <a:custGeom>
              <a:avLst/>
              <a:gdLst/>
              <a:ahLst/>
              <a:cxnLst/>
              <a:rect l="l" t="t" r="r" b="b"/>
              <a:pathLst>
                <a:path w="713163" h="355568" extrusionOk="0">
                  <a:moveTo>
                    <a:pt x="356582" y="355568"/>
                  </a:moveTo>
                  <a:cubicBezTo>
                    <a:pt x="256412" y="355568"/>
                    <a:pt x="159474" y="332708"/>
                    <a:pt x="90476" y="292799"/>
                  </a:cubicBezTo>
                  <a:cubicBezTo>
                    <a:pt x="32978" y="259556"/>
                    <a:pt x="0" y="217551"/>
                    <a:pt x="0" y="177737"/>
                  </a:cubicBezTo>
                  <a:cubicBezTo>
                    <a:pt x="0" y="137922"/>
                    <a:pt x="32978" y="96012"/>
                    <a:pt x="90476" y="62770"/>
                  </a:cubicBezTo>
                  <a:cubicBezTo>
                    <a:pt x="159474" y="22860"/>
                    <a:pt x="256412" y="0"/>
                    <a:pt x="356582" y="0"/>
                  </a:cubicBezTo>
                  <a:cubicBezTo>
                    <a:pt x="456752" y="0"/>
                    <a:pt x="553596" y="22860"/>
                    <a:pt x="622688" y="62770"/>
                  </a:cubicBezTo>
                  <a:cubicBezTo>
                    <a:pt x="680186" y="96012"/>
                    <a:pt x="713164" y="138017"/>
                    <a:pt x="713164" y="177832"/>
                  </a:cubicBezTo>
                  <a:cubicBezTo>
                    <a:pt x="713164" y="217646"/>
                    <a:pt x="680186" y="259556"/>
                    <a:pt x="622688" y="292799"/>
                  </a:cubicBezTo>
                  <a:cubicBezTo>
                    <a:pt x="553690" y="332708"/>
                    <a:pt x="456657" y="355568"/>
                    <a:pt x="356582" y="355568"/>
                  </a:cubicBezTo>
                  <a:close/>
                </a:path>
              </a:pathLst>
            </a:custGeom>
            <a:solidFill>
              <a:srgbClr val="3D348B"/>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31" name="Google Shape;3118;p47">
              <a:extLst>
                <a:ext uri="{FF2B5EF4-FFF2-40B4-BE49-F238E27FC236}">
                  <a16:creationId xmlns:a16="http://schemas.microsoft.com/office/drawing/2014/main" id="{D65B5622-D5D0-F57D-423D-12C7840BDFD8}"/>
                </a:ext>
              </a:extLst>
            </p:cNvPr>
            <p:cNvSpPr/>
            <p:nvPr/>
          </p:nvSpPr>
          <p:spPr>
            <a:xfrm>
              <a:off x="4013211" y="1574958"/>
              <a:ext cx="818751" cy="408241"/>
            </a:xfrm>
            <a:custGeom>
              <a:avLst/>
              <a:gdLst/>
              <a:ahLst/>
              <a:cxnLst/>
              <a:rect l="l" t="t" r="r" b="b"/>
              <a:pathLst>
                <a:path w="818751" h="408241" extrusionOk="0">
                  <a:moveTo>
                    <a:pt x="409423" y="408242"/>
                  </a:moveTo>
                  <a:cubicBezTo>
                    <a:pt x="294427" y="408242"/>
                    <a:pt x="183138" y="382048"/>
                    <a:pt x="103876" y="336137"/>
                  </a:cubicBezTo>
                  <a:cubicBezTo>
                    <a:pt x="37825" y="298037"/>
                    <a:pt x="0" y="249841"/>
                    <a:pt x="0" y="204121"/>
                  </a:cubicBezTo>
                  <a:cubicBezTo>
                    <a:pt x="0" y="158401"/>
                    <a:pt x="38015" y="110299"/>
                    <a:pt x="103876" y="72009"/>
                  </a:cubicBezTo>
                  <a:cubicBezTo>
                    <a:pt x="183043" y="26194"/>
                    <a:pt x="294427" y="0"/>
                    <a:pt x="409328" y="0"/>
                  </a:cubicBezTo>
                  <a:cubicBezTo>
                    <a:pt x="524229" y="0"/>
                    <a:pt x="635708" y="26194"/>
                    <a:pt x="714875" y="72104"/>
                  </a:cubicBezTo>
                  <a:cubicBezTo>
                    <a:pt x="780926" y="110204"/>
                    <a:pt x="818751" y="158401"/>
                    <a:pt x="818751" y="204121"/>
                  </a:cubicBezTo>
                  <a:cubicBezTo>
                    <a:pt x="818751" y="249841"/>
                    <a:pt x="780736" y="297942"/>
                    <a:pt x="714875" y="336137"/>
                  </a:cubicBezTo>
                  <a:cubicBezTo>
                    <a:pt x="635708" y="382048"/>
                    <a:pt x="524324" y="408242"/>
                    <a:pt x="409423" y="408242"/>
                  </a:cubicBezTo>
                  <a:close/>
                </a:path>
              </a:pathLst>
            </a:custGeom>
            <a:solidFill>
              <a:srgbClr val="B7C0E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32" name="Google Shape;3119;p47">
              <a:extLst>
                <a:ext uri="{FF2B5EF4-FFF2-40B4-BE49-F238E27FC236}">
                  <a16:creationId xmlns:a16="http://schemas.microsoft.com/office/drawing/2014/main" id="{9F6146FC-4CD9-F608-93BD-EFCC39E594DE}"/>
                </a:ext>
              </a:extLst>
            </p:cNvPr>
            <p:cNvSpPr/>
            <p:nvPr/>
          </p:nvSpPr>
          <p:spPr>
            <a:xfrm>
              <a:off x="4013211" y="1522666"/>
              <a:ext cx="818751" cy="408336"/>
            </a:xfrm>
            <a:custGeom>
              <a:avLst/>
              <a:gdLst/>
              <a:ahLst/>
              <a:cxnLst/>
              <a:rect l="l" t="t" r="r" b="b"/>
              <a:pathLst>
                <a:path w="818751" h="408336" extrusionOk="0">
                  <a:moveTo>
                    <a:pt x="409423" y="408337"/>
                  </a:moveTo>
                  <a:cubicBezTo>
                    <a:pt x="294427" y="408337"/>
                    <a:pt x="183138" y="382048"/>
                    <a:pt x="103876" y="336233"/>
                  </a:cubicBezTo>
                  <a:cubicBezTo>
                    <a:pt x="37825" y="298133"/>
                    <a:pt x="0" y="249936"/>
                    <a:pt x="0" y="204216"/>
                  </a:cubicBezTo>
                  <a:cubicBezTo>
                    <a:pt x="0" y="158496"/>
                    <a:pt x="38015" y="110300"/>
                    <a:pt x="103876" y="72104"/>
                  </a:cubicBezTo>
                  <a:cubicBezTo>
                    <a:pt x="183043" y="26289"/>
                    <a:pt x="294427" y="0"/>
                    <a:pt x="409328" y="0"/>
                  </a:cubicBezTo>
                  <a:cubicBezTo>
                    <a:pt x="524229" y="0"/>
                    <a:pt x="635708" y="26289"/>
                    <a:pt x="714875" y="72104"/>
                  </a:cubicBezTo>
                  <a:cubicBezTo>
                    <a:pt x="780926" y="110204"/>
                    <a:pt x="818751" y="158496"/>
                    <a:pt x="818751" y="204216"/>
                  </a:cubicBezTo>
                  <a:cubicBezTo>
                    <a:pt x="818751" y="249936"/>
                    <a:pt x="780736" y="298037"/>
                    <a:pt x="714875" y="336233"/>
                  </a:cubicBezTo>
                  <a:cubicBezTo>
                    <a:pt x="635708" y="382334"/>
                    <a:pt x="524324" y="408337"/>
                    <a:pt x="409423" y="408337"/>
                  </a:cubicBezTo>
                  <a:close/>
                </a:path>
              </a:pathLst>
            </a:custGeom>
            <a:solidFill>
              <a:srgbClr val="3D348B"/>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33" name="Google Shape;3120;p47">
              <a:extLst>
                <a:ext uri="{FF2B5EF4-FFF2-40B4-BE49-F238E27FC236}">
                  <a16:creationId xmlns:a16="http://schemas.microsoft.com/office/drawing/2014/main" id="{2DFBEF2B-2918-EA8E-85A0-714883D20E7E}"/>
                </a:ext>
              </a:extLst>
            </p:cNvPr>
            <p:cNvSpPr/>
            <p:nvPr/>
          </p:nvSpPr>
          <p:spPr>
            <a:xfrm>
              <a:off x="3962270" y="1359312"/>
              <a:ext cx="920726" cy="532828"/>
            </a:xfrm>
            <a:custGeom>
              <a:avLst/>
              <a:gdLst/>
              <a:ahLst/>
              <a:cxnLst/>
              <a:rect l="l" t="t" r="r" b="b"/>
              <a:pathLst>
                <a:path w="920726" h="532828" extrusionOk="0">
                  <a:moveTo>
                    <a:pt x="920727" y="266414"/>
                  </a:moveTo>
                  <a:cubicBezTo>
                    <a:pt x="920727" y="413551"/>
                    <a:pt x="714615" y="532828"/>
                    <a:pt x="460363" y="532828"/>
                  </a:cubicBezTo>
                  <a:cubicBezTo>
                    <a:pt x="206112" y="532828"/>
                    <a:pt x="0" y="413551"/>
                    <a:pt x="0" y="266414"/>
                  </a:cubicBezTo>
                  <a:cubicBezTo>
                    <a:pt x="0" y="119278"/>
                    <a:pt x="206112" y="0"/>
                    <a:pt x="460363" y="0"/>
                  </a:cubicBezTo>
                  <a:cubicBezTo>
                    <a:pt x="714615" y="0"/>
                    <a:pt x="920727" y="119278"/>
                    <a:pt x="920727" y="266414"/>
                  </a:cubicBezTo>
                  <a:close/>
                </a:path>
              </a:pathLst>
            </a:custGeom>
            <a:solidFill>
              <a:srgbClr val="FFDF57"/>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34" name="Google Shape;3121;p47">
              <a:extLst>
                <a:ext uri="{FF2B5EF4-FFF2-40B4-BE49-F238E27FC236}">
                  <a16:creationId xmlns:a16="http://schemas.microsoft.com/office/drawing/2014/main" id="{7C32880D-90A6-1D15-1A89-BBEBC5958665}"/>
                </a:ext>
              </a:extLst>
            </p:cNvPr>
            <p:cNvSpPr/>
            <p:nvPr/>
          </p:nvSpPr>
          <p:spPr>
            <a:xfrm>
              <a:off x="4264396" y="969264"/>
              <a:ext cx="40771" cy="635222"/>
            </a:xfrm>
            <a:custGeom>
              <a:avLst/>
              <a:gdLst/>
              <a:ahLst/>
              <a:cxnLst/>
              <a:rect l="l" t="t" r="r" b="b"/>
              <a:pathLst>
                <a:path w="40771" h="635222" extrusionOk="0">
                  <a:moveTo>
                    <a:pt x="0" y="0"/>
                  </a:moveTo>
                  <a:lnTo>
                    <a:pt x="40771" y="0"/>
                  </a:lnTo>
                  <a:lnTo>
                    <a:pt x="40771" y="635222"/>
                  </a:lnTo>
                  <a:lnTo>
                    <a:pt x="0" y="635222"/>
                  </a:lnTo>
                  <a:close/>
                </a:path>
              </a:pathLst>
            </a:custGeom>
            <a:solidFill>
              <a:srgbClr val="D8AA4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35" name="Google Shape;3122;p47">
              <a:extLst>
                <a:ext uri="{FF2B5EF4-FFF2-40B4-BE49-F238E27FC236}">
                  <a16:creationId xmlns:a16="http://schemas.microsoft.com/office/drawing/2014/main" id="{0A2ED494-0FBC-9A9E-D184-3EE22768BF1A}"/>
                </a:ext>
              </a:extLst>
            </p:cNvPr>
            <p:cNvSpPr/>
            <p:nvPr/>
          </p:nvSpPr>
          <p:spPr>
            <a:xfrm>
              <a:off x="4543522" y="969264"/>
              <a:ext cx="40771" cy="635222"/>
            </a:xfrm>
            <a:custGeom>
              <a:avLst/>
              <a:gdLst/>
              <a:ahLst/>
              <a:cxnLst/>
              <a:rect l="l" t="t" r="r" b="b"/>
              <a:pathLst>
                <a:path w="40771" h="635222" extrusionOk="0">
                  <a:moveTo>
                    <a:pt x="0" y="0"/>
                  </a:moveTo>
                  <a:lnTo>
                    <a:pt x="40771" y="0"/>
                  </a:lnTo>
                  <a:lnTo>
                    <a:pt x="40771" y="635222"/>
                  </a:lnTo>
                  <a:lnTo>
                    <a:pt x="0" y="635222"/>
                  </a:lnTo>
                  <a:close/>
                </a:path>
              </a:pathLst>
            </a:custGeom>
            <a:solidFill>
              <a:srgbClr val="D8AA4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36" name="Google Shape;3123;p47">
              <a:extLst>
                <a:ext uri="{FF2B5EF4-FFF2-40B4-BE49-F238E27FC236}">
                  <a16:creationId xmlns:a16="http://schemas.microsoft.com/office/drawing/2014/main" id="{ACD0C542-DEE1-56CA-3621-0E2F9CD52AB1}"/>
                </a:ext>
              </a:extLst>
            </p:cNvPr>
            <p:cNvSpPr/>
            <p:nvPr/>
          </p:nvSpPr>
          <p:spPr>
            <a:xfrm>
              <a:off x="4264396" y="901827"/>
              <a:ext cx="319897" cy="108775"/>
            </a:xfrm>
            <a:custGeom>
              <a:avLst/>
              <a:gdLst/>
              <a:ahLst/>
              <a:cxnLst/>
              <a:rect l="l" t="t" r="r" b="b"/>
              <a:pathLst>
                <a:path w="319897" h="108775" extrusionOk="0">
                  <a:moveTo>
                    <a:pt x="157098" y="108775"/>
                  </a:moveTo>
                  <a:lnTo>
                    <a:pt x="97319" y="53911"/>
                  </a:lnTo>
                  <a:lnTo>
                    <a:pt x="23950" y="103156"/>
                  </a:lnTo>
                  <a:lnTo>
                    <a:pt x="0" y="67532"/>
                  </a:lnTo>
                  <a:lnTo>
                    <a:pt x="101310" y="857"/>
                  </a:lnTo>
                  <a:lnTo>
                    <a:pt x="159379" y="54102"/>
                  </a:lnTo>
                  <a:lnTo>
                    <a:pt x="228946" y="0"/>
                  </a:lnTo>
                  <a:lnTo>
                    <a:pt x="319897" y="67532"/>
                  </a:lnTo>
                  <a:lnTo>
                    <a:pt x="291481" y="100203"/>
                  </a:lnTo>
                  <a:lnTo>
                    <a:pt x="228851" y="53054"/>
                  </a:lnTo>
                  <a:lnTo>
                    <a:pt x="157098" y="108775"/>
                  </a:lnTo>
                  <a:close/>
                </a:path>
              </a:pathLst>
            </a:custGeom>
            <a:solidFill>
              <a:srgbClr val="D8AA4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37" name="Google Shape;3124;p47">
              <a:extLst>
                <a:ext uri="{FF2B5EF4-FFF2-40B4-BE49-F238E27FC236}">
                  <a16:creationId xmlns:a16="http://schemas.microsoft.com/office/drawing/2014/main" id="{148DFF14-B8F1-2AE2-7A51-BD467EC63AA0}"/>
                </a:ext>
              </a:extLst>
            </p:cNvPr>
            <p:cNvSpPr/>
            <p:nvPr/>
          </p:nvSpPr>
          <p:spPr>
            <a:xfrm>
              <a:off x="3749667" y="190500"/>
              <a:ext cx="1343462" cy="1451800"/>
            </a:xfrm>
            <a:custGeom>
              <a:avLst/>
              <a:gdLst/>
              <a:ahLst/>
              <a:cxnLst/>
              <a:rect l="l" t="t" r="r" b="b"/>
              <a:pathLst>
                <a:path w="1343462" h="1451800" extrusionOk="0">
                  <a:moveTo>
                    <a:pt x="1132665" y="1449134"/>
                  </a:moveTo>
                  <a:cubicBezTo>
                    <a:pt x="1133425" y="1389317"/>
                    <a:pt x="1143689" y="1212723"/>
                    <a:pt x="1283870" y="969359"/>
                  </a:cubicBezTo>
                  <a:cubicBezTo>
                    <a:pt x="1449711" y="681419"/>
                    <a:pt x="1276837" y="0"/>
                    <a:pt x="671731" y="0"/>
                  </a:cubicBezTo>
                  <a:cubicBezTo>
                    <a:pt x="66625" y="0"/>
                    <a:pt x="-106249" y="681419"/>
                    <a:pt x="59592" y="969359"/>
                  </a:cubicBezTo>
                  <a:cubicBezTo>
                    <a:pt x="180766" y="1179767"/>
                    <a:pt x="207186" y="1366457"/>
                    <a:pt x="212698" y="1451801"/>
                  </a:cubicBezTo>
                </a:path>
              </a:pathLst>
            </a:custGeom>
            <a:solidFill>
              <a:srgbClr val="FFDF57">
                <a:alpha val="6863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grpSp>
          <p:nvGrpSpPr>
            <p:cNvPr id="1038" name="Google Shape;3125;p47">
              <a:extLst>
                <a:ext uri="{FF2B5EF4-FFF2-40B4-BE49-F238E27FC236}">
                  <a16:creationId xmlns:a16="http://schemas.microsoft.com/office/drawing/2014/main" id="{A3F5BAA8-3BF0-8E6D-0BA0-950883F0B465}"/>
                </a:ext>
              </a:extLst>
            </p:cNvPr>
            <p:cNvGrpSpPr/>
            <p:nvPr/>
          </p:nvGrpSpPr>
          <p:grpSpPr>
            <a:xfrm>
              <a:off x="3923682" y="3244965"/>
              <a:ext cx="195764" cy="131404"/>
              <a:chOff x="5733332" y="4102215"/>
              <a:chExt cx="195764" cy="131404"/>
            </a:xfrm>
          </p:grpSpPr>
          <p:sp>
            <p:nvSpPr>
              <p:cNvPr id="2215" name="Google Shape;3126;p47">
                <a:extLst>
                  <a:ext uri="{FF2B5EF4-FFF2-40B4-BE49-F238E27FC236}">
                    <a16:creationId xmlns:a16="http://schemas.microsoft.com/office/drawing/2014/main" id="{B42D3791-7CF1-4F2A-F3A3-71A1335617C9}"/>
                  </a:ext>
                </a:extLst>
              </p:cNvPr>
              <p:cNvSpPr/>
              <p:nvPr/>
            </p:nvSpPr>
            <p:spPr>
              <a:xfrm>
                <a:off x="5734887" y="4131087"/>
                <a:ext cx="177232" cy="100744"/>
              </a:xfrm>
              <a:custGeom>
                <a:avLst/>
                <a:gdLst/>
                <a:ahLst/>
                <a:cxnLst/>
                <a:rect l="l" t="t" r="r" b="b"/>
                <a:pathLst>
                  <a:path w="177232" h="100744" extrusionOk="0">
                    <a:moveTo>
                      <a:pt x="177024" y="99346"/>
                    </a:moveTo>
                    <a:lnTo>
                      <a:pt x="150604" y="74581"/>
                    </a:lnTo>
                    <a:cubicBezTo>
                      <a:pt x="147249" y="69713"/>
                      <a:pt x="143219" y="65351"/>
                      <a:pt x="138629" y="61627"/>
                    </a:cubicBezTo>
                    <a:cubicBezTo>
                      <a:pt x="136623" y="59941"/>
                      <a:pt x="134495" y="58417"/>
                      <a:pt x="132261" y="57055"/>
                    </a:cubicBezTo>
                    <a:lnTo>
                      <a:pt x="98048" y="34195"/>
                    </a:lnTo>
                    <a:lnTo>
                      <a:pt x="60698" y="17621"/>
                    </a:lnTo>
                    <a:cubicBezTo>
                      <a:pt x="58407" y="16564"/>
                      <a:pt x="56060" y="15640"/>
                      <a:pt x="53665" y="14859"/>
                    </a:cubicBezTo>
                    <a:cubicBezTo>
                      <a:pt x="48162" y="13021"/>
                      <a:pt x="42441" y="11935"/>
                      <a:pt x="36653" y="11621"/>
                    </a:cubicBezTo>
                    <a:lnTo>
                      <a:pt x="1109" y="0"/>
                    </a:lnTo>
                    <a:cubicBezTo>
                      <a:pt x="-887" y="0"/>
                      <a:pt x="254" y="3620"/>
                      <a:pt x="1109" y="5144"/>
                    </a:cubicBezTo>
                    <a:lnTo>
                      <a:pt x="4530" y="6572"/>
                    </a:lnTo>
                    <a:cubicBezTo>
                      <a:pt x="8807" y="8192"/>
                      <a:pt x="5196" y="7620"/>
                      <a:pt x="9662" y="10763"/>
                    </a:cubicBezTo>
                    <a:lnTo>
                      <a:pt x="30096" y="16002"/>
                    </a:lnTo>
                    <a:cubicBezTo>
                      <a:pt x="43106" y="15507"/>
                      <a:pt x="55984" y="18822"/>
                      <a:pt x="67160" y="25527"/>
                    </a:cubicBezTo>
                    <a:lnTo>
                      <a:pt x="94246" y="39148"/>
                    </a:lnTo>
                    <a:lnTo>
                      <a:pt x="120287" y="54864"/>
                    </a:lnTo>
                    <a:cubicBezTo>
                      <a:pt x="131729" y="61170"/>
                      <a:pt x="140853" y="70980"/>
                      <a:pt x="146327" y="82868"/>
                    </a:cubicBezTo>
                    <a:lnTo>
                      <a:pt x="160107" y="94012"/>
                    </a:lnTo>
                    <a:cubicBezTo>
                      <a:pt x="164384" y="98012"/>
                      <a:pt x="161913" y="96298"/>
                      <a:pt x="168281" y="97250"/>
                    </a:cubicBezTo>
                    <a:lnTo>
                      <a:pt x="171797" y="100298"/>
                    </a:lnTo>
                    <a:cubicBezTo>
                      <a:pt x="174363" y="100965"/>
                      <a:pt x="178165" y="101060"/>
                      <a:pt x="177024" y="99346"/>
                    </a:cubicBezTo>
                    <a:close/>
                  </a:path>
                </a:pathLst>
              </a:custGeom>
              <a:solidFill>
                <a:srgbClr val="000000">
                  <a:alpha val="200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16" name="Google Shape;3127;p47">
                <a:extLst>
                  <a:ext uri="{FF2B5EF4-FFF2-40B4-BE49-F238E27FC236}">
                    <a16:creationId xmlns:a16="http://schemas.microsoft.com/office/drawing/2014/main" id="{39B642C7-1475-7979-7F8F-E22F5E3FCBCD}"/>
                  </a:ext>
                </a:extLst>
              </p:cNvPr>
              <p:cNvSpPr/>
              <p:nvPr/>
            </p:nvSpPr>
            <p:spPr>
              <a:xfrm>
                <a:off x="5750846" y="4118425"/>
                <a:ext cx="155883" cy="109857"/>
              </a:xfrm>
              <a:custGeom>
                <a:avLst/>
                <a:gdLst/>
                <a:ahLst/>
                <a:cxnLst/>
                <a:rect l="l" t="t" r="r" b="b"/>
                <a:pathLst>
                  <a:path w="155883" h="109857" extrusionOk="0">
                    <a:moveTo>
                      <a:pt x="86746" y="59620"/>
                    </a:moveTo>
                    <a:cubicBezTo>
                      <a:pt x="88855" y="56363"/>
                      <a:pt x="91688" y="53619"/>
                      <a:pt x="95014" y="51619"/>
                    </a:cubicBezTo>
                    <a:cubicBezTo>
                      <a:pt x="99851" y="48647"/>
                      <a:pt x="105525" y="47342"/>
                      <a:pt x="111170" y="47904"/>
                    </a:cubicBezTo>
                    <a:cubicBezTo>
                      <a:pt x="117832" y="48590"/>
                      <a:pt x="124295" y="50600"/>
                      <a:pt x="130178" y="53810"/>
                    </a:cubicBezTo>
                    <a:lnTo>
                      <a:pt x="130843" y="53810"/>
                    </a:lnTo>
                    <a:lnTo>
                      <a:pt x="140347" y="58953"/>
                    </a:lnTo>
                    <a:cubicBezTo>
                      <a:pt x="142818" y="60287"/>
                      <a:pt x="145099" y="61811"/>
                      <a:pt x="147380" y="63335"/>
                    </a:cubicBezTo>
                    <a:lnTo>
                      <a:pt x="151751" y="66573"/>
                    </a:lnTo>
                    <a:cubicBezTo>
                      <a:pt x="158309" y="71812"/>
                      <a:pt x="156408" y="82099"/>
                      <a:pt x="150611" y="90290"/>
                    </a:cubicBezTo>
                    <a:cubicBezTo>
                      <a:pt x="147399" y="94863"/>
                      <a:pt x="143702" y="99082"/>
                      <a:pt x="139587" y="102863"/>
                    </a:cubicBezTo>
                    <a:cubicBezTo>
                      <a:pt x="132231" y="109264"/>
                      <a:pt x="122119" y="111455"/>
                      <a:pt x="112786" y="108674"/>
                    </a:cubicBezTo>
                    <a:cubicBezTo>
                      <a:pt x="108528" y="107331"/>
                      <a:pt x="104413" y="105540"/>
                      <a:pt x="100526" y="103340"/>
                    </a:cubicBezTo>
                    <a:cubicBezTo>
                      <a:pt x="96934" y="101235"/>
                      <a:pt x="93522" y="98815"/>
                      <a:pt x="90357" y="96101"/>
                    </a:cubicBezTo>
                    <a:cubicBezTo>
                      <a:pt x="82374" y="88624"/>
                      <a:pt x="79874" y="76965"/>
                      <a:pt x="84084" y="66859"/>
                    </a:cubicBezTo>
                    <a:cubicBezTo>
                      <a:pt x="84702" y="64354"/>
                      <a:pt x="85596" y="61925"/>
                      <a:pt x="86746" y="59620"/>
                    </a:cubicBezTo>
                    <a:close/>
                    <a:moveTo>
                      <a:pt x="8339" y="11995"/>
                    </a:moveTo>
                    <a:cubicBezTo>
                      <a:pt x="13471" y="4089"/>
                      <a:pt x="22215" y="-1912"/>
                      <a:pt x="29628" y="565"/>
                    </a:cubicBezTo>
                    <a:lnTo>
                      <a:pt x="34380" y="2375"/>
                    </a:lnTo>
                    <a:cubicBezTo>
                      <a:pt x="36784" y="3318"/>
                      <a:pt x="39132" y="4394"/>
                      <a:pt x="41412" y="5613"/>
                    </a:cubicBezTo>
                    <a:lnTo>
                      <a:pt x="50061" y="10090"/>
                    </a:lnTo>
                    <a:lnTo>
                      <a:pt x="50631" y="10090"/>
                    </a:lnTo>
                    <a:cubicBezTo>
                      <a:pt x="56067" y="12967"/>
                      <a:pt x="60772" y="17034"/>
                      <a:pt x="64412" y="21996"/>
                    </a:cubicBezTo>
                    <a:cubicBezTo>
                      <a:pt x="67424" y="26073"/>
                      <a:pt x="68688" y="31178"/>
                      <a:pt x="67928" y="36188"/>
                    </a:cubicBezTo>
                    <a:cubicBezTo>
                      <a:pt x="67358" y="39875"/>
                      <a:pt x="65932" y="43361"/>
                      <a:pt x="63746" y="46380"/>
                    </a:cubicBezTo>
                    <a:cubicBezTo>
                      <a:pt x="61969" y="48533"/>
                      <a:pt x="59964" y="50476"/>
                      <a:pt x="57759" y="52190"/>
                    </a:cubicBezTo>
                    <a:cubicBezTo>
                      <a:pt x="49652" y="60106"/>
                      <a:pt x="37972" y="63116"/>
                      <a:pt x="27062" y="60096"/>
                    </a:cubicBezTo>
                    <a:cubicBezTo>
                      <a:pt x="23241" y="58877"/>
                      <a:pt x="19544" y="57286"/>
                      <a:pt x="16037" y="55334"/>
                    </a:cubicBezTo>
                    <a:cubicBezTo>
                      <a:pt x="12645" y="53238"/>
                      <a:pt x="9461" y="50809"/>
                      <a:pt x="6534" y="48095"/>
                    </a:cubicBezTo>
                    <a:cubicBezTo>
                      <a:pt x="309" y="42285"/>
                      <a:pt x="-1687" y="33236"/>
                      <a:pt x="1497" y="25330"/>
                    </a:cubicBezTo>
                    <a:cubicBezTo>
                      <a:pt x="3274" y="20672"/>
                      <a:pt x="5574" y="16234"/>
                      <a:pt x="8339" y="12090"/>
                    </a:cubicBezTo>
                    <a:close/>
                  </a:path>
                </a:pathLst>
              </a:custGeom>
              <a:solidFill>
                <a:srgbClr val="000000">
                  <a:alpha val="98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17" name="Google Shape;3128;p47">
                <a:extLst>
                  <a:ext uri="{FF2B5EF4-FFF2-40B4-BE49-F238E27FC236}">
                    <a16:creationId xmlns:a16="http://schemas.microsoft.com/office/drawing/2014/main" id="{A2393EDA-1B6C-7D91-D058-0108422A75C6}"/>
                  </a:ext>
                </a:extLst>
              </p:cNvPr>
              <p:cNvSpPr/>
              <p:nvPr/>
            </p:nvSpPr>
            <p:spPr>
              <a:xfrm>
                <a:off x="5733332" y="4130673"/>
                <a:ext cx="192169" cy="73375"/>
              </a:xfrm>
              <a:custGeom>
                <a:avLst/>
                <a:gdLst/>
                <a:ahLst/>
                <a:cxnLst/>
                <a:rect l="l" t="t" r="r" b="b"/>
                <a:pathLst>
                  <a:path w="192169" h="73375" extrusionOk="0">
                    <a:moveTo>
                      <a:pt x="15779" y="11368"/>
                    </a:moveTo>
                    <a:lnTo>
                      <a:pt x="36117" y="9463"/>
                    </a:lnTo>
                    <a:cubicBezTo>
                      <a:pt x="48995" y="8187"/>
                      <a:pt x="61967" y="10768"/>
                      <a:pt x="73372" y="16893"/>
                    </a:cubicBezTo>
                    <a:lnTo>
                      <a:pt x="185611" y="73376"/>
                    </a:lnTo>
                    <a:lnTo>
                      <a:pt x="192169" y="63851"/>
                    </a:lnTo>
                    <a:lnTo>
                      <a:pt x="66529" y="8320"/>
                    </a:lnTo>
                    <a:cubicBezTo>
                      <a:pt x="58974" y="4777"/>
                      <a:pt x="50810" y="2739"/>
                      <a:pt x="42484" y="2320"/>
                    </a:cubicBezTo>
                    <a:lnTo>
                      <a:pt x="2569" y="34"/>
                    </a:lnTo>
                    <a:cubicBezTo>
                      <a:pt x="1381" y="-176"/>
                      <a:pt x="250" y="614"/>
                      <a:pt x="31" y="1805"/>
                    </a:cubicBezTo>
                    <a:cubicBezTo>
                      <a:pt x="-73" y="2424"/>
                      <a:pt x="88" y="3063"/>
                      <a:pt x="478" y="3558"/>
                    </a:cubicBezTo>
                    <a:lnTo>
                      <a:pt x="1523" y="4987"/>
                    </a:lnTo>
                    <a:cubicBezTo>
                      <a:pt x="4869" y="9425"/>
                      <a:pt x="10248" y="11835"/>
                      <a:pt x="15779" y="11368"/>
                    </a:cubicBezTo>
                    <a:close/>
                  </a:path>
                </a:pathLst>
              </a:custGeom>
              <a:solidFill>
                <a:srgbClr val="2B303F"/>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18" name="Google Shape;3129;p47">
                <a:extLst>
                  <a:ext uri="{FF2B5EF4-FFF2-40B4-BE49-F238E27FC236}">
                    <a16:creationId xmlns:a16="http://schemas.microsoft.com/office/drawing/2014/main" id="{E4BC3CE8-5ED2-5B14-946E-A612682CCE37}"/>
                  </a:ext>
                </a:extLst>
              </p:cNvPr>
              <p:cNvSpPr/>
              <p:nvPr/>
            </p:nvSpPr>
            <p:spPr>
              <a:xfrm>
                <a:off x="5757380" y="4106036"/>
                <a:ext cx="156130" cy="127583"/>
              </a:xfrm>
              <a:custGeom>
                <a:avLst/>
                <a:gdLst/>
                <a:ahLst/>
                <a:cxnLst/>
                <a:rect l="l" t="t" r="r" b="b"/>
                <a:pathLst>
                  <a:path w="156130" h="127583" extrusionOk="0">
                    <a:moveTo>
                      <a:pt x="136950" y="117539"/>
                    </a:moveTo>
                    <a:lnTo>
                      <a:pt x="128491" y="98489"/>
                    </a:lnTo>
                    <a:cubicBezTo>
                      <a:pt x="123036" y="86601"/>
                      <a:pt x="113950" y="76762"/>
                      <a:pt x="102546" y="70390"/>
                    </a:cubicBezTo>
                    <a:lnTo>
                      <a:pt x="0" y="8858"/>
                    </a:lnTo>
                    <a:lnTo>
                      <a:pt x="5797" y="0"/>
                    </a:lnTo>
                    <a:lnTo>
                      <a:pt x="114236" y="72295"/>
                    </a:lnTo>
                    <a:cubicBezTo>
                      <a:pt x="121439" y="76876"/>
                      <a:pt x="127645" y="82868"/>
                      <a:pt x="132483" y="89916"/>
                    </a:cubicBezTo>
                    <a:lnTo>
                      <a:pt x="155767" y="124016"/>
                    </a:lnTo>
                    <a:cubicBezTo>
                      <a:pt x="156908" y="125730"/>
                      <a:pt x="155197" y="127921"/>
                      <a:pt x="152916" y="127540"/>
                    </a:cubicBezTo>
                    <a:lnTo>
                      <a:pt x="150920" y="127540"/>
                    </a:lnTo>
                    <a:cubicBezTo>
                      <a:pt x="144866" y="126816"/>
                      <a:pt x="139601" y="123044"/>
                      <a:pt x="136950" y="117539"/>
                    </a:cubicBezTo>
                    <a:close/>
                  </a:path>
                </a:pathLst>
              </a:custGeom>
              <a:solidFill>
                <a:srgbClr val="2B303F"/>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19" name="Google Shape;3130;p47">
                <a:extLst>
                  <a:ext uri="{FF2B5EF4-FFF2-40B4-BE49-F238E27FC236}">
                    <a16:creationId xmlns:a16="http://schemas.microsoft.com/office/drawing/2014/main" id="{98D95E6C-AEED-197E-9322-E757A9D75592}"/>
                  </a:ext>
                </a:extLst>
              </p:cNvPr>
              <p:cNvSpPr/>
              <p:nvPr/>
            </p:nvSpPr>
            <p:spPr>
              <a:xfrm>
                <a:off x="5834686" y="4162247"/>
                <a:ext cx="73778" cy="62054"/>
              </a:xfrm>
              <a:custGeom>
                <a:avLst/>
                <a:gdLst/>
                <a:ahLst/>
                <a:cxnLst/>
                <a:rect l="l" t="t" r="r" b="b"/>
                <a:pathLst>
                  <a:path w="73778" h="62054" extrusionOk="0">
                    <a:moveTo>
                      <a:pt x="29231" y="178"/>
                    </a:moveTo>
                    <a:cubicBezTo>
                      <a:pt x="35893" y="835"/>
                      <a:pt x="42346" y="2807"/>
                      <a:pt x="48239" y="5988"/>
                    </a:cubicBezTo>
                    <a:lnTo>
                      <a:pt x="48809" y="5988"/>
                    </a:lnTo>
                    <a:lnTo>
                      <a:pt x="58313" y="11036"/>
                    </a:lnTo>
                    <a:cubicBezTo>
                      <a:pt x="60783" y="12465"/>
                      <a:pt x="63064" y="13894"/>
                      <a:pt x="65345" y="15418"/>
                    </a:cubicBezTo>
                    <a:cubicBezTo>
                      <a:pt x="67626" y="16942"/>
                      <a:pt x="68292" y="17608"/>
                      <a:pt x="69717" y="18751"/>
                    </a:cubicBezTo>
                    <a:cubicBezTo>
                      <a:pt x="76180" y="23895"/>
                      <a:pt x="74279" y="34277"/>
                      <a:pt x="68577" y="42373"/>
                    </a:cubicBezTo>
                    <a:cubicBezTo>
                      <a:pt x="65383" y="46993"/>
                      <a:pt x="61658" y="51222"/>
                      <a:pt x="57457" y="54946"/>
                    </a:cubicBezTo>
                    <a:cubicBezTo>
                      <a:pt x="50187" y="61442"/>
                      <a:pt x="40075" y="63681"/>
                      <a:pt x="30752" y="60852"/>
                    </a:cubicBezTo>
                    <a:cubicBezTo>
                      <a:pt x="26503" y="59433"/>
                      <a:pt x="22398" y="57613"/>
                      <a:pt x="18492" y="55422"/>
                    </a:cubicBezTo>
                    <a:cubicBezTo>
                      <a:pt x="14852" y="53384"/>
                      <a:pt x="11440" y="50955"/>
                      <a:pt x="8323" y="48184"/>
                    </a:cubicBezTo>
                    <a:cubicBezTo>
                      <a:pt x="301" y="40764"/>
                      <a:pt x="-2208" y="29105"/>
                      <a:pt x="2050" y="19037"/>
                    </a:cubicBezTo>
                    <a:cubicBezTo>
                      <a:pt x="2763" y="16370"/>
                      <a:pt x="3808" y="13808"/>
                      <a:pt x="5186" y="11417"/>
                    </a:cubicBezTo>
                    <a:cubicBezTo>
                      <a:pt x="7325" y="8179"/>
                      <a:pt x="10147" y="5445"/>
                      <a:pt x="13455" y="3416"/>
                    </a:cubicBezTo>
                    <a:cubicBezTo>
                      <a:pt x="18226" y="663"/>
                      <a:pt x="23757" y="-470"/>
                      <a:pt x="29231" y="178"/>
                    </a:cubicBezTo>
                    <a:close/>
                  </a:path>
                </a:pathLst>
              </a:custGeom>
              <a:solidFill>
                <a:srgbClr val="000000">
                  <a:alpha val="298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20" name="Google Shape;3131;p47">
                <a:extLst>
                  <a:ext uri="{FF2B5EF4-FFF2-40B4-BE49-F238E27FC236}">
                    <a16:creationId xmlns:a16="http://schemas.microsoft.com/office/drawing/2014/main" id="{A6F1692F-2DF0-6E33-F3D7-02121FFD42E5}"/>
                  </a:ext>
                </a:extLst>
              </p:cNvPr>
              <p:cNvSpPr/>
              <p:nvPr/>
            </p:nvSpPr>
            <p:spPr>
              <a:xfrm>
                <a:off x="5745586" y="4102215"/>
                <a:ext cx="183510" cy="128783"/>
              </a:xfrm>
              <a:custGeom>
                <a:avLst/>
                <a:gdLst/>
                <a:ahLst/>
                <a:cxnLst/>
                <a:rect l="l" t="t" r="r" b="b"/>
                <a:pathLst>
                  <a:path w="183510" h="128783" extrusionOk="0">
                    <a:moveTo>
                      <a:pt x="14550" y="1821"/>
                    </a:moveTo>
                    <a:lnTo>
                      <a:pt x="9608" y="9632"/>
                    </a:lnTo>
                    <a:cubicBezTo>
                      <a:pt x="8753" y="10575"/>
                      <a:pt x="8753" y="12022"/>
                      <a:pt x="9608" y="12965"/>
                    </a:cubicBezTo>
                    <a:cubicBezTo>
                      <a:pt x="11347" y="14527"/>
                      <a:pt x="11822" y="17071"/>
                      <a:pt x="10748" y="19157"/>
                    </a:cubicBezTo>
                    <a:lnTo>
                      <a:pt x="2575" y="36301"/>
                    </a:lnTo>
                    <a:cubicBezTo>
                      <a:pt x="-2329" y="46274"/>
                      <a:pt x="-86" y="58304"/>
                      <a:pt x="8087" y="65829"/>
                    </a:cubicBezTo>
                    <a:lnTo>
                      <a:pt x="8087" y="65829"/>
                    </a:lnTo>
                    <a:cubicBezTo>
                      <a:pt x="14997" y="72001"/>
                      <a:pt x="23170" y="76583"/>
                      <a:pt x="32037" y="79259"/>
                    </a:cubicBezTo>
                    <a:lnTo>
                      <a:pt x="32037" y="79259"/>
                    </a:lnTo>
                    <a:cubicBezTo>
                      <a:pt x="45494" y="83374"/>
                      <a:pt x="60111" y="79717"/>
                      <a:pt x="70052" y="69734"/>
                    </a:cubicBezTo>
                    <a:lnTo>
                      <a:pt x="77655" y="62019"/>
                    </a:lnTo>
                    <a:cubicBezTo>
                      <a:pt x="79337" y="60381"/>
                      <a:pt x="80354" y="58171"/>
                      <a:pt x="80506" y="55828"/>
                    </a:cubicBezTo>
                    <a:cubicBezTo>
                      <a:pt x="81029" y="52180"/>
                      <a:pt x="84393" y="49646"/>
                      <a:pt x="88033" y="50170"/>
                    </a:cubicBezTo>
                    <a:cubicBezTo>
                      <a:pt x="88718" y="50265"/>
                      <a:pt x="89383" y="50475"/>
                      <a:pt x="90010" y="50780"/>
                    </a:cubicBezTo>
                    <a:lnTo>
                      <a:pt x="91911" y="51732"/>
                    </a:lnTo>
                    <a:lnTo>
                      <a:pt x="93811" y="52875"/>
                    </a:lnTo>
                    <a:cubicBezTo>
                      <a:pt x="96321" y="54694"/>
                      <a:pt x="96891" y="58209"/>
                      <a:pt x="95075" y="60723"/>
                    </a:cubicBezTo>
                    <a:cubicBezTo>
                      <a:pt x="94572" y="61419"/>
                      <a:pt x="93906" y="62000"/>
                      <a:pt x="93146" y="62400"/>
                    </a:cubicBezTo>
                    <a:cubicBezTo>
                      <a:pt x="91008" y="63533"/>
                      <a:pt x="89307" y="65343"/>
                      <a:pt x="88299" y="67543"/>
                    </a:cubicBezTo>
                    <a:lnTo>
                      <a:pt x="84023" y="77068"/>
                    </a:lnTo>
                    <a:cubicBezTo>
                      <a:pt x="78482" y="89508"/>
                      <a:pt x="81770" y="104119"/>
                      <a:pt x="92101" y="112978"/>
                    </a:cubicBezTo>
                    <a:lnTo>
                      <a:pt x="92101" y="112978"/>
                    </a:lnTo>
                    <a:cubicBezTo>
                      <a:pt x="99362" y="119398"/>
                      <a:pt x="107877" y="124227"/>
                      <a:pt x="117096" y="127170"/>
                    </a:cubicBezTo>
                    <a:lnTo>
                      <a:pt x="117096" y="127170"/>
                    </a:lnTo>
                    <a:cubicBezTo>
                      <a:pt x="129156" y="131066"/>
                      <a:pt x="142366" y="127780"/>
                      <a:pt x="151214" y="118693"/>
                    </a:cubicBezTo>
                    <a:lnTo>
                      <a:pt x="165470" y="103643"/>
                    </a:lnTo>
                    <a:cubicBezTo>
                      <a:pt x="167409" y="101700"/>
                      <a:pt x="170250" y="100967"/>
                      <a:pt x="172883" y="101738"/>
                    </a:cubicBezTo>
                    <a:cubicBezTo>
                      <a:pt x="174290" y="102224"/>
                      <a:pt x="175858" y="101767"/>
                      <a:pt x="176780" y="100595"/>
                    </a:cubicBezTo>
                    <a:lnTo>
                      <a:pt x="182577" y="92594"/>
                    </a:lnTo>
                    <a:cubicBezTo>
                      <a:pt x="183822" y="91108"/>
                      <a:pt x="183822" y="88937"/>
                      <a:pt x="182577" y="87451"/>
                    </a:cubicBezTo>
                    <a:cubicBezTo>
                      <a:pt x="173501" y="78412"/>
                      <a:pt x="163047" y="70887"/>
                      <a:pt x="151595" y="65162"/>
                    </a:cubicBezTo>
                    <a:lnTo>
                      <a:pt x="142091" y="60019"/>
                    </a:lnTo>
                    <a:cubicBezTo>
                      <a:pt x="135058" y="56180"/>
                      <a:pt x="127341" y="53789"/>
                      <a:pt x="119377" y="52970"/>
                    </a:cubicBezTo>
                    <a:lnTo>
                      <a:pt x="112344" y="52208"/>
                    </a:lnTo>
                    <a:cubicBezTo>
                      <a:pt x="110776" y="52284"/>
                      <a:pt x="109236" y="51732"/>
                      <a:pt x="108067" y="50684"/>
                    </a:cubicBezTo>
                    <a:cubicBezTo>
                      <a:pt x="107373" y="49703"/>
                      <a:pt x="106461" y="48884"/>
                      <a:pt x="105406" y="48303"/>
                    </a:cubicBezTo>
                    <a:lnTo>
                      <a:pt x="97613" y="44112"/>
                    </a:lnTo>
                    <a:lnTo>
                      <a:pt x="89820" y="39826"/>
                    </a:lnTo>
                    <a:cubicBezTo>
                      <a:pt x="88699" y="39254"/>
                      <a:pt x="87463" y="38930"/>
                      <a:pt x="86208" y="38873"/>
                    </a:cubicBezTo>
                    <a:cubicBezTo>
                      <a:pt x="84374" y="38826"/>
                      <a:pt x="82664" y="37949"/>
                      <a:pt x="81552" y="36492"/>
                    </a:cubicBezTo>
                    <a:lnTo>
                      <a:pt x="77750" y="31349"/>
                    </a:lnTo>
                    <a:cubicBezTo>
                      <a:pt x="73359" y="25453"/>
                      <a:pt x="67667" y="20661"/>
                      <a:pt x="61118" y="17347"/>
                    </a:cubicBezTo>
                    <a:lnTo>
                      <a:pt x="52470" y="12775"/>
                    </a:lnTo>
                    <a:cubicBezTo>
                      <a:pt x="42244" y="6698"/>
                      <a:pt x="31058" y="2412"/>
                      <a:pt x="19397" y="107"/>
                    </a:cubicBezTo>
                    <a:cubicBezTo>
                      <a:pt x="17591" y="-275"/>
                      <a:pt x="15719" y="383"/>
                      <a:pt x="14550" y="1821"/>
                    </a:cubicBezTo>
                    <a:close/>
                    <a:moveTo>
                      <a:pt x="93906" y="72020"/>
                    </a:moveTo>
                    <a:cubicBezTo>
                      <a:pt x="96045" y="68782"/>
                      <a:pt x="98867" y="66048"/>
                      <a:pt x="102175" y="64019"/>
                    </a:cubicBezTo>
                    <a:cubicBezTo>
                      <a:pt x="107012" y="61048"/>
                      <a:pt x="112696" y="59781"/>
                      <a:pt x="118331" y="60400"/>
                    </a:cubicBezTo>
                    <a:cubicBezTo>
                      <a:pt x="124993" y="61057"/>
                      <a:pt x="131447" y="63029"/>
                      <a:pt x="137339" y="66210"/>
                    </a:cubicBezTo>
                    <a:lnTo>
                      <a:pt x="137909" y="66210"/>
                    </a:lnTo>
                    <a:lnTo>
                      <a:pt x="147413" y="71258"/>
                    </a:lnTo>
                    <a:cubicBezTo>
                      <a:pt x="149884" y="72687"/>
                      <a:pt x="152165" y="74116"/>
                      <a:pt x="154446" y="75640"/>
                    </a:cubicBezTo>
                    <a:cubicBezTo>
                      <a:pt x="156727" y="77164"/>
                      <a:pt x="157392" y="77831"/>
                      <a:pt x="158817" y="78974"/>
                    </a:cubicBezTo>
                    <a:cubicBezTo>
                      <a:pt x="165280" y="84117"/>
                      <a:pt x="163379" y="94499"/>
                      <a:pt x="157677" y="102596"/>
                    </a:cubicBezTo>
                    <a:cubicBezTo>
                      <a:pt x="154484" y="107215"/>
                      <a:pt x="150758" y="111444"/>
                      <a:pt x="146558" y="115168"/>
                    </a:cubicBezTo>
                    <a:cubicBezTo>
                      <a:pt x="139287" y="121665"/>
                      <a:pt x="129175" y="123903"/>
                      <a:pt x="119852" y="121074"/>
                    </a:cubicBezTo>
                    <a:cubicBezTo>
                      <a:pt x="115604" y="119655"/>
                      <a:pt x="111498" y="117835"/>
                      <a:pt x="107592" y="115645"/>
                    </a:cubicBezTo>
                    <a:cubicBezTo>
                      <a:pt x="103952" y="113606"/>
                      <a:pt x="100540" y="111178"/>
                      <a:pt x="97423" y="108406"/>
                    </a:cubicBezTo>
                    <a:cubicBezTo>
                      <a:pt x="89402" y="100986"/>
                      <a:pt x="86893" y="89327"/>
                      <a:pt x="91150" y="79259"/>
                    </a:cubicBezTo>
                    <a:cubicBezTo>
                      <a:pt x="91768" y="76745"/>
                      <a:pt x="92690" y="74306"/>
                      <a:pt x="93906" y="72020"/>
                    </a:cubicBezTo>
                    <a:close/>
                    <a:moveTo>
                      <a:pt x="15405" y="24395"/>
                    </a:moveTo>
                    <a:cubicBezTo>
                      <a:pt x="20632" y="16585"/>
                      <a:pt x="29281" y="10584"/>
                      <a:pt x="36789" y="13060"/>
                    </a:cubicBezTo>
                    <a:cubicBezTo>
                      <a:pt x="38404" y="13546"/>
                      <a:pt x="39992" y="14118"/>
                      <a:pt x="41541" y="14775"/>
                    </a:cubicBezTo>
                    <a:cubicBezTo>
                      <a:pt x="43917" y="15727"/>
                      <a:pt x="46293" y="16871"/>
                      <a:pt x="48574" y="18014"/>
                    </a:cubicBezTo>
                    <a:lnTo>
                      <a:pt x="57222" y="22585"/>
                    </a:lnTo>
                    <a:lnTo>
                      <a:pt x="57792" y="22585"/>
                    </a:lnTo>
                    <a:cubicBezTo>
                      <a:pt x="63190" y="25519"/>
                      <a:pt x="67885" y="29577"/>
                      <a:pt x="71573" y="34492"/>
                    </a:cubicBezTo>
                    <a:cubicBezTo>
                      <a:pt x="74576" y="38607"/>
                      <a:pt x="75802" y="43750"/>
                      <a:pt x="74994" y="48779"/>
                    </a:cubicBezTo>
                    <a:cubicBezTo>
                      <a:pt x="74452" y="52437"/>
                      <a:pt x="73017" y="55904"/>
                      <a:pt x="70812" y="58876"/>
                    </a:cubicBezTo>
                    <a:cubicBezTo>
                      <a:pt x="69064" y="61076"/>
                      <a:pt x="67049" y="63057"/>
                      <a:pt x="64825" y="64781"/>
                    </a:cubicBezTo>
                    <a:cubicBezTo>
                      <a:pt x="56709" y="72677"/>
                      <a:pt x="45038" y="75687"/>
                      <a:pt x="34128" y="72687"/>
                    </a:cubicBezTo>
                    <a:cubicBezTo>
                      <a:pt x="30326" y="71458"/>
                      <a:pt x="26658" y="69830"/>
                      <a:pt x="23198" y="67829"/>
                    </a:cubicBezTo>
                    <a:cubicBezTo>
                      <a:pt x="19777" y="65810"/>
                      <a:pt x="16584" y="63410"/>
                      <a:pt x="13695" y="60685"/>
                    </a:cubicBezTo>
                    <a:cubicBezTo>
                      <a:pt x="7479" y="54828"/>
                      <a:pt x="5483" y="45760"/>
                      <a:pt x="8658" y="37825"/>
                    </a:cubicBezTo>
                    <a:cubicBezTo>
                      <a:pt x="10454" y="33158"/>
                      <a:pt x="12716" y="28691"/>
                      <a:pt x="15405" y="24491"/>
                    </a:cubicBezTo>
                    <a:close/>
                  </a:path>
                </a:pathLst>
              </a:custGeom>
              <a:solidFill>
                <a:srgbClr val="2B303F"/>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21" name="Google Shape;3132;p47">
                <a:extLst>
                  <a:ext uri="{FF2B5EF4-FFF2-40B4-BE49-F238E27FC236}">
                    <a16:creationId xmlns:a16="http://schemas.microsoft.com/office/drawing/2014/main" id="{D997293C-B0A5-F505-D482-046677828F46}"/>
                  </a:ext>
                </a:extLst>
              </p:cNvPr>
              <p:cNvSpPr/>
              <p:nvPr/>
            </p:nvSpPr>
            <p:spPr>
              <a:xfrm>
                <a:off x="5752081" y="4128325"/>
                <a:ext cx="64221" cy="49275"/>
              </a:xfrm>
              <a:custGeom>
                <a:avLst/>
                <a:gdLst/>
                <a:ahLst/>
                <a:cxnLst/>
                <a:rect l="l" t="t" r="r" b="b"/>
                <a:pathLst>
                  <a:path w="64221" h="49275" extrusionOk="0">
                    <a:moveTo>
                      <a:pt x="57569" y="40196"/>
                    </a:moveTo>
                    <a:cubicBezTo>
                      <a:pt x="49481" y="48149"/>
                      <a:pt x="37782" y="51159"/>
                      <a:pt x="26872" y="48101"/>
                    </a:cubicBezTo>
                    <a:cubicBezTo>
                      <a:pt x="23118" y="46987"/>
                      <a:pt x="19487" y="45491"/>
                      <a:pt x="16037" y="43624"/>
                    </a:cubicBezTo>
                    <a:cubicBezTo>
                      <a:pt x="12597" y="41634"/>
                      <a:pt x="9404" y="39233"/>
                      <a:pt x="6534" y="36481"/>
                    </a:cubicBezTo>
                    <a:cubicBezTo>
                      <a:pt x="309" y="30671"/>
                      <a:pt x="-1687" y="21622"/>
                      <a:pt x="1497" y="13716"/>
                    </a:cubicBezTo>
                    <a:cubicBezTo>
                      <a:pt x="3369" y="8896"/>
                      <a:pt x="5754" y="4296"/>
                      <a:pt x="8624" y="0"/>
                    </a:cubicBezTo>
                    <a:lnTo>
                      <a:pt x="8624" y="0"/>
                    </a:lnTo>
                    <a:cubicBezTo>
                      <a:pt x="5992" y="4010"/>
                      <a:pt x="3797" y="8287"/>
                      <a:pt x="2067" y="12763"/>
                    </a:cubicBezTo>
                    <a:cubicBezTo>
                      <a:pt x="-1107" y="20698"/>
                      <a:pt x="888" y="29766"/>
                      <a:pt x="7104" y="35623"/>
                    </a:cubicBezTo>
                    <a:cubicBezTo>
                      <a:pt x="9993" y="38348"/>
                      <a:pt x="13186" y="40748"/>
                      <a:pt x="16608" y="42767"/>
                    </a:cubicBezTo>
                    <a:cubicBezTo>
                      <a:pt x="20067" y="44767"/>
                      <a:pt x="23735" y="46396"/>
                      <a:pt x="27537" y="47625"/>
                    </a:cubicBezTo>
                    <a:cubicBezTo>
                      <a:pt x="38447" y="50625"/>
                      <a:pt x="50118" y="47615"/>
                      <a:pt x="58234" y="39719"/>
                    </a:cubicBezTo>
                    <a:cubicBezTo>
                      <a:pt x="60439" y="38005"/>
                      <a:pt x="62444" y="36061"/>
                      <a:pt x="64222" y="33909"/>
                    </a:cubicBezTo>
                    <a:lnTo>
                      <a:pt x="63556" y="34099"/>
                    </a:lnTo>
                    <a:cubicBezTo>
                      <a:pt x="61827" y="36376"/>
                      <a:pt x="59812" y="38424"/>
                      <a:pt x="57569" y="40196"/>
                    </a:cubicBezTo>
                    <a:close/>
                  </a:path>
                </a:pathLst>
              </a:custGeom>
              <a:solidFill>
                <a:srgbClr val="1F232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496" name="Google Shape;3133;p47">
                <a:extLst>
                  <a:ext uri="{FF2B5EF4-FFF2-40B4-BE49-F238E27FC236}">
                    <a16:creationId xmlns:a16="http://schemas.microsoft.com/office/drawing/2014/main" id="{1C4FF1B2-BFFA-E6D5-68B5-63359CD0FA02}"/>
                  </a:ext>
                </a:extLst>
              </p:cNvPr>
              <p:cNvSpPr/>
              <p:nvPr/>
            </p:nvSpPr>
            <p:spPr>
              <a:xfrm>
                <a:off x="5833480" y="4174426"/>
                <a:ext cx="68642" cy="51616"/>
              </a:xfrm>
              <a:custGeom>
                <a:avLst/>
                <a:gdLst/>
                <a:ahLst/>
                <a:cxnLst/>
                <a:rect l="l" t="t" r="r" b="b"/>
                <a:pathLst>
                  <a:path w="68642" h="51616" extrusionOk="0">
                    <a:moveTo>
                      <a:pt x="57428" y="44577"/>
                    </a:moveTo>
                    <a:cubicBezTo>
                      <a:pt x="50139" y="51044"/>
                      <a:pt x="40027" y="53245"/>
                      <a:pt x="30722" y="50387"/>
                    </a:cubicBezTo>
                    <a:cubicBezTo>
                      <a:pt x="26465" y="49044"/>
                      <a:pt x="22350" y="47254"/>
                      <a:pt x="18463" y="45053"/>
                    </a:cubicBezTo>
                    <a:cubicBezTo>
                      <a:pt x="14870" y="42948"/>
                      <a:pt x="11458" y="40529"/>
                      <a:pt x="8293" y="37814"/>
                    </a:cubicBezTo>
                    <a:cubicBezTo>
                      <a:pt x="310" y="30337"/>
                      <a:pt x="-2189" y="18679"/>
                      <a:pt x="2021" y="8572"/>
                    </a:cubicBezTo>
                    <a:cubicBezTo>
                      <a:pt x="2772" y="5953"/>
                      <a:pt x="3827" y="3429"/>
                      <a:pt x="5157" y="1048"/>
                    </a:cubicBezTo>
                    <a:lnTo>
                      <a:pt x="5917" y="0"/>
                    </a:lnTo>
                    <a:cubicBezTo>
                      <a:pt x="4616" y="2343"/>
                      <a:pt x="3589" y="4839"/>
                      <a:pt x="2876" y="7429"/>
                    </a:cubicBezTo>
                    <a:cubicBezTo>
                      <a:pt x="-1381" y="17497"/>
                      <a:pt x="1128" y="29165"/>
                      <a:pt x="9149" y="36576"/>
                    </a:cubicBezTo>
                    <a:cubicBezTo>
                      <a:pt x="12266" y="39348"/>
                      <a:pt x="15678" y="41777"/>
                      <a:pt x="19318" y="43815"/>
                    </a:cubicBezTo>
                    <a:cubicBezTo>
                      <a:pt x="23224" y="46006"/>
                      <a:pt x="27330" y="47825"/>
                      <a:pt x="31578" y="49244"/>
                    </a:cubicBezTo>
                    <a:cubicBezTo>
                      <a:pt x="40901" y="52073"/>
                      <a:pt x="51013" y="49835"/>
                      <a:pt x="58283" y="43339"/>
                    </a:cubicBezTo>
                    <a:cubicBezTo>
                      <a:pt x="62142" y="39881"/>
                      <a:pt x="65620" y="36023"/>
                      <a:pt x="68643" y="31813"/>
                    </a:cubicBezTo>
                    <a:lnTo>
                      <a:pt x="68643" y="31813"/>
                    </a:lnTo>
                    <a:cubicBezTo>
                      <a:pt x="65440" y="36509"/>
                      <a:pt x="61667" y="40795"/>
                      <a:pt x="57428" y="44577"/>
                    </a:cubicBezTo>
                    <a:close/>
                  </a:path>
                </a:pathLst>
              </a:custGeom>
              <a:solidFill>
                <a:srgbClr val="1F232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497" name="Google Shape;3134;p47">
                <a:extLst>
                  <a:ext uri="{FF2B5EF4-FFF2-40B4-BE49-F238E27FC236}">
                    <a16:creationId xmlns:a16="http://schemas.microsoft.com/office/drawing/2014/main" id="{F42AF231-0CA2-089D-513E-A87C23C79EAD}"/>
                  </a:ext>
                </a:extLst>
              </p:cNvPr>
              <p:cNvSpPr/>
              <p:nvPr/>
            </p:nvSpPr>
            <p:spPr>
              <a:xfrm>
                <a:off x="5752373" y="4115091"/>
                <a:ext cx="68187" cy="61619"/>
              </a:xfrm>
              <a:custGeom>
                <a:avLst/>
                <a:gdLst/>
                <a:ahLst/>
                <a:cxnLst/>
                <a:rect l="l" t="t" r="r" b="b"/>
                <a:pathLst>
                  <a:path w="68187" h="61619" extrusionOk="0">
                    <a:moveTo>
                      <a:pt x="64786" y="21997"/>
                    </a:moveTo>
                    <a:cubicBezTo>
                      <a:pt x="61098" y="17082"/>
                      <a:pt x="56403" y="13024"/>
                      <a:pt x="51005" y="10090"/>
                    </a:cubicBezTo>
                    <a:lnTo>
                      <a:pt x="50435" y="10090"/>
                    </a:lnTo>
                    <a:lnTo>
                      <a:pt x="41787" y="5518"/>
                    </a:lnTo>
                    <a:cubicBezTo>
                      <a:pt x="39506" y="4375"/>
                      <a:pt x="37130" y="3232"/>
                      <a:pt x="34754" y="2280"/>
                    </a:cubicBezTo>
                    <a:cubicBezTo>
                      <a:pt x="33205" y="1623"/>
                      <a:pt x="31617" y="1051"/>
                      <a:pt x="30002" y="565"/>
                    </a:cubicBezTo>
                    <a:cubicBezTo>
                      <a:pt x="22494" y="-1911"/>
                      <a:pt x="13845" y="4090"/>
                      <a:pt x="8618" y="11900"/>
                    </a:cubicBezTo>
                    <a:cubicBezTo>
                      <a:pt x="5767" y="16205"/>
                      <a:pt x="3382" y="20806"/>
                      <a:pt x="1490" y="25616"/>
                    </a:cubicBezTo>
                    <a:cubicBezTo>
                      <a:pt x="-1684" y="33551"/>
                      <a:pt x="312" y="42618"/>
                      <a:pt x="6527" y="48476"/>
                    </a:cubicBezTo>
                    <a:cubicBezTo>
                      <a:pt x="9417" y="51200"/>
                      <a:pt x="12610" y="53601"/>
                      <a:pt x="16031" y="55620"/>
                    </a:cubicBezTo>
                    <a:cubicBezTo>
                      <a:pt x="19491" y="57620"/>
                      <a:pt x="23159" y="59249"/>
                      <a:pt x="26960" y="60478"/>
                    </a:cubicBezTo>
                    <a:cubicBezTo>
                      <a:pt x="37871" y="63478"/>
                      <a:pt x="49542" y="60468"/>
                      <a:pt x="57658" y="52572"/>
                    </a:cubicBezTo>
                    <a:cubicBezTo>
                      <a:pt x="59882" y="50848"/>
                      <a:pt x="61896" y="48867"/>
                      <a:pt x="63645" y="46666"/>
                    </a:cubicBezTo>
                    <a:cubicBezTo>
                      <a:pt x="65850" y="43695"/>
                      <a:pt x="67285" y="40228"/>
                      <a:pt x="67827" y="36570"/>
                    </a:cubicBezTo>
                    <a:cubicBezTo>
                      <a:pt x="68825" y="31503"/>
                      <a:pt x="67732" y="26235"/>
                      <a:pt x="64786" y="21997"/>
                    </a:cubicBezTo>
                    <a:close/>
                  </a:path>
                </a:pathLst>
              </a:custGeom>
              <a:solidFill>
                <a:srgbClr val="000000">
                  <a:alpha val="298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grpSp>
        <p:grpSp>
          <p:nvGrpSpPr>
            <p:cNvPr id="1039" name="Google Shape;3135;p47">
              <a:extLst>
                <a:ext uri="{FF2B5EF4-FFF2-40B4-BE49-F238E27FC236}">
                  <a16:creationId xmlns:a16="http://schemas.microsoft.com/office/drawing/2014/main" id="{71A1F5F7-2EBD-4BAE-F697-6AD9FD61661D}"/>
                </a:ext>
              </a:extLst>
            </p:cNvPr>
            <p:cNvGrpSpPr/>
            <p:nvPr/>
          </p:nvGrpSpPr>
          <p:grpSpPr>
            <a:xfrm flipH="1">
              <a:off x="3829267" y="2465054"/>
              <a:ext cx="683694" cy="518573"/>
              <a:chOff x="6621095" y="1452181"/>
              <a:chExt cx="330894" cy="250785"/>
            </a:xfrm>
          </p:grpSpPr>
          <p:sp>
            <p:nvSpPr>
              <p:cNvPr id="2210" name="Google Shape;3136;p47">
                <a:extLst>
                  <a:ext uri="{FF2B5EF4-FFF2-40B4-BE49-F238E27FC236}">
                    <a16:creationId xmlns:a16="http://schemas.microsoft.com/office/drawing/2014/main" id="{D75BAA52-96A8-105E-3508-19E107A8147B}"/>
                  </a:ext>
                </a:extLst>
              </p:cNvPr>
              <p:cNvSpPr/>
              <p:nvPr/>
            </p:nvSpPr>
            <p:spPr>
              <a:xfrm>
                <a:off x="6648789" y="1521520"/>
                <a:ext cx="303199" cy="174500"/>
              </a:xfrm>
              <a:custGeom>
                <a:avLst/>
                <a:gdLst/>
                <a:ahLst/>
                <a:cxnLst/>
                <a:rect l="l" t="t" r="r" b="b"/>
                <a:pathLst>
                  <a:path w="303199" h="174500" extrusionOk="0">
                    <a:moveTo>
                      <a:pt x="0" y="63249"/>
                    </a:moveTo>
                    <a:lnTo>
                      <a:pt x="107878" y="860"/>
                    </a:lnTo>
                    <a:cubicBezTo>
                      <a:pt x="109779" y="-287"/>
                      <a:pt x="112155" y="-287"/>
                      <a:pt x="114056" y="860"/>
                    </a:cubicBezTo>
                    <a:lnTo>
                      <a:pt x="303200" y="110302"/>
                    </a:lnTo>
                    <a:lnTo>
                      <a:pt x="192280" y="174501"/>
                    </a:lnTo>
                    <a:close/>
                  </a:path>
                </a:pathLst>
              </a:custGeom>
              <a:solidFill>
                <a:srgbClr val="F4F4F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11" name="Google Shape;3137;p47">
                <a:extLst>
                  <a:ext uri="{FF2B5EF4-FFF2-40B4-BE49-F238E27FC236}">
                    <a16:creationId xmlns:a16="http://schemas.microsoft.com/office/drawing/2014/main" id="{4A19CE13-76F9-6E29-18BA-35407268A7A2}"/>
                  </a:ext>
                </a:extLst>
              </p:cNvPr>
              <p:cNvSpPr/>
              <p:nvPr/>
            </p:nvSpPr>
            <p:spPr>
              <a:xfrm>
                <a:off x="6790409" y="1564671"/>
                <a:ext cx="79173" cy="45815"/>
              </a:xfrm>
              <a:custGeom>
                <a:avLst/>
                <a:gdLst/>
                <a:ahLst/>
                <a:cxnLst/>
                <a:rect l="l" t="t" r="r" b="b"/>
                <a:pathLst>
                  <a:path w="79173" h="45815" extrusionOk="0">
                    <a:moveTo>
                      <a:pt x="79174" y="29242"/>
                    </a:moveTo>
                    <a:lnTo>
                      <a:pt x="50660" y="45815"/>
                    </a:lnTo>
                    <a:lnTo>
                      <a:pt x="0" y="16478"/>
                    </a:lnTo>
                    <a:lnTo>
                      <a:pt x="28514" y="0"/>
                    </a:lnTo>
                    <a:lnTo>
                      <a:pt x="79174" y="29242"/>
                    </a:lnTo>
                    <a:close/>
                  </a:path>
                </a:pathLst>
              </a:custGeom>
              <a:solidFill>
                <a:srgbClr val="000000">
                  <a:alpha val="149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12" name="Google Shape;3138;p47">
                <a:extLst>
                  <a:ext uri="{FF2B5EF4-FFF2-40B4-BE49-F238E27FC236}">
                    <a16:creationId xmlns:a16="http://schemas.microsoft.com/office/drawing/2014/main" id="{129FF5AC-4D2E-A1C9-AD92-2882F7F2D9AE}"/>
                  </a:ext>
                </a:extLst>
              </p:cNvPr>
              <p:cNvSpPr/>
              <p:nvPr/>
            </p:nvSpPr>
            <p:spPr>
              <a:xfrm>
                <a:off x="6648780" y="1584674"/>
                <a:ext cx="303209" cy="118292"/>
              </a:xfrm>
              <a:custGeom>
                <a:avLst/>
                <a:gdLst/>
                <a:ahLst/>
                <a:cxnLst/>
                <a:rect l="l" t="t" r="r" b="b"/>
                <a:pathLst>
                  <a:path w="303209" h="118292" extrusionOk="0">
                    <a:moveTo>
                      <a:pt x="303209" y="47149"/>
                    </a:moveTo>
                    <a:lnTo>
                      <a:pt x="303209" y="49721"/>
                    </a:lnTo>
                    <a:cubicBezTo>
                      <a:pt x="303237" y="53440"/>
                      <a:pt x="301279" y="56892"/>
                      <a:pt x="298076" y="58769"/>
                    </a:cubicBezTo>
                    <a:lnTo>
                      <a:pt x="197517" y="116872"/>
                    </a:lnTo>
                    <a:cubicBezTo>
                      <a:pt x="194323" y="118766"/>
                      <a:pt x="190350" y="118766"/>
                      <a:pt x="187157" y="116872"/>
                    </a:cubicBezTo>
                    <a:lnTo>
                      <a:pt x="5237" y="12097"/>
                    </a:lnTo>
                    <a:cubicBezTo>
                      <a:pt x="1863" y="10147"/>
                      <a:pt x="-153" y="6475"/>
                      <a:pt x="9" y="2572"/>
                    </a:cubicBezTo>
                    <a:lnTo>
                      <a:pt x="9" y="0"/>
                    </a:lnTo>
                    <a:lnTo>
                      <a:pt x="192289" y="111252"/>
                    </a:lnTo>
                    <a:close/>
                  </a:path>
                </a:pathLst>
              </a:custGeom>
              <a:solidFill>
                <a:srgbClr val="E5E5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13" name="Google Shape;3139;p47">
                <a:extLst>
                  <a:ext uri="{FF2B5EF4-FFF2-40B4-BE49-F238E27FC236}">
                    <a16:creationId xmlns:a16="http://schemas.microsoft.com/office/drawing/2014/main" id="{FE51CF8B-7EBA-B5EB-3816-51ABCA191727}"/>
                  </a:ext>
                </a:extLst>
              </p:cNvPr>
              <p:cNvSpPr/>
              <p:nvPr/>
            </p:nvSpPr>
            <p:spPr>
              <a:xfrm>
                <a:off x="6621095" y="1454086"/>
                <a:ext cx="217122" cy="244320"/>
              </a:xfrm>
              <a:custGeom>
                <a:avLst/>
                <a:gdLst/>
                <a:ahLst/>
                <a:cxnLst/>
                <a:rect l="l" t="t" r="r" b="b"/>
                <a:pathLst>
                  <a:path w="217122" h="244320" extrusionOk="0">
                    <a:moveTo>
                      <a:pt x="217123" y="243459"/>
                    </a:moveTo>
                    <a:cubicBezTo>
                      <a:pt x="213644" y="244834"/>
                      <a:pt x="209728" y="244552"/>
                      <a:pt x="206478" y="242697"/>
                    </a:cubicBezTo>
                    <a:lnTo>
                      <a:pt x="25888" y="137922"/>
                    </a:lnTo>
                    <a:cubicBezTo>
                      <a:pt x="22695" y="136081"/>
                      <a:pt x="20499" y="132899"/>
                      <a:pt x="19900" y="129254"/>
                    </a:cubicBezTo>
                    <a:lnTo>
                      <a:pt x="36" y="10763"/>
                    </a:lnTo>
                    <a:cubicBezTo>
                      <a:pt x="-12" y="10097"/>
                      <a:pt x="-12" y="9429"/>
                      <a:pt x="36" y="8763"/>
                    </a:cubicBezTo>
                    <a:cubicBezTo>
                      <a:pt x="26" y="5457"/>
                      <a:pt x="1366" y="2291"/>
                      <a:pt x="3743" y="0"/>
                    </a:cubicBezTo>
                    <a:lnTo>
                      <a:pt x="191935" y="108871"/>
                    </a:lnTo>
                    <a:cubicBezTo>
                      <a:pt x="194226" y="110281"/>
                      <a:pt x="195813" y="112601"/>
                      <a:pt x="196307" y="115252"/>
                    </a:cubicBezTo>
                    <a:close/>
                  </a:path>
                </a:pathLst>
              </a:custGeom>
              <a:solidFill>
                <a:srgbClr val="F4F4F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14" name="Google Shape;3140;p47">
                <a:extLst>
                  <a:ext uri="{FF2B5EF4-FFF2-40B4-BE49-F238E27FC236}">
                    <a16:creationId xmlns:a16="http://schemas.microsoft.com/office/drawing/2014/main" id="{B9839FE2-EF90-A19B-9051-C5707AAC8EFE}"/>
                  </a:ext>
                </a:extLst>
              </p:cNvPr>
              <p:cNvSpPr/>
              <p:nvPr/>
            </p:nvSpPr>
            <p:spPr>
              <a:xfrm>
                <a:off x="6624647" y="1452181"/>
                <a:ext cx="216421" cy="245364"/>
              </a:xfrm>
              <a:custGeom>
                <a:avLst/>
                <a:gdLst/>
                <a:ahLst/>
                <a:cxnLst/>
                <a:rect l="l" t="t" r="r" b="b"/>
                <a:pathLst>
                  <a:path w="216421" h="245364" extrusionOk="0">
                    <a:moveTo>
                      <a:pt x="216422" y="243840"/>
                    </a:moveTo>
                    <a:lnTo>
                      <a:pt x="215186" y="244602"/>
                    </a:lnTo>
                    <a:lnTo>
                      <a:pt x="213570" y="245364"/>
                    </a:lnTo>
                    <a:lnTo>
                      <a:pt x="192090" y="117157"/>
                    </a:lnTo>
                    <a:cubicBezTo>
                      <a:pt x="191596" y="114506"/>
                      <a:pt x="190008" y="112186"/>
                      <a:pt x="187718" y="110776"/>
                    </a:cubicBezTo>
                    <a:lnTo>
                      <a:pt x="0" y="1905"/>
                    </a:lnTo>
                    <a:cubicBezTo>
                      <a:pt x="694" y="1117"/>
                      <a:pt x="1530" y="471"/>
                      <a:pt x="2471" y="0"/>
                    </a:cubicBezTo>
                    <a:lnTo>
                      <a:pt x="191044" y="109061"/>
                    </a:lnTo>
                    <a:cubicBezTo>
                      <a:pt x="193373" y="110453"/>
                      <a:pt x="194998" y="112774"/>
                      <a:pt x="195512" y="115443"/>
                    </a:cubicBezTo>
                    <a:close/>
                  </a:path>
                </a:pathLst>
              </a:custGeom>
              <a:solidFill>
                <a:srgbClr val="E5E5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grpSp>
        <p:sp>
          <p:nvSpPr>
            <p:cNvPr id="1040" name="Google Shape;3141;p47">
              <a:extLst>
                <a:ext uri="{FF2B5EF4-FFF2-40B4-BE49-F238E27FC236}">
                  <a16:creationId xmlns:a16="http://schemas.microsoft.com/office/drawing/2014/main" id="{2888AF78-BA09-9830-A871-D23994029B89}"/>
                </a:ext>
              </a:extLst>
            </p:cNvPr>
            <p:cNvSpPr/>
            <p:nvPr/>
          </p:nvSpPr>
          <p:spPr>
            <a:xfrm rot="-1803147">
              <a:off x="6082659" y="320502"/>
              <a:ext cx="40427" cy="70097"/>
            </a:xfrm>
            <a:custGeom>
              <a:avLst/>
              <a:gdLst/>
              <a:ahLst/>
              <a:cxnLst/>
              <a:rect l="l" t="t" r="r" b="b"/>
              <a:pathLst>
                <a:path w="49989" h="86677" extrusionOk="0">
                  <a:moveTo>
                    <a:pt x="49990" y="43339"/>
                  </a:moveTo>
                  <a:cubicBezTo>
                    <a:pt x="49990" y="67274"/>
                    <a:pt x="38799" y="86678"/>
                    <a:pt x="24995" y="86678"/>
                  </a:cubicBezTo>
                  <a:cubicBezTo>
                    <a:pt x="11190" y="86678"/>
                    <a:pt x="0" y="67274"/>
                    <a:pt x="0" y="43339"/>
                  </a:cubicBezTo>
                  <a:cubicBezTo>
                    <a:pt x="0" y="19403"/>
                    <a:pt x="11190" y="0"/>
                    <a:pt x="24995" y="0"/>
                  </a:cubicBezTo>
                  <a:cubicBezTo>
                    <a:pt x="38799" y="0"/>
                    <a:pt x="49990" y="19403"/>
                    <a:pt x="49990" y="43339"/>
                  </a:cubicBez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41" name="Google Shape;3142;p47">
              <a:extLst>
                <a:ext uri="{FF2B5EF4-FFF2-40B4-BE49-F238E27FC236}">
                  <a16:creationId xmlns:a16="http://schemas.microsoft.com/office/drawing/2014/main" id="{27E325DD-20DD-7C09-11E2-6E53BD7D48E4}"/>
                </a:ext>
              </a:extLst>
            </p:cNvPr>
            <p:cNvSpPr/>
            <p:nvPr/>
          </p:nvSpPr>
          <p:spPr>
            <a:xfrm>
              <a:off x="5777153" y="2115925"/>
              <a:ext cx="669353" cy="387341"/>
            </a:xfrm>
            <a:custGeom>
              <a:avLst/>
              <a:gdLst/>
              <a:ahLst/>
              <a:cxnLst/>
              <a:rect l="l" t="t" r="r" b="b"/>
              <a:pathLst>
                <a:path w="828920" h="479679" extrusionOk="0">
                  <a:moveTo>
                    <a:pt x="828920" y="239840"/>
                  </a:moveTo>
                  <a:cubicBezTo>
                    <a:pt x="828920" y="372299"/>
                    <a:pt x="643360" y="479679"/>
                    <a:pt x="414460" y="479679"/>
                  </a:cubicBezTo>
                  <a:cubicBezTo>
                    <a:pt x="185560" y="479679"/>
                    <a:pt x="0" y="372299"/>
                    <a:pt x="0" y="239840"/>
                  </a:cubicBezTo>
                  <a:cubicBezTo>
                    <a:pt x="0" y="107380"/>
                    <a:pt x="185560" y="0"/>
                    <a:pt x="414460" y="0"/>
                  </a:cubicBezTo>
                  <a:cubicBezTo>
                    <a:pt x="643360" y="0"/>
                    <a:pt x="828920" y="107380"/>
                    <a:pt x="828920" y="239840"/>
                  </a:cubicBezTo>
                  <a:close/>
                </a:path>
              </a:pathLst>
            </a:custGeom>
            <a:solidFill>
              <a:srgbClr val="D6D8E5">
                <a:alpha val="400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42" name="Google Shape;3143;p47">
              <a:extLst>
                <a:ext uri="{FF2B5EF4-FFF2-40B4-BE49-F238E27FC236}">
                  <a16:creationId xmlns:a16="http://schemas.microsoft.com/office/drawing/2014/main" id="{6D8456F7-3FED-3FCE-B39E-B5F377DB9B91}"/>
                </a:ext>
              </a:extLst>
            </p:cNvPr>
            <p:cNvSpPr/>
            <p:nvPr/>
          </p:nvSpPr>
          <p:spPr>
            <a:xfrm>
              <a:off x="5964040" y="276791"/>
              <a:ext cx="375852" cy="551229"/>
            </a:xfrm>
            <a:custGeom>
              <a:avLst/>
              <a:gdLst/>
              <a:ahLst/>
              <a:cxnLst/>
              <a:rect l="l" t="t" r="r" b="b"/>
              <a:pathLst>
                <a:path w="465451" h="682637" extrusionOk="0">
                  <a:moveTo>
                    <a:pt x="164035" y="22597"/>
                  </a:moveTo>
                  <a:cubicBezTo>
                    <a:pt x="182568" y="-7216"/>
                    <a:pt x="324079" y="-26837"/>
                    <a:pt x="370648" y="93368"/>
                  </a:cubicBezTo>
                  <a:cubicBezTo>
                    <a:pt x="388325" y="138898"/>
                    <a:pt x="385569" y="255293"/>
                    <a:pt x="400299" y="328540"/>
                  </a:cubicBezTo>
                  <a:cubicBezTo>
                    <a:pt x="415030" y="401788"/>
                    <a:pt x="449909" y="442840"/>
                    <a:pt x="462359" y="502562"/>
                  </a:cubicBezTo>
                  <a:cubicBezTo>
                    <a:pt x="474809" y="562284"/>
                    <a:pt x="454471" y="661534"/>
                    <a:pt x="311724" y="679060"/>
                  </a:cubicBezTo>
                  <a:cubicBezTo>
                    <a:pt x="168977" y="696586"/>
                    <a:pt x="59209" y="646390"/>
                    <a:pt x="25470" y="600765"/>
                  </a:cubicBezTo>
                  <a:cubicBezTo>
                    <a:pt x="-8268" y="555140"/>
                    <a:pt x="-8934" y="457890"/>
                    <a:pt x="26135" y="406169"/>
                  </a:cubicBezTo>
                  <a:cubicBezTo>
                    <a:pt x="61204" y="354448"/>
                    <a:pt x="87720" y="311776"/>
                    <a:pt x="86865" y="244244"/>
                  </a:cubicBezTo>
                  <a:close/>
                </a:path>
              </a:pathLst>
            </a:custGeom>
            <a:solidFill>
              <a:srgbClr val="3A2C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43" name="Google Shape;3144;p47">
              <a:extLst>
                <a:ext uri="{FF2B5EF4-FFF2-40B4-BE49-F238E27FC236}">
                  <a16:creationId xmlns:a16="http://schemas.microsoft.com/office/drawing/2014/main" id="{8F04A45C-4915-B69E-084C-3C67442C5D5C}"/>
                </a:ext>
              </a:extLst>
            </p:cNvPr>
            <p:cNvSpPr/>
            <p:nvPr/>
          </p:nvSpPr>
          <p:spPr>
            <a:xfrm>
              <a:off x="5952425" y="673402"/>
              <a:ext cx="70057" cy="407712"/>
            </a:xfrm>
            <a:custGeom>
              <a:avLst/>
              <a:gdLst/>
              <a:ahLst/>
              <a:cxnLst/>
              <a:rect l="l" t="t" r="r" b="b"/>
              <a:pathLst>
                <a:path w="86758" h="504907" extrusionOk="0">
                  <a:moveTo>
                    <a:pt x="8870" y="34023"/>
                  </a:moveTo>
                  <a:cubicBezTo>
                    <a:pt x="8870" y="34023"/>
                    <a:pt x="-24678" y="271196"/>
                    <a:pt x="38712" y="439789"/>
                  </a:cubicBezTo>
                  <a:cubicBezTo>
                    <a:pt x="102102" y="608381"/>
                    <a:pt x="84520" y="396355"/>
                    <a:pt x="84520" y="396355"/>
                  </a:cubicBezTo>
                  <a:lnTo>
                    <a:pt x="69314" y="345967"/>
                  </a:lnTo>
                  <a:cubicBezTo>
                    <a:pt x="69314" y="345967"/>
                    <a:pt x="56579" y="152038"/>
                    <a:pt x="61807" y="104508"/>
                  </a:cubicBezTo>
                  <a:cubicBezTo>
                    <a:pt x="67033" y="56979"/>
                    <a:pt x="65798" y="16116"/>
                    <a:pt x="69314" y="12306"/>
                  </a:cubicBezTo>
                  <a:cubicBezTo>
                    <a:pt x="72831" y="8497"/>
                    <a:pt x="56674" y="972"/>
                    <a:pt x="50307" y="19"/>
                  </a:cubicBezTo>
                  <a:cubicBezTo>
                    <a:pt x="43939" y="-933"/>
                    <a:pt x="8870" y="34023"/>
                    <a:pt x="8870" y="34023"/>
                  </a:cubicBezTo>
                  <a:close/>
                </a:path>
              </a:pathLst>
            </a:custGeom>
            <a:solidFill>
              <a:srgbClr val="FFCEA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44" name="Google Shape;3145;p47">
              <a:extLst>
                <a:ext uri="{FF2B5EF4-FFF2-40B4-BE49-F238E27FC236}">
                  <a16:creationId xmlns:a16="http://schemas.microsoft.com/office/drawing/2014/main" id="{B87C924E-690A-8BF5-1F21-A7E768C575CF}"/>
                </a:ext>
              </a:extLst>
            </p:cNvPr>
            <p:cNvSpPr/>
            <p:nvPr/>
          </p:nvSpPr>
          <p:spPr>
            <a:xfrm>
              <a:off x="5992903" y="271657"/>
              <a:ext cx="179035" cy="222681"/>
            </a:xfrm>
            <a:custGeom>
              <a:avLst/>
              <a:gdLst/>
              <a:ahLst/>
              <a:cxnLst/>
              <a:rect l="l" t="t" r="r" b="b"/>
              <a:pathLst>
                <a:path w="221715" h="275766" extrusionOk="0">
                  <a:moveTo>
                    <a:pt x="221716" y="8191"/>
                  </a:moveTo>
                  <a:cubicBezTo>
                    <a:pt x="221716" y="8191"/>
                    <a:pt x="115178" y="-22575"/>
                    <a:pt x="50648" y="35147"/>
                  </a:cubicBezTo>
                  <a:cubicBezTo>
                    <a:pt x="-8371" y="87915"/>
                    <a:pt x="-3429" y="159734"/>
                    <a:pt x="5125" y="193452"/>
                  </a:cubicBezTo>
                  <a:cubicBezTo>
                    <a:pt x="13678" y="227171"/>
                    <a:pt x="30975" y="273176"/>
                    <a:pt x="57681" y="275748"/>
                  </a:cubicBezTo>
                  <a:cubicBezTo>
                    <a:pt x="84386" y="278320"/>
                    <a:pt x="221716" y="8191"/>
                    <a:pt x="221716" y="8191"/>
                  </a:cubicBezTo>
                  <a:close/>
                </a:path>
              </a:pathLst>
            </a:custGeom>
            <a:solidFill>
              <a:srgbClr val="3A2C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45" name="Google Shape;3146;p47">
              <a:extLst>
                <a:ext uri="{FF2B5EF4-FFF2-40B4-BE49-F238E27FC236}">
                  <a16:creationId xmlns:a16="http://schemas.microsoft.com/office/drawing/2014/main" id="{90EB6D96-FDC6-915F-29BF-635CEC4C308F}"/>
                </a:ext>
              </a:extLst>
            </p:cNvPr>
            <p:cNvSpPr/>
            <p:nvPr/>
          </p:nvSpPr>
          <p:spPr>
            <a:xfrm>
              <a:off x="6027515" y="513497"/>
              <a:ext cx="222025" cy="248990"/>
            </a:xfrm>
            <a:custGeom>
              <a:avLst/>
              <a:gdLst/>
              <a:ahLst/>
              <a:cxnLst/>
              <a:rect l="l" t="t" r="r" b="b"/>
              <a:pathLst>
                <a:path w="274953" h="308347" extrusionOk="0">
                  <a:moveTo>
                    <a:pt x="219342" y="0"/>
                  </a:moveTo>
                  <a:cubicBezTo>
                    <a:pt x="219342" y="0"/>
                    <a:pt x="212310" y="119063"/>
                    <a:pt x="214495" y="127825"/>
                  </a:cubicBezTo>
                  <a:cubicBezTo>
                    <a:pt x="216681" y="136588"/>
                    <a:pt x="261159" y="144971"/>
                    <a:pt x="273609" y="155353"/>
                  </a:cubicBezTo>
                  <a:cubicBezTo>
                    <a:pt x="286059" y="165735"/>
                    <a:pt x="208983" y="286512"/>
                    <a:pt x="169828" y="304419"/>
                  </a:cubicBezTo>
                  <a:cubicBezTo>
                    <a:pt x="130672" y="322326"/>
                    <a:pt x="9308" y="276606"/>
                    <a:pt x="945" y="216122"/>
                  </a:cubicBezTo>
                  <a:cubicBezTo>
                    <a:pt x="-6848" y="160401"/>
                    <a:pt x="35634" y="117158"/>
                    <a:pt x="51981" y="101822"/>
                  </a:cubicBezTo>
                  <a:cubicBezTo>
                    <a:pt x="63100" y="100841"/>
                    <a:pt x="74276" y="100555"/>
                    <a:pt x="85434" y="100965"/>
                  </a:cubicBezTo>
                  <a:lnTo>
                    <a:pt x="89045" y="43243"/>
                  </a:lnTo>
                  <a:cubicBezTo>
                    <a:pt x="142457" y="26575"/>
                    <a:pt x="219342" y="0"/>
                    <a:pt x="219342" y="0"/>
                  </a:cubicBezTo>
                  <a:close/>
                </a:path>
              </a:pathLst>
            </a:custGeom>
            <a:solidFill>
              <a:srgbClr val="FFCEA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46" name="Google Shape;3147;p47">
              <a:extLst>
                <a:ext uri="{FF2B5EF4-FFF2-40B4-BE49-F238E27FC236}">
                  <a16:creationId xmlns:a16="http://schemas.microsoft.com/office/drawing/2014/main" id="{7976ED81-B3FF-73D0-575B-8DCA85A09045}"/>
                </a:ext>
              </a:extLst>
            </p:cNvPr>
            <p:cNvSpPr/>
            <p:nvPr/>
          </p:nvSpPr>
          <p:spPr>
            <a:xfrm>
              <a:off x="5963282" y="594790"/>
              <a:ext cx="323371" cy="372912"/>
            </a:xfrm>
            <a:custGeom>
              <a:avLst/>
              <a:gdLst/>
              <a:ahLst/>
              <a:cxnLst/>
              <a:rect l="l" t="t" r="r" b="b"/>
              <a:pathLst>
                <a:path w="400459" h="461811" extrusionOk="0">
                  <a:moveTo>
                    <a:pt x="315417" y="38688"/>
                  </a:moveTo>
                  <a:cubicBezTo>
                    <a:pt x="348776" y="43832"/>
                    <a:pt x="386981" y="61739"/>
                    <a:pt x="392208" y="80027"/>
                  </a:cubicBezTo>
                  <a:cubicBezTo>
                    <a:pt x="398290" y="101363"/>
                    <a:pt x="411216" y="202042"/>
                    <a:pt x="382704" y="278718"/>
                  </a:cubicBezTo>
                  <a:cubicBezTo>
                    <a:pt x="354193" y="355394"/>
                    <a:pt x="334330" y="404067"/>
                    <a:pt x="317793" y="437024"/>
                  </a:cubicBezTo>
                  <a:cubicBezTo>
                    <a:pt x="317793" y="437024"/>
                    <a:pt x="173431" y="499126"/>
                    <a:pt x="57009" y="426737"/>
                  </a:cubicBezTo>
                  <a:cubicBezTo>
                    <a:pt x="57009" y="426737"/>
                    <a:pt x="49026" y="344631"/>
                    <a:pt x="48456" y="300721"/>
                  </a:cubicBezTo>
                  <a:cubicBezTo>
                    <a:pt x="-58937" y="206804"/>
                    <a:pt x="32870" y="91171"/>
                    <a:pt x="123916" y="969"/>
                  </a:cubicBezTo>
                  <a:cubicBezTo>
                    <a:pt x="134807" y="-136"/>
                    <a:pt x="145784" y="-298"/>
                    <a:pt x="156704" y="493"/>
                  </a:cubicBezTo>
                  <a:cubicBezTo>
                    <a:pt x="156704" y="493"/>
                    <a:pt x="75447" y="96791"/>
                    <a:pt x="131899" y="151464"/>
                  </a:cubicBezTo>
                  <a:cubicBezTo>
                    <a:pt x="252693" y="114793"/>
                    <a:pt x="276737" y="60405"/>
                    <a:pt x="315417" y="38688"/>
                  </a:cubicBezTo>
                  <a:close/>
                </a:path>
              </a:pathLst>
            </a:custGeom>
            <a:solidFill>
              <a:srgbClr val="F4F4F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47" name="Google Shape;3148;p47">
              <a:extLst>
                <a:ext uri="{FF2B5EF4-FFF2-40B4-BE49-F238E27FC236}">
                  <a16:creationId xmlns:a16="http://schemas.microsoft.com/office/drawing/2014/main" id="{C0B3D9F3-EC0A-1D05-C62A-8B8E92703220}"/>
                </a:ext>
              </a:extLst>
            </p:cNvPr>
            <p:cNvSpPr/>
            <p:nvPr/>
          </p:nvSpPr>
          <p:spPr>
            <a:xfrm>
              <a:off x="6020709" y="289521"/>
              <a:ext cx="238064" cy="294179"/>
            </a:xfrm>
            <a:custGeom>
              <a:avLst/>
              <a:gdLst/>
              <a:ahLst/>
              <a:cxnLst/>
              <a:rect l="l" t="t" r="r" b="b"/>
              <a:pathLst>
                <a:path w="294816" h="364308" extrusionOk="0">
                  <a:moveTo>
                    <a:pt x="6143" y="129898"/>
                  </a:moveTo>
                  <a:lnTo>
                    <a:pt x="6143" y="129898"/>
                  </a:lnTo>
                  <a:cubicBezTo>
                    <a:pt x="18118" y="53698"/>
                    <a:pt x="73240" y="-4405"/>
                    <a:pt x="151931" y="263"/>
                  </a:cubicBezTo>
                  <a:cubicBezTo>
                    <a:pt x="235318" y="4873"/>
                    <a:pt x="299183" y="76348"/>
                    <a:pt x="294583" y="159921"/>
                  </a:cubicBezTo>
                  <a:cubicBezTo>
                    <a:pt x="291970" y="207365"/>
                    <a:pt x="267307" y="250837"/>
                    <a:pt x="227961" y="277345"/>
                  </a:cubicBezTo>
                  <a:cubicBezTo>
                    <a:pt x="225244" y="288937"/>
                    <a:pt x="221157" y="300157"/>
                    <a:pt x="215797" y="310778"/>
                  </a:cubicBezTo>
                  <a:cubicBezTo>
                    <a:pt x="187855" y="343353"/>
                    <a:pt x="113916" y="363927"/>
                    <a:pt x="89492" y="364308"/>
                  </a:cubicBezTo>
                  <a:cubicBezTo>
                    <a:pt x="68298" y="364308"/>
                    <a:pt x="50146" y="344782"/>
                    <a:pt x="30283" y="311921"/>
                  </a:cubicBezTo>
                  <a:cubicBezTo>
                    <a:pt x="-10774" y="243436"/>
                    <a:pt x="-319" y="167617"/>
                    <a:pt x="6143" y="129898"/>
                  </a:cubicBezTo>
                  <a:close/>
                </a:path>
              </a:pathLst>
            </a:custGeom>
            <a:solidFill>
              <a:srgbClr val="FFCEA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48" name="Google Shape;3149;p47">
              <a:extLst>
                <a:ext uri="{FF2B5EF4-FFF2-40B4-BE49-F238E27FC236}">
                  <a16:creationId xmlns:a16="http://schemas.microsoft.com/office/drawing/2014/main" id="{6FB42C8F-52C4-74E9-F0D4-DB184BDE9D6B}"/>
                </a:ext>
              </a:extLst>
            </p:cNvPr>
            <p:cNvSpPr/>
            <p:nvPr/>
          </p:nvSpPr>
          <p:spPr>
            <a:xfrm>
              <a:off x="6029967" y="288305"/>
              <a:ext cx="239492" cy="225171"/>
            </a:xfrm>
            <a:custGeom>
              <a:avLst/>
              <a:gdLst/>
              <a:ahLst/>
              <a:cxnLst/>
              <a:rect l="l" t="t" r="r" b="b"/>
              <a:pathLst>
                <a:path w="296585" h="278850" extrusionOk="0">
                  <a:moveTo>
                    <a:pt x="164891" y="3197"/>
                  </a:moveTo>
                  <a:cubicBezTo>
                    <a:pt x="220108" y="13961"/>
                    <a:pt x="265441" y="29582"/>
                    <a:pt x="280457" y="83874"/>
                  </a:cubicBezTo>
                  <a:cubicBezTo>
                    <a:pt x="290721" y="121307"/>
                    <a:pt x="304121" y="192554"/>
                    <a:pt x="291386" y="222653"/>
                  </a:cubicBezTo>
                  <a:lnTo>
                    <a:pt x="283403" y="244370"/>
                  </a:lnTo>
                  <a:lnTo>
                    <a:pt x="216876" y="278851"/>
                  </a:lnTo>
                  <a:cubicBezTo>
                    <a:pt x="216876" y="278851"/>
                    <a:pt x="185704" y="252848"/>
                    <a:pt x="195398" y="176457"/>
                  </a:cubicBezTo>
                  <a:cubicBezTo>
                    <a:pt x="194980" y="166227"/>
                    <a:pt x="191692" y="156321"/>
                    <a:pt x="185894" y="147882"/>
                  </a:cubicBezTo>
                  <a:cubicBezTo>
                    <a:pt x="181580" y="140729"/>
                    <a:pt x="178367" y="132956"/>
                    <a:pt x="176390" y="124832"/>
                  </a:cubicBezTo>
                  <a:cubicBezTo>
                    <a:pt x="168531" y="104162"/>
                    <a:pt x="153001" y="87332"/>
                    <a:pt x="133053" y="77873"/>
                  </a:cubicBezTo>
                  <a:cubicBezTo>
                    <a:pt x="83348" y="49870"/>
                    <a:pt x="10454" y="74063"/>
                    <a:pt x="0" y="84160"/>
                  </a:cubicBezTo>
                  <a:cubicBezTo>
                    <a:pt x="33929" y="14627"/>
                    <a:pt x="100645" y="-9376"/>
                    <a:pt x="164891" y="3197"/>
                  </a:cubicBezTo>
                  <a:close/>
                </a:path>
              </a:pathLst>
            </a:custGeom>
            <a:solidFill>
              <a:srgbClr val="3A2C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49" name="Google Shape;3150;p47">
              <a:extLst>
                <a:ext uri="{FF2B5EF4-FFF2-40B4-BE49-F238E27FC236}">
                  <a16:creationId xmlns:a16="http://schemas.microsoft.com/office/drawing/2014/main" id="{5D277840-6516-11DD-FF5B-A24F39FA03F2}"/>
                </a:ext>
              </a:extLst>
            </p:cNvPr>
            <p:cNvSpPr/>
            <p:nvPr/>
          </p:nvSpPr>
          <p:spPr>
            <a:xfrm>
              <a:off x="6069645" y="2237688"/>
              <a:ext cx="188076" cy="143860"/>
            </a:xfrm>
            <a:custGeom>
              <a:avLst/>
              <a:gdLst/>
              <a:ahLst/>
              <a:cxnLst/>
              <a:rect l="l" t="t" r="r" b="b"/>
              <a:pathLst>
                <a:path w="232912" h="178155" extrusionOk="0">
                  <a:moveTo>
                    <a:pt x="216022" y="5"/>
                  </a:moveTo>
                  <a:cubicBezTo>
                    <a:pt x="188081" y="22769"/>
                    <a:pt x="144649" y="7053"/>
                    <a:pt x="142558" y="9053"/>
                  </a:cubicBezTo>
                  <a:cubicBezTo>
                    <a:pt x="114047" y="37628"/>
                    <a:pt x="71755" y="62489"/>
                    <a:pt x="40202" y="87444"/>
                  </a:cubicBezTo>
                  <a:cubicBezTo>
                    <a:pt x="22810" y="101160"/>
                    <a:pt x="-4276" y="119543"/>
                    <a:pt x="571" y="145927"/>
                  </a:cubicBezTo>
                  <a:cubicBezTo>
                    <a:pt x="9410" y="193076"/>
                    <a:pt x="84775" y="178598"/>
                    <a:pt x="113191" y="164120"/>
                  </a:cubicBezTo>
                  <a:cubicBezTo>
                    <a:pt x="141608" y="149642"/>
                    <a:pt x="164797" y="126020"/>
                    <a:pt x="191692" y="109066"/>
                  </a:cubicBezTo>
                  <a:cubicBezTo>
                    <a:pt x="210700" y="97064"/>
                    <a:pt x="229708" y="90873"/>
                    <a:pt x="232749" y="66584"/>
                  </a:cubicBezTo>
                  <a:cubicBezTo>
                    <a:pt x="234555" y="51916"/>
                    <a:pt x="220964" y="-567"/>
                    <a:pt x="216022" y="5"/>
                  </a:cubicBezTo>
                  <a:close/>
                </a:path>
              </a:pathLst>
            </a:custGeom>
            <a:solidFill>
              <a:srgbClr val="3822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50" name="Google Shape;3151;p47">
              <a:extLst>
                <a:ext uri="{FF2B5EF4-FFF2-40B4-BE49-F238E27FC236}">
                  <a16:creationId xmlns:a16="http://schemas.microsoft.com/office/drawing/2014/main" id="{022B20DB-9ADE-7450-FF44-BBEF41D8249D}"/>
                </a:ext>
              </a:extLst>
            </p:cNvPr>
            <p:cNvSpPr/>
            <p:nvPr/>
          </p:nvSpPr>
          <p:spPr>
            <a:xfrm>
              <a:off x="6070415" y="2283614"/>
              <a:ext cx="187263" cy="97891"/>
            </a:xfrm>
            <a:custGeom>
              <a:avLst/>
              <a:gdLst/>
              <a:ahLst/>
              <a:cxnLst/>
              <a:rect l="l" t="t" r="r" b="b"/>
              <a:pathLst>
                <a:path w="231905" h="121227" extrusionOk="0">
                  <a:moveTo>
                    <a:pt x="231417" y="0"/>
                  </a:moveTo>
                  <a:cubicBezTo>
                    <a:pt x="227711" y="23241"/>
                    <a:pt x="209083" y="29623"/>
                    <a:pt x="190076" y="41434"/>
                  </a:cubicBezTo>
                  <a:cubicBezTo>
                    <a:pt x="162705" y="58483"/>
                    <a:pt x="138660" y="83058"/>
                    <a:pt x="110244" y="97441"/>
                  </a:cubicBezTo>
                  <a:cubicBezTo>
                    <a:pt x="84013" y="110776"/>
                    <a:pt x="18437" y="124015"/>
                    <a:pt x="0" y="90392"/>
                  </a:cubicBezTo>
                  <a:cubicBezTo>
                    <a:pt x="10074" y="135826"/>
                    <a:pt x="84108" y="121539"/>
                    <a:pt x="112240" y="107251"/>
                  </a:cubicBezTo>
                  <a:cubicBezTo>
                    <a:pt x="140371" y="92964"/>
                    <a:pt x="163845" y="69151"/>
                    <a:pt x="190741" y="52197"/>
                  </a:cubicBezTo>
                  <a:cubicBezTo>
                    <a:pt x="209748" y="40196"/>
                    <a:pt x="228756" y="34004"/>
                    <a:pt x="231797" y="9715"/>
                  </a:cubicBezTo>
                  <a:cubicBezTo>
                    <a:pt x="232025" y="6477"/>
                    <a:pt x="231892" y="3219"/>
                    <a:pt x="231417" y="0"/>
                  </a:cubicBezTo>
                  <a:close/>
                </a:path>
              </a:pathLst>
            </a:custGeom>
            <a:solidFill>
              <a:srgbClr val="757B8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51" name="Google Shape;3152;p47">
              <a:extLst>
                <a:ext uri="{FF2B5EF4-FFF2-40B4-BE49-F238E27FC236}">
                  <a16:creationId xmlns:a16="http://schemas.microsoft.com/office/drawing/2014/main" id="{53A35A6E-9C73-9480-89AE-5F5AC8BE5217}"/>
                </a:ext>
              </a:extLst>
            </p:cNvPr>
            <p:cNvSpPr/>
            <p:nvPr/>
          </p:nvSpPr>
          <p:spPr>
            <a:xfrm>
              <a:off x="5927157" y="2205996"/>
              <a:ext cx="172547" cy="133696"/>
            </a:xfrm>
            <a:custGeom>
              <a:avLst/>
              <a:gdLst/>
              <a:ahLst/>
              <a:cxnLst/>
              <a:rect l="l" t="t" r="r" b="b"/>
              <a:pathLst>
                <a:path w="213680" h="165568" extrusionOk="0">
                  <a:moveTo>
                    <a:pt x="196496" y="5"/>
                  </a:moveTo>
                  <a:cubicBezTo>
                    <a:pt x="170931" y="20864"/>
                    <a:pt x="132345" y="9530"/>
                    <a:pt x="130445" y="11054"/>
                  </a:cubicBezTo>
                  <a:cubicBezTo>
                    <a:pt x="104404" y="37247"/>
                    <a:pt x="65819" y="59726"/>
                    <a:pt x="36927" y="82491"/>
                  </a:cubicBezTo>
                  <a:cubicBezTo>
                    <a:pt x="20961" y="95064"/>
                    <a:pt x="-3939" y="111924"/>
                    <a:pt x="528" y="136022"/>
                  </a:cubicBezTo>
                  <a:cubicBezTo>
                    <a:pt x="8606" y="179265"/>
                    <a:pt x="77604" y="165930"/>
                    <a:pt x="103644" y="152786"/>
                  </a:cubicBezTo>
                  <a:cubicBezTo>
                    <a:pt x="129684" y="139641"/>
                    <a:pt x="151163" y="117638"/>
                    <a:pt x="175588" y="102303"/>
                  </a:cubicBezTo>
                  <a:cubicBezTo>
                    <a:pt x="193170" y="91350"/>
                    <a:pt x="210466" y="85634"/>
                    <a:pt x="213603" y="63441"/>
                  </a:cubicBezTo>
                  <a:cubicBezTo>
                    <a:pt x="214838" y="50011"/>
                    <a:pt x="201058" y="-567"/>
                    <a:pt x="196496" y="5"/>
                  </a:cubicBezTo>
                  <a:close/>
                </a:path>
              </a:pathLst>
            </a:custGeom>
            <a:solidFill>
              <a:srgbClr val="3822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52" name="Google Shape;3153;p47">
              <a:extLst>
                <a:ext uri="{FF2B5EF4-FFF2-40B4-BE49-F238E27FC236}">
                  <a16:creationId xmlns:a16="http://schemas.microsoft.com/office/drawing/2014/main" id="{4F2AD686-E737-BD64-95E0-C1260F34C7C1}"/>
                </a:ext>
              </a:extLst>
            </p:cNvPr>
            <p:cNvSpPr/>
            <p:nvPr/>
          </p:nvSpPr>
          <p:spPr>
            <a:xfrm>
              <a:off x="5927737" y="2249998"/>
              <a:ext cx="171800" cy="89748"/>
            </a:xfrm>
            <a:custGeom>
              <a:avLst/>
              <a:gdLst/>
              <a:ahLst/>
              <a:cxnLst/>
              <a:rect l="l" t="t" r="r" b="b"/>
              <a:pathLst>
                <a:path w="212755" h="111143" extrusionOk="0">
                  <a:moveTo>
                    <a:pt x="212124" y="0"/>
                  </a:moveTo>
                  <a:cubicBezTo>
                    <a:pt x="208798" y="21241"/>
                    <a:pt x="191691" y="27146"/>
                    <a:pt x="174109" y="38100"/>
                  </a:cubicBezTo>
                  <a:cubicBezTo>
                    <a:pt x="149019" y="53721"/>
                    <a:pt x="126590" y="76200"/>
                    <a:pt x="100930" y="89344"/>
                  </a:cubicBezTo>
                  <a:cubicBezTo>
                    <a:pt x="76886" y="101632"/>
                    <a:pt x="16917" y="113728"/>
                    <a:pt x="0" y="82867"/>
                  </a:cubicBezTo>
                  <a:cubicBezTo>
                    <a:pt x="9504" y="124492"/>
                    <a:pt x="76980" y="111442"/>
                    <a:pt x="102736" y="98393"/>
                  </a:cubicBezTo>
                  <a:cubicBezTo>
                    <a:pt x="128491" y="85344"/>
                    <a:pt x="150255" y="63246"/>
                    <a:pt x="174679" y="47911"/>
                  </a:cubicBezTo>
                  <a:cubicBezTo>
                    <a:pt x="192261" y="36957"/>
                    <a:pt x="209558" y="31242"/>
                    <a:pt x="212694" y="9049"/>
                  </a:cubicBezTo>
                  <a:cubicBezTo>
                    <a:pt x="212866" y="6020"/>
                    <a:pt x="212676" y="2981"/>
                    <a:pt x="212124" y="0"/>
                  </a:cubicBezTo>
                  <a:close/>
                </a:path>
              </a:pathLst>
            </a:custGeom>
            <a:solidFill>
              <a:srgbClr val="757B8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53" name="Google Shape;3154;p47">
              <a:extLst>
                <a:ext uri="{FF2B5EF4-FFF2-40B4-BE49-F238E27FC236}">
                  <a16:creationId xmlns:a16="http://schemas.microsoft.com/office/drawing/2014/main" id="{6BAF77AE-D96F-A2E7-1196-DB02971A3721}"/>
                </a:ext>
              </a:extLst>
            </p:cNvPr>
            <p:cNvSpPr/>
            <p:nvPr/>
          </p:nvSpPr>
          <p:spPr>
            <a:xfrm>
              <a:off x="5955035" y="963103"/>
              <a:ext cx="368082" cy="1288142"/>
            </a:xfrm>
            <a:custGeom>
              <a:avLst/>
              <a:gdLst/>
              <a:ahLst/>
              <a:cxnLst/>
              <a:rect l="l" t="t" r="r" b="b"/>
              <a:pathLst>
                <a:path w="455829" h="1595222" extrusionOk="0">
                  <a:moveTo>
                    <a:pt x="11434" y="236696"/>
                  </a:moveTo>
                  <a:cubicBezTo>
                    <a:pt x="23694" y="140208"/>
                    <a:pt x="58953" y="0"/>
                    <a:pt x="58953" y="0"/>
                  </a:cubicBezTo>
                  <a:cubicBezTo>
                    <a:pt x="92720" y="15859"/>
                    <a:pt x="129281" y="24889"/>
                    <a:pt x="166536" y="26575"/>
                  </a:cubicBezTo>
                  <a:cubicBezTo>
                    <a:pt x="228691" y="29718"/>
                    <a:pt x="328101" y="10859"/>
                    <a:pt x="328101" y="10859"/>
                  </a:cubicBezTo>
                  <a:cubicBezTo>
                    <a:pt x="345540" y="41281"/>
                    <a:pt x="364576" y="70752"/>
                    <a:pt x="385123" y="99155"/>
                  </a:cubicBezTo>
                  <a:cubicBezTo>
                    <a:pt x="412875" y="137731"/>
                    <a:pt x="466856" y="222409"/>
                    <a:pt x="453836" y="370332"/>
                  </a:cubicBezTo>
                  <a:cubicBezTo>
                    <a:pt x="445282" y="467011"/>
                    <a:pt x="391301" y="877443"/>
                    <a:pt x="391301" y="877443"/>
                  </a:cubicBezTo>
                  <a:cubicBezTo>
                    <a:pt x="412295" y="946490"/>
                    <a:pt x="423452" y="1018156"/>
                    <a:pt x="424469" y="1090327"/>
                  </a:cubicBezTo>
                  <a:cubicBezTo>
                    <a:pt x="423899" y="1150048"/>
                    <a:pt x="408218" y="1251490"/>
                    <a:pt x="390635" y="1345311"/>
                  </a:cubicBezTo>
                  <a:lnTo>
                    <a:pt x="358418" y="1578293"/>
                  </a:lnTo>
                  <a:cubicBezTo>
                    <a:pt x="358418" y="1578293"/>
                    <a:pt x="315556" y="1609344"/>
                    <a:pt x="284953" y="1587341"/>
                  </a:cubicBezTo>
                  <a:lnTo>
                    <a:pt x="288850" y="1359408"/>
                  </a:lnTo>
                  <a:cubicBezTo>
                    <a:pt x="285049" y="1303592"/>
                    <a:pt x="279346" y="1221296"/>
                    <a:pt x="276020" y="1168908"/>
                  </a:cubicBezTo>
                  <a:cubicBezTo>
                    <a:pt x="270223" y="1083183"/>
                    <a:pt x="254921" y="947356"/>
                    <a:pt x="250550" y="913352"/>
                  </a:cubicBezTo>
                  <a:cubicBezTo>
                    <a:pt x="246178" y="879348"/>
                    <a:pt x="235249" y="820103"/>
                    <a:pt x="230117" y="753618"/>
                  </a:cubicBezTo>
                  <a:cubicBezTo>
                    <a:pt x="224985" y="687134"/>
                    <a:pt x="199895" y="349282"/>
                    <a:pt x="199895" y="349282"/>
                  </a:cubicBezTo>
                  <a:lnTo>
                    <a:pt x="196473" y="412528"/>
                  </a:lnTo>
                  <a:cubicBezTo>
                    <a:pt x="196473" y="412528"/>
                    <a:pt x="193147" y="515303"/>
                    <a:pt x="178416" y="641985"/>
                  </a:cubicBezTo>
                  <a:cubicBezTo>
                    <a:pt x="163685" y="768668"/>
                    <a:pt x="158553" y="824960"/>
                    <a:pt x="158553" y="824960"/>
                  </a:cubicBezTo>
                  <a:cubicBezTo>
                    <a:pt x="158553" y="824960"/>
                    <a:pt x="184118" y="872109"/>
                    <a:pt x="187065" y="906780"/>
                  </a:cubicBezTo>
                  <a:cubicBezTo>
                    <a:pt x="189630" y="934212"/>
                    <a:pt x="220898" y="1150906"/>
                    <a:pt x="202271" y="1261110"/>
                  </a:cubicBezTo>
                  <a:lnTo>
                    <a:pt x="164256" y="1541336"/>
                  </a:lnTo>
                  <a:cubicBezTo>
                    <a:pt x="144782" y="1554832"/>
                    <a:pt x="120015" y="1558090"/>
                    <a:pt x="97729" y="1550098"/>
                  </a:cubicBezTo>
                  <a:lnTo>
                    <a:pt x="75205" y="1267682"/>
                  </a:lnTo>
                  <a:cubicBezTo>
                    <a:pt x="60094" y="1160145"/>
                    <a:pt x="27686" y="932307"/>
                    <a:pt x="23124" y="902684"/>
                  </a:cubicBezTo>
                  <a:cubicBezTo>
                    <a:pt x="16662" y="863727"/>
                    <a:pt x="11340" y="844487"/>
                    <a:pt x="4117" y="721709"/>
                  </a:cubicBezTo>
                  <a:cubicBezTo>
                    <a:pt x="-3106" y="598932"/>
                    <a:pt x="-920" y="333185"/>
                    <a:pt x="11434" y="236696"/>
                  </a:cubicBezTo>
                  <a:close/>
                </a:path>
              </a:pathLst>
            </a:custGeom>
            <a:solidFill>
              <a:srgbClr val="FFCEA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54" name="Google Shape;3155;p47">
              <a:extLst>
                <a:ext uri="{FF2B5EF4-FFF2-40B4-BE49-F238E27FC236}">
                  <a16:creationId xmlns:a16="http://schemas.microsoft.com/office/drawing/2014/main" id="{2A468AD7-F25A-93E7-0D9B-946E78D756A7}"/>
                </a:ext>
              </a:extLst>
            </p:cNvPr>
            <p:cNvSpPr/>
            <p:nvPr/>
          </p:nvSpPr>
          <p:spPr>
            <a:xfrm>
              <a:off x="5939457" y="937334"/>
              <a:ext cx="391797" cy="856741"/>
            </a:xfrm>
            <a:custGeom>
              <a:avLst/>
              <a:gdLst/>
              <a:ahLst/>
              <a:cxnLst/>
              <a:rect l="l" t="t" r="r" b="b"/>
              <a:pathLst>
                <a:path w="485198" h="1060979" extrusionOk="0">
                  <a:moveTo>
                    <a:pt x="347391" y="12859"/>
                  </a:moveTo>
                  <a:lnTo>
                    <a:pt x="430264" y="179832"/>
                  </a:lnTo>
                  <a:cubicBezTo>
                    <a:pt x="430264" y="179832"/>
                    <a:pt x="556855" y="365474"/>
                    <a:pt x="425702" y="842772"/>
                  </a:cubicBezTo>
                  <a:lnTo>
                    <a:pt x="450317" y="990029"/>
                  </a:lnTo>
                  <a:cubicBezTo>
                    <a:pt x="450317" y="990029"/>
                    <a:pt x="202078" y="1149668"/>
                    <a:pt x="35952" y="990029"/>
                  </a:cubicBezTo>
                  <a:cubicBezTo>
                    <a:pt x="35952" y="990029"/>
                    <a:pt x="-21641" y="548926"/>
                    <a:pt x="8961" y="345567"/>
                  </a:cubicBezTo>
                  <a:cubicBezTo>
                    <a:pt x="26011" y="228591"/>
                    <a:pt x="51871" y="113071"/>
                    <a:pt x="86322" y="0"/>
                  </a:cubicBezTo>
                  <a:cubicBezTo>
                    <a:pt x="86322" y="0"/>
                    <a:pt x="126998" y="45053"/>
                    <a:pt x="336367" y="15335"/>
                  </a:cubicBezTo>
                </a:path>
              </a:pathLst>
            </a:custGeom>
            <a:solidFill>
              <a:schemeClr val="accent1"/>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55" name="Google Shape;3156;p47">
              <a:extLst>
                <a:ext uri="{FF2B5EF4-FFF2-40B4-BE49-F238E27FC236}">
                  <a16:creationId xmlns:a16="http://schemas.microsoft.com/office/drawing/2014/main" id="{33FB1E05-4796-3319-63CE-9A17E3AA3EC3}"/>
                </a:ext>
              </a:extLst>
            </p:cNvPr>
            <p:cNvSpPr/>
            <p:nvPr/>
          </p:nvSpPr>
          <p:spPr>
            <a:xfrm>
              <a:off x="5733626" y="681017"/>
              <a:ext cx="564393" cy="492344"/>
            </a:xfrm>
            <a:custGeom>
              <a:avLst/>
              <a:gdLst/>
              <a:ahLst/>
              <a:cxnLst/>
              <a:rect l="l" t="t" r="r" b="b"/>
              <a:pathLst>
                <a:path w="698939" h="609714" extrusionOk="0">
                  <a:moveTo>
                    <a:pt x="82790" y="448837"/>
                  </a:moveTo>
                  <a:cubicBezTo>
                    <a:pt x="101798" y="452457"/>
                    <a:pt x="119950" y="448361"/>
                    <a:pt x="146561" y="455600"/>
                  </a:cubicBezTo>
                  <a:cubicBezTo>
                    <a:pt x="166452" y="461905"/>
                    <a:pt x="187190" y="465125"/>
                    <a:pt x="208050" y="465125"/>
                  </a:cubicBezTo>
                  <a:cubicBezTo>
                    <a:pt x="230669" y="465125"/>
                    <a:pt x="294155" y="433407"/>
                    <a:pt x="348611" y="395116"/>
                  </a:cubicBezTo>
                  <a:cubicBezTo>
                    <a:pt x="412762" y="350063"/>
                    <a:pt x="476437" y="272244"/>
                    <a:pt x="499436" y="234811"/>
                  </a:cubicBezTo>
                  <a:cubicBezTo>
                    <a:pt x="548951" y="154038"/>
                    <a:pt x="596375" y="70695"/>
                    <a:pt x="611011" y="28023"/>
                  </a:cubicBezTo>
                  <a:cubicBezTo>
                    <a:pt x="628498" y="-23222"/>
                    <a:pt x="628118" y="11640"/>
                    <a:pt x="658530" y="10878"/>
                  </a:cubicBezTo>
                  <a:cubicBezTo>
                    <a:pt x="693979" y="10020"/>
                    <a:pt x="713082" y="23070"/>
                    <a:pt x="686471" y="92602"/>
                  </a:cubicBezTo>
                  <a:cubicBezTo>
                    <a:pt x="659860" y="162135"/>
                    <a:pt x="635626" y="210522"/>
                    <a:pt x="576322" y="292627"/>
                  </a:cubicBezTo>
                  <a:cubicBezTo>
                    <a:pt x="532918" y="354245"/>
                    <a:pt x="479260" y="407918"/>
                    <a:pt x="417704" y="451314"/>
                  </a:cubicBezTo>
                  <a:cubicBezTo>
                    <a:pt x="363608" y="489280"/>
                    <a:pt x="305151" y="520589"/>
                    <a:pt x="243595" y="544563"/>
                  </a:cubicBezTo>
                  <a:cubicBezTo>
                    <a:pt x="225823" y="551898"/>
                    <a:pt x="214513" y="561709"/>
                    <a:pt x="182295" y="579615"/>
                  </a:cubicBezTo>
                  <a:cubicBezTo>
                    <a:pt x="150381" y="597951"/>
                    <a:pt x="114514" y="608276"/>
                    <a:pt x="77753" y="609714"/>
                  </a:cubicBezTo>
                  <a:cubicBezTo>
                    <a:pt x="46961" y="608953"/>
                    <a:pt x="35937" y="603809"/>
                    <a:pt x="33371" y="597522"/>
                  </a:cubicBezTo>
                  <a:cubicBezTo>
                    <a:pt x="30139" y="589617"/>
                    <a:pt x="36127" y="584188"/>
                    <a:pt x="50193" y="582854"/>
                  </a:cubicBezTo>
                  <a:cubicBezTo>
                    <a:pt x="72688" y="582521"/>
                    <a:pt x="94936" y="578101"/>
                    <a:pt x="115864" y="569805"/>
                  </a:cubicBezTo>
                  <a:cubicBezTo>
                    <a:pt x="115864" y="569805"/>
                    <a:pt x="85166" y="574186"/>
                    <a:pt x="66634" y="575139"/>
                  </a:cubicBezTo>
                  <a:cubicBezTo>
                    <a:pt x="50088" y="576034"/>
                    <a:pt x="33504" y="574729"/>
                    <a:pt x="17310" y="571234"/>
                  </a:cubicBezTo>
                  <a:cubicBezTo>
                    <a:pt x="1723" y="567519"/>
                    <a:pt x="-7020" y="545421"/>
                    <a:pt x="7140" y="543706"/>
                  </a:cubicBezTo>
                  <a:cubicBezTo>
                    <a:pt x="21301" y="541992"/>
                    <a:pt x="32706" y="544659"/>
                    <a:pt x="60267" y="542849"/>
                  </a:cubicBezTo>
                  <a:cubicBezTo>
                    <a:pt x="74845" y="541935"/>
                    <a:pt x="89272" y="539277"/>
                    <a:pt x="103224" y="534943"/>
                  </a:cubicBezTo>
                  <a:cubicBezTo>
                    <a:pt x="84805" y="535105"/>
                    <a:pt x="66396" y="533772"/>
                    <a:pt x="48197" y="530943"/>
                  </a:cubicBezTo>
                  <a:cubicBezTo>
                    <a:pt x="33390" y="529543"/>
                    <a:pt x="19296" y="523885"/>
                    <a:pt x="7615" y="514655"/>
                  </a:cubicBezTo>
                  <a:cubicBezTo>
                    <a:pt x="1628" y="509702"/>
                    <a:pt x="583" y="495605"/>
                    <a:pt x="18450" y="495605"/>
                  </a:cubicBezTo>
                  <a:cubicBezTo>
                    <a:pt x="34511" y="495605"/>
                    <a:pt x="54659" y="503035"/>
                    <a:pt x="84976" y="498844"/>
                  </a:cubicBezTo>
                  <a:cubicBezTo>
                    <a:pt x="107310" y="495700"/>
                    <a:pt x="122992" y="490462"/>
                    <a:pt x="119190" y="487509"/>
                  </a:cubicBezTo>
                  <a:cubicBezTo>
                    <a:pt x="115388" y="484556"/>
                    <a:pt x="102748" y="487509"/>
                    <a:pt x="84311" y="480746"/>
                  </a:cubicBezTo>
                  <a:cubicBezTo>
                    <a:pt x="65874" y="473983"/>
                    <a:pt x="52949" y="457791"/>
                    <a:pt x="57225" y="448075"/>
                  </a:cubicBezTo>
                  <a:cubicBezTo>
                    <a:pt x="61502" y="438360"/>
                    <a:pt x="63593" y="445313"/>
                    <a:pt x="82790" y="448837"/>
                  </a:cubicBezTo>
                  <a:close/>
                </a:path>
              </a:pathLst>
            </a:custGeom>
            <a:solidFill>
              <a:srgbClr val="FFCEA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08" name="Google Shape;3157;p47">
              <a:extLst>
                <a:ext uri="{FF2B5EF4-FFF2-40B4-BE49-F238E27FC236}">
                  <a16:creationId xmlns:a16="http://schemas.microsoft.com/office/drawing/2014/main" id="{E7D0A120-4A45-902D-7CDB-7A6C617AE227}"/>
                </a:ext>
              </a:extLst>
            </p:cNvPr>
            <p:cNvSpPr/>
            <p:nvPr/>
          </p:nvSpPr>
          <p:spPr>
            <a:xfrm>
              <a:off x="6171801" y="649512"/>
              <a:ext cx="135912" cy="159574"/>
            </a:xfrm>
            <a:custGeom>
              <a:avLst/>
              <a:gdLst/>
              <a:ahLst/>
              <a:cxnLst/>
              <a:rect l="l" t="t" r="r" b="b"/>
              <a:pathLst>
                <a:path w="168312" h="197615" extrusionOk="0">
                  <a:moveTo>
                    <a:pt x="127446" y="197527"/>
                  </a:moveTo>
                  <a:cubicBezTo>
                    <a:pt x="127446" y="197527"/>
                    <a:pt x="46188" y="201813"/>
                    <a:pt x="0" y="150759"/>
                  </a:cubicBezTo>
                  <a:lnTo>
                    <a:pt x="50085" y="45984"/>
                  </a:lnTo>
                  <a:cubicBezTo>
                    <a:pt x="50085" y="45984"/>
                    <a:pt x="73179" y="-12023"/>
                    <a:pt x="127351" y="2264"/>
                  </a:cubicBezTo>
                  <a:cubicBezTo>
                    <a:pt x="181522" y="16552"/>
                    <a:pt x="182378" y="92942"/>
                    <a:pt x="127446" y="197527"/>
                  </a:cubicBezTo>
                  <a:close/>
                </a:path>
              </a:pathLst>
            </a:custGeom>
            <a:solidFill>
              <a:srgbClr val="EDEDE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09" name="Google Shape;3158;p47">
              <a:extLst>
                <a:ext uri="{FF2B5EF4-FFF2-40B4-BE49-F238E27FC236}">
                  <a16:creationId xmlns:a16="http://schemas.microsoft.com/office/drawing/2014/main" id="{5B4676F5-BA42-50BE-0CF7-94F7AF0B7221}"/>
                </a:ext>
              </a:extLst>
            </p:cNvPr>
            <p:cNvSpPr/>
            <p:nvPr/>
          </p:nvSpPr>
          <p:spPr>
            <a:xfrm>
              <a:off x="5953447" y="594810"/>
              <a:ext cx="109819" cy="115441"/>
            </a:xfrm>
            <a:custGeom>
              <a:avLst/>
              <a:gdLst/>
              <a:ahLst/>
              <a:cxnLst/>
              <a:rect l="l" t="t" r="r" b="b"/>
              <a:pathLst>
                <a:path w="135999" h="142961" extrusionOk="0">
                  <a:moveTo>
                    <a:pt x="135999" y="944"/>
                  </a:moveTo>
                  <a:cubicBezTo>
                    <a:pt x="135999" y="944"/>
                    <a:pt x="70043" y="-19249"/>
                    <a:pt x="0" y="127150"/>
                  </a:cubicBezTo>
                  <a:lnTo>
                    <a:pt x="26231" y="142962"/>
                  </a:lnTo>
                  <a:cubicBezTo>
                    <a:pt x="26231" y="142962"/>
                    <a:pt x="95133" y="38473"/>
                    <a:pt x="135999" y="944"/>
                  </a:cubicBezTo>
                  <a:close/>
                </a:path>
              </a:pathLst>
            </a:custGeom>
            <a:solidFill>
              <a:srgbClr val="EDEDE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grpSp>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Shape 1"/>
          <p:cNvSpPr/>
          <p:nvPr/>
        </p:nvSpPr>
        <p:spPr>
          <a:xfrm>
            <a:off x="0" y="0"/>
            <a:ext cx="12191695" cy="6858000"/>
          </a:xfrm>
          <a:prstGeom prst="rect">
            <a:avLst/>
          </a:prstGeom>
          <a:solidFill>
            <a:srgbClr val="F7F9FC"/>
          </a:solidFill>
          <a:ln w="12700">
            <a:solidFill>
              <a:srgbClr val="F7F9FC"/>
            </a:solidFill>
            <a:prstDash val="solid"/>
          </a:ln>
        </p:spPr>
        <p:txBody>
          <a:bodyPr/>
          <a:lstStyle/>
          <a:p>
            <a:endParaRPr/>
          </a:p>
        </p:txBody>
      </p:sp>
      <p:sp>
        <p:nvSpPr>
          <p:cNvPr id="4" name="Shape 2"/>
          <p:cNvSpPr/>
          <p:nvPr/>
        </p:nvSpPr>
        <p:spPr>
          <a:xfrm>
            <a:off x="0" y="1965960"/>
            <a:ext cx="960120" cy="1417320"/>
          </a:xfrm>
          <a:prstGeom prst="chevron">
            <a:avLst/>
          </a:prstGeom>
          <a:solidFill>
            <a:srgbClr val="00AED6"/>
          </a:solidFill>
          <a:ln w="12700">
            <a:solidFill>
              <a:srgbClr val="00AED6"/>
            </a:solidFill>
            <a:prstDash val="solid"/>
          </a:ln>
        </p:spPr>
        <p:txBody>
          <a:bodyPr/>
          <a:lstStyle/>
          <a:p>
            <a:endParaRPr/>
          </a:p>
        </p:txBody>
      </p:sp>
      <p:sp>
        <p:nvSpPr>
          <p:cNvPr id="5" name="Text 3"/>
          <p:cNvSpPr/>
          <p:nvPr/>
        </p:nvSpPr>
        <p:spPr>
          <a:xfrm>
            <a:off x="91440" y="2395728"/>
            <a:ext cx="457200" cy="402336"/>
          </a:xfrm>
          <a:prstGeom prst="rect">
            <a:avLst/>
          </a:prstGeom>
          <a:noFill/>
          <a:ln/>
        </p:spPr>
        <p:txBody>
          <a:bodyPr wrap="square" lIns="0" tIns="0" rIns="0" bIns="0" rtlCol="0" anchor="ctr"/>
          <a:lstStyle/>
          <a:p>
            <a:pPr marL="0" indent="0" algn="ctr">
              <a:buNone/>
            </a:pPr>
            <a:r>
              <a:rPr lang="en-US" sz="2200" b="1">
                <a:solidFill>
                  <a:srgbClr val="FFFFFF"/>
                </a:solidFill>
                <a:latin typeface="Raleway" pitchFamily="34" charset="0"/>
                <a:ea typeface="Raleway" pitchFamily="34" charset="-122"/>
                <a:cs typeface="Raleway" pitchFamily="34" charset="-120"/>
              </a:rPr>
              <a:t>2</a:t>
            </a:r>
            <a:endParaRPr lang="en-US" sz="2200"/>
          </a:p>
        </p:txBody>
      </p:sp>
      <p:sp>
        <p:nvSpPr>
          <p:cNvPr id="6" name="Text 4"/>
          <p:cNvSpPr/>
          <p:nvPr/>
        </p:nvSpPr>
        <p:spPr>
          <a:xfrm>
            <a:off x="1417320" y="1572768"/>
            <a:ext cx="3657600" cy="32004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a:t>
            </a:r>
            <a:endParaRPr lang="en-US" sz="1600"/>
          </a:p>
        </p:txBody>
      </p:sp>
      <p:sp>
        <p:nvSpPr>
          <p:cNvPr id="7" name="Text 5"/>
          <p:cNvSpPr/>
          <p:nvPr/>
        </p:nvSpPr>
        <p:spPr>
          <a:xfrm>
            <a:off x="1417320" y="1920240"/>
            <a:ext cx="6400800" cy="1097280"/>
          </a:xfrm>
          <a:prstGeom prst="rect">
            <a:avLst/>
          </a:prstGeom>
          <a:noFill/>
          <a:ln/>
        </p:spPr>
        <p:txBody>
          <a:bodyPr wrap="square" lIns="0" tIns="0" rIns="0" bIns="0" rtlCol="0" anchor="ctr">
            <a:normAutofit/>
          </a:bodyPr>
          <a:lstStyle/>
          <a:p>
            <a:pPr marL="0" indent="0">
              <a:buNone/>
            </a:pPr>
            <a:r>
              <a:rPr lang="en-US" sz="3600" b="1">
                <a:solidFill>
                  <a:srgbClr val="007DB8"/>
                </a:solidFill>
                <a:latin typeface="Raleway" pitchFamily="34" charset="0"/>
                <a:ea typeface="Raleway" pitchFamily="34" charset="-122"/>
                <a:cs typeface="Raleway" pitchFamily="34" charset="-120"/>
              </a:rPr>
              <a:t>Introduction to Semantic Kernel</a:t>
            </a:r>
            <a:endParaRPr lang="en-US" sz="3600"/>
          </a:p>
        </p:txBody>
      </p:sp>
      <p:sp>
        <p:nvSpPr>
          <p:cNvPr id="8" name="Text 6"/>
          <p:cNvSpPr/>
          <p:nvPr/>
        </p:nvSpPr>
        <p:spPr>
          <a:xfrm>
            <a:off x="1463040" y="3246120"/>
            <a:ext cx="6217920" cy="658368"/>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Introduce the key AI concepts and Semantic Kernel fundamentals.</a:t>
            </a:r>
            <a:endParaRPr lang="en-US" sz="1600"/>
          </a:p>
        </p:txBody>
      </p:sp>
      <p:sp>
        <p:nvSpPr>
          <p:cNvPr id="9" name="Shape 7"/>
          <p:cNvSpPr/>
          <p:nvPr/>
        </p:nvSpPr>
        <p:spPr>
          <a:xfrm>
            <a:off x="8321040" y="1234440"/>
            <a:ext cx="2468880" cy="1645920"/>
          </a:xfrm>
          <a:prstGeom prst="roundRect">
            <a:avLst>
              <a:gd name="adj" fmla="val 2778"/>
            </a:avLst>
          </a:prstGeom>
          <a:solidFill>
            <a:srgbClr val="FFFFFF"/>
          </a:solidFill>
          <a:ln w="12700">
            <a:solidFill>
              <a:srgbClr val="C9D4E2"/>
            </a:solidFill>
            <a:prstDash val="solid"/>
          </a:ln>
        </p:spPr>
        <p:txBody>
          <a:bodyPr/>
          <a:lstStyle/>
          <a:p>
            <a:endParaRPr/>
          </a:p>
        </p:txBody>
      </p:sp>
      <p:sp>
        <p:nvSpPr>
          <p:cNvPr id="10" name="Shape 8"/>
          <p:cNvSpPr/>
          <p:nvPr/>
        </p:nvSpPr>
        <p:spPr>
          <a:xfrm>
            <a:off x="8321040" y="1234440"/>
            <a:ext cx="2468880" cy="237744"/>
          </a:xfrm>
          <a:prstGeom prst="rect">
            <a:avLst/>
          </a:prstGeom>
          <a:solidFill>
            <a:srgbClr val="00AED6"/>
          </a:solidFill>
          <a:ln w="12700">
            <a:solidFill>
              <a:srgbClr val="00AED6"/>
            </a:solidFill>
            <a:prstDash val="solid"/>
          </a:ln>
        </p:spPr>
        <p:txBody>
          <a:bodyPr/>
          <a:lstStyle/>
          <a:p>
            <a:endParaRPr/>
          </a:p>
        </p:txBody>
      </p:sp>
      <p:sp>
        <p:nvSpPr>
          <p:cNvPr id="11" name="Shape 9"/>
          <p:cNvSpPr/>
          <p:nvPr/>
        </p:nvSpPr>
        <p:spPr>
          <a:xfrm>
            <a:off x="8577072" y="1783080"/>
            <a:ext cx="640080" cy="640080"/>
          </a:xfrm>
          <a:prstGeom prst="roundRect">
            <a:avLst>
              <a:gd name="adj" fmla="val 7143"/>
            </a:avLst>
          </a:prstGeom>
          <a:solidFill>
            <a:srgbClr val="E6F7FB"/>
          </a:solidFill>
          <a:ln w="12700">
            <a:solidFill>
              <a:srgbClr val="00AED6"/>
            </a:solidFill>
            <a:prstDash val="solid"/>
          </a:ln>
        </p:spPr>
        <p:txBody>
          <a:bodyPr/>
          <a:lstStyle/>
          <a:p>
            <a:endParaRPr/>
          </a:p>
        </p:txBody>
      </p:sp>
      <p:sp>
        <p:nvSpPr>
          <p:cNvPr id="12" name="Shape 10"/>
          <p:cNvSpPr/>
          <p:nvPr/>
        </p:nvSpPr>
        <p:spPr>
          <a:xfrm>
            <a:off x="9400032" y="1783080"/>
            <a:ext cx="109728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3" name="Shape 11"/>
          <p:cNvSpPr/>
          <p:nvPr/>
        </p:nvSpPr>
        <p:spPr>
          <a:xfrm>
            <a:off x="9400032" y="2084832"/>
            <a:ext cx="77724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4" name="Text 12"/>
          <p:cNvSpPr/>
          <p:nvPr/>
        </p:nvSpPr>
        <p:spPr>
          <a:xfrm>
            <a:off x="9189720" y="3566160"/>
            <a:ext cx="1097280" cy="548640"/>
          </a:xfrm>
          <a:prstGeom prst="rect">
            <a:avLst/>
          </a:prstGeom>
          <a:noFill/>
          <a:ln/>
        </p:spPr>
        <p:txBody>
          <a:bodyPr wrap="square" lIns="0" tIns="0" rIns="0" bIns="0" rtlCol="0" anchor="ctr"/>
          <a:lstStyle/>
          <a:p>
            <a:pPr marL="0" indent="0">
              <a:buNone/>
            </a:pPr>
            <a:r>
              <a:rPr lang="en-US" sz="3500" b="1">
                <a:solidFill>
                  <a:srgbClr val="00AED6"/>
                </a:solidFill>
                <a:latin typeface="Raleway" pitchFamily="34" charset="0"/>
                <a:ea typeface="Raleway" pitchFamily="34" charset="-122"/>
                <a:cs typeface="Raleway" pitchFamily="34" charset="-120"/>
              </a:rPr>
              <a:t>AI</a:t>
            </a:r>
            <a:endParaRPr lang="en-US" sz="3500"/>
          </a:p>
        </p:txBody>
      </p:sp>
      <p:sp>
        <p:nvSpPr>
          <p:cNvPr id="15" name="Shape 13"/>
          <p:cNvSpPr/>
          <p:nvPr/>
        </p:nvSpPr>
        <p:spPr>
          <a:xfrm>
            <a:off x="9473184" y="2926080"/>
            <a:ext cx="0" cy="502920"/>
          </a:xfrm>
          <a:prstGeom prst="line">
            <a:avLst/>
          </a:prstGeom>
          <a:noFill/>
          <a:ln w="25400">
            <a:solidFill>
              <a:srgbClr val="00AED6"/>
            </a:solidFill>
            <a:prstDash val="solid"/>
            <a:headEnd type="none"/>
            <a:tailEnd type="triangle"/>
          </a:ln>
        </p:spPr>
        <p:txBody>
          <a:bodyPr/>
          <a:lstStyle/>
          <a:p>
            <a:endParaRPr/>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11</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a:t>
            </a:r>
            <a:endParaRPr lang="en-US" sz="75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Introduction to Semantic Kernel Roadmap</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How the lessons in this section fit together.</a:t>
            </a:r>
            <a:endParaRPr lang="en-US" sz="1250"/>
          </a:p>
        </p:txBody>
      </p:sp>
      <p:sp>
        <p:nvSpPr>
          <p:cNvPr id="21" name="Shape 19"/>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2" name="Text 20"/>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13</a:t>
            </a:r>
            <a:endParaRPr lang="en-US" sz="900"/>
          </a:p>
        </p:txBody>
      </p:sp>
      <p:sp>
        <p:nvSpPr>
          <p:cNvPr id="23" name="Text 21"/>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a:t>
            </a:r>
            <a:endParaRPr lang="en-US" sz="750"/>
          </a:p>
        </p:txBody>
      </p:sp>
      <p:sp>
        <p:nvSpPr>
          <p:cNvPr id="24" name="TextBox 23"/>
          <p:cNvSpPr txBox="1"/>
          <p:nvPr/>
        </p:nvSpPr>
        <p:spPr>
          <a:xfrm>
            <a:off x="822959" y="1591056"/>
            <a:ext cx="9445647" cy="4170372"/>
          </a:xfrm>
          <a:prstGeom prst="rect">
            <a:avLst/>
          </a:prstGeom>
          <a:noFill/>
        </p:spPr>
        <p:txBody>
          <a:bodyPr wrap="square" lIns="0" tIns="0" rIns="0" bIns="0" anchor="t">
            <a:spAutoFit/>
          </a:bodyPr>
          <a:lstStyle/>
          <a:p>
            <a:pPr>
              <a:spcAft>
                <a:spcPts val="600"/>
              </a:spcAft>
            </a:pPr>
            <a:r>
              <a:rPr lang="en-US" sz="3200">
                <a:solidFill>
                  <a:srgbClr val="00AED6"/>
                </a:solidFill>
              </a:rPr>
              <a:t>▸ </a:t>
            </a:r>
            <a:r>
              <a:rPr lang="en-US" sz="2400">
                <a:solidFill>
                  <a:srgbClr val="374151"/>
                </a:solidFill>
              </a:rPr>
              <a:t>What is an LLM?</a:t>
            </a:r>
          </a:p>
          <a:p>
            <a:pPr>
              <a:spcAft>
                <a:spcPts val="600"/>
              </a:spcAft>
            </a:pPr>
            <a:r>
              <a:rPr lang="en-US" sz="3200">
                <a:solidFill>
                  <a:srgbClr val="00AED6"/>
                </a:solidFill>
              </a:rPr>
              <a:t>▸</a:t>
            </a:r>
            <a:r>
              <a:rPr lang="en-US" sz="2400">
                <a:solidFill>
                  <a:srgbClr val="374151"/>
                </a:solidFill>
              </a:rPr>
              <a:t>What is Generative AI?</a:t>
            </a:r>
          </a:p>
          <a:p>
            <a:pPr>
              <a:spcAft>
                <a:spcPts val="600"/>
              </a:spcAft>
            </a:pPr>
            <a:r>
              <a:rPr lang="en-US" sz="3200">
                <a:solidFill>
                  <a:srgbClr val="00AED6"/>
                </a:solidFill>
              </a:rPr>
              <a:t>▸</a:t>
            </a:r>
            <a:r>
              <a:rPr lang="en-US" sz="2400">
                <a:solidFill>
                  <a:srgbClr val="374151"/>
                </a:solidFill>
              </a:rPr>
              <a:t>What is Semantic Kernel?</a:t>
            </a:r>
          </a:p>
          <a:p>
            <a:pPr>
              <a:spcAft>
                <a:spcPts val="600"/>
              </a:spcAft>
            </a:pPr>
            <a:r>
              <a:rPr lang="en-US" sz="3200">
                <a:solidFill>
                  <a:srgbClr val="00AED6"/>
                </a:solidFill>
              </a:rPr>
              <a:t>▸</a:t>
            </a:r>
            <a:r>
              <a:rPr lang="en-US" sz="2400">
                <a:solidFill>
                  <a:srgbClr val="00AED6"/>
                </a:solidFill>
              </a:rPr>
              <a:t> </a:t>
            </a:r>
            <a:r>
              <a:rPr lang="en-US" sz="2400">
                <a:solidFill>
                  <a:srgbClr val="374151"/>
                </a:solidFill>
              </a:rPr>
              <a:t>Why Use Semantic Kernel Instead of Calling the Model Directly?</a:t>
            </a:r>
          </a:p>
          <a:p>
            <a:pPr>
              <a:spcAft>
                <a:spcPts val="600"/>
              </a:spcAft>
            </a:pPr>
            <a:r>
              <a:rPr lang="en-US" sz="3200">
                <a:solidFill>
                  <a:srgbClr val="00AED6"/>
                </a:solidFill>
              </a:rPr>
              <a:t>▸</a:t>
            </a:r>
            <a:r>
              <a:rPr lang="en-US" sz="2400">
                <a:solidFill>
                  <a:srgbClr val="00AED6"/>
                </a:solidFill>
              </a:rPr>
              <a:t> </a:t>
            </a:r>
            <a:r>
              <a:rPr lang="en-US" sz="2400">
                <a:solidFill>
                  <a:srgbClr val="374151"/>
                </a:solidFill>
              </a:rPr>
              <a:t>Semantic Kernel vs Microsoft Agent Framework</a:t>
            </a:r>
          </a:p>
          <a:p>
            <a:pPr>
              <a:spcAft>
                <a:spcPts val="600"/>
              </a:spcAft>
            </a:pPr>
            <a:r>
              <a:rPr lang="en-US" sz="3200">
                <a:solidFill>
                  <a:srgbClr val="00AED6"/>
                </a:solidFill>
              </a:rPr>
              <a:t>▸ </a:t>
            </a:r>
            <a:r>
              <a:rPr lang="en-US" sz="2400">
                <a:solidFill>
                  <a:srgbClr val="374151"/>
                </a:solidFill>
              </a:rPr>
              <a:t>Understanding AI Agents in Business Context</a:t>
            </a:r>
          </a:p>
          <a:p>
            <a:pPr>
              <a:spcAft>
                <a:spcPts val="600"/>
              </a:spcAft>
            </a:pPr>
            <a:endParaRPr lang="en-US" sz="2200">
              <a:solidFill>
                <a:srgbClr val="374151"/>
              </a:solidFill>
            </a:endParaRPr>
          </a:p>
          <a:p>
            <a:pPr algn="l">
              <a:spcBef>
                <a:spcPts val="0"/>
              </a:spcBef>
              <a:spcAft>
                <a:spcPts val="600"/>
              </a:spcAft>
            </a:pPr>
            <a:endParaRPr lang="en-US" sz="2200" b="0" i="0">
              <a:solidFill>
                <a:srgbClr val="374151"/>
              </a:solidFill>
              <a:latin typeface="Barlow"/>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fade">
                                      <p:cBhvr>
                                        <p:cTn id="7" dur="500"/>
                                        <p:tgtEl>
                                          <p:spTgt spid="2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xEl>
                                              <p:pRg st="1" end="1"/>
                                            </p:txEl>
                                          </p:spTgt>
                                        </p:tgtEl>
                                        <p:attrNameLst>
                                          <p:attrName>style.visibility</p:attrName>
                                        </p:attrNameLst>
                                      </p:cBhvr>
                                      <p:to>
                                        <p:strVal val="visible"/>
                                      </p:to>
                                    </p:set>
                                    <p:animEffect transition="in" filter="fade">
                                      <p:cBhvr>
                                        <p:cTn id="12" dur="500"/>
                                        <p:tgtEl>
                                          <p:spTgt spid="2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
                                            <p:txEl>
                                              <p:pRg st="2" end="2"/>
                                            </p:txEl>
                                          </p:spTgt>
                                        </p:tgtEl>
                                        <p:attrNameLst>
                                          <p:attrName>style.visibility</p:attrName>
                                        </p:attrNameLst>
                                      </p:cBhvr>
                                      <p:to>
                                        <p:strVal val="visible"/>
                                      </p:to>
                                    </p:set>
                                    <p:animEffect transition="in" filter="fade">
                                      <p:cBhvr>
                                        <p:cTn id="17" dur="500"/>
                                        <p:tgtEl>
                                          <p:spTgt spid="2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xEl>
                                              <p:pRg st="3" end="3"/>
                                            </p:txEl>
                                          </p:spTgt>
                                        </p:tgtEl>
                                        <p:attrNameLst>
                                          <p:attrName>style.visibility</p:attrName>
                                        </p:attrNameLst>
                                      </p:cBhvr>
                                      <p:to>
                                        <p:strVal val="visible"/>
                                      </p:to>
                                    </p:set>
                                    <p:animEffect transition="in" filter="fade">
                                      <p:cBhvr>
                                        <p:cTn id="22" dur="500"/>
                                        <p:tgtEl>
                                          <p:spTgt spid="2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
                                            <p:txEl>
                                              <p:pRg st="4" end="4"/>
                                            </p:txEl>
                                          </p:spTgt>
                                        </p:tgtEl>
                                        <p:attrNameLst>
                                          <p:attrName>style.visibility</p:attrName>
                                        </p:attrNameLst>
                                      </p:cBhvr>
                                      <p:to>
                                        <p:strVal val="visible"/>
                                      </p:to>
                                    </p:set>
                                    <p:animEffect transition="in" filter="fade">
                                      <p:cBhvr>
                                        <p:cTn id="27" dur="500"/>
                                        <p:tgtEl>
                                          <p:spTgt spid="2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
                                            <p:txEl>
                                              <p:pRg st="5" end="5"/>
                                            </p:txEl>
                                          </p:spTgt>
                                        </p:tgtEl>
                                        <p:attrNameLst>
                                          <p:attrName>style.visibility</p:attrName>
                                        </p:attrNameLst>
                                      </p:cBhvr>
                                      <p:to>
                                        <p:strVal val="visible"/>
                                      </p:to>
                                    </p:set>
                                    <p:animEffect transition="in" filter="fade">
                                      <p:cBhvr>
                                        <p:cTn id="32" dur="500"/>
                                        <p:tgtEl>
                                          <p:spTgt spid="2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2.2 — What is an LLM?</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what large language models are and how they are used in applications.</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Developer takeaway</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Use the model for language tasks: explanation, summarization, transformation, and generation.</a:t>
            </a:r>
            <a:endParaRPr lang="en-US" sz="1120"/>
          </a:p>
          <a:p>
            <a:pPr marL="0" indent="0">
              <a:buNone/>
            </a:pPr>
            <a:r>
              <a:rPr lang="en-US" sz="2200">
                <a:solidFill>
                  <a:srgbClr val="374151"/>
                </a:solidFill>
                <a:latin typeface="Barlow" pitchFamily="34" charset="0"/>
                <a:ea typeface="Barlow" pitchFamily="34" charset="-122"/>
                <a:cs typeface="Barlow" pitchFamily="34" charset="-120"/>
              </a:rPr>
              <a:t>Do not treat model output as authoritative without grounding or validation.</a:t>
            </a:r>
            <a:endParaRPr lang="en-US" sz="1120"/>
          </a:p>
          <a:p>
            <a:pPr marL="0" indent="0">
              <a:buNone/>
            </a:pPr>
            <a:r>
              <a:rPr lang="en-US" sz="2200">
                <a:solidFill>
                  <a:srgbClr val="374151"/>
                </a:solidFill>
                <a:latin typeface="Barlow" pitchFamily="34" charset="0"/>
                <a:ea typeface="Barlow" pitchFamily="34" charset="-122"/>
                <a:cs typeface="Barlow" pitchFamily="34" charset="-120"/>
              </a:rPr>
              <a:t>Course connection: later RAG and citations supply the missing business context.</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14</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 · Lesson 2.2</a:t>
            </a:r>
            <a:endParaRPr lang="en-US" sz="750"/>
          </a:p>
        </p:txBody>
      </p:sp>
      <p:sp>
        <p:nvSpPr>
          <p:cNvPr id="21" name="TextBox 20"/>
          <p:cNvSpPr txBox="1"/>
          <p:nvPr/>
        </p:nvSpPr>
        <p:spPr>
          <a:xfrm>
            <a:off x="822960" y="1682496"/>
            <a:ext cx="5257800" cy="3554819"/>
          </a:xfrm>
          <a:prstGeom prst="rect">
            <a:avLst/>
          </a:prstGeom>
          <a:noFill/>
        </p:spPr>
        <p:txBody>
          <a:bodyPr wrap="square" lIns="0" tIns="0" rIns="0" bIns="0" anchor="t">
            <a:spAutoFit/>
          </a:bodyPr>
          <a:lstStyle/>
          <a:p>
            <a:pPr algn="l">
              <a:spcBef>
                <a:spcPts val="0"/>
              </a:spcBef>
              <a:spcAft>
                <a:spcPts val="600"/>
              </a:spcAft>
            </a:pPr>
            <a:r>
              <a:rPr lang="en-US" sz="2400" b="0">
                <a:solidFill>
                  <a:srgbClr val="00AED6"/>
                </a:solidFill>
                <a:latin typeface="Barlow"/>
              </a:rPr>
              <a:t>▸ </a:t>
            </a:r>
            <a:r>
              <a:rPr lang="en-US" sz="2400" b="0" i="0">
                <a:solidFill>
                  <a:srgbClr val="374151"/>
                </a:solidFill>
                <a:latin typeface="Barlow"/>
              </a:rPr>
              <a:t>A language model predicts likely next tokens from context.</a:t>
            </a:r>
          </a:p>
          <a:p>
            <a:pPr algn="l">
              <a:spcBef>
                <a:spcPts val="0"/>
              </a:spcBef>
              <a:spcAft>
                <a:spcPts val="600"/>
              </a:spcAft>
            </a:pPr>
            <a:r>
              <a:rPr lang="en-US" sz="2400" b="0">
                <a:solidFill>
                  <a:srgbClr val="00AED6"/>
                </a:solidFill>
                <a:latin typeface="Barlow"/>
              </a:rPr>
              <a:t>▸ </a:t>
            </a:r>
            <a:r>
              <a:rPr lang="en-US" sz="2400" b="0" i="0">
                <a:solidFill>
                  <a:srgbClr val="374151"/>
                </a:solidFill>
                <a:latin typeface="Barlow"/>
              </a:rPr>
              <a:t>Inputs are converted to tokens, vectors, and attention patterns.</a:t>
            </a:r>
          </a:p>
          <a:p>
            <a:pPr algn="l">
              <a:spcBef>
                <a:spcPts val="0"/>
              </a:spcBef>
              <a:spcAft>
                <a:spcPts val="600"/>
              </a:spcAft>
            </a:pPr>
            <a:r>
              <a:rPr lang="en-US" sz="2400" b="0">
                <a:solidFill>
                  <a:srgbClr val="00AED6"/>
                </a:solidFill>
                <a:latin typeface="Barlow"/>
              </a:rPr>
              <a:t>▸ </a:t>
            </a:r>
            <a:r>
              <a:rPr lang="en-US" sz="2400" b="0" i="0">
                <a:solidFill>
                  <a:srgbClr val="374151"/>
                </a:solidFill>
                <a:latin typeface="Barlow"/>
              </a:rPr>
              <a:t>Responses are generated one token at a time, not retrieved as fixed answers.</a:t>
            </a:r>
          </a:p>
          <a:p>
            <a:pPr algn="l">
              <a:spcBef>
                <a:spcPts val="0"/>
              </a:spcBef>
              <a:spcAft>
                <a:spcPts val="600"/>
              </a:spcAft>
            </a:pPr>
            <a:r>
              <a:rPr lang="en-US" sz="2400" b="0">
                <a:solidFill>
                  <a:srgbClr val="00AED6"/>
                </a:solidFill>
                <a:latin typeface="Barlow"/>
              </a:rPr>
              <a:t>▸ </a:t>
            </a:r>
            <a:r>
              <a:rPr lang="en-US" sz="2400" b="0" i="0">
                <a:solidFill>
                  <a:srgbClr val="374151"/>
                </a:solidFill>
                <a:latin typeface="Barlow"/>
              </a:rPr>
              <a:t>The model does not automatically know your current business data.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46459-A292-1F4A-EC7B-7A2DD0BAC34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AA89ADC-DE46-E88F-CEA8-5BB0FF9A9F5D}"/>
              </a:ext>
            </a:extLst>
          </p:cNvPr>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a:extLst>
              <a:ext uri="{FF2B5EF4-FFF2-40B4-BE49-F238E27FC236}">
                <a16:creationId xmlns:a16="http://schemas.microsoft.com/office/drawing/2014/main" id="{95688B35-51F6-B1D2-6C23-75BF36AE15CF}"/>
              </a:ext>
            </a:extLst>
          </p:cNvPr>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2.2 — What is an LLM?</a:t>
            </a:r>
            <a:endParaRPr lang="en-US" sz="2700"/>
          </a:p>
        </p:txBody>
      </p:sp>
      <p:sp>
        <p:nvSpPr>
          <p:cNvPr id="4" name="Text 2">
            <a:extLst>
              <a:ext uri="{FF2B5EF4-FFF2-40B4-BE49-F238E27FC236}">
                <a16:creationId xmlns:a16="http://schemas.microsoft.com/office/drawing/2014/main" id="{E0A43DCA-EFDB-33CF-DED1-1A95486BF480}"/>
              </a:ext>
            </a:extLst>
          </p:cNvPr>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what large language models are and how they are used in applications.</a:t>
            </a:r>
            <a:endParaRPr lang="en-US" sz="1250"/>
          </a:p>
        </p:txBody>
      </p:sp>
      <p:sp>
        <p:nvSpPr>
          <p:cNvPr id="13" name="Shape 11">
            <a:extLst>
              <a:ext uri="{FF2B5EF4-FFF2-40B4-BE49-F238E27FC236}">
                <a16:creationId xmlns:a16="http://schemas.microsoft.com/office/drawing/2014/main" id="{7F602EA9-4460-1AB5-4D62-B01643A08DF4}"/>
              </a:ext>
            </a:extLst>
          </p:cNvPr>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a:extLst>
              <a:ext uri="{FF2B5EF4-FFF2-40B4-BE49-F238E27FC236}">
                <a16:creationId xmlns:a16="http://schemas.microsoft.com/office/drawing/2014/main" id="{9EE71928-5AD2-40E1-FC7B-01971D8F95CF}"/>
              </a:ext>
            </a:extLst>
          </p:cNvPr>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a:extLst>
              <a:ext uri="{FF2B5EF4-FFF2-40B4-BE49-F238E27FC236}">
                <a16:creationId xmlns:a16="http://schemas.microsoft.com/office/drawing/2014/main" id="{CB7D47C4-D906-5174-9168-63650513F5FD}"/>
              </a:ext>
            </a:extLst>
          </p:cNvPr>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a:extLst>
              <a:ext uri="{FF2B5EF4-FFF2-40B4-BE49-F238E27FC236}">
                <a16:creationId xmlns:a16="http://schemas.microsoft.com/office/drawing/2014/main" id="{0F358123-CF3F-C7A2-1A26-1C4307D2EF87}"/>
              </a:ext>
            </a:extLst>
          </p:cNvPr>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Developer takeaway</a:t>
            </a:r>
            <a:endParaRPr lang="en-US" sz="1350"/>
          </a:p>
        </p:txBody>
      </p:sp>
      <p:sp>
        <p:nvSpPr>
          <p:cNvPr id="17" name="Text 15">
            <a:extLst>
              <a:ext uri="{FF2B5EF4-FFF2-40B4-BE49-F238E27FC236}">
                <a16:creationId xmlns:a16="http://schemas.microsoft.com/office/drawing/2014/main" id="{A65EB032-D3C5-9161-D827-DE2788E7AACE}"/>
              </a:ext>
            </a:extLst>
          </p:cNvPr>
          <p:cNvSpPr/>
          <p:nvPr/>
        </p:nvSpPr>
        <p:spPr>
          <a:xfrm>
            <a:off x="6793992" y="2157984"/>
            <a:ext cx="4050792" cy="2862072"/>
          </a:xfrm>
          <a:prstGeom prst="rect">
            <a:avLst/>
          </a:prstGeom>
          <a:noFill/>
          <a:ln/>
        </p:spPr>
        <p:txBody>
          <a:bodyPr wrap="square" lIns="508" tIns="508" rIns="508" bIns="508" rtlCol="0" anchor="t">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Use the model for language tasks: explanation, summarization, transformation, and generation.</a:t>
            </a:r>
            <a:endParaRPr lang="en-US" sz="1120"/>
          </a:p>
          <a:p>
            <a:pPr marL="0" indent="0">
              <a:buNone/>
            </a:pPr>
            <a:r>
              <a:rPr lang="en-US" sz="2200">
                <a:solidFill>
                  <a:srgbClr val="374151"/>
                </a:solidFill>
                <a:latin typeface="Barlow" pitchFamily="34" charset="0"/>
                <a:ea typeface="Barlow" pitchFamily="34" charset="-122"/>
                <a:cs typeface="Barlow" pitchFamily="34" charset="-120"/>
              </a:rPr>
              <a:t>Do not treat model output as authoritative without grounding or validation.</a:t>
            </a:r>
            <a:endParaRPr lang="en-US" sz="1120"/>
          </a:p>
          <a:p>
            <a:pPr marL="0" indent="0">
              <a:buNone/>
            </a:pPr>
            <a:r>
              <a:rPr lang="en-US" sz="2200">
                <a:solidFill>
                  <a:srgbClr val="374151"/>
                </a:solidFill>
                <a:latin typeface="Barlow" pitchFamily="34" charset="0"/>
                <a:ea typeface="Barlow" pitchFamily="34" charset="-122"/>
                <a:cs typeface="Barlow" pitchFamily="34" charset="-120"/>
              </a:rPr>
              <a:t>Course connection: later RAG and citations supply the missing business context.</a:t>
            </a:r>
            <a:endParaRPr lang="en-US" sz="1120"/>
          </a:p>
        </p:txBody>
      </p:sp>
      <p:sp>
        <p:nvSpPr>
          <p:cNvPr id="18" name="Shape 16">
            <a:extLst>
              <a:ext uri="{FF2B5EF4-FFF2-40B4-BE49-F238E27FC236}">
                <a16:creationId xmlns:a16="http://schemas.microsoft.com/office/drawing/2014/main" id="{3788A119-C6AE-650B-BC61-FD80CEF2EBF5}"/>
              </a:ext>
            </a:extLst>
          </p:cNvPr>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a:extLst>
              <a:ext uri="{FF2B5EF4-FFF2-40B4-BE49-F238E27FC236}">
                <a16:creationId xmlns:a16="http://schemas.microsoft.com/office/drawing/2014/main" id="{10120C47-0C2C-8FDA-6482-FA7B079F41A0}"/>
              </a:ext>
            </a:extLst>
          </p:cNvPr>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14</a:t>
            </a:r>
            <a:endParaRPr lang="en-US" sz="900"/>
          </a:p>
        </p:txBody>
      </p:sp>
      <p:sp>
        <p:nvSpPr>
          <p:cNvPr id="20" name="Text 18">
            <a:extLst>
              <a:ext uri="{FF2B5EF4-FFF2-40B4-BE49-F238E27FC236}">
                <a16:creationId xmlns:a16="http://schemas.microsoft.com/office/drawing/2014/main" id="{0A241B00-3B8D-CE44-EF0C-6E1992BD0D11}"/>
              </a:ext>
            </a:extLst>
          </p:cNvPr>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 · Lesson 2.2</a:t>
            </a:r>
            <a:endParaRPr lang="en-US" sz="750"/>
          </a:p>
        </p:txBody>
      </p:sp>
      <p:sp>
        <p:nvSpPr>
          <p:cNvPr id="21" name="TextBox 20">
            <a:extLst>
              <a:ext uri="{FF2B5EF4-FFF2-40B4-BE49-F238E27FC236}">
                <a16:creationId xmlns:a16="http://schemas.microsoft.com/office/drawing/2014/main" id="{C147FB0D-7117-EB0D-43FD-DDF35E58F81F}"/>
              </a:ext>
            </a:extLst>
          </p:cNvPr>
          <p:cNvSpPr txBox="1"/>
          <p:nvPr/>
        </p:nvSpPr>
        <p:spPr>
          <a:xfrm>
            <a:off x="822960" y="1682496"/>
            <a:ext cx="5257800" cy="3554819"/>
          </a:xfrm>
          <a:prstGeom prst="rect">
            <a:avLst/>
          </a:prstGeom>
          <a:noFill/>
        </p:spPr>
        <p:txBody>
          <a:bodyPr wrap="square" lIns="0" tIns="0" rIns="0" bIns="0" anchor="t">
            <a:spAutoFit/>
          </a:bodyPr>
          <a:lstStyle/>
          <a:p>
            <a:pPr algn="l">
              <a:spcBef>
                <a:spcPts val="0"/>
              </a:spcBef>
              <a:spcAft>
                <a:spcPts val="600"/>
              </a:spcAft>
            </a:pPr>
            <a:r>
              <a:rPr lang="en-US" sz="2400" b="0">
                <a:solidFill>
                  <a:srgbClr val="00AED6"/>
                </a:solidFill>
                <a:latin typeface="Barlow"/>
              </a:rPr>
              <a:t>▸ </a:t>
            </a:r>
            <a:r>
              <a:rPr lang="en-US" sz="2400" b="0" i="0">
                <a:solidFill>
                  <a:srgbClr val="374151"/>
                </a:solidFill>
                <a:latin typeface="Barlow"/>
              </a:rPr>
              <a:t>A language model predicts likely next tokens from context.</a:t>
            </a:r>
          </a:p>
          <a:p>
            <a:pPr algn="l">
              <a:spcBef>
                <a:spcPts val="0"/>
              </a:spcBef>
              <a:spcAft>
                <a:spcPts val="600"/>
              </a:spcAft>
            </a:pPr>
            <a:r>
              <a:rPr lang="en-US" sz="2400" b="0">
                <a:solidFill>
                  <a:srgbClr val="00AED6"/>
                </a:solidFill>
                <a:latin typeface="Barlow"/>
              </a:rPr>
              <a:t>▸ </a:t>
            </a:r>
            <a:r>
              <a:rPr lang="en-US" sz="2400" b="0" i="0">
                <a:solidFill>
                  <a:srgbClr val="374151"/>
                </a:solidFill>
                <a:latin typeface="Barlow"/>
              </a:rPr>
              <a:t>Inputs are converted to tokens, vectors, and attention patterns.</a:t>
            </a:r>
          </a:p>
          <a:p>
            <a:pPr algn="l">
              <a:spcBef>
                <a:spcPts val="0"/>
              </a:spcBef>
              <a:spcAft>
                <a:spcPts val="600"/>
              </a:spcAft>
            </a:pPr>
            <a:r>
              <a:rPr lang="en-US" sz="2400" b="0">
                <a:solidFill>
                  <a:srgbClr val="00AED6"/>
                </a:solidFill>
                <a:latin typeface="Barlow"/>
              </a:rPr>
              <a:t>▸ </a:t>
            </a:r>
            <a:r>
              <a:rPr lang="en-US" sz="2400" b="0" i="0">
                <a:solidFill>
                  <a:srgbClr val="374151"/>
                </a:solidFill>
                <a:latin typeface="Barlow"/>
              </a:rPr>
              <a:t>Responses are generated one token at a time, not retrieved as fixed answers.</a:t>
            </a:r>
          </a:p>
          <a:p>
            <a:pPr algn="l">
              <a:spcBef>
                <a:spcPts val="0"/>
              </a:spcBef>
              <a:spcAft>
                <a:spcPts val="600"/>
              </a:spcAft>
            </a:pPr>
            <a:r>
              <a:rPr lang="en-US" sz="2400" b="0">
                <a:solidFill>
                  <a:srgbClr val="00AED6"/>
                </a:solidFill>
                <a:latin typeface="Barlow"/>
              </a:rPr>
              <a:t>▸ </a:t>
            </a:r>
            <a:r>
              <a:rPr lang="en-US" sz="2400" b="0" i="0">
                <a:solidFill>
                  <a:srgbClr val="374151"/>
                </a:solidFill>
                <a:latin typeface="Barlow"/>
              </a:rPr>
              <a:t>The model does not automatically know your current business data.</a:t>
            </a:r>
          </a:p>
        </p:txBody>
      </p:sp>
      <p:pic>
        <p:nvPicPr>
          <p:cNvPr id="8" name="Picture 7">
            <a:extLst>
              <a:ext uri="{FF2B5EF4-FFF2-40B4-BE49-F238E27FC236}">
                <a16:creationId xmlns:a16="http://schemas.microsoft.com/office/drawing/2014/main" id="{5CF391ED-4245-692E-96DF-A165D2D1F388}"/>
              </a:ext>
            </a:extLst>
          </p:cNvPr>
          <p:cNvPicPr>
            <a:picLocks noChangeAspect="1"/>
          </p:cNvPicPr>
          <p:nvPr/>
        </p:nvPicPr>
        <p:blipFill>
          <a:blip r:embed="rId3"/>
          <a:srcRect b="6533"/>
          <a:stretch>
            <a:fillRect/>
          </a:stretch>
        </p:blipFill>
        <p:spPr>
          <a:xfrm>
            <a:off x="0" y="5255"/>
            <a:ext cx="12192000" cy="6409944"/>
          </a:xfrm>
          <a:prstGeom prst="rect">
            <a:avLst/>
          </a:prstGeom>
        </p:spPr>
      </p:pic>
    </p:spTree>
    <p:extLst>
      <p:ext uri="{BB962C8B-B14F-4D97-AF65-F5344CB8AC3E}">
        <p14:creationId xmlns:p14="http://schemas.microsoft.com/office/powerpoint/2010/main" val="2738607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2.3 — What is Generative AI?</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fontScale="92500"/>
          </a:bodyPr>
          <a:lstStyle/>
          <a:p>
            <a:pPr marL="0" indent="0">
              <a:buNone/>
            </a:pPr>
            <a:r>
              <a:rPr lang="en-US" sz="2200">
                <a:solidFill>
                  <a:srgbClr val="697586"/>
                </a:solidFill>
                <a:latin typeface="Barlow" pitchFamily="34" charset="0"/>
                <a:ea typeface="Barlow" pitchFamily="34" charset="-122"/>
                <a:cs typeface="Barlow" pitchFamily="34" charset="-120"/>
              </a:rPr>
              <a:t>Distinguish generative AI from broader AI concepts and understand common usage patterns.</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Application view</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Good GenAI apps combine model reasoning with system design.</a:t>
            </a:r>
            <a:endParaRPr lang="en-US" sz="1120"/>
          </a:p>
          <a:p>
            <a:pPr marL="0" indent="0">
              <a:buNone/>
            </a:pPr>
            <a:r>
              <a:rPr lang="en-US" sz="2200">
                <a:solidFill>
                  <a:srgbClr val="374151"/>
                </a:solidFill>
                <a:latin typeface="Barlow" pitchFamily="34" charset="0"/>
                <a:ea typeface="Barlow" pitchFamily="34" charset="-122"/>
                <a:cs typeface="Barlow" pitchFamily="34" charset="-120"/>
              </a:rPr>
              <a:t>Semantic Kernel provides orchestration between the model, prompts, plugins, and business code.</a:t>
            </a:r>
            <a:endParaRPr lang="en-US" sz="1120"/>
          </a:p>
          <a:p>
            <a:pPr marL="0" indent="0">
              <a:buNone/>
            </a:pPr>
            <a:r>
              <a:rPr lang="en-US" sz="2200">
                <a:solidFill>
                  <a:srgbClr val="374151"/>
                </a:solidFill>
                <a:latin typeface="Barlow" pitchFamily="34" charset="0"/>
                <a:ea typeface="Barlow" pitchFamily="34" charset="-122"/>
                <a:cs typeface="Barlow" pitchFamily="34" charset="-120"/>
              </a:rPr>
              <a:t>The portal project uses GenAI as a feature inside real workflows.</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15</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 · Lesson 2.3</a:t>
            </a:r>
            <a:endParaRPr lang="en-US" sz="750"/>
          </a:p>
        </p:txBody>
      </p:sp>
      <p:sp>
        <p:nvSpPr>
          <p:cNvPr id="21" name="TextBox 20"/>
          <p:cNvSpPr txBox="1"/>
          <p:nvPr/>
        </p:nvSpPr>
        <p:spPr>
          <a:xfrm>
            <a:off x="822960" y="1682496"/>
            <a:ext cx="5257800" cy="3954929"/>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Generative AI creates new text, code, images, or structured responses from prompts.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In .NET applications, it often appears as assistants, copilots, document processors, and workflow helpers.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value comes from pairing generation with context, tools, and application boundaries.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Uncontrolled generation is not enough for enterprise systems.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2.4 — What is Semantic Kernel?</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Semantic Kernel as an orchestration layer for AI-enabled applications.</a:t>
            </a:r>
            <a:endParaRPr lang="en-US" sz="1250"/>
          </a:p>
        </p:txBody>
      </p:sp>
      <p:sp>
        <p:nvSpPr>
          <p:cNvPr id="13" name="Shape 11"/>
          <p:cNvSpPr/>
          <p:nvPr/>
        </p:nvSpPr>
        <p:spPr>
          <a:xfrm>
            <a:off x="612648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14" name="Text 12"/>
          <p:cNvSpPr/>
          <p:nvPr/>
        </p:nvSpPr>
        <p:spPr>
          <a:xfrm>
            <a:off x="619963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App</a:t>
            </a:r>
            <a:endParaRPr lang="en-US" sz="1150"/>
          </a:p>
        </p:txBody>
      </p:sp>
      <p:sp>
        <p:nvSpPr>
          <p:cNvPr id="15" name="Shape 13"/>
          <p:cNvSpPr/>
          <p:nvPr/>
        </p:nvSpPr>
        <p:spPr>
          <a:xfrm>
            <a:off x="7059168" y="2331720"/>
            <a:ext cx="100584" cy="0"/>
          </a:xfrm>
          <a:prstGeom prst="line">
            <a:avLst/>
          </a:prstGeom>
          <a:noFill/>
          <a:ln w="25400">
            <a:solidFill>
              <a:srgbClr val="00AED6"/>
            </a:solidFill>
            <a:prstDash val="solid"/>
            <a:headEnd type="none"/>
            <a:tailEnd type="triangle"/>
          </a:ln>
        </p:spPr>
        <p:txBody>
          <a:bodyPr/>
          <a:lstStyle/>
          <a:p>
            <a:endParaRPr/>
          </a:p>
        </p:txBody>
      </p:sp>
      <p:sp>
        <p:nvSpPr>
          <p:cNvPr id="16" name="Shape 14"/>
          <p:cNvSpPr/>
          <p:nvPr/>
        </p:nvSpPr>
        <p:spPr>
          <a:xfrm>
            <a:off x="7178040" y="1920240"/>
            <a:ext cx="914400" cy="822960"/>
          </a:xfrm>
          <a:prstGeom prst="roundRect">
            <a:avLst>
              <a:gd name="adj" fmla="val 5556"/>
            </a:avLst>
          </a:prstGeom>
          <a:solidFill>
            <a:srgbClr val="E6F7FB"/>
          </a:solidFill>
          <a:ln w="12700">
            <a:solidFill>
              <a:srgbClr val="C9D4E2"/>
            </a:solidFill>
            <a:prstDash val="solid"/>
          </a:ln>
        </p:spPr>
        <p:txBody>
          <a:bodyPr/>
          <a:lstStyle/>
          <a:p>
            <a:endParaRPr/>
          </a:p>
        </p:txBody>
      </p:sp>
      <p:sp>
        <p:nvSpPr>
          <p:cNvPr id="17" name="Text 15"/>
          <p:cNvSpPr/>
          <p:nvPr/>
        </p:nvSpPr>
        <p:spPr>
          <a:xfrm>
            <a:off x="725119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07DB8"/>
                </a:solidFill>
                <a:latin typeface="Raleway" pitchFamily="34" charset="0"/>
                <a:ea typeface="Raleway" pitchFamily="34" charset="-122"/>
                <a:cs typeface="Raleway" pitchFamily="34" charset="-120"/>
              </a:rPr>
              <a:t>Kernel</a:t>
            </a:r>
            <a:endParaRPr lang="en-US" sz="1150"/>
          </a:p>
        </p:txBody>
      </p:sp>
      <p:sp>
        <p:nvSpPr>
          <p:cNvPr id="18" name="Shape 16"/>
          <p:cNvSpPr/>
          <p:nvPr/>
        </p:nvSpPr>
        <p:spPr>
          <a:xfrm>
            <a:off x="8110728" y="2331720"/>
            <a:ext cx="100584" cy="0"/>
          </a:xfrm>
          <a:prstGeom prst="line">
            <a:avLst/>
          </a:prstGeom>
          <a:noFill/>
          <a:ln w="25400">
            <a:solidFill>
              <a:srgbClr val="00AED6"/>
            </a:solidFill>
            <a:prstDash val="solid"/>
            <a:headEnd type="none"/>
            <a:tailEnd type="triangle"/>
          </a:ln>
        </p:spPr>
        <p:txBody>
          <a:bodyPr/>
          <a:lstStyle/>
          <a:p>
            <a:endParaRPr/>
          </a:p>
        </p:txBody>
      </p:sp>
      <p:sp>
        <p:nvSpPr>
          <p:cNvPr id="19" name="Shape 17"/>
          <p:cNvSpPr/>
          <p:nvPr/>
        </p:nvSpPr>
        <p:spPr>
          <a:xfrm>
            <a:off x="822960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20" name="Text 18"/>
          <p:cNvSpPr/>
          <p:nvPr/>
        </p:nvSpPr>
        <p:spPr>
          <a:xfrm>
            <a:off x="830275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Plugins</a:t>
            </a:r>
            <a:endParaRPr lang="en-US" sz="1150"/>
          </a:p>
        </p:txBody>
      </p:sp>
      <p:sp>
        <p:nvSpPr>
          <p:cNvPr id="21" name="Shape 19"/>
          <p:cNvSpPr/>
          <p:nvPr/>
        </p:nvSpPr>
        <p:spPr>
          <a:xfrm>
            <a:off x="9162288" y="2331720"/>
            <a:ext cx="100584" cy="0"/>
          </a:xfrm>
          <a:prstGeom prst="line">
            <a:avLst/>
          </a:prstGeom>
          <a:noFill/>
          <a:ln w="25400">
            <a:solidFill>
              <a:srgbClr val="00AED6"/>
            </a:solidFill>
            <a:prstDash val="solid"/>
            <a:headEnd type="none"/>
            <a:tailEnd type="triangle"/>
          </a:ln>
        </p:spPr>
        <p:txBody>
          <a:bodyPr/>
          <a:lstStyle/>
          <a:p>
            <a:endParaRPr/>
          </a:p>
        </p:txBody>
      </p:sp>
      <p:sp>
        <p:nvSpPr>
          <p:cNvPr id="22" name="Shape 20"/>
          <p:cNvSpPr/>
          <p:nvPr/>
        </p:nvSpPr>
        <p:spPr>
          <a:xfrm>
            <a:off x="928116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23" name="Text 21"/>
          <p:cNvSpPr/>
          <p:nvPr/>
        </p:nvSpPr>
        <p:spPr>
          <a:xfrm>
            <a:off x="935431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Model</a:t>
            </a:r>
            <a:endParaRPr lang="en-US" sz="1150"/>
          </a:p>
        </p:txBody>
      </p:sp>
      <p:sp>
        <p:nvSpPr>
          <p:cNvPr id="24" name="Shape 22"/>
          <p:cNvSpPr/>
          <p:nvPr/>
        </p:nvSpPr>
        <p:spPr>
          <a:xfrm>
            <a:off x="10213848" y="2331720"/>
            <a:ext cx="100584" cy="0"/>
          </a:xfrm>
          <a:prstGeom prst="line">
            <a:avLst/>
          </a:prstGeom>
          <a:noFill/>
          <a:ln w="25400">
            <a:solidFill>
              <a:srgbClr val="00AED6"/>
            </a:solidFill>
            <a:prstDash val="solid"/>
            <a:headEnd type="none"/>
            <a:tailEnd type="triangle"/>
          </a:ln>
        </p:spPr>
        <p:txBody>
          <a:bodyPr/>
          <a:lstStyle/>
          <a:p>
            <a:endParaRPr/>
          </a:p>
        </p:txBody>
      </p:sp>
      <p:sp>
        <p:nvSpPr>
          <p:cNvPr id="25" name="Shape 23"/>
          <p:cNvSpPr/>
          <p:nvPr/>
        </p:nvSpPr>
        <p:spPr>
          <a:xfrm>
            <a:off x="1033272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26" name="Text 24"/>
          <p:cNvSpPr/>
          <p:nvPr/>
        </p:nvSpPr>
        <p:spPr>
          <a:xfrm>
            <a:off x="1040587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Result</a:t>
            </a:r>
            <a:endParaRPr lang="en-US" sz="1150"/>
          </a:p>
        </p:txBody>
      </p:sp>
      <p:sp>
        <p:nvSpPr>
          <p:cNvPr id="27" name="Shape 2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8" name="Text 2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16</a:t>
            </a:r>
            <a:endParaRPr lang="en-US" sz="900"/>
          </a:p>
        </p:txBody>
      </p:sp>
      <p:sp>
        <p:nvSpPr>
          <p:cNvPr id="29" name="Text 2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 · Lesson 2.4</a:t>
            </a:r>
            <a:endParaRPr lang="en-US" sz="750"/>
          </a:p>
        </p:txBody>
      </p:sp>
      <p:sp>
        <p:nvSpPr>
          <p:cNvPr id="30" name="TextBox 29"/>
          <p:cNvSpPr txBox="1"/>
          <p:nvPr/>
        </p:nvSpPr>
        <p:spPr>
          <a:xfrm>
            <a:off x="822960" y="1591056"/>
            <a:ext cx="5257800" cy="3954929"/>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Semantic Kernel is a lightweight SDK for integrating AI models into C#, Python, and Java applications.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It acts as middleware between application code, model services, plugins, prompts, and workflows.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kernel gives developers a central place to register services and expose callable capabilities.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This course teaches how to integrate SK as an orchestration layer in our application</a:t>
            </a:r>
            <a:r>
              <a:rPr lang="en-US" sz="2200">
                <a:solidFill>
                  <a:srgbClr val="374151"/>
                </a:solidFill>
                <a:latin typeface="Barlow"/>
              </a:rPr>
              <a:t>.</a:t>
            </a:r>
            <a:endParaRPr lang="en-US" sz="2200" b="0" i="0">
              <a:solidFill>
                <a:srgbClr val="374151"/>
              </a:solidFill>
              <a:latin typeface="Barlow"/>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fade">
                                      <p:cBhvr>
                                        <p:cTn id="7" dur="500"/>
                                        <p:tgtEl>
                                          <p:spTgt spid="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
                                            <p:txEl>
                                              <p:pRg st="1" end="1"/>
                                            </p:txEl>
                                          </p:spTgt>
                                        </p:tgtEl>
                                        <p:attrNameLst>
                                          <p:attrName>style.visibility</p:attrName>
                                        </p:attrNameLst>
                                      </p:cBhvr>
                                      <p:to>
                                        <p:strVal val="visible"/>
                                      </p:to>
                                    </p:set>
                                    <p:animEffect transition="in" filter="fade">
                                      <p:cBhvr>
                                        <p:cTn id="12" dur="500"/>
                                        <p:tgtEl>
                                          <p:spTgt spid="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xEl>
                                              <p:pRg st="2" end="2"/>
                                            </p:txEl>
                                          </p:spTgt>
                                        </p:tgtEl>
                                        <p:attrNameLst>
                                          <p:attrName>style.visibility</p:attrName>
                                        </p:attrNameLst>
                                      </p:cBhvr>
                                      <p:to>
                                        <p:strVal val="visible"/>
                                      </p:to>
                                    </p:set>
                                    <p:animEffect transition="in" filter="fade">
                                      <p:cBhvr>
                                        <p:cTn id="17" dur="500"/>
                                        <p:tgtEl>
                                          <p:spTgt spid="3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xEl>
                                              <p:pRg st="3" end="3"/>
                                            </p:txEl>
                                          </p:spTgt>
                                        </p:tgtEl>
                                        <p:attrNameLst>
                                          <p:attrName>style.visibility</p:attrName>
                                        </p:attrNameLst>
                                      </p:cBhvr>
                                      <p:to>
                                        <p:strVal val="visible"/>
                                      </p:to>
                                    </p:set>
                                    <p:animEffect transition="in" filter="fade">
                                      <p:cBhvr>
                                        <p:cTn id="22" dur="500"/>
                                        <p:tgtEl>
                                          <p:spTgt spid="3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023EC-CA60-86D8-DCA4-28ACBB18F8F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5B9DBBD-DEB1-061C-C50E-3511DF1E8626}"/>
              </a:ext>
            </a:extLst>
          </p:cNvPr>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a:extLst>
              <a:ext uri="{FF2B5EF4-FFF2-40B4-BE49-F238E27FC236}">
                <a16:creationId xmlns:a16="http://schemas.microsoft.com/office/drawing/2014/main" id="{8E870D1A-5959-6E34-2A13-B23D6CD21A36}"/>
              </a:ext>
            </a:extLst>
          </p:cNvPr>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2.4 — What is Semantic Kernel?</a:t>
            </a:r>
            <a:endParaRPr lang="en-US" sz="2700"/>
          </a:p>
        </p:txBody>
      </p:sp>
      <p:sp>
        <p:nvSpPr>
          <p:cNvPr id="4" name="Text 2">
            <a:extLst>
              <a:ext uri="{FF2B5EF4-FFF2-40B4-BE49-F238E27FC236}">
                <a16:creationId xmlns:a16="http://schemas.microsoft.com/office/drawing/2014/main" id="{BD3839F4-F224-D761-49B8-6CC1DCD23AF4}"/>
              </a:ext>
            </a:extLst>
          </p:cNvPr>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Semantic Kernel as an orchestration layer for AI-enabled applications.</a:t>
            </a:r>
            <a:endParaRPr lang="en-US" sz="1250"/>
          </a:p>
        </p:txBody>
      </p:sp>
      <p:sp>
        <p:nvSpPr>
          <p:cNvPr id="13" name="Shape 11">
            <a:extLst>
              <a:ext uri="{FF2B5EF4-FFF2-40B4-BE49-F238E27FC236}">
                <a16:creationId xmlns:a16="http://schemas.microsoft.com/office/drawing/2014/main" id="{DEBC9E6A-28FE-B701-D217-0FFA18559249}"/>
              </a:ext>
            </a:extLst>
          </p:cNvPr>
          <p:cNvSpPr/>
          <p:nvPr/>
        </p:nvSpPr>
        <p:spPr>
          <a:xfrm>
            <a:off x="612648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14" name="Text 12">
            <a:extLst>
              <a:ext uri="{FF2B5EF4-FFF2-40B4-BE49-F238E27FC236}">
                <a16:creationId xmlns:a16="http://schemas.microsoft.com/office/drawing/2014/main" id="{F0A0C443-DC24-620E-52B2-0E47A145280A}"/>
              </a:ext>
            </a:extLst>
          </p:cNvPr>
          <p:cNvSpPr/>
          <p:nvPr/>
        </p:nvSpPr>
        <p:spPr>
          <a:xfrm>
            <a:off x="619963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App</a:t>
            </a:r>
            <a:endParaRPr lang="en-US" sz="1150"/>
          </a:p>
        </p:txBody>
      </p:sp>
      <p:sp>
        <p:nvSpPr>
          <p:cNvPr id="15" name="Shape 13">
            <a:extLst>
              <a:ext uri="{FF2B5EF4-FFF2-40B4-BE49-F238E27FC236}">
                <a16:creationId xmlns:a16="http://schemas.microsoft.com/office/drawing/2014/main" id="{FA072B5C-B54B-F495-6467-B82461BCB233}"/>
              </a:ext>
            </a:extLst>
          </p:cNvPr>
          <p:cNvSpPr/>
          <p:nvPr/>
        </p:nvSpPr>
        <p:spPr>
          <a:xfrm>
            <a:off x="7059168" y="2331720"/>
            <a:ext cx="100584" cy="0"/>
          </a:xfrm>
          <a:prstGeom prst="line">
            <a:avLst/>
          </a:prstGeom>
          <a:noFill/>
          <a:ln w="25400">
            <a:solidFill>
              <a:srgbClr val="00AED6"/>
            </a:solidFill>
            <a:prstDash val="solid"/>
            <a:headEnd type="none"/>
            <a:tailEnd type="triangle"/>
          </a:ln>
        </p:spPr>
        <p:txBody>
          <a:bodyPr/>
          <a:lstStyle/>
          <a:p>
            <a:endParaRPr/>
          </a:p>
        </p:txBody>
      </p:sp>
      <p:sp>
        <p:nvSpPr>
          <p:cNvPr id="16" name="Shape 14">
            <a:extLst>
              <a:ext uri="{FF2B5EF4-FFF2-40B4-BE49-F238E27FC236}">
                <a16:creationId xmlns:a16="http://schemas.microsoft.com/office/drawing/2014/main" id="{4BC86521-028E-F333-E18F-0212455E1730}"/>
              </a:ext>
            </a:extLst>
          </p:cNvPr>
          <p:cNvSpPr/>
          <p:nvPr/>
        </p:nvSpPr>
        <p:spPr>
          <a:xfrm>
            <a:off x="7178040" y="1920240"/>
            <a:ext cx="914400" cy="822960"/>
          </a:xfrm>
          <a:prstGeom prst="roundRect">
            <a:avLst>
              <a:gd name="adj" fmla="val 5556"/>
            </a:avLst>
          </a:prstGeom>
          <a:solidFill>
            <a:srgbClr val="E6F7FB"/>
          </a:solidFill>
          <a:ln w="12700">
            <a:solidFill>
              <a:srgbClr val="C9D4E2"/>
            </a:solidFill>
            <a:prstDash val="solid"/>
          </a:ln>
        </p:spPr>
        <p:txBody>
          <a:bodyPr/>
          <a:lstStyle/>
          <a:p>
            <a:endParaRPr/>
          </a:p>
        </p:txBody>
      </p:sp>
      <p:sp>
        <p:nvSpPr>
          <p:cNvPr id="17" name="Text 15">
            <a:extLst>
              <a:ext uri="{FF2B5EF4-FFF2-40B4-BE49-F238E27FC236}">
                <a16:creationId xmlns:a16="http://schemas.microsoft.com/office/drawing/2014/main" id="{6ED032B1-10BF-0A47-9C1E-1AF1A90F80A5}"/>
              </a:ext>
            </a:extLst>
          </p:cNvPr>
          <p:cNvSpPr/>
          <p:nvPr/>
        </p:nvSpPr>
        <p:spPr>
          <a:xfrm>
            <a:off x="725119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07DB8"/>
                </a:solidFill>
                <a:latin typeface="Raleway" pitchFamily="34" charset="0"/>
                <a:ea typeface="Raleway" pitchFamily="34" charset="-122"/>
                <a:cs typeface="Raleway" pitchFamily="34" charset="-120"/>
              </a:rPr>
              <a:t>Kernel</a:t>
            </a:r>
            <a:endParaRPr lang="en-US" sz="1150"/>
          </a:p>
        </p:txBody>
      </p:sp>
      <p:sp>
        <p:nvSpPr>
          <p:cNvPr id="18" name="Shape 16">
            <a:extLst>
              <a:ext uri="{FF2B5EF4-FFF2-40B4-BE49-F238E27FC236}">
                <a16:creationId xmlns:a16="http://schemas.microsoft.com/office/drawing/2014/main" id="{DF90C63A-E93C-8186-28C1-1495BB9DE064}"/>
              </a:ext>
            </a:extLst>
          </p:cNvPr>
          <p:cNvSpPr/>
          <p:nvPr/>
        </p:nvSpPr>
        <p:spPr>
          <a:xfrm>
            <a:off x="8110728" y="2331720"/>
            <a:ext cx="100584" cy="0"/>
          </a:xfrm>
          <a:prstGeom prst="line">
            <a:avLst/>
          </a:prstGeom>
          <a:noFill/>
          <a:ln w="25400">
            <a:solidFill>
              <a:srgbClr val="00AED6"/>
            </a:solidFill>
            <a:prstDash val="solid"/>
            <a:headEnd type="none"/>
            <a:tailEnd type="triangle"/>
          </a:ln>
        </p:spPr>
        <p:txBody>
          <a:bodyPr/>
          <a:lstStyle/>
          <a:p>
            <a:endParaRPr/>
          </a:p>
        </p:txBody>
      </p:sp>
      <p:sp>
        <p:nvSpPr>
          <p:cNvPr id="19" name="Shape 17">
            <a:extLst>
              <a:ext uri="{FF2B5EF4-FFF2-40B4-BE49-F238E27FC236}">
                <a16:creationId xmlns:a16="http://schemas.microsoft.com/office/drawing/2014/main" id="{2384E9F1-BD79-7319-8E05-8A47E54CB0D0}"/>
              </a:ext>
            </a:extLst>
          </p:cNvPr>
          <p:cNvSpPr/>
          <p:nvPr/>
        </p:nvSpPr>
        <p:spPr>
          <a:xfrm>
            <a:off x="822960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20" name="Text 18">
            <a:extLst>
              <a:ext uri="{FF2B5EF4-FFF2-40B4-BE49-F238E27FC236}">
                <a16:creationId xmlns:a16="http://schemas.microsoft.com/office/drawing/2014/main" id="{AE4F8EE4-D050-67CA-7474-5745A7E1450D}"/>
              </a:ext>
            </a:extLst>
          </p:cNvPr>
          <p:cNvSpPr/>
          <p:nvPr/>
        </p:nvSpPr>
        <p:spPr>
          <a:xfrm>
            <a:off x="830275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Plugins</a:t>
            </a:r>
            <a:endParaRPr lang="en-US" sz="1150"/>
          </a:p>
        </p:txBody>
      </p:sp>
      <p:sp>
        <p:nvSpPr>
          <p:cNvPr id="21" name="Shape 19">
            <a:extLst>
              <a:ext uri="{FF2B5EF4-FFF2-40B4-BE49-F238E27FC236}">
                <a16:creationId xmlns:a16="http://schemas.microsoft.com/office/drawing/2014/main" id="{64929EEF-D6E2-174F-5C99-1EC15C88C9DD}"/>
              </a:ext>
            </a:extLst>
          </p:cNvPr>
          <p:cNvSpPr/>
          <p:nvPr/>
        </p:nvSpPr>
        <p:spPr>
          <a:xfrm>
            <a:off x="9162288" y="2331720"/>
            <a:ext cx="100584" cy="0"/>
          </a:xfrm>
          <a:prstGeom prst="line">
            <a:avLst/>
          </a:prstGeom>
          <a:noFill/>
          <a:ln w="25400">
            <a:solidFill>
              <a:srgbClr val="00AED6"/>
            </a:solidFill>
            <a:prstDash val="solid"/>
            <a:headEnd type="none"/>
            <a:tailEnd type="triangle"/>
          </a:ln>
        </p:spPr>
        <p:txBody>
          <a:bodyPr/>
          <a:lstStyle/>
          <a:p>
            <a:endParaRPr/>
          </a:p>
        </p:txBody>
      </p:sp>
      <p:sp>
        <p:nvSpPr>
          <p:cNvPr id="22" name="Shape 20">
            <a:extLst>
              <a:ext uri="{FF2B5EF4-FFF2-40B4-BE49-F238E27FC236}">
                <a16:creationId xmlns:a16="http://schemas.microsoft.com/office/drawing/2014/main" id="{7647C484-CDD3-0406-D796-426C1F3A23F2}"/>
              </a:ext>
            </a:extLst>
          </p:cNvPr>
          <p:cNvSpPr/>
          <p:nvPr/>
        </p:nvSpPr>
        <p:spPr>
          <a:xfrm>
            <a:off x="928116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23" name="Text 21">
            <a:extLst>
              <a:ext uri="{FF2B5EF4-FFF2-40B4-BE49-F238E27FC236}">
                <a16:creationId xmlns:a16="http://schemas.microsoft.com/office/drawing/2014/main" id="{7C1EC70A-D1E3-E1AB-7337-00E32E93CE31}"/>
              </a:ext>
            </a:extLst>
          </p:cNvPr>
          <p:cNvSpPr/>
          <p:nvPr/>
        </p:nvSpPr>
        <p:spPr>
          <a:xfrm>
            <a:off x="935431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Model</a:t>
            </a:r>
            <a:endParaRPr lang="en-US" sz="1150"/>
          </a:p>
        </p:txBody>
      </p:sp>
      <p:sp>
        <p:nvSpPr>
          <p:cNvPr id="24" name="Shape 22">
            <a:extLst>
              <a:ext uri="{FF2B5EF4-FFF2-40B4-BE49-F238E27FC236}">
                <a16:creationId xmlns:a16="http://schemas.microsoft.com/office/drawing/2014/main" id="{4382A65F-6585-C000-AA69-36C5849A5FE5}"/>
              </a:ext>
            </a:extLst>
          </p:cNvPr>
          <p:cNvSpPr/>
          <p:nvPr/>
        </p:nvSpPr>
        <p:spPr>
          <a:xfrm>
            <a:off x="10213848" y="2331720"/>
            <a:ext cx="100584" cy="0"/>
          </a:xfrm>
          <a:prstGeom prst="line">
            <a:avLst/>
          </a:prstGeom>
          <a:noFill/>
          <a:ln w="25400">
            <a:solidFill>
              <a:srgbClr val="00AED6"/>
            </a:solidFill>
            <a:prstDash val="solid"/>
            <a:headEnd type="none"/>
            <a:tailEnd type="triangle"/>
          </a:ln>
        </p:spPr>
        <p:txBody>
          <a:bodyPr/>
          <a:lstStyle/>
          <a:p>
            <a:endParaRPr/>
          </a:p>
        </p:txBody>
      </p:sp>
      <p:sp>
        <p:nvSpPr>
          <p:cNvPr id="25" name="Shape 23">
            <a:extLst>
              <a:ext uri="{FF2B5EF4-FFF2-40B4-BE49-F238E27FC236}">
                <a16:creationId xmlns:a16="http://schemas.microsoft.com/office/drawing/2014/main" id="{0E8E1A41-34B2-FEFE-B04C-06893CBA0C31}"/>
              </a:ext>
            </a:extLst>
          </p:cNvPr>
          <p:cNvSpPr/>
          <p:nvPr/>
        </p:nvSpPr>
        <p:spPr>
          <a:xfrm>
            <a:off x="1033272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26" name="Text 24">
            <a:extLst>
              <a:ext uri="{FF2B5EF4-FFF2-40B4-BE49-F238E27FC236}">
                <a16:creationId xmlns:a16="http://schemas.microsoft.com/office/drawing/2014/main" id="{8EBF0F38-928C-5159-A81F-56B73FF15C2E}"/>
              </a:ext>
            </a:extLst>
          </p:cNvPr>
          <p:cNvSpPr/>
          <p:nvPr/>
        </p:nvSpPr>
        <p:spPr>
          <a:xfrm>
            <a:off x="1040587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Result</a:t>
            </a:r>
            <a:endParaRPr lang="en-US" sz="1150"/>
          </a:p>
        </p:txBody>
      </p:sp>
      <p:sp>
        <p:nvSpPr>
          <p:cNvPr id="27" name="Shape 25">
            <a:extLst>
              <a:ext uri="{FF2B5EF4-FFF2-40B4-BE49-F238E27FC236}">
                <a16:creationId xmlns:a16="http://schemas.microsoft.com/office/drawing/2014/main" id="{B01676E1-4A01-BE36-6FBD-DE3AAF7F4D74}"/>
              </a:ext>
            </a:extLst>
          </p:cNvPr>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8" name="Text 26">
            <a:extLst>
              <a:ext uri="{FF2B5EF4-FFF2-40B4-BE49-F238E27FC236}">
                <a16:creationId xmlns:a16="http://schemas.microsoft.com/office/drawing/2014/main" id="{52D68BE6-37B7-9349-0FBB-BE357293BB4F}"/>
              </a:ext>
            </a:extLst>
          </p:cNvPr>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16</a:t>
            </a:r>
            <a:endParaRPr lang="en-US" sz="900"/>
          </a:p>
        </p:txBody>
      </p:sp>
      <p:sp>
        <p:nvSpPr>
          <p:cNvPr id="29" name="Text 27">
            <a:extLst>
              <a:ext uri="{FF2B5EF4-FFF2-40B4-BE49-F238E27FC236}">
                <a16:creationId xmlns:a16="http://schemas.microsoft.com/office/drawing/2014/main" id="{F38A64CF-F1C8-B318-9391-DEA83FA3563E}"/>
              </a:ext>
            </a:extLst>
          </p:cNvPr>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 · Lesson 2.4 | Image Source: Microsoft Learn</a:t>
            </a:r>
            <a:endParaRPr lang="en-US" sz="750"/>
          </a:p>
        </p:txBody>
      </p:sp>
      <p:sp>
        <p:nvSpPr>
          <p:cNvPr id="30" name="TextBox 29">
            <a:extLst>
              <a:ext uri="{FF2B5EF4-FFF2-40B4-BE49-F238E27FC236}">
                <a16:creationId xmlns:a16="http://schemas.microsoft.com/office/drawing/2014/main" id="{BBC821AE-87B8-A7C9-B111-CC3E5419902B}"/>
              </a:ext>
            </a:extLst>
          </p:cNvPr>
          <p:cNvSpPr txBox="1"/>
          <p:nvPr/>
        </p:nvSpPr>
        <p:spPr>
          <a:xfrm>
            <a:off x="822960" y="1591056"/>
            <a:ext cx="5257800" cy="3954929"/>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Semantic Kernel is a lightweight SDK for integrating AI models into C#, Python, and Java applications.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It acts as middleware between application code, model services, plugins, prompts, and workflows.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kernel gives developers a central place to register services and expose callable capabilities.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This course uses SK as the orchestration layer, not just as a chat wrapper.</a:t>
            </a:r>
          </a:p>
        </p:txBody>
      </p:sp>
      <p:pic>
        <p:nvPicPr>
          <p:cNvPr id="2050" name="Picture 2" descr="Understanding the kernel in Semantic Kernel | Microsoft Learn">
            <a:extLst>
              <a:ext uri="{FF2B5EF4-FFF2-40B4-BE49-F238E27FC236}">
                <a16:creationId xmlns:a16="http://schemas.microsoft.com/office/drawing/2014/main" id="{08038FF9-E59B-0EA1-CCBA-AD88799A4D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15762"/>
            <a:ext cx="12192000" cy="574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1130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fade">
                                      <p:cBhvr>
                                        <p:cTn id="7" dur="500"/>
                                        <p:tgtEl>
                                          <p:spTgt spid="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
                                            <p:txEl>
                                              <p:pRg st="1" end="1"/>
                                            </p:txEl>
                                          </p:spTgt>
                                        </p:tgtEl>
                                        <p:attrNameLst>
                                          <p:attrName>style.visibility</p:attrName>
                                        </p:attrNameLst>
                                      </p:cBhvr>
                                      <p:to>
                                        <p:strVal val="visible"/>
                                      </p:to>
                                    </p:set>
                                    <p:animEffect transition="in" filter="fade">
                                      <p:cBhvr>
                                        <p:cTn id="12" dur="500"/>
                                        <p:tgtEl>
                                          <p:spTgt spid="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xEl>
                                              <p:pRg st="2" end="2"/>
                                            </p:txEl>
                                          </p:spTgt>
                                        </p:tgtEl>
                                        <p:attrNameLst>
                                          <p:attrName>style.visibility</p:attrName>
                                        </p:attrNameLst>
                                      </p:cBhvr>
                                      <p:to>
                                        <p:strVal val="visible"/>
                                      </p:to>
                                    </p:set>
                                    <p:animEffect transition="in" filter="fade">
                                      <p:cBhvr>
                                        <p:cTn id="17" dur="500"/>
                                        <p:tgtEl>
                                          <p:spTgt spid="3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xEl>
                                              <p:pRg st="3" end="3"/>
                                            </p:txEl>
                                          </p:spTgt>
                                        </p:tgtEl>
                                        <p:attrNameLst>
                                          <p:attrName>style.visibility</p:attrName>
                                        </p:attrNameLst>
                                      </p:cBhvr>
                                      <p:to>
                                        <p:strVal val="visible"/>
                                      </p:to>
                                    </p:set>
                                    <p:animEffect transition="in" filter="fade">
                                      <p:cBhvr>
                                        <p:cTn id="22" dur="500"/>
                                        <p:tgtEl>
                                          <p:spTgt spid="3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62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2.5 — Why Use Semantic Kernel Instead of Calling the Model Directly?</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fontScale="92500"/>
          </a:bodyPr>
          <a:lstStyle/>
          <a:p>
            <a:pPr marL="0" indent="0">
              <a:buNone/>
            </a:pPr>
            <a:r>
              <a:rPr lang="en-US" sz="2200">
                <a:solidFill>
                  <a:srgbClr val="697586"/>
                </a:solidFill>
                <a:latin typeface="Barlow" pitchFamily="34" charset="0"/>
                <a:ea typeface="Barlow" pitchFamily="34" charset="-122"/>
                <a:cs typeface="Barlow" pitchFamily="34" charset="-120"/>
              </a:rPr>
              <a:t>Understand abstraction, extensibility, portability, and structured orchestration benefits.</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Decision rule</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Use direct calls when the app only needs one simple request-response flow.</a:t>
            </a:r>
            <a:endParaRPr lang="en-US" sz="1120"/>
          </a:p>
          <a:p>
            <a:pPr marL="0" indent="0">
              <a:buNone/>
            </a:pPr>
            <a:r>
              <a:rPr lang="en-US" sz="2200">
                <a:solidFill>
                  <a:srgbClr val="374151"/>
                </a:solidFill>
                <a:latin typeface="Barlow" pitchFamily="34" charset="0"/>
                <a:ea typeface="Barlow" pitchFamily="34" charset="-122"/>
                <a:cs typeface="Barlow" pitchFamily="34" charset="-120"/>
              </a:rPr>
              <a:t>Use Semantic Kernel when you need plugins, prompt assets, tool calling, RAG, filters, or observability.</a:t>
            </a:r>
            <a:endParaRPr lang="en-US" sz="1120"/>
          </a:p>
          <a:p>
            <a:pPr marL="0" indent="0">
              <a:buNone/>
            </a:pPr>
            <a:r>
              <a:rPr lang="en-US" sz="2200">
                <a:solidFill>
                  <a:srgbClr val="374151"/>
                </a:solidFill>
                <a:latin typeface="Barlow" pitchFamily="34" charset="0"/>
                <a:ea typeface="Barlow" pitchFamily="34" charset="-122"/>
                <a:cs typeface="Barlow" pitchFamily="34" charset="-120"/>
              </a:rPr>
              <a:t>Course decision: start simple in console, then move to a portal where orchestration matters.</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17</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 · Lesson 2.5</a:t>
            </a:r>
            <a:endParaRPr lang="en-US" sz="750"/>
          </a:p>
        </p:txBody>
      </p:sp>
      <p:sp>
        <p:nvSpPr>
          <p:cNvPr id="21" name="TextBox 20"/>
          <p:cNvSpPr txBox="1"/>
          <p:nvPr/>
        </p:nvSpPr>
        <p:spPr>
          <a:xfrm>
            <a:off x="822960" y="1682496"/>
            <a:ext cx="5257800" cy="3277820"/>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Direct SDK calls are fine for simple prompts and prototypes.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Semantic Kernel adds provider abstraction, prompt organization, plugin orchestration, and function calling.</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It helps centralize AI behavior so the application remains maintainable.</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It becomes more valuable as the system grows beyond basic chat.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2.6 — Semantic Kernel vs Microsoft Agent Framework</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fontScale="92500"/>
          </a:bodyPr>
          <a:lstStyle/>
          <a:p>
            <a:pPr marL="0" indent="0">
              <a:buNone/>
            </a:pPr>
            <a:r>
              <a:rPr lang="en-US" sz="2200">
                <a:solidFill>
                  <a:srgbClr val="697586"/>
                </a:solidFill>
                <a:latin typeface="Barlow" pitchFamily="34" charset="0"/>
                <a:ea typeface="Barlow" pitchFamily="34" charset="-122"/>
                <a:cs typeface="Barlow" pitchFamily="34" charset="-120"/>
              </a:rPr>
              <a:t>Understand where Semantic Kernel fits relative to newer agentic orchestration choices.</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Course positioning</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We are using SK in depth on plugins, prompt composition, RAG, and enterprise readiness.</a:t>
            </a:r>
            <a:endParaRPr lang="en-US" sz="1120"/>
          </a:p>
          <a:p>
            <a:pPr marL="0" indent="0">
              <a:buNone/>
            </a:pPr>
            <a:r>
              <a:rPr lang="en-US" sz="2200">
                <a:solidFill>
                  <a:srgbClr val="374151"/>
                </a:solidFill>
                <a:latin typeface="Barlow" pitchFamily="34" charset="0"/>
                <a:ea typeface="Barlow" pitchFamily="34" charset="-122"/>
                <a:cs typeface="Barlow" pitchFamily="34" charset="-120"/>
              </a:rPr>
              <a:t>Mention Agent Framework as the next step for deeper agentic applications.</a:t>
            </a:r>
            <a:endParaRPr lang="en-US" sz="1120"/>
          </a:p>
          <a:p>
            <a:pPr marL="0" indent="0">
              <a:buNone/>
            </a:pPr>
            <a:r>
              <a:rPr lang="en-US" sz="2200">
                <a:solidFill>
                  <a:srgbClr val="374151"/>
                </a:solidFill>
                <a:latin typeface="Barlow" pitchFamily="34" charset="0"/>
                <a:ea typeface="Barlow" pitchFamily="34" charset="-122"/>
                <a:cs typeface="Barlow" pitchFamily="34" charset="-120"/>
              </a:rPr>
              <a:t>Avoid shifting the course into a competing framework too early.</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18</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 · Lesson 2.6</a:t>
            </a:r>
            <a:endParaRPr lang="en-US" sz="750"/>
          </a:p>
        </p:txBody>
      </p:sp>
      <p:sp>
        <p:nvSpPr>
          <p:cNvPr id="21" name="TextBox 20"/>
          <p:cNvSpPr txBox="1"/>
          <p:nvPr/>
        </p:nvSpPr>
        <p:spPr>
          <a:xfrm>
            <a:off x="822960" y="1682496"/>
            <a:ext cx="5257800" cy="4293483"/>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Semantic Kernel focuses on kernel orchestration, plugins, prompts, model services, filters, and integration patterns.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Microsoft Agent Framework is positioned for new agentic and multi-agent orchestration scenarios.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comparison is important, but this course still centers on Semantic Kernel because it teaches reusable AI app primitives.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portal project demonstrates SK in a commercial application context.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CFB99-CA9F-D976-16DD-6B12538FE99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A5A108D-6464-5B05-25F9-6CF990C9ECD6}"/>
              </a:ext>
            </a:extLst>
          </p:cNvPr>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a:extLst>
              <a:ext uri="{FF2B5EF4-FFF2-40B4-BE49-F238E27FC236}">
                <a16:creationId xmlns:a16="http://schemas.microsoft.com/office/drawing/2014/main" id="{2F126FDD-19BE-4067-5658-AD15649BE2CE}"/>
              </a:ext>
            </a:extLst>
          </p:cNvPr>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2.6 — Semantic Kernel vs Microsoft Agent Framework</a:t>
            </a:r>
            <a:endParaRPr lang="en-US" sz="2700"/>
          </a:p>
        </p:txBody>
      </p:sp>
      <p:sp>
        <p:nvSpPr>
          <p:cNvPr id="4" name="Text 2">
            <a:extLst>
              <a:ext uri="{FF2B5EF4-FFF2-40B4-BE49-F238E27FC236}">
                <a16:creationId xmlns:a16="http://schemas.microsoft.com/office/drawing/2014/main" id="{E4B5C78C-29A0-DD88-19AC-FFB641811B71}"/>
              </a:ext>
            </a:extLst>
          </p:cNvPr>
          <p:cNvSpPr/>
          <p:nvPr/>
        </p:nvSpPr>
        <p:spPr>
          <a:xfrm>
            <a:off x="621792" y="950976"/>
            <a:ext cx="10515600" cy="310896"/>
          </a:xfrm>
          <a:prstGeom prst="rect">
            <a:avLst/>
          </a:prstGeom>
          <a:noFill/>
          <a:ln/>
        </p:spPr>
        <p:txBody>
          <a:bodyPr wrap="square" lIns="254" tIns="254" rIns="254" bIns="254" rtlCol="0" anchor="ctr">
            <a:normAutofit fontScale="92500"/>
          </a:bodyPr>
          <a:lstStyle/>
          <a:p>
            <a:pPr marL="0" indent="0">
              <a:buNone/>
            </a:pPr>
            <a:r>
              <a:rPr lang="en-US" sz="2200">
                <a:solidFill>
                  <a:srgbClr val="697586"/>
                </a:solidFill>
                <a:latin typeface="Barlow" pitchFamily="34" charset="0"/>
                <a:ea typeface="Barlow" pitchFamily="34" charset="-122"/>
                <a:cs typeface="Barlow" pitchFamily="34" charset="-120"/>
              </a:rPr>
              <a:t>Understand where Semantic Kernel fits relative to newer agentic orchestration choices.</a:t>
            </a:r>
            <a:endParaRPr lang="en-US" sz="1250"/>
          </a:p>
        </p:txBody>
      </p:sp>
      <p:sp>
        <p:nvSpPr>
          <p:cNvPr id="13" name="Shape 11">
            <a:extLst>
              <a:ext uri="{FF2B5EF4-FFF2-40B4-BE49-F238E27FC236}">
                <a16:creationId xmlns:a16="http://schemas.microsoft.com/office/drawing/2014/main" id="{E6296096-0348-25B2-914D-5DC789FF51D9}"/>
              </a:ext>
            </a:extLst>
          </p:cNvPr>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a:extLst>
              <a:ext uri="{FF2B5EF4-FFF2-40B4-BE49-F238E27FC236}">
                <a16:creationId xmlns:a16="http://schemas.microsoft.com/office/drawing/2014/main" id="{F6C33B16-6E20-29B4-E609-64834A35A047}"/>
              </a:ext>
            </a:extLst>
          </p:cNvPr>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a:extLst>
              <a:ext uri="{FF2B5EF4-FFF2-40B4-BE49-F238E27FC236}">
                <a16:creationId xmlns:a16="http://schemas.microsoft.com/office/drawing/2014/main" id="{8C6D1675-C22C-32A6-DD2A-330D47228E59}"/>
              </a:ext>
            </a:extLst>
          </p:cNvPr>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a:extLst>
              <a:ext uri="{FF2B5EF4-FFF2-40B4-BE49-F238E27FC236}">
                <a16:creationId xmlns:a16="http://schemas.microsoft.com/office/drawing/2014/main" id="{A8B8ED3A-08F3-96C9-9282-12EF41106332}"/>
              </a:ext>
            </a:extLst>
          </p:cNvPr>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Course positioning</a:t>
            </a:r>
            <a:endParaRPr lang="en-US" sz="1350"/>
          </a:p>
        </p:txBody>
      </p:sp>
      <p:sp>
        <p:nvSpPr>
          <p:cNvPr id="17" name="Text 15">
            <a:extLst>
              <a:ext uri="{FF2B5EF4-FFF2-40B4-BE49-F238E27FC236}">
                <a16:creationId xmlns:a16="http://schemas.microsoft.com/office/drawing/2014/main" id="{D64BC198-A69E-D644-5353-977D692796EC}"/>
              </a:ext>
            </a:extLst>
          </p:cNvPr>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Teach SK deeply for plugins, prompt composition, RAG, and enterprise readiness.</a:t>
            </a:r>
            <a:endParaRPr lang="en-US" sz="1120"/>
          </a:p>
          <a:p>
            <a:pPr marL="0" indent="0">
              <a:buNone/>
            </a:pPr>
            <a:r>
              <a:rPr lang="en-US" sz="2200">
                <a:solidFill>
                  <a:srgbClr val="374151"/>
                </a:solidFill>
                <a:latin typeface="Barlow" pitchFamily="34" charset="0"/>
                <a:ea typeface="Barlow" pitchFamily="34" charset="-122"/>
                <a:cs typeface="Barlow" pitchFamily="34" charset="-120"/>
              </a:rPr>
              <a:t>Mention Agent Framework as the next step for deeper agentic applications.</a:t>
            </a:r>
            <a:endParaRPr lang="en-US" sz="1120"/>
          </a:p>
          <a:p>
            <a:pPr marL="0" indent="0">
              <a:buNone/>
            </a:pPr>
            <a:r>
              <a:rPr lang="en-US" sz="2200">
                <a:solidFill>
                  <a:srgbClr val="374151"/>
                </a:solidFill>
                <a:latin typeface="Barlow" pitchFamily="34" charset="0"/>
                <a:ea typeface="Barlow" pitchFamily="34" charset="-122"/>
                <a:cs typeface="Barlow" pitchFamily="34" charset="-120"/>
              </a:rPr>
              <a:t>Avoid shifting the course into a competing framework too early.</a:t>
            </a:r>
            <a:endParaRPr lang="en-US" sz="1120"/>
          </a:p>
        </p:txBody>
      </p:sp>
      <p:sp>
        <p:nvSpPr>
          <p:cNvPr id="18" name="Shape 16">
            <a:extLst>
              <a:ext uri="{FF2B5EF4-FFF2-40B4-BE49-F238E27FC236}">
                <a16:creationId xmlns:a16="http://schemas.microsoft.com/office/drawing/2014/main" id="{F4411E7E-AC7E-3E75-26B2-2E79C020BD95}"/>
              </a:ext>
            </a:extLst>
          </p:cNvPr>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a:extLst>
              <a:ext uri="{FF2B5EF4-FFF2-40B4-BE49-F238E27FC236}">
                <a16:creationId xmlns:a16="http://schemas.microsoft.com/office/drawing/2014/main" id="{8B4E0909-C796-0F84-1416-1078FC8EF296}"/>
              </a:ext>
            </a:extLst>
          </p:cNvPr>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18</a:t>
            </a:r>
            <a:endParaRPr lang="en-US" sz="900"/>
          </a:p>
        </p:txBody>
      </p:sp>
      <p:sp>
        <p:nvSpPr>
          <p:cNvPr id="20" name="Text 18">
            <a:extLst>
              <a:ext uri="{FF2B5EF4-FFF2-40B4-BE49-F238E27FC236}">
                <a16:creationId xmlns:a16="http://schemas.microsoft.com/office/drawing/2014/main" id="{3A64E80E-1316-432E-E139-A5D542640C7D}"/>
              </a:ext>
            </a:extLst>
          </p:cNvPr>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 · Lesson 2.6</a:t>
            </a:r>
            <a:endParaRPr lang="en-US" sz="750"/>
          </a:p>
        </p:txBody>
      </p:sp>
      <p:sp>
        <p:nvSpPr>
          <p:cNvPr id="21" name="TextBox 20">
            <a:extLst>
              <a:ext uri="{FF2B5EF4-FFF2-40B4-BE49-F238E27FC236}">
                <a16:creationId xmlns:a16="http://schemas.microsoft.com/office/drawing/2014/main" id="{77491585-8162-3BF3-6439-562B18C69FB4}"/>
              </a:ext>
            </a:extLst>
          </p:cNvPr>
          <p:cNvSpPr txBox="1"/>
          <p:nvPr/>
        </p:nvSpPr>
        <p:spPr>
          <a:xfrm>
            <a:off x="822960" y="1682496"/>
            <a:ext cx="5257800" cy="4293483"/>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Semantic Kernel focuses on kernel orchestration, plugins, prompts, model services, filters, and integration patterns.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Microsoft Agent Framework is positioned for new agentic and multi-agent orchestration scenarios.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comparison is important, but this course still centers on Semantic Kernel because it teaches reusable AI app primitives.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portal project demonstrates SK in a commercial application context.</a:t>
            </a:r>
          </a:p>
        </p:txBody>
      </p:sp>
      <p:pic>
        <p:nvPicPr>
          <p:cNvPr id="6" name="Picture 5">
            <a:extLst>
              <a:ext uri="{FF2B5EF4-FFF2-40B4-BE49-F238E27FC236}">
                <a16:creationId xmlns:a16="http://schemas.microsoft.com/office/drawing/2014/main" id="{605170A8-9322-A4EB-143D-257C3F192D00}"/>
              </a:ext>
            </a:extLst>
          </p:cNvPr>
          <p:cNvPicPr>
            <a:picLocks noChangeAspect="1"/>
          </p:cNvPicPr>
          <p:nvPr/>
        </p:nvPicPr>
        <p:blipFill>
          <a:blip r:embed="rId3"/>
          <a:srcRect b="7334"/>
          <a:stretch>
            <a:fillRect/>
          </a:stretch>
        </p:blipFill>
        <p:spPr>
          <a:xfrm>
            <a:off x="0" y="0"/>
            <a:ext cx="12192000" cy="6355080"/>
          </a:xfrm>
          <a:prstGeom prst="rect">
            <a:avLst/>
          </a:prstGeom>
        </p:spPr>
      </p:pic>
    </p:spTree>
    <p:extLst>
      <p:ext uri="{BB962C8B-B14F-4D97-AF65-F5344CB8AC3E}">
        <p14:creationId xmlns:p14="http://schemas.microsoft.com/office/powerpoint/2010/main" val="3587848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dirty="0">
                <a:solidFill>
                  <a:srgbClr val="007DB8"/>
                </a:solidFill>
                <a:latin typeface="Raleway" pitchFamily="34" charset="0"/>
                <a:ea typeface="Raleway" pitchFamily="34" charset="-122"/>
                <a:cs typeface="Raleway" pitchFamily="34" charset="-120"/>
              </a:rPr>
              <a:t>2.6a — Head-to-Head Comparison</a:t>
            </a:r>
            <a:endParaRPr lang="en-US" sz="2700" dirty="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How Semantic Kernel and Agent Framework differ in purpose, scope, and capabilities.</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Key distinction</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SK keeps the application in control.</a:t>
            </a:r>
            <a:endParaRPr lang="en-US" sz="1120"/>
          </a:p>
          <a:p>
            <a:pPr marL="0" indent="0">
              <a:buNone/>
            </a:pPr>
            <a:r>
              <a:rPr lang="en-US" sz="2200">
                <a:solidFill>
                  <a:srgbClr val="374151"/>
                </a:solidFill>
                <a:latin typeface="Barlow" pitchFamily="34" charset="0"/>
                <a:ea typeface="Barlow" pitchFamily="34" charset="-122"/>
                <a:cs typeface="Barlow" pitchFamily="34" charset="-120"/>
              </a:rPr>
              <a:t>Agent Framework puts the agent in control.</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19</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 · Lesson 2.6a</a:t>
            </a:r>
            <a:endParaRPr lang="en-US" sz="750"/>
          </a:p>
        </p:txBody>
      </p:sp>
      <p:sp>
        <p:nvSpPr>
          <p:cNvPr id="21" name="TextBox 20"/>
          <p:cNvSpPr txBox="1"/>
          <p:nvPr/>
        </p:nvSpPr>
        <p:spPr>
          <a:xfrm>
            <a:off x="822960" y="1682496"/>
            <a:ext cx="5257800" cy="4293483"/>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SK is AI orchestration middleware inside your application. Agent Framework is an agent and workflow runtime.</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SK supports C#, Python, and Java at 1.0+. Agent Framework currently covers .NET and Python.</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SK uses plugins and function calling to extend AI behavior. Agent Framework uses native tool signatures and agent pipelines.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SK’s Process Framework for workflows is still experimental. Agent Framework has production-grade graph-based workflows.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name="Slide 2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2.6c — When to Choose Which Framework</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The right tool depends on whether the application or the agent owns the workflow.</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Decision rule</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Application-first → Semantic Kernel.</a:t>
            </a:r>
            <a:endParaRPr lang="en-US" sz="1120"/>
          </a:p>
          <a:p>
            <a:pPr marL="0" indent="0">
              <a:buNone/>
            </a:pPr>
            <a:r>
              <a:rPr lang="en-US" sz="2200">
                <a:solidFill>
                  <a:srgbClr val="374151"/>
                </a:solidFill>
                <a:latin typeface="Barlow" pitchFamily="34" charset="0"/>
                <a:ea typeface="Barlow" pitchFamily="34" charset="-122"/>
                <a:cs typeface="Barlow" pitchFamily="34" charset="-120"/>
              </a:rPr>
              <a:t>Agent-first → Microsoft Agent Framework.</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21</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 · Lesson 2.6c</a:t>
            </a:r>
            <a:endParaRPr lang="en-US" sz="750"/>
          </a:p>
        </p:txBody>
      </p:sp>
      <p:sp>
        <p:nvSpPr>
          <p:cNvPr id="21" name="TextBox 20"/>
          <p:cNvSpPr txBox="1"/>
          <p:nvPr/>
        </p:nvSpPr>
        <p:spPr>
          <a:xfrm>
            <a:off x="822960" y="1682496"/>
            <a:ext cx="5257800" cy="4293483"/>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Choose SK when embedding AI into an existing business application.</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Choose SK when the application owns the workflow and the AI assists it.</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Choose Agent Framework when building new agent-first or multi-agent systems.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Choose Agent Framework for graph-based workflows, A2A, or MCP interoperability.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name="Slide 2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2.6d — Why This Course Uses Semantic Kernel</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The KnowledgeOps Portal is an application-first project where SK is the natural fit.</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Bottom line</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SK is the right core for this course.</a:t>
            </a:r>
            <a:endParaRPr lang="en-US" sz="1120"/>
          </a:p>
          <a:p>
            <a:pPr marL="0" indent="0">
              <a:buNone/>
            </a:pPr>
            <a:r>
              <a:rPr lang="en-US" sz="2200">
                <a:solidFill>
                  <a:srgbClr val="374151"/>
                </a:solidFill>
                <a:latin typeface="Barlow" pitchFamily="34" charset="0"/>
                <a:ea typeface="Barlow" pitchFamily="34" charset="-122"/>
                <a:cs typeface="Barlow" pitchFamily="34" charset="-120"/>
              </a:rPr>
              <a:t>Agent Framework is the right next step.</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22</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 · Lesson 2.6d</a:t>
            </a:r>
            <a:endParaRPr lang="en-US" sz="750"/>
          </a:p>
        </p:txBody>
      </p:sp>
      <p:sp>
        <p:nvSpPr>
          <p:cNvPr id="21" name="TextBox 20"/>
          <p:cNvSpPr txBox="1"/>
          <p:nvPr/>
        </p:nvSpPr>
        <p:spPr>
          <a:xfrm>
            <a:off x="822960" y="1682496"/>
            <a:ext cx="5257800" cy="4293483"/>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portal has documents, requests, approvals, and an embedded copilot — that is SK territory.</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SK teaches the AI integration primitives that transfer to any .NET project.</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Agent Framework is introduced as the evolution path for production agentic systems.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Students who master SK fundamentals are well-positioned to adopt Agent Framework later.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2.7 — Understanding AI Agents in Business Context</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what AI agents are and where they fit in modern business solutions.</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Enterprise lens</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Avoid promising “autonomous magic.”</a:t>
            </a:r>
            <a:endParaRPr lang="en-US" sz="1120"/>
          </a:p>
          <a:p>
            <a:pPr marL="0" indent="0">
              <a:buNone/>
            </a:pPr>
            <a:r>
              <a:rPr lang="en-US" sz="2200">
                <a:solidFill>
                  <a:srgbClr val="374151"/>
                </a:solidFill>
                <a:latin typeface="Barlow" pitchFamily="34" charset="0"/>
                <a:ea typeface="Barlow" pitchFamily="34" charset="-122"/>
                <a:cs typeface="Barlow" pitchFamily="34" charset="-120"/>
              </a:rPr>
              <a:t>Frame the assistant as a controlled application participant.</a:t>
            </a:r>
            <a:endParaRPr lang="en-US" sz="1120"/>
          </a:p>
          <a:p>
            <a:pPr marL="0" indent="0">
              <a:buNone/>
            </a:pPr>
            <a:r>
              <a:rPr lang="en-US" sz="2200">
                <a:solidFill>
                  <a:srgbClr val="374151"/>
                </a:solidFill>
                <a:latin typeface="Barlow" pitchFamily="34" charset="0"/>
                <a:ea typeface="Barlow" pitchFamily="34" charset="-122"/>
                <a:cs typeface="Barlow" pitchFamily="34" charset="-120"/>
              </a:rPr>
              <a:t>Business value comes from faster triage, better summaries, and safer action preparation.</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19</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 · Lesson 2.7</a:t>
            </a:r>
            <a:endParaRPr lang="en-US" sz="750"/>
          </a:p>
        </p:txBody>
      </p:sp>
      <p:sp>
        <p:nvSpPr>
          <p:cNvPr id="21" name="TextBox 20"/>
          <p:cNvSpPr txBox="1"/>
          <p:nvPr/>
        </p:nvSpPr>
        <p:spPr>
          <a:xfrm>
            <a:off x="822960" y="1682496"/>
            <a:ext cx="5257800" cy="3954929"/>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An agent-like system can interpret intent, call tools, use context, and support decisions.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In business apps, the useful pattern is often a constrained copilot, not full autonomy.</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Agents must operate inside permissions, audit trails, and human approval flows.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a:t>
            </a:r>
            <a:r>
              <a:rPr lang="en-US" sz="2200" b="0" i="0" err="1">
                <a:solidFill>
                  <a:srgbClr val="374151"/>
                </a:solidFill>
                <a:latin typeface="Barlow"/>
              </a:rPr>
              <a:t>KnowledgeOps</a:t>
            </a:r>
            <a:r>
              <a:rPr lang="en-US" sz="2200" b="0" i="0">
                <a:solidFill>
                  <a:srgbClr val="374151"/>
                </a:solidFill>
                <a:latin typeface="Barlow"/>
              </a:rPr>
              <a:t> portal embeds Copilot behavior into documents, requests, and approvals.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2.8 — Section Review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Key takeaways and transition to the next section.</a:t>
            </a:r>
            <a:endParaRPr lang="en-US" sz="1250"/>
          </a:p>
        </p:txBody>
      </p:sp>
      <p:sp>
        <p:nvSpPr>
          <p:cNvPr id="5" name="Shape 3"/>
          <p:cNvSpPr/>
          <p:nvPr/>
        </p:nvSpPr>
        <p:spPr>
          <a:xfrm>
            <a:off x="68580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6" name="Shape 4"/>
          <p:cNvSpPr/>
          <p:nvPr/>
        </p:nvSpPr>
        <p:spPr>
          <a:xfrm>
            <a:off x="685800" y="1572768"/>
            <a:ext cx="73152" cy="1325880"/>
          </a:xfrm>
          <a:prstGeom prst="rect">
            <a:avLst/>
          </a:prstGeom>
          <a:solidFill>
            <a:srgbClr val="00AED6"/>
          </a:solidFill>
          <a:ln w="12700">
            <a:solidFill>
              <a:srgbClr val="00AED6"/>
            </a:solidFill>
            <a:prstDash val="solid"/>
          </a:ln>
        </p:spPr>
        <p:txBody>
          <a:bodyPr/>
          <a:lstStyle/>
          <a:p>
            <a:endParaRPr/>
          </a:p>
        </p:txBody>
      </p:sp>
      <p:sp>
        <p:nvSpPr>
          <p:cNvPr id="7" name="Text 5"/>
          <p:cNvSpPr/>
          <p:nvPr/>
        </p:nvSpPr>
        <p:spPr>
          <a:xfrm>
            <a:off x="94183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1</a:t>
            </a:r>
            <a:endParaRPr lang="en-US" sz="1350"/>
          </a:p>
        </p:txBody>
      </p:sp>
      <p:sp>
        <p:nvSpPr>
          <p:cNvPr id="8" name="Text 6"/>
          <p:cNvSpPr/>
          <p:nvPr/>
        </p:nvSpPr>
        <p:spPr>
          <a:xfrm>
            <a:off x="941832" y="2084832"/>
            <a:ext cx="4507992" cy="667512"/>
          </a:xfrm>
          <a:prstGeom prst="rect">
            <a:avLst/>
          </a:prstGeom>
          <a:noFill/>
          <a:ln/>
        </p:spPr>
        <p:txBody>
          <a:bodyPr wrap="square" lIns="508" tIns="508" rIns="508" bIns="508" rtlCol="0" anchor="t">
            <a:normAutofit fontScale="850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Reinforced the relationship between LLMs, generative AI, and Semantic Kernel.</a:t>
            </a:r>
            <a:endParaRPr lang="en-US" sz="1100"/>
          </a:p>
        </p:txBody>
      </p:sp>
      <p:sp>
        <p:nvSpPr>
          <p:cNvPr id="9" name="Shape 7"/>
          <p:cNvSpPr/>
          <p:nvPr/>
        </p:nvSpPr>
        <p:spPr>
          <a:xfrm>
            <a:off x="612648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0" name="Shape 8"/>
          <p:cNvSpPr/>
          <p:nvPr/>
        </p:nvSpPr>
        <p:spPr>
          <a:xfrm>
            <a:off x="6126480" y="1572768"/>
            <a:ext cx="73152" cy="1325880"/>
          </a:xfrm>
          <a:prstGeom prst="rect">
            <a:avLst/>
          </a:prstGeom>
          <a:solidFill>
            <a:srgbClr val="007DB8"/>
          </a:solidFill>
          <a:ln w="12700">
            <a:solidFill>
              <a:srgbClr val="007DB8"/>
            </a:solidFill>
            <a:prstDash val="solid"/>
          </a:ln>
        </p:spPr>
        <p:txBody>
          <a:bodyPr/>
          <a:lstStyle/>
          <a:p>
            <a:endParaRPr/>
          </a:p>
        </p:txBody>
      </p:sp>
      <p:sp>
        <p:nvSpPr>
          <p:cNvPr id="11" name="Text 9"/>
          <p:cNvSpPr/>
          <p:nvPr/>
        </p:nvSpPr>
        <p:spPr>
          <a:xfrm>
            <a:off x="638251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2</a:t>
            </a:r>
            <a:endParaRPr lang="en-US" sz="1350"/>
          </a:p>
        </p:txBody>
      </p:sp>
      <p:sp>
        <p:nvSpPr>
          <p:cNvPr id="12" name="Text 10"/>
          <p:cNvSpPr/>
          <p:nvPr/>
        </p:nvSpPr>
        <p:spPr>
          <a:xfrm>
            <a:off x="6382512" y="2084832"/>
            <a:ext cx="4507992" cy="667512"/>
          </a:xfrm>
          <a:prstGeom prst="rect">
            <a:avLst/>
          </a:prstGeom>
          <a:noFill/>
          <a:ln/>
        </p:spPr>
        <p:txBody>
          <a:bodyPr wrap="square" lIns="508" tIns="508" rIns="508" bIns="508" rtlCol="0" anchor="t">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Reviewed the main advantages of using Semantic Kernel for AI integrations</a:t>
            </a:r>
            <a:endParaRPr lang="en-US" sz="1100"/>
          </a:p>
        </p:txBody>
      </p:sp>
      <p:sp>
        <p:nvSpPr>
          <p:cNvPr id="13" name="Shape 11"/>
          <p:cNvSpPr/>
          <p:nvPr/>
        </p:nvSpPr>
        <p:spPr>
          <a:xfrm>
            <a:off x="68580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4" name="Shape 12"/>
          <p:cNvSpPr/>
          <p:nvPr/>
        </p:nvSpPr>
        <p:spPr>
          <a:xfrm>
            <a:off x="685800" y="3401568"/>
            <a:ext cx="73152" cy="1325880"/>
          </a:xfrm>
          <a:prstGeom prst="rect">
            <a:avLst/>
          </a:prstGeom>
          <a:solidFill>
            <a:srgbClr val="6251BD"/>
          </a:solidFill>
          <a:ln w="12700">
            <a:solidFill>
              <a:srgbClr val="6251BD"/>
            </a:solidFill>
            <a:prstDash val="solid"/>
          </a:ln>
        </p:spPr>
        <p:txBody>
          <a:bodyPr/>
          <a:lstStyle/>
          <a:p>
            <a:endParaRPr/>
          </a:p>
        </p:txBody>
      </p:sp>
      <p:sp>
        <p:nvSpPr>
          <p:cNvPr id="15" name="Text 13"/>
          <p:cNvSpPr/>
          <p:nvPr/>
        </p:nvSpPr>
        <p:spPr>
          <a:xfrm>
            <a:off x="94183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3</a:t>
            </a:r>
            <a:endParaRPr lang="en-US" sz="1350"/>
          </a:p>
        </p:txBody>
      </p:sp>
      <p:sp>
        <p:nvSpPr>
          <p:cNvPr id="16" name="Text 14"/>
          <p:cNvSpPr/>
          <p:nvPr/>
        </p:nvSpPr>
        <p:spPr>
          <a:xfrm>
            <a:off x="941832" y="3913632"/>
            <a:ext cx="4507992" cy="667512"/>
          </a:xfrm>
          <a:prstGeom prst="rect">
            <a:avLst/>
          </a:prstGeom>
          <a:noFill/>
          <a:ln/>
        </p:spPr>
        <p:txBody>
          <a:bodyPr wrap="square" lIns="508" tIns="508" rIns="508" bIns="508" rtlCol="0" anchor="t">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Explored the pros and cons of Semantic Kernel vs. Microsoft Agent Framework.</a:t>
            </a:r>
            <a:endParaRPr lang="en-US" sz="1100"/>
          </a:p>
        </p:txBody>
      </p:sp>
      <p:sp>
        <p:nvSpPr>
          <p:cNvPr id="17" name="Shape 15"/>
          <p:cNvSpPr/>
          <p:nvPr/>
        </p:nvSpPr>
        <p:spPr>
          <a:xfrm>
            <a:off x="612648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8" name="Shape 16"/>
          <p:cNvSpPr/>
          <p:nvPr/>
        </p:nvSpPr>
        <p:spPr>
          <a:xfrm>
            <a:off x="6126480" y="3401568"/>
            <a:ext cx="73152" cy="1325880"/>
          </a:xfrm>
          <a:prstGeom prst="rect">
            <a:avLst/>
          </a:prstGeom>
          <a:solidFill>
            <a:srgbClr val="F6C344"/>
          </a:solidFill>
          <a:ln w="12700">
            <a:solidFill>
              <a:srgbClr val="F6C344"/>
            </a:solidFill>
            <a:prstDash val="solid"/>
          </a:ln>
        </p:spPr>
        <p:txBody>
          <a:bodyPr/>
          <a:lstStyle/>
          <a:p>
            <a:endParaRPr/>
          </a:p>
        </p:txBody>
      </p:sp>
      <p:sp>
        <p:nvSpPr>
          <p:cNvPr id="19" name="Text 17"/>
          <p:cNvSpPr/>
          <p:nvPr/>
        </p:nvSpPr>
        <p:spPr>
          <a:xfrm>
            <a:off x="638251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4</a:t>
            </a:r>
            <a:endParaRPr lang="en-US" sz="1350"/>
          </a:p>
        </p:txBody>
      </p:sp>
      <p:sp>
        <p:nvSpPr>
          <p:cNvPr id="20" name="Text 18"/>
          <p:cNvSpPr/>
          <p:nvPr/>
        </p:nvSpPr>
        <p:spPr>
          <a:xfrm>
            <a:off x="638251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Understood the project scope and objectives for the course.</a:t>
            </a:r>
            <a:endParaRPr lang="en-US" sz="1100"/>
          </a:p>
        </p:txBody>
      </p:sp>
      <p:sp>
        <p:nvSpPr>
          <p:cNvPr id="21" name="Shape 19"/>
          <p:cNvSpPr/>
          <p:nvPr/>
        </p:nvSpPr>
        <p:spPr>
          <a:xfrm>
            <a:off x="914400" y="5532120"/>
            <a:ext cx="73152" cy="502920"/>
          </a:xfrm>
          <a:prstGeom prst="rect">
            <a:avLst/>
          </a:prstGeom>
          <a:solidFill>
            <a:srgbClr val="00AED6"/>
          </a:solidFill>
          <a:ln w="12700">
            <a:solidFill>
              <a:srgbClr val="00AED6"/>
            </a:solidFill>
            <a:prstDash val="solid"/>
          </a:ln>
        </p:spPr>
        <p:txBody>
          <a:bodyPr/>
          <a:lstStyle/>
          <a:p>
            <a:endParaRPr/>
          </a:p>
        </p:txBody>
      </p:sp>
      <p:sp>
        <p:nvSpPr>
          <p:cNvPr id="22" name="Text 20"/>
          <p:cNvSpPr/>
          <p:nvPr/>
        </p:nvSpPr>
        <p:spPr>
          <a:xfrm>
            <a:off x="1115568" y="5532120"/>
            <a:ext cx="10222992" cy="502920"/>
          </a:xfrm>
          <a:prstGeom prst="rect">
            <a:avLst/>
          </a:prstGeom>
          <a:noFill/>
          <a:ln/>
        </p:spPr>
        <p:txBody>
          <a:bodyPr wrap="square" lIns="254" tIns="254" rIns="254" bIns="254" rtlCol="0" anchor="ctr">
            <a:normAutofit/>
          </a:bodyPr>
          <a:lstStyle/>
          <a:p>
            <a:pPr marL="0" indent="0">
              <a:buNone/>
            </a:pPr>
            <a:r>
              <a:rPr lang="en-US" sz="2200" i="1">
                <a:solidFill>
                  <a:srgbClr val="374151"/>
                </a:solidFill>
                <a:latin typeface="Barlow" pitchFamily="34" charset="0"/>
                <a:ea typeface="Barlow" pitchFamily="34" charset="-122"/>
                <a:cs typeface="Barlow" pitchFamily="34" charset="-120"/>
              </a:rPr>
              <a:t>Next: Environment Setup and Starter Solution</a:t>
            </a:r>
            <a:endParaRPr lang="en-US" sz="1300"/>
          </a:p>
        </p:txBody>
      </p:sp>
      <p:sp>
        <p:nvSpPr>
          <p:cNvPr id="23" name="Shape 2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4" name="Text 2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20</a:t>
            </a:r>
            <a:endParaRPr lang="en-US" sz="900"/>
          </a:p>
        </p:txBody>
      </p:sp>
      <p:sp>
        <p:nvSpPr>
          <p:cNvPr id="25" name="Text 2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 Review</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500"/>
                                        <p:tgtEl>
                                          <p:spTgt spid="1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00"/>
                                        <p:tgtEl>
                                          <p:spTgt spid="18"/>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500"/>
                                        <p:tgtEl>
                                          <p:spTgt spid="2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1"/>
                                        </p:tgtEl>
                                        <p:attrNameLst>
                                          <p:attrName>style.visibility</p:attrName>
                                        </p:attrNameLst>
                                      </p:cBhvr>
                                      <p:to>
                                        <p:strVal val="visible"/>
                                      </p:to>
                                    </p:set>
                                    <p:animEffect transition="in" filter="fade">
                                      <p:cBhvr>
                                        <p:cTn id="7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Shape 1"/>
          <p:cNvSpPr/>
          <p:nvPr/>
        </p:nvSpPr>
        <p:spPr>
          <a:xfrm>
            <a:off x="0" y="0"/>
            <a:ext cx="12191695" cy="6858000"/>
          </a:xfrm>
          <a:prstGeom prst="rect">
            <a:avLst/>
          </a:prstGeom>
          <a:solidFill>
            <a:srgbClr val="F7F9FC"/>
          </a:solidFill>
          <a:ln w="12700">
            <a:solidFill>
              <a:srgbClr val="F7F9FC"/>
            </a:solidFill>
            <a:prstDash val="solid"/>
          </a:ln>
        </p:spPr>
        <p:txBody>
          <a:bodyPr/>
          <a:lstStyle/>
          <a:p>
            <a:endParaRPr/>
          </a:p>
        </p:txBody>
      </p:sp>
      <p:sp>
        <p:nvSpPr>
          <p:cNvPr id="4" name="Shape 2"/>
          <p:cNvSpPr/>
          <p:nvPr/>
        </p:nvSpPr>
        <p:spPr>
          <a:xfrm>
            <a:off x="0" y="1965960"/>
            <a:ext cx="960120" cy="1417320"/>
          </a:xfrm>
          <a:prstGeom prst="chevron">
            <a:avLst/>
          </a:prstGeom>
          <a:solidFill>
            <a:srgbClr val="00AED6"/>
          </a:solidFill>
          <a:ln w="12700">
            <a:solidFill>
              <a:srgbClr val="00AED6"/>
            </a:solidFill>
            <a:prstDash val="solid"/>
          </a:ln>
        </p:spPr>
        <p:txBody>
          <a:bodyPr/>
          <a:lstStyle/>
          <a:p>
            <a:endParaRPr/>
          </a:p>
        </p:txBody>
      </p:sp>
      <p:sp>
        <p:nvSpPr>
          <p:cNvPr id="5" name="Text 3"/>
          <p:cNvSpPr/>
          <p:nvPr/>
        </p:nvSpPr>
        <p:spPr>
          <a:xfrm>
            <a:off x="91440" y="2395728"/>
            <a:ext cx="457200" cy="402336"/>
          </a:xfrm>
          <a:prstGeom prst="rect">
            <a:avLst/>
          </a:prstGeom>
          <a:noFill/>
          <a:ln/>
        </p:spPr>
        <p:txBody>
          <a:bodyPr wrap="square" lIns="0" tIns="0" rIns="0" bIns="0" rtlCol="0" anchor="ctr"/>
          <a:lstStyle/>
          <a:p>
            <a:pPr marL="0" indent="0" algn="ctr">
              <a:buNone/>
            </a:pPr>
            <a:r>
              <a:rPr lang="en-US" sz="2200" b="1">
                <a:solidFill>
                  <a:srgbClr val="FFFFFF"/>
                </a:solidFill>
                <a:latin typeface="Raleway" pitchFamily="34" charset="0"/>
                <a:ea typeface="Raleway" pitchFamily="34" charset="-122"/>
                <a:cs typeface="Raleway" pitchFamily="34" charset="-120"/>
              </a:rPr>
              <a:t>3</a:t>
            </a:r>
            <a:endParaRPr lang="en-US" sz="2200"/>
          </a:p>
        </p:txBody>
      </p:sp>
      <p:sp>
        <p:nvSpPr>
          <p:cNvPr id="6" name="Text 4"/>
          <p:cNvSpPr/>
          <p:nvPr/>
        </p:nvSpPr>
        <p:spPr>
          <a:xfrm>
            <a:off x="1417320" y="1572768"/>
            <a:ext cx="3657600" cy="32004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3</a:t>
            </a:r>
            <a:endParaRPr lang="en-US" sz="1600"/>
          </a:p>
        </p:txBody>
      </p:sp>
      <p:sp>
        <p:nvSpPr>
          <p:cNvPr id="7" name="Text 5"/>
          <p:cNvSpPr/>
          <p:nvPr/>
        </p:nvSpPr>
        <p:spPr>
          <a:xfrm>
            <a:off x="1417320" y="1920240"/>
            <a:ext cx="6400800" cy="1097280"/>
          </a:xfrm>
          <a:prstGeom prst="rect">
            <a:avLst/>
          </a:prstGeom>
          <a:noFill/>
          <a:ln/>
        </p:spPr>
        <p:txBody>
          <a:bodyPr wrap="square" lIns="0" tIns="0" rIns="0" bIns="0" rtlCol="0" anchor="ctr">
            <a:normAutofit/>
          </a:bodyPr>
          <a:lstStyle/>
          <a:p>
            <a:pPr marL="0" indent="0">
              <a:buNone/>
            </a:pPr>
            <a:r>
              <a:rPr lang="en-US" sz="3600" b="1">
                <a:solidFill>
                  <a:srgbClr val="007DB8"/>
                </a:solidFill>
                <a:latin typeface="Raleway" pitchFamily="34" charset="0"/>
                <a:ea typeface="Raleway" pitchFamily="34" charset="-122"/>
                <a:cs typeface="Raleway" pitchFamily="34" charset="-120"/>
              </a:rPr>
              <a:t>Environment Setup and Starter Solution</a:t>
            </a:r>
            <a:endParaRPr lang="en-US" sz="3600"/>
          </a:p>
        </p:txBody>
      </p:sp>
      <p:sp>
        <p:nvSpPr>
          <p:cNvPr id="8" name="Text 6"/>
          <p:cNvSpPr/>
          <p:nvPr/>
        </p:nvSpPr>
        <p:spPr>
          <a:xfrm>
            <a:off x="1463040" y="3246120"/>
            <a:ext cx="6217920" cy="658368"/>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Prepare the development environment and starter solution.</a:t>
            </a:r>
            <a:endParaRPr lang="en-US" sz="1600"/>
          </a:p>
        </p:txBody>
      </p:sp>
      <p:sp>
        <p:nvSpPr>
          <p:cNvPr id="9" name="Shape 7"/>
          <p:cNvSpPr/>
          <p:nvPr/>
        </p:nvSpPr>
        <p:spPr>
          <a:xfrm>
            <a:off x="8321040" y="1234440"/>
            <a:ext cx="2468880" cy="1645920"/>
          </a:xfrm>
          <a:prstGeom prst="roundRect">
            <a:avLst>
              <a:gd name="adj" fmla="val 2778"/>
            </a:avLst>
          </a:prstGeom>
          <a:solidFill>
            <a:srgbClr val="FFFFFF"/>
          </a:solidFill>
          <a:ln w="12700">
            <a:solidFill>
              <a:srgbClr val="C9D4E2"/>
            </a:solidFill>
            <a:prstDash val="solid"/>
          </a:ln>
        </p:spPr>
        <p:txBody>
          <a:bodyPr/>
          <a:lstStyle/>
          <a:p>
            <a:endParaRPr/>
          </a:p>
        </p:txBody>
      </p:sp>
      <p:sp>
        <p:nvSpPr>
          <p:cNvPr id="10" name="Shape 8"/>
          <p:cNvSpPr/>
          <p:nvPr/>
        </p:nvSpPr>
        <p:spPr>
          <a:xfrm>
            <a:off x="8321040" y="1234440"/>
            <a:ext cx="2468880" cy="237744"/>
          </a:xfrm>
          <a:prstGeom prst="rect">
            <a:avLst/>
          </a:prstGeom>
          <a:solidFill>
            <a:srgbClr val="00AED6"/>
          </a:solidFill>
          <a:ln w="12700">
            <a:solidFill>
              <a:srgbClr val="00AED6"/>
            </a:solidFill>
            <a:prstDash val="solid"/>
          </a:ln>
        </p:spPr>
        <p:txBody>
          <a:bodyPr/>
          <a:lstStyle/>
          <a:p>
            <a:endParaRPr/>
          </a:p>
        </p:txBody>
      </p:sp>
      <p:sp>
        <p:nvSpPr>
          <p:cNvPr id="11" name="Shape 9"/>
          <p:cNvSpPr/>
          <p:nvPr/>
        </p:nvSpPr>
        <p:spPr>
          <a:xfrm>
            <a:off x="8577072" y="1783080"/>
            <a:ext cx="640080" cy="640080"/>
          </a:xfrm>
          <a:prstGeom prst="roundRect">
            <a:avLst>
              <a:gd name="adj" fmla="val 7143"/>
            </a:avLst>
          </a:prstGeom>
          <a:solidFill>
            <a:srgbClr val="E6F7FB"/>
          </a:solidFill>
          <a:ln w="12700">
            <a:solidFill>
              <a:srgbClr val="00AED6"/>
            </a:solidFill>
            <a:prstDash val="solid"/>
          </a:ln>
        </p:spPr>
        <p:txBody>
          <a:bodyPr/>
          <a:lstStyle/>
          <a:p>
            <a:endParaRPr/>
          </a:p>
        </p:txBody>
      </p:sp>
      <p:sp>
        <p:nvSpPr>
          <p:cNvPr id="12" name="Shape 10"/>
          <p:cNvSpPr/>
          <p:nvPr/>
        </p:nvSpPr>
        <p:spPr>
          <a:xfrm>
            <a:off x="9400032" y="1783080"/>
            <a:ext cx="109728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3" name="Shape 11"/>
          <p:cNvSpPr/>
          <p:nvPr/>
        </p:nvSpPr>
        <p:spPr>
          <a:xfrm>
            <a:off x="9400032" y="2084832"/>
            <a:ext cx="77724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4" name="Text 12"/>
          <p:cNvSpPr/>
          <p:nvPr/>
        </p:nvSpPr>
        <p:spPr>
          <a:xfrm>
            <a:off x="9189720" y="3566160"/>
            <a:ext cx="1097280" cy="548640"/>
          </a:xfrm>
          <a:prstGeom prst="rect">
            <a:avLst/>
          </a:prstGeom>
          <a:noFill/>
          <a:ln/>
        </p:spPr>
        <p:txBody>
          <a:bodyPr wrap="square" lIns="0" tIns="0" rIns="0" bIns="0" rtlCol="0" anchor="ctr"/>
          <a:lstStyle/>
          <a:p>
            <a:pPr marL="0" indent="0">
              <a:buNone/>
            </a:pPr>
            <a:r>
              <a:rPr lang="en-US" sz="3500" b="1">
                <a:solidFill>
                  <a:srgbClr val="00AED6"/>
                </a:solidFill>
                <a:latin typeface="Raleway" pitchFamily="34" charset="0"/>
                <a:ea typeface="Raleway" pitchFamily="34" charset="-122"/>
                <a:cs typeface="Raleway" pitchFamily="34" charset="-120"/>
              </a:rPr>
              <a:t>AI</a:t>
            </a:r>
            <a:endParaRPr lang="en-US" sz="3500"/>
          </a:p>
        </p:txBody>
      </p:sp>
      <p:sp>
        <p:nvSpPr>
          <p:cNvPr id="15" name="Shape 13"/>
          <p:cNvSpPr/>
          <p:nvPr/>
        </p:nvSpPr>
        <p:spPr>
          <a:xfrm>
            <a:off x="9473184" y="2926080"/>
            <a:ext cx="0" cy="502920"/>
          </a:xfrm>
          <a:prstGeom prst="line">
            <a:avLst/>
          </a:prstGeom>
          <a:noFill/>
          <a:ln w="25400">
            <a:solidFill>
              <a:srgbClr val="00AED6"/>
            </a:solidFill>
            <a:prstDash val="solid"/>
            <a:headEnd type="none"/>
            <a:tailEnd type="triangle"/>
          </a:ln>
        </p:spPr>
        <p:txBody>
          <a:bodyPr/>
          <a:lstStyle/>
          <a:p>
            <a:endParaRPr/>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21</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3</a:t>
            </a:r>
            <a:endParaRPr lang="en-US" sz="75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3.1 — Section Overview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the tools, services, and project structure used in the course.</a:t>
            </a:r>
            <a:endParaRPr lang="en-US" sz="1250"/>
          </a:p>
        </p:txBody>
      </p:sp>
      <p:sp>
        <p:nvSpPr>
          <p:cNvPr id="13" name="Shape 1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4" name="Text 1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22</a:t>
            </a:r>
            <a:endParaRPr lang="en-US" sz="900"/>
          </a:p>
        </p:txBody>
      </p:sp>
      <p:sp>
        <p:nvSpPr>
          <p:cNvPr id="15" name="Text 1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3 · Lesson 3.1</a:t>
            </a:r>
            <a:endParaRPr lang="en-US" sz="750"/>
          </a:p>
        </p:txBody>
      </p:sp>
      <p:sp>
        <p:nvSpPr>
          <p:cNvPr id="16" name="TextBox 15"/>
          <p:cNvSpPr txBox="1"/>
          <p:nvPr/>
        </p:nvSpPr>
        <p:spPr>
          <a:xfrm>
            <a:off x="868680" y="1591056"/>
            <a:ext cx="10287000" cy="1954381"/>
          </a:xfrm>
          <a:prstGeom prst="rect">
            <a:avLst/>
          </a:prstGeom>
          <a:noFill/>
        </p:spPr>
        <p:txBody>
          <a:bodyPr wrap="square" lIns="0" tIns="0" rIns="0" bIns="0" anchor="t">
            <a:spAutoFit/>
          </a:bodyPr>
          <a:lstStyle/>
          <a:p>
            <a:pPr>
              <a:spcAft>
                <a:spcPts val="600"/>
              </a:spcAft>
            </a:pPr>
            <a:r>
              <a:rPr lang="en-US" sz="2800">
                <a:solidFill>
                  <a:srgbClr val="00AED6"/>
                </a:solidFill>
              </a:rPr>
              <a:t>▸ </a:t>
            </a:r>
            <a:r>
              <a:rPr lang="en-US" sz="2800">
                <a:solidFill>
                  <a:srgbClr val="374151"/>
                </a:solidFill>
                <a:latin typeface="Barlow"/>
              </a:rPr>
              <a:t>Prepare the </a:t>
            </a:r>
            <a:r>
              <a:rPr lang="en-US" sz="2800" b="0" i="0">
                <a:solidFill>
                  <a:srgbClr val="374151"/>
                </a:solidFill>
                <a:latin typeface="Barlow"/>
              </a:rPr>
              <a:t>development environment and starter solution.</a:t>
            </a:r>
          </a:p>
          <a:p>
            <a:pPr>
              <a:spcAft>
                <a:spcPts val="600"/>
              </a:spcAft>
            </a:pPr>
            <a:r>
              <a:rPr lang="en-US" sz="2800">
                <a:solidFill>
                  <a:srgbClr val="00AED6"/>
                </a:solidFill>
              </a:rPr>
              <a:t>▸ </a:t>
            </a:r>
            <a:r>
              <a:rPr lang="en-US" sz="2800">
                <a:solidFill>
                  <a:srgbClr val="374151"/>
                </a:solidFill>
                <a:latin typeface="Barlow"/>
              </a:rPr>
              <a:t>Review the versions and SDKs that are needed</a:t>
            </a:r>
          </a:p>
          <a:p>
            <a:pPr>
              <a:spcAft>
                <a:spcPts val="600"/>
              </a:spcAft>
            </a:pPr>
            <a:r>
              <a:rPr lang="en-US" sz="2800">
                <a:solidFill>
                  <a:srgbClr val="00AED6"/>
                </a:solidFill>
              </a:rPr>
              <a:t>▸ </a:t>
            </a:r>
            <a:r>
              <a:rPr lang="en-US" sz="2800">
                <a:solidFill>
                  <a:srgbClr val="374151"/>
                </a:solidFill>
                <a:latin typeface="Barlow"/>
              </a:rPr>
              <a:t>Explore CLI commands and packages that are needed. </a:t>
            </a:r>
          </a:p>
          <a:p>
            <a:pPr>
              <a:spcAft>
                <a:spcPts val="600"/>
              </a:spcAft>
            </a:pPr>
            <a:r>
              <a:rPr lang="en-US" sz="2800" b="0">
                <a:solidFill>
                  <a:srgbClr val="00AED6"/>
                </a:solidFill>
                <a:latin typeface="Barlow"/>
              </a:rPr>
              <a:t>▸ </a:t>
            </a:r>
            <a:r>
              <a:rPr lang="en-US" sz="2800">
                <a:solidFill>
                  <a:srgbClr val="374151"/>
                </a:solidFill>
                <a:latin typeface="Barlow"/>
              </a:rPr>
              <a:t>Start with the Console demo project.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fade">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fade">
                                      <p:cBhvr>
                                        <p:cTn id="17" dur="5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xEl>
                                              <p:pRg st="3" end="3"/>
                                            </p:txEl>
                                          </p:spTgt>
                                        </p:tgtEl>
                                        <p:attrNameLst>
                                          <p:attrName>style.visibility</p:attrName>
                                        </p:attrNameLst>
                                      </p:cBhvr>
                                      <p:to>
                                        <p:strVal val="visible"/>
                                      </p:to>
                                    </p:set>
                                    <p:animEffect transition="in" filter="fade">
                                      <p:cBhvr>
                                        <p:cTn id="22" dur="5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3.2 — Install .NET 10, Tools, and Extensions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Set up the required SDKs, IDE support, and local tooling.</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learner can build and run .NET 10 projects locally.</a:t>
            </a:r>
            <a:endParaRPr lang="en-US" sz="1160"/>
          </a:p>
        </p:txBody>
      </p:sp>
      <p:sp>
        <p:nvSpPr>
          <p:cNvPr id="10" name="Shape 8"/>
          <p:cNvSpPr/>
          <p:nvPr/>
        </p:nvSpPr>
        <p:spPr>
          <a:xfrm>
            <a:off x="4343400" y="1508760"/>
            <a:ext cx="6995160" cy="2057400"/>
          </a:xfrm>
          <a:prstGeom prst="roundRect">
            <a:avLst>
              <a:gd name="adj" fmla="val 2667"/>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205740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1399032"/>
          </a:xfrm>
          <a:prstGeom prst="rect">
            <a:avLst/>
          </a:prstGeom>
          <a:noFill/>
          <a:ln/>
        </p:spPr>
        <p:txBody>
          <a:bodyPr wrap="square" lIns="508" tIns="508" rIns="508" bIns="508" rtlCol="0" anchor="t">
            <a:normAutofit fontScale="925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1. Verify the .NET SDK with dotnet --info.</a:t>
            </a:r>
            <a:endParaRPr lang="en-US" sz="1160"/>
          </a:p>
          <a:p>
            <a:pPr marL="0" indent="0">
              <a:buNone/>
            </a:pPr>
            <a:r>
              <a:rPr lang="en-US" sz="2200">
                <a:solidFill>
                  <a:srgbClr val="374151"/>
                </a:solidFill>
                <a:latin typeface="Barlow" pitchFamily="34" charset="0"/>
                <a:ea typeface="Barlow" pitchFamily="34" charset="-122"/>
                <a:cs typeface="Barlow" pitchFamily="34" charset="-120"/>
              </a:rPr>
              <a:t>2. Confirm Visual Studio or VS Code extensions are installed.</a:t>
            </a:r>
            <a:endParaRPr lang="en-US" sz="1160"/>
          </a:p>
          <a:p>
            <a:pPr marL="0" indent="0">
              <a:buNone/>
            </a:pPr>
            <a:r>
              <a:rPr lang="en-US" sz="2200">
                <a:solidFill>
                  <a:srgbClr val="374151"/>
                </a:solidFill>
                <a:latin typeface="Barlow" pitchFamily="34" charset="0"/>
                <a:ea typeface="Barlow" pitchFamily="34" charset="-122"/>
                <a:cs typeface="Barlow" pitchFamily="34" charset="-120"/>
              </a:rPr>
              <a:t>3. Create or open the course workspace.</a:t>
            </a:r>
            <a:endParaRPr lang="en-US" sz="1160"/>
          </a:p>
          <a:p>
            <a:pPr marL="0" indent="0">
              <a:buNone/>
            </a:pPr>
            <a:r>
              <a:rPr lang="en-US" sz="2200">
                <a:solidFill>
                  <a:srgbClr val="374151"/>
                </a:solidFill>
                <a:latin typeface="Barlow" pitchFamily="34" charset="0"/>
                <a:ea typeface="Barlow" pitchFamily="34" charset="-122"/>
                <a:cs typeface="Barlow" pitchFamily="34" charset="-120"/>
              </a:rPr>
              <a:t>4. Validate the terminal and package restore workflow.</a:t>
            </a:r>
            <a:endParaRPr lang="en-US" sz="1160"/>
          </a:p>
        </p:txBody>
      </p:sp>
      <p:sp>
        <p:nvSpPr>
          <p:cNvPr id="15" name="Shape 13"/>
          <p:cNvSpPr/>
          <p:nvPr/>
        </p:nvSpPr>
        <p:spPr>
          <a:xfrm>
            <a:off x="4343400" y="3840480"/>
            <a:ext cx="6995160" cy="1737360"/>
          </a:xfrm>
          <a:prstGeom prst="roundRect">
            <a:avLst>
              <a:gd name="adj" fmla="val 2632"/>
            </a:avLst>
          </a:prstGeom>
          <a:solidFill>
            <a:srgbClr val="152233"/>
          </a:solidFill>
          <a:ln w="12700">
            <a:solidFill>
              <a:srgbClr val="152233"/>
            </a:solidFill>
            <a:prstDash val="solid"/>
          </a:ln>
        </p:spPr>
        <p:txBody>
          <a:bodyPr/>
          <a:lstStyle/>
          <a:p>
            <a:endParaRPr/>
          </a:p>
        </p:txBody>
      </p:sp>
      <p:sp>
        <p:nvSpPr>
          <p:cNvPr id="16" name="Text 14"/>
          <p:cNvSpPr/>
          <p:nvPr/>
        </p:nvSpPr>
        <p:spPr>
          <a:xfrm>
            <a:off x="4572000" y="4069080"/>
            <a:ext cx="6537960" cy="1325880"/>
          </a:xfrm>
          <a:prstGeom prst="rect">
            <a:avLst/>
          </a:prstGeom>
          <a:noFill/>
          <a:ln/>
        </p:spPr>
        <p:txBody>
          <a:bodyPr wrap="square" lIns="127" tIns="127" rIns="127" bIns="127" rtlCol="0" anchor="ctr">
            <a:normAutofit/>
          </a:bodyPr>
          <a:lstStyle/>
          <a:p>
            <a:pPr marL="0" indent="0">
              <a:buNone/>
            </a:pPr>
            <a:r>
              <a:rPr lang="en-US" sz="950">
                <a:solidFill>
                  <a:srgbClr val="E8F3FF"/>
                </a:solidFill>
                <a:latin typeface="Cascadia Code" pitchFamily="34" charset="0"/>
                <a:ea typeface="Cascadia Code" pitchFamily="34" charset="-122"/>
                <a:cs typeface="Cascadia Code" pitchFamily="34" charset="-120"/>
              </a:rPr>
              <a:t>dotnet --info</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dotnet new list</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code --version</a:t>
            </a:r>
            <a:endParaRPr lang="en-US" sz="950"/>
          </a:p>
        </p:txBody>
      </p:sp>
      <p:sp>
        <p:nvSpPr>
          <p:cNvPr id="17" name="Shape 1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8" name="Text 1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24</a:t>
            </a:r>
            <a:endParaRPr lang="en-US" sz="900"/>
          </a:p>
        </p:txBody>
      </p:sp>
      <p:sp>
        <p:nvSpPr>
          <p:cNvPr id="19" name="Text 1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3 · Lesson 3.2</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7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3.3 — Azure OpenAI Prerequisites and Resource Planning</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fontScale="92500"/>
          </a:bodyPr>
          <a:lstStyle/>
          <a:p>
            <a:pPr marL="0" indent="0">
              <a:buNone/>
            </a:pPr>
            <a:r>
              <a:rPr lang="en-US" sz="2200">
                <a:solidFill>
                  <a:srgbClr val="697586"/>
                </a:solidFill>
                <a:latin typeface="Barlow" pitchFamily="34" charset="0"/>
                <a:ea typeface="Barlow" pitchFamily="34" charset="-122"/>
                <a:cs typeface="Barlow" pitchFamily="34" charset="-120"/>
              </a:rPr>
              <a:t>Understand what Azure resources are needed and how model deployments fit into the solution.</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Planning checklist</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Record endpoint and deployment names carefully.</a:t>
            </a:r>
            <a:endParaRPr lang="en-US" sz="1120"/>
          </a:p>
          <a:p>
            <a:pPr marL="0" indent="0">
              <a:buNone/>
            </a:pPr>
            <a:r>
              <a:rPr lang="en-US" sz="2200">
                <a:solidFill>
                  <a:srgbClr val="374151"/>
                </a:solidFill>
                <a:latin typeface="Barlow" pitchFamily="34" charset="0"/>
                <a:ea typeface="Barlow" pitchFamily="34" charset="-122"/>
                <a:cs typeface="Barlow" pitchFamily="34" charset="-120"/>
              </a:rPr>
              <a:t>Never hard-code secrets in source control.</a:t>
            </a:r>
            <a:endParaRPr lang="en-US" sz="1120"/>
          </a:p>
          <a:p>
            <a:pPr marL="0" indent="0">
              <a:buNone/>
            </a:pPr>
            <a:r>
              <a:rPr lang="en-US" sz="2200">
                <a:solidFill>
                  <a:srgbClr val="374151"/>
                </a:solidFill>
                <a:latin typeface="Barlow" pitchFamily="34" charset="0"/>
                <a:ea typeface="Barlow" pitchFamily="34" charset="-122"/>
                <a:cs typeface="Barlow" pitchFamily="34" charset="-120"/>
              </a:rPr>
              <a:t>Use configuration and secret storage from the beginning.</a:t>
            </a:r>
            <a:endParaRPr lang="en-US" sz="1120"/>
          </a:p>
        </p:txBody>
      </p:sp>
      <p:sp>
        <p:nvSpPr>
          <p:cNvPr id="18" name="Shape 16"/>
          <p:cNvSpPr/>
          <p:nvPr/>
        </p:nvSpPr>
        <p:spPr>
          <a:xfrm>
            <a:off x="11452860" y="6355080"/>
            <a:ext cx="736092"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555730" y="6565392"/>
            <a:ext cx="514350" cy="292608"/>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25</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3 · Lesson 3.3</a:t>
            </a:r>
            <a:endParaRPr lang="en-US" sz="750"/>
          </a:p>
        </p:txBody>
      </p:sp>
      <p:sp>
        <p:nvSpPr>
          <p:cNvPr id="21" name="TextBox 20"/>
          <p:cNvSpPr txBox="1"/>
          <p:nvPr/>
        </p:nvSpPr>
        <p:spPr>
          <a:xfrm>
            <a:off x="822960" y="1682496"/>
            <a:ext cx="5257800" cy="3616375"/>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Plan the Azure OpenAI resource, deployment names, endpoint, API key, or identity strategy.</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Separate local development settings from production configuration.</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Choose chat and embedding deployments that match the course scenarios.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Keep quotas, regions, and model availability in mind.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3.4 — Create the Starter Solution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Build the initial solution structure that evolves through the course.</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A clean baseline solution ready for Semantic Kernel integration.</a:t>
            </a:r>
            <a:endParaRPr lang="en-US" sz="1160"/>
          </a:p>
        </p:txBody>
      </p:sp>
      <p:sp>
        <p:nvSpPr>
          <p:cNvPr id="10" name="Shape 8"/>
          <p:cNvSpPr/>
          <p:nvPr/>
        </p:nvSpPr>
        <p:spPr>
          <a:xfrm>
            <a:off x="4343400" y="1508760"/>
            <a:ext cx="6995160" cy="2057400"/>
          </a:xfrm>
          <a:prstGeom prst="roundRect">
            <a:avLst>
              <a:gd name="adj" fmla="val 2667"/>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205740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1399032"/>
          </a:xfrm>
          <a:prstGeom prst="rect">
            <a:avLst/>
          </a:prstGeom>
          <a:noFill/>
          <a:ln/>
        </p:spPr>
        <p:txBody>
          <a:bodyPr wrap="square" lIns="508" tIns="508" rIns="508" bIns="508" rtlCol="0" anchor="t">
            <a:normAutofit fontScale="925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1. Create the solution folder and starter projects.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Add class library boundaries for AI, portal, and domain logic.</a:t>
            </a:r>
            <a:endParaRPr lang="en-US" sz="1160"/>
          </a:p>
          <a:p>
            <a:pPr marL="0" indent="0">
              <a:buNone/>
            </a:pPr>
            <a:r>
              <a:rPr lang="en-US" sz="2200">
                <a:solidFill>
                  <a:srgbClr val="374151"/>
                </a:solidFill>
                <a:latin typeface="Barlow" pitchFamily="34" charset="0"/>
                <a:ea typeface="Barlow" pitchFamily="34" charset="-122"/>
                <a:cs typeface="Barlow" pitchFamily="34" charset="-120"/>
              </a:rPr>
              <a:t>3. Add initial project references.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Commit the clean baseline.</a:t>
            </a:r>
            <a:endParaRPr lang="en-US" sz="1160"/>
          </a:p>
        </p:txBody>
      </p:sp>
      <p:sp>
        <p:nvSpPr>
          <p:cNvPr id="15" name="Shape 13"/>
          <p:cNvSpPr/>
          <p:nvPr/>
        </p:nvSpPr>
        <p:spPr>
          <a:xfrm>
            <a:off x="4343400" y="3840480"/>
            <a:ext cx="6995160" cy="1737360"/>
          </a:xfrm>
          <a:prstGeom prst="roundRect">
            <a:avLst>
              <a:gd name="adj" fmla="val 2632"/>
            </a:avLst>
          </a:prstGeom>
          <a:solidFill>
            <a:srgbClr val="152233"/>
          </a:solidFill>
          <a:ln w="12700">
            <a:solidFill>
              <a:srgbClr val="152233"/>
            </a:solidFill>
            <a:prstDash val="solid"/>
          </a:ln>
        </p:spPr>
        <p:txBody>
          <a:bodyPr/>
          <a:lstStyle/>
          <a:p>
            <a:endParaRPr/>
          </a:p>
        </p:txBody>
      </p:sp>
      <p:sp>
        <p:nvSpPr>
          <p:cNvPr id="16" name="Text 14"/>
          <p:cNvSpPr/>
          <p:nvPr/>
        </p:nvSpPr>
        <p:spPr>
          <a:xfrm>
            <a:off x="4572000" y="4069080"/>
            <a:ext cx="6537960" cy="1325880"/>
          </a:xfrm>
          <a:prstGeom prst="rect">
            <a:avLst/>
          </a:prstGeom>
          <a:noFill/>
          <a:ln/>
        </p:spPr>
        <p:txBody>
          <a:bodyPr wrap="square" lIns="127" tIns="127" rIns="127" bIns="127" rtlCol="0" anchor="ctr">
            <a:normAutofit/>
          </a:bodyPr>
          <a:lstStyle/>
          <a:p>
            <a:pPr marL="0" indent="0">
              <a:buNone/>
            </a:pPr>
            <a:r>
              <a:rPr lang="en-US" sz="950">
                <a:solidFill>
                  <a:srgbClr val="E8F3FF"/>
                </a:solidFill>
                <a:latin typeface="Cascadia Code" pitchFamily="34" charset="0"/>
                <a:ea typeface="Cascadia Code" pitchFamily="34" charset="-122"/>
                <a:cs typeface="Cascadia Code" pitchFamily="34" charset="-120"/>
              </a:rPr>
              <a:t>dotnet new </a:t>
            </a:r>
            <a:r>
              <a:rPr lang="en-US" sz="950" err="1">
                <a:solidFill>
                  <a:srgbClr val="E8F3FF"/>
                </a:solidFill>
                <a:latin typeface="Cascadia Code" pitchFamily="34" charset="0"/>
                <a:ea typeface="Cascadia Code" pitchFamily="34" charset="-122"/>
                <a:cs typeface="Cascadia Code" pitchFamily="34" charset="-120"/>
              </a:rPr>
              <a:t>sln</a:t>
            </a:r>
            <a:r>
              <a:rPr lang="en-US" sz="950">
                <a:solidFill>
                  <a:srgbClr val="E8F3FF"/>
                </a:solidFill>
                <a:latin typeface="Cascadia Code" pitchFamily="34" charset="0"/>
                <a:ea typeface="Cascadia Code" pitchFamily="34" charset="-122"/>
                <a:cs typeface="Cascadia Code" pitchFamily="34" charset="-120"/>
              </a:rPr>
              <a:t> -n </a:t>
            </a:r>
            <a:r>
              <a:rPr lang="en-US" sz="950" err="1">
                <a:solidFill>
                  <a:srgbClr val="E8F3FF"/>
                </a:solidFill>
                <a:latin typeface="Cascadia Code" pitchFamily="34" charset="0"/>
                <a:ea typeface="Cascadia Code" pitchFamily="34" charset="-122"/>
                <a:cs typeface="Cascadia Code" pitchFamily="34" charset="-120"/>
              </a:rPr>
              <a:t>KnowledgeOpsPortal</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dotnet new console -n </a:t>
            </a:r>
            <a:r>
              <a:rPr lang="en-US" sz="950" err="1">
                <a:solidFill>
                  <a:srgbClr val="E8F3FF"/>
                </a:solidFill>
                <a:latin typeface="Cascadia Code" pitchFamily="34" charset="0"/>
                <a:ea typeface="Cascadia Code" pitchFamily="34" charset="-122"/>
                <a:cs typeface="Cascadia Code" pitchFamily="34" charset="-120"/>
              </a:rPr>
              <a:t>KnowledgeOps.Console</a:t>
            </a:r>
            <a:endParaRPr lang="en-US" sz="950">
              <a:solidFill>
                <a:srgbClr val="E8F3FF"/>
              </a:solidFill>
              <a:latin typeface="Cascadia Code" pitchFamily="34" charset="0"/>
              <a:ea typeface="Cascadia Code" pitchFamily="34" charset="-122"/>
              <a:cs typeface="Cascadia Code" pitchFamily="34" charset="-120"/>
            </a:endParaRPr>
          </a:p>
          <a:p>
            <a:r>
              <a:rPr lang="en-US" sz="950">
                <a:solidFill>
                  <a:srgbClr val="E8F3FF"/>
                </a:solidFill>
                <a:latin typeface="Cascadia Code" pitchFamily="34" charset="0"/>
                <a:cs typeface="Cascadia Code" pitchFamily="34" charset="-120"/>
              </a:rPr>
              <a:t>dotnet </a:t>
            </a:r>
            <a:r>
              <a:rPr lang="en-US" sz="950" err="1">
                <a:solidFill>
                  <a:srgbClr val="E8F3FF"/>
                </a:solidFill>
                <a:latin typeface="Cascadia Code" pitchFamily="34" charset="0"/>
                <a:cs typeface="Cascadia Code" pitchFamily="34" charset="-120"/>
              </a:rPr>
              <a:t>sln</a:t>
            </a:r>
            <a:r>
              <a:rPr lang="en-US" sz="950">
                <a:solidFill>
                  <a:srgbClr val="E8F3FF"/>
                </a:solidFill>
                <a:latin typeface="Cascadia Code" pitchFamily="34" charset="0"/>
                <a:cs typeface="Cascadia Code" pitchFamily="34" charset="-120"/>
              </a:rPr>
              <a:t> add </a:t>
            </a:r>
            <a:r>
              <a:rPr lang="en-US" sz="950" err="1">
                <a:solidFill>
                  <a:srgbClr val="E8F3FF"/>
                </a:solidFill>
                <a:latin typeface="Cascadia Code" pitchFamily="34" charset="0"/>
                <a:ea typeface="Cascadia Code" pitchFamily="34" charset="-122"/>
                <a:cs typeface="Cascadia Code" pitchFamily="34" charset="-120"/>
              </a:rPr>
              <a:t>KnowledgeOps.Console</a:t>
            </a:r>
            <a:r>
              <a:rPr lang="en-US" sz="950">
                <a:solidFill>
                  <a:srgbClr val="E8F3FF"/>
                </a:solidFill>
                <a:latin typeface="Cascadia Code" pitchFamily="34" charset="0"/>
                <a:cs typeface="Cascadia Code" pitchFamily="34" charset="-120"/>
              </a:rPr>
              <a:t>/</a:t>
            </a:r>
            <a:r>
              <a:rPr lang="en-US" sz="950" err="1">
                <a:solidFill>
                  <a:srgbClr val="E8F3FF"/>
                </a:solidFill>
                <a:latin typeface="Cascadia Code" pitchFamily="34" charset="0"/>
                <a:ea typeface="Cascadia Code" pitchFamily="34" charset="-122"/>
                <a:cs typeface="Cascadia Code" pitchFamily="34" charset="-120"/>
              </a:rPr>
              <a:t>KnowledgeOps.Console</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dotnet new </a:t>
            </a:r>
            <a:r>
              <a:rPr lang="en-US" sz="950" err="1">
                <a:solidFill>
                  <a:srgbClr val="E8F3FF"/>
                </a:solidFill>
                <a:latin typeface="Cascadia Code" pitchFamily="34" charset="0"/>
                <a:ea typeface="Cascadia Code" pitchFamily="34" charset="-122"/>
                <a:cs typeface="Cascadia Code" pitchFamily="34" charset="-120"/>
              </a:rPr>
              <a:t>mvc</a:t>
            </a:r>
            <a:r>
              <a:rPr lang="en-US" sz="950">
                <a:solidFill>
                  <a:srgbClr val="E8F3FF"/>
                </a:solidFill>
                <a:latin typeface="Cascadia Code" pitchFamily="34" charset="0"/>
                <a:ea typeface="Cascadia Code" pitchFamily="34" charset="-122"/>
                <a:cs typeface="Cascadia Code" pitchFamily="34" charset="-120"/>
              </a:rPr>
              <a:t> -n </a:t>
            </a:r>
            <a:r>
              <a:rPr lang="en-US" sz="950" err="1">
                <a:solidFill>
                  <a:srgbClr val="E8F3FF"/>
                </a:solidFill>
                <a:latin typeface="Cascadia Code" pitchFamily="34" charset="0"/>
                <a:ea typeface="Cascadia Code" pitchFamily="34" charset="-122"/>
                <a:cs typeface="Cascadia Code" pitchFamily="34" charset="-120"/>
              </a:rPr>
              <a:t>KnowledgeOps.Web</a:t>
            </a:r>
            <a:endParaRPr lang="en-US" sz="950">
              <a:solidFill>
                <a:srgbClr val="E8F3FF"/>
              </a:solidFill>
              <a:latin typeface="Cascadia Code" pitchFamily="34" charset="0"/>
              <a:ea typeface="Cascadia Code" pitchFamily="34" charset="-122"/>
              <a:cs typeface="Cascadia Code" pitchFamily="34" charset="-120"/>
            </a:endParaRPr>
          </a:p>
          <a:p>
            <a:r>
              <a:rPr lang="en-US" sz="950">
                <a:solidFill>
                  <a:srgbClr val="E8F3FF"/>
                </a:solidFill>
                <a:latin typeface="Cascadia Code" pitchFamily="34" charset="0"/>
                <a:cs typeface="Cascadia Code" pitchFamily="34" charset="-120"/>
              </a:rPr>
              <a:t>dotnet </a:t>
            </a:r>
            <a:r>
              <a:rPr lang="en-US" sz="950" err="1">
                <a:solidFill>
                  <a:srgbClr val="E8F3FF"/>
                </a:solidFill>
                <a:latin typeface="Cascadia Code" pitchFamily="34" charset="0"/>
                <a:cs typeface="Cascadia Code" pitchFamily="34" charset="-120"/>
              </a:rPr>
              <a:t>sln</a:t>
            </a:r>
            <a:r>
              <a:rPr lang="en-US" sz="950">
                <a:solidFill>
                  <a:srgbClr val="E8F3FF"/>
                </a:solidFill>
                <a:latin typeface="Cascadia Code" pitchFamily="34" charset="0"/>
                <a:cs typeface="Cascadia Code" pitchFamily="34" charset="-120"/>
              </a:rPr>
              <a:t> add </a:t>
            </a:r>
            <a:r>
              <a:rPr lang="en-US" sz="950" err="1">
                <a:solidFill>
                  <a:srgbClr val="E8F3FF"/>
                </a:solidFill>
                <a:latin typeface="Cascadia Code" pitchFamily="34" charset="0"/>
                <a:ea typeface="Cascadia Code" pitchFamily="34" charset="-122"/>
                <a:cs typeface="Cascadia Code" pitchFamily="34" charset="-120"/>
              </a:rPr>
              <a:t>KnowledgeOps.Web</a:t>
            </a:r>
            <a:r>
              <a:rPr lang="en-US" sz="950">
                <a:solidFill>
                  <a:srgbClr val="E8F3FF"/>
                </a:solidFill>
                <a:latin typeface="Cascadia Code" pitchFamily="34" charset="0"/>
                <a:cs typeface="Cascadia Code" pitchFamily="34" charset="-120"/>
              </a:rPr>
              <a:t>/</a:t>
            </a:r>
            <a:r>
              <a:rPr lang="en-US" sz="950" err="1">
                <a:solidFill>
                  <a:srgbClr val="E8F3FF"/>
                </a:solidFill>
                <a:latin typeface="Cascadia Code" pitchFamily="34" charset="0"/>
                <a:ea typeface="Cascadia Code" pitchFamily="34" charset="-122"/>
                <a:cs typeface="Cascadia Code" pitchFamily="34" charset="-120"/>
              </a:rPr>
              <a:t>KnowledgeOps.Web</a:t>
            </a:r>
            <a:endParaRPr lang="en-US" sz="950"/>
          </a:p>
        </p:txBody>
      </p:sp>
      <p:sp>
        <p:nvSpPr>
          <p:cNvPr id="17" name="Shape 1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8" name="Text 1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26</a:t>
            </a:r>
            <a:endParaRPr lang="en-US" sz="900"/>
          </a:p>
        </p:txBody>
      </p:sp>
      <p:sp>
        <p:nvSpPr>
          <p:cNvPr id="19" name="Text 1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3 · Lesson 3.4</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92500"/>
          </a:bodyPr>
          <a:lstStyle/>
          <a:p>
            <a:pPr marL="0" indent="0">
              <a:buNone/>
            </a:pPr>
            <a:r>
              <a:rPr lang="en-US" sz="3200" b="1">
                <a:solidFill>
                  <a:srgbClr val="007DB8"/>
                </a:solidFill>
                <a:latin typeface="Raleway" pitchFamily="34" charset="0"/>
                <a:ea typeface="Raleway" pitchFamily="34" charset="-122"/>
                <a:cs typeface="Raleway" pitchFamily="34" charset="-120"/>
              </a:rPr>
              <a:t>3.5 — Configure Secrets and App Settings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Store endpoints, keys, and environment settings securely.</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app can access configuration without hard-coded secrets.</a:t>
            </a:r>
            <a:endParaRPr lang="en-US" sz="1160"/>
          </a:p>
        </p:txBody>
      </p:sp>
      <p:sp>
        <p:nvSpPr>
          <p:cNvPr id="10" name="Shape 8"/>
          <p:cNvSpPr/>
          <p:nvPr/>
        </p:nvSpPr>
        <p:spPr>
          <a:xfrm>
            <a:off x="4343400" y="1508760"/>
            <a:ext cx="6995160" cy="2057400"/>
          </a:xfrm>
          <a:prstGeom prst="roundRect">
            <a:avLst>
              <a:gd name="adj" fmla="val 2667"/>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205740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1399032"/>
          </a:xfrm>
          <a:prstGeom prst="rect">
            <a:avLst/>
          </a:prstGeom>
          <a:noFill/>
          <a:ln/>
        </p:spPr>
        <p:txBody>
          <a:bodyPr wrap="square" lIns="508" tIns="508" rIns="508" bIns="508" rtlCol="0" anchor="t">
            <a:normAutofit fontScale="925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1. Create local configuration keys.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Store Azure OpenAI endpoint and deployment names safely.</a:t>
            </a:r>
            <a:endParaRPr lang="en-US" sz="1160"/>
          </a:p>
          <a:p>
            <a:pPr marL="0" indent="0">
              <a:buNone/>
            </a:pPr>
            <a:r>
              <a:rPr lang="en-US" sz="2200">
                <a:solidFill>
                  <a:srgbClr val="374151"/>
                </a:solidFill>
                <a:latin typeface="Barlow" pitchFamily="34" charset="0"/>
                <a:ea typeface="Barlow" pitchFamily="34" charset="-122"/>
                <a:cs typeface="Barlow" pitchFamily="34" charset="-120"/>
              </a:rPr>
              <a:t>3. Avoid committing secrets to source control.</a:t>
            </a:r>
            <a:endParaRPr lang="en-US" sz="1160"/>
          </a:p>
          <a:p>
            <a:pPr marL="0" indent="0">
              <a:buNone/>
            </a:pPr>
            <a:r>
              <a:rPr lang="en-US" sz="2200">
                <a:solidFill>
                  <a:srgbClr val="374151"/>
                </a:solidFill>
                <a:latin typeface="Barlow" pitchFamily="34" charset="0"/>
                <a:ea typeface="Barlow" pitchFamily="34" charset="-122"/>
                <a:cs typeface="Barlow" pitchFamily="34" charset="-120"/>
              </a:rPr>
              <a:t>4. Read configuration from the app at runtime.</a:t>
            </a:r>
            <a:endParaRPr lang="en-US" sz="1160"/>
          </a:p>
        </p:txBody>
      </p:sp>
      <p:sp>
        <p:nvSpPr>
          <p:cNvPr id="15" name="Shape 13"/>
          <p:cNvSpPr/>
          <p:nvPr/>
        </p:nvSpPr>
        <p:spPr>
          <a:xfrm>
            <a:off x="4343400" y="3840480"/>
            <a:ext cx="6995160" cy="1737360"/>
          </a:xfrm>
          <a:prstGeom prst="roundRect">
            <a:avLst>
              <a:gd name="adj" fmla="val 2632"/>
            </a:avLst>
          </a:prstGeom>
          <a:solidFill>
            <a:srgbClr val="152233"/>
          </a:solidFill>
          <a:ln w="12700">
            <a:solidFill>
              <a:srgbClr val="152233"/>
            </a:solidFill>
            <a:prstDash val="solid"/>
          </a:ln>
        </p:spPr>
        <p:txBody>
          <a:bodyPr/>
          <a:lstStyle/>
          <a:p>
            <a:endParaRPr/>
          </a:p>
        </p:txBody>
      </p:sp>
      <p:sp>
        <p:nvSpPr>
          <p:cNvPr id="16" name="Text 14"/>
          <p:cNvSpPr/>
          <p:nvPr/>
        </p:nvSpPr>
        <p:spPr>
          <a:xfrm>
            <a:off x="4572000" y="4069080"/>
            <a:ext cx="6537960" cy="1325880"/>
          </a:xfrm>
          <a:prstGeom prst="rect">
            <a:avLst/>
          </a:prstGeom>
          <a:noFill/>
          <a:ln/>
        </p:spPr>
        <p:txBody>
          <a:bodyPr wrap="square" lIns="127" tIns="127" rIns="127" bIns="127" rtlCol="0" anchor="ctr">
            <a:normAutofit/>
          </a:bodyPr>
          <a:lstStyle/>
          <a:p>
            <a:pPr marL="0" indent="0">
              <a:buNone/>
            </a:pPr>
            <a:r>
              <a:rPr lang="en-US" sz="950">
                <a:solidFill>
                  <a:srgbClr val="E8F3FF"/>
                </a:solidFill>
                <a:latin typeface="Cascadia Code" pitchFamily="34" charset="0"/>
                <a:ea typeface="Cascadia Code" pitchFamily="34" charset="-122"/>
                <a:cs typeface="Cascadia Code" pitchFamily="34" charset="-120"/>
              </a:rPr>
              <a:t>dotnet user-secrets </a:t>
            </a:r>
            <a:r>
              <a:rPr lang="en-US" sz="950" err="1">
                <a:solidFill>
                  <a:srgbClr val="E8F3FF"/>
                </a:solidFill>
                <a:latin typeface="Cascadia Code" pitchFamily="34" charset="0"/>
                <a:ea typeface="Cascadia Code" pitchFamily="34" charset="-122"/>
                <a:cs typeface="Cascadia Code" pitchFamily="34" charset="-120"/>
              </a:rPr>
              <a:t>init</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dotnet user-secrets set "</a:t>
            </a:r>
            <a:r>
              <a:rPr lang="en-US" sz="950" err="1">
                <a:solidFill>
                  <a:srgbClr val="E8F3FF"/>
                </a:solidFill>
                <a:latin typeface="Cascadia Code" pitchFamily="34" charset="0"/>
                <a:ea typeface="Cascadia Code" pitchFamily="34" charset="-122"/>
                <a:cs typeface="Cascadia Code" pitchFamily="34" charset="-120"/>
              </a:rPr>
              <a:t>AzureOpenAI:Endpoint</a:t>
            </a:r>
            <a:r>
              <a:rPr lang="en-US" sz="950">
                <a:solidFill>
                  <a:srgbClr val="E8F3FF"/>
                </a:solidFill>
                <a:latin typeface="Cascadia Code" pitchFamily="34" charset="0"/>
                <a:ea typeface="Cascadia Code" pitchFamily="34" charset="-122"/>
                <a:cs typeface="Cascadia Code" pitchFamily="34" charset="-120"/>
              </a:rPr>
              <a:t>" "..."</a:t>
            </a:r>
          </a:p>
          <a:p>
            <a:pPr marL="0" indent="0">
              <a:buNone/>
            </a:pPr>
            <a:r>
              <a:rPr lang="en-US" sz="950">
                <a:solidFill>
                  <a:srgbClr val="E8F3FF"/>
                </a:solidFill>
                <a:latin typeface="Cascadia Code" pitchFamily="34" charset="0"/>
                <a:ea typeface="Cascadia Code" pitchFamily="34" charset="-122"/>
                <a:cs typeface="Cascadia Code" pitchFamily="34" charset="-120"/>
              </a:rPr>
              <a:t>dotnet user-secrets set "</a:t>
            </a:r>
            <a:r>
              <a:rPr lang="en-US" sz="950" err="1">
                <a:solidFill>
                  <a:srgbClr val="E8F3FF"/>
                </a:solidFill>
                <a:latin typeface="Cascadia Code" pitchFamily="34" charset="0"/>
                <a:ea typeface="Cascadia Code" pitchFamily="34" charset="-122"/>
                <a:cs typeface="Cascadia Code" pitchFamily="34" charset="-120"/>
              </a:rPr>
              <a:t>AzureOpenAI:DeploymentName</a:t>
            </a:r>
            <a:r>
              <a:rPr lang="en-US" sz="950">
                <a:solidFill>
                  <a:srgbClr val="E8F3FF"/>
                </a:solidFill>
                <a:latin typeface="Cascadia Code" pitchFamily="34" charset="0"/>
                <a:ea typeface="Cascadia Code" pitchFamily="34" charset="-122"/>
                <a:cs typeface="Cascadia Code" pitchFamily="34" charset="-120"/>
              </a:rPr>
              <a:t>" "...“`</a:t>
            </a:r>
            <a:endParaRPr lang="en-US" sz="950"/>
          </a:p>
        </p:txBody>
      </p:sp>
      <p:sp>
        <p:nvSpPr>
          <p:cNvPr id="17" name="Shape 1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8" name="Text 1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27</a:t>
            </a:r>
            <a:endParaRPr lang="en-US" sz="900"/>
          </a:p>
        </p:txBody>
      </p:sp>
      <p:sp>
        <p:nvSpPr>
          <p:cNvPr id="19" name="Text 1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3 · Lesson 3.5</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57345-2AA0-9D7B-F110-ECAB2BC2E1A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ED1D7FA-48F5-FA65-3A32-997D09779C2D}"/>
              </a:ext>
            </a:extLst>
          </p:cNvPr>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a:extLst>
              <a:ext uri="{FF2B5EF4-FFF2-40B4-BE49-F238E27FC236}">
                <a16:creationId xmlns:a16="http://schemas.microsoft.com/office/drawing/2014/main" id="{B0045F95-FA52-D62A-1605-9589516FC98D}"/>
              </a:ext>
            </a:extLst>
          </p:cNvPr>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3.7 — Verify the Baseline Application Runs [Demo]</a:t>
            </a:r>
            <a:endParaRPr lang="en-US" sz="2700"/>
          </a:p>
        </p:txBody>
      </p:sp>
      <p:sp>
        <p:nvSpPr>
          <p:cNvPr id="4" name="Text 2">
            <a:extLst>
              <a:ext uri="{FF2B5EF4-FFF2-40B4-BE49-F238E27FC236}">
                <a16:creationId xmlns:a16="http://schemas.microsoft.com/office/drawing/2014/main" id="{DD87459C-5A34-B06D-855F-97C2EFB511E9}"/>
              </a:ext>
            </a:extLst>
          </p:cNvPr>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a:extLst>
              <a:ext uri="{FF2B5EF4-FFF2-40B4-BE49-F238E27FC236}">
                <a16:creationId xmlns:a16="http://schemas.microsoft.com/office/drawing/2014/main" id="{9BE54FF0-0039-BB54-6E7B-B5DF104BBDF3}"/>
              </a:ext>
            </a:extLst>
          </p:cNvPr>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a:extLst>
              <a:ext uri="{FF2B5EF4-FFF2-40B4-BE49-F238E27FC236}">
                <a16:creationId xmlns:a16="http://schemas.microsoft.com/office/drawing/2014/main" id="{CFD933B3-596C-46FB-99EB-D4959984D814}"/>
              </a:ext>
            </a:extLst>
          </p:cNvPr>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a:extLst>
              <a:ext uri="{FF2B5EF4-FFF2-40B4-BE49-F238E27FC236}">
                <a16:creationId xmlns:a16="http://schemas.microsoft.com/office/drawing/2014/main" id="{70FB64C2-A4B3-C027-90A3-50CC840367B0}"/>
              </a:ext>
            </a:extLst>
          </p:cNvPr>
          <p:cNvSpPr/>
          <p:nvPr/>
        </p:nvSpPr>
        <p:spPr>
          <a:xfrm>
            <a:off x="914400" y="2148840"/>
            <a:ext cx="2651760" cy="146304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Confirm the learner has a working starting point before Semantic Kernel is added.</a:t>
            </a:r>
            <a:endParaRPr lang="en-US" sz="1260"/>
          </a:p>
        </p:txBody>
      </p:sp>
      <p:sp>
        <p:nvSpPr>
          <p:cNvPr id="8" name="Text 6">
            <a:extLst>
              <a:ext uri="{FF2B5EF4-FFF2-40B4-BE49-F238E27FC236}">
                <a16:creationId xmlns:a16="http://schemas.microsoft.com/office/drawing/2014/main" id="{27EF6A57-4840-7443-3FD7-BCAD1C112FE9}"/>
              </a:ext>
            </a:extLst>
          </p:cNvPr>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a:extLst>
              <a:ext uri="{FF2B5EF4-FFF2-40B4-BE49-F238E27FC236}">
                <a16:creationId xmlns:a16="http://schemas.microsoft.com/office/drawing/2014/main" id="{F3084A11-0547-EF6F-6D68-BA79D6A95172}"/>
              </a:ext>
            </a:extLst>
          </p:cNvPr>
          <p:cNvSpPr/>
          <p:nvPr/>
        </p:nvSpPr>
        <p:spPr>
          <a:xfrm>
            <a:off x="914400" y="4434840"/>
            <a:ext cx="2651760" cy="96012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The baseline is stable and ready for Semantic Kernel integration.</a:t>
            </a:r>
            <a:endParaRPr lang="en-US" sz="1160"/>
          </a:p>
        </p:txBody>
      </p:sp>
      <p:sp>
        <p:nvSpPr>
          <p:cNvPr id="10" name="Shape 8">
            <a:extLst>
              <a:ext uri="{FF2B5EF4-FFF2-40B4-BE49-F238E27FC236}">
                <a16:creationId xmlns:a16="http://schemas.microsoft.com/office/drawing/2014/main" id="{15CB75F5-8EB6-7D36-F19D-5C5563717FE8}"/>
              </a:ext>
            </a:extLst>
          </p:cNvPr>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a:extLst>
              <a:ext uri="{FF2B5EF4-FFF2-40B4-BE49-F238E27FC236}">
                <a16:creationId xmlns:a16="http://schemas.microsoft.com/office/drawing/2014/main" id="{1F46A768-CEC6-4F0A-A5FA-589D8098DD4E}"/>
              </a:ext>
            </a:extLst>
          </p:cNvPr>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a:extLst>
              <a:ext uri="{FF2B5EF4-FFF2-40B4-BE49-F238E27FC236}">
                <a16:creationId xmlns:a16="http://schemas.microsoft.com/office/drawing/2014/main" id="{59011F02-8739-CD1C-224A-850C5721DA30}"/>
              </a:ext>
            </a:extLst>
          </p:cNvPr>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a:extLst>
              <a:ext uri="{FF2B5EF4-FFF2-40B4-BE49-F238E27FC236}">
                <a16:creationId xmlns:a16="http://schemas.microsoft.com/office/drawing/2014/main" id="{59B3C723-ECBA-E8CE-FA75-84A4695D919A}"/>
              </a:ext>
            </a:extLst>
          </p:cNvPr>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a:extLst>
              <a:ext uri="{FF2B5EF4-FFF2-40B4-BE49-F238E27FC236}">
                <a16:creationId xmlns:a16="http://schemas.microsoft.com/office/drawing/2014/main" id="{7BD736E0-D3BE-006E-A898-A6217CB5FA4C}"/>
              </a:ext>
            </a:extLst>
          </p:cNvPr>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Restore packages and build the solution.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2. Run the console and web projects if present.</a:t>
            </a:r>
            <a:endParaRPr lang="en-US" sz="1160"/>
          </a:p>
          <a:p>
            <a:pPr marL="0" indent="0">
              <a:buNone/>
            </a:pPr>
            <a:r>
              <a:rPr lang="en-US" sz="2200">
                <a:solidFill>
                  <a:srgbClr val="374151"/>
                </a:solidFill>
                <a:latin typeface="Barlow" pitchFamily="34" charset="0"/>
                <a:ea typeface="Barlow" pitchFamily="34" charset="-122"/>
                <a:cs typeface="Barlow" pitchFamily="34" charset="-120"/>
              </a:rPr>
              <a:t>3. Confirm configuration loads without secret errors.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Create a clean checkpoint before adding AI packages.</a:t>
            </a:r>
            <a:endParaRPr lang="en-US" sz="1160"/>
          </a:p>
        </p:txBody>
      </p:sp>
      <p:sp>
        <p:nvSpPr>
          <p:cNvPr id="15" name="Shape 13">
            <a:extLst>
              <a:ext uri="{FF2B5EF4-FFF2-40B4-BE49-F238E27FC236}">
                <a16:creationId xmlns:a16="http://schemas.microsoft.com/office/drawing/2014/main" id="{D767C7F7-29F9-2BDD-6134-B3B95DEB0A32}"/>
              </a:ext>
            </a:extLst>
          </p:cNvPr>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a:extLst>
              <a:ext uri="{FF2B5EF4-FFF2-40B4-BE49-F238E27FC236}">
                <a16:creationId xmlns:a16="http://schemas.microsoft.com/office/drawing/2014/main" id="{DE0B31D9-15E9-2EC4-1D99-90CE712675D2}"/>
              </a:ext>
            </a:extLst>
          </p:cNvPr>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28</a:t>
            </a:r>
            <a:endParaRPr lang="en-US" sz="900"/>
          </a:p>
        </p:txBody>
      </p:sp>
      <p:sp>
        <p:nvSpPr>
          <p:cNvPr id="17" name="Text 15">
            <a:extLst>
              <a:ext uri="{FF2B5EF4-FFF2-40B4-BE49-F238E27FC236}">
                <a16:creationId xmlns:a16="http://schemas.microsoft.com/office/drawing/2014/main" id="{16A11EFF-1BA3-14DC-D3D7-ADDAD34B3917}"/>
              </a:ext>
            </a:extLst>
          </p:cNvPr>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3 · Lesson 3.7</a:t>
            </a:r>
            <a:endParaRPr lang="en-US" sz="750"/>
          </a:p>
        </p:txBody>
      </p:sp>
    </p:spTree>
    <p:extLst>
      <p:ext uri="{BB962C8B-B14F-4D97-AF65-F5344CB8AC3E}">
        <p14:creationId xmlns:p14="http://schemas.microsoft.com/office/powerpoint/2010/main" val="1799385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3.7 — Section Review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Key takeaways and transition to the next section.</a:t>
            </a:r>
            <a:endParaRPr lang="en-US" sz="1250"/>
          </a:p>
        </p:txBody>
      </p:sp>
      <p:sp>
        <p:nvSpPr>
          <p:cNvPr id="5" name="Shape 3"/>
          <p:cNvSpPr/>
          <p:nvPr/>
        </p:nvSpPr>
        <p:spPr>
          <a:xfrm>
            <a:off x="68580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6" name="Shape 4"/>
          <p:cNvSpPr/>
          <p:nvPr/>
        </p:nvSpPr>
        <p:spPr>
          <a:xfrm>
            <a:off x="685800" y="1572768"/>
            <a:ext cx="73152" cy="1325880"/>
          </a:xfrm>
          <a:prstGeom prst="rect">
            <a:avLst/>
          </a:prstGeom>
          <a:solidFill>
            <a:srgbClr val="00AED6"/>
          </a:solidFill>
          <a:ln w="12700">
            <a:solidFill>
              <a:srgbClr val="00AED6"/>
            </a:solidFill>
            <a:prstDash val="solid"/>
          </a:ln>
        </p:spPr>
        <p:txBody>
          <a:bodyPr/>
          <a:lstStyle/>
          <a:p>
            <a:endParaRPr/>
          </a:p>
        </p:txBody>
      </p:sp>
      <p:sp>
        <p:nvSpPr>
          <p:cNvPr id="7" name="Text 5"/>
          <p:cNvSpPr/>
          <p:nvPr/>
        </p:nvSpPr>
        <p:spPr>
          <a:xfrm>
            <a:off x="94183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1</a:t>
            </a:r>
            <a:endParaRPr lang="en-US" sz="1350"/>
          </a:p>
        </p:txBody>
      </p:sp>
      <p:sp>
        <p:nvSpPr>
          <p:cNvPr id="8" name="Text 6"/>
          <p:cNvSpPr/>
          <p:nvPr/>
        </p:nvSpPr>
        <p:spPr>
          <a:xfrm>
            <a:off x="941832" y="20848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Confirm the baseline environment is ready for development.</a:t>
            </a:r>
            <a:endParaRPr lang="en-US" sz="1100"/>
          </a:p>
        </p:txBody>
      </p:sp>
      <p:sp>
        <p:nvSpPr>
          <p:cNvPr id="9" name="Shape 7"/>
          <p:cNvSpPr/>
          <p:nvPr/>
        </p:nvSpPr>
        <p:spPr>
          <a:xfrm>
            <a:off x="612648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0" name="Shape 8"/>
          <p:cNvSpPr/>
          <p:nvPr/>
        </p:nvSpPr>
        <p:spPr>
          <a:xfrm>
            <a:off x="6126480" y="1572768"/>
            <a:ext cx="73152" cy="1325880"/>
          </a:xfrm>
          <a:prstGeom prst="rect">
            <a:avLst/>
          </a:prstGeom>
          <a:solidFill>
            <a:srgbClr val="007DB8"/>
          </a:solidFill>
          <a:ln w="12700">
            <a:solidFill>
              <a:srgbClr val="007DB8"/>
            </a:solidFill>
            <a:prstDash val="solid"/>
          </a:ln>
        </p:spPr>
        <p:txBody>
          <a:bodyPr/>
          <a:lstStyle/>
          <a:p>
            <a:endParaRPr/>
          </a:p>
        </p:txBody>
      </p:sp>
      <p:sp>
        <p:nvSpPr>
          <p:cNvPr id="11" name="Text 9"/>
          <p:cNvSpPr/>
          <p:nvPr/>
        </p:nvSpPr>
        <p:spPr>
          <a:xfrm>
            <a:off x="638251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2</a:t>
            </a:r>
            <a:endParaRPr lang="en-US" sz="1350"/>
          </a:p>
        </p:txBody>
      </p:sp>
      <p:sp>
        <p:nvSpPr>
          <p:cNvPr id="12" name="Text 10"/>
          <p:cNvSpPr/>
          <p:nvPr/>
        </p:nvSpPr>
        <p:spPr>
          <a:xfrm>
            <a:off x="6382512" y="2084832"/>
            <a:ext cx="4507992" cy="667512"/>
          </a:xfrm>
          <a:prstGeom prst="rect">
            <a:avLst/>
          </a:prstGeom>
          <a:noFill/>
          <a:ln/>
        </p:spPr>
        <p:txBody>
          <a:bodyPr wrap="square" lIns="508" tIns="508" rIns="508" bIns="508" rtlCol="0" anchor="t">
            <a:normAutofit fontScale="850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Configured Azure OpenAI resources in Microsoft Azure (or equivalent AI services)</a:t>
            </a:r>
            <a:endParaRPr lang="en-US" sz="1100"/>
          </a:p>
        </p:txBody>
      </p:sp>
      <p:sp>
        <p:nvSpPr>
          <p:cNvPr id="13" name="Shape 11"/>
          <p:cNvSpPr/>
          <p:nvPr/>
        </p:nvSpPr>
        <p:spPr>
          <a:xfrm>
            <a:off x="68580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4" name="Shape 12"/>
          <p:cNvSpPr/>
          <p:nvPr/>
        </p:nvSpPr>
        <p:spPr>
          <a:xfrm>
            <a:off x="685800" y="3401568"/>
            <a:ext cx="73152" cy="1325880"/>
          </a:xfrm>
          <a:prstGeom prst="rect">
            <a:avLst/>
          </a:prstGeom>
          <a:solidFill>
            <a:srgbClr val="6251BD"/>
          </a:solidFill>
          <a:ln w="12700">
            <a:solidFill>
              <a:srgbClr val="6251BD"/>
            </a:solidFill>
            <a:prstDash val="solid"/>
          </a:ln>
        </p:spPr>
        <p:txBody>
          <a:bodyPr/>
          <a:lstStyle/>
          <a:p>
            <a:endParaRPr/>
          </a:p>
        </p:txBody>
      </p:sp>
      <p:sp>
        <p:nvSpPr>
          <p:cNvPr id="15" name="Text 13"/>
          <p:cNvSpPr/>
          <p:nvPr/>
        </p:nvSpPr>
        <p:spPr>
          <a:xfrm>
            <a:off x="94183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3</a:t>
            </a:r>
            <a:endParaRPr lang="en-US" sz="1350"/>
          </a:p>
        </p:txBody>
      </p:sp>
      <p:sp>
        <p:nvSpPr>
          <p:cNvPr id="16" name="Text 14"/>
          <p:cNvSpPr/>
          <p:nvPr/>
        </p:nvSpPr>
        <p:spPr>
          <a:xfrm>
            <a:off x="94183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Configure secrets and environment values for AI integrations</a:t>
            </a:r>
            <a:endParaRPr lang="en-US" sz="1100"/>
          </a:p>
        </p:txBody>
      </p:sp>
      <p:sp>
        <p:nvSpPr>
          <p:cNvPr id="17" name="Shape 15"/>
          <p:cNvSpPr/>
          <p:nvPr/>
        </p:nvSpPr>
        <p:spPr>
          <a:xfrm>
            <a:off x="612648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8" name="Shape 16"/>
          <p:cNvSpPr/>
          <p:nvPr/>
        </p:nvSpPr>
        <p:spPr>
          <a:xfrm>
            <a:off x="6126480" y="3401568"/>
            <a:ext cx="73152" cy="1325880"/>
          </a:xfrm>
          <a:prstGeom prst="rect">
            <a:avLst/>
          </a:prstGeom>
          <a:solidFill>
            <a:srgbClr val="F6C344"/>
          </a:solidFill>
          <a:ln w="12700">
            <a:solidFill>
              <a:srgbClr val="F6C344"/>
            </a:solidFill>
            <a:prstDash val="solid"/>
          </a:ln>
        </p:spPr>
        <p:txBody>
          <a:bodyPr/>
          <a:lstStyle/>
          <a:p>
            <a:endParaRPr/>
          </a:p>
        </p:txBody>
      </p:sp>
      <p:sp>
        <p:nvSpPr>
          <p:cNvPr id="19" name="Text 17"/>
          <p:cNvSpPr/>
          <p:nvPr/>
        </p:nvSpPr>
        <p:spPr>
          <a:xfrm>
            <a:off x="638251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4</a:t>
            </a:r>
            <a:endParaRPr lang="en-US" sz="1350"/>
          </a:p>
        </p:txBody>
      </p:sp>
      <p:sp>
        <p:nvSpPr>
          <p:cNvPr id="20" name="Text 18"/>
          <p:cNvSpPr/>
          <p:nvPr/>
        </p:nvSpPr>
        <p:spPr>
          <a:xfrm>
            <a:off x="6382512" y="3913632"/>
            <a:ext cx="4507992" cy="667512"/>
          </a:xfrm>
          <a:prstGeom prst="rect">
            <a:avLst/>
          </a:prstGeom>
          <a:noFill/>
          <a:ln/>
        </p:spPr>
        <p:txBody>
          <a:bodyPr wrap="square" lIns="508" tIns="508" rIns="508" bIns="508" rtlCol="0" anchor="t">
            <a:normAutofit lnSpcReduction="10000"/>
          </a:bodyPr>
          <a:lstStyle/>
          <a:p>
            <a:r>
              <a:rPr lang="en-US" sz="2200">
                <a:solidFill>
                  <a:srgbClr val="374151"/>
                </a:solidFill>
                <a:latin typeface="Barlow" pitchFamily="34" charset="0"/>
                <a:ea typeface="Barlow" pitchFamily="34" charset="-122"/>
                <a:cs typeface="Barlow" pitchFamily="34" charset="-120"/>
              </a:rPr>
              <a:t>Configured Visual Studio Code and the development environment</a:t>
            </a:r>
            <a:endParaRPr lang="en-US" sz="1100"/>
          </a:p>
        </p:txBody>
      </p:sp>
      <p:sp>
        <p:nvSpPr>
          <p:cNvPr id="21" name="Shape 19"/>
          <p:cNvSpPr/>
          <p:nvPr/>
        </p:nvSpPr>
        <p:spPr>
          <a:xfrm>
            <a:off x="914400" y="5532120"/>
            <a:ext cx="73152" cy="502920"/>
          </a:xfrm>
          <a:prstGeom prst="rect">
            <a:avLst/>
          </a:prstGeom>
          <a:solidFill>
            <a:srgbClr val="00AED6"/>
          </a:solidFill>
          <a:ln w="12700">
            <a:solidFill>
              <a:srgbClr val="00AED6"/>
            </a:solidFill>
            <a:prstDash val="solid"/>
          </a:ln>
        </p:spPr>
        <p:txBody>
          <a:bodyPr/>
          <a:lstStyle/>
          <a:p>
            <a:endParaRPr/>
          </a:p>
        </p:txBody>
      </p:sp>
      <p:sp>
        <p:nvSpPr>
          <p:cNvPr id="22" name="Text 20"/>
          <p:cNvSpPr/>
          <p:nvPr/>
        </p:nvSpPr>
        <p:spPr>
          <a:xfrm>
            <a:off x="1115568" y="5532120"/>
            <a:ext cx="10222992" cy="502920"/>
          </a:xfrm>
          <a:prstGeom prst="rect">
            <a:avLst/>
          </a:prstGeom>
          <a:noFill/>
          <a:ln/>
        </p:spPr>
        <p:txBody>
          <a:bodyPr wrap="square" lIns="254" tIns="254" rIns="254" bIns="254" rtlCol="0" anchor="ctr">
            <a:normAutofit/>
          </a:bodyPr>
          <a:lstStyle/>
          <a:p>
            <a:pPr marL="0" indent="0">
              <a:buNone/>
            </a:pPr>
            <a:r>
              <a:rPr lang="en-US" sz="2200" i="1">
                <a:solidFill>
                  <a:srgbClr val="374151"/>
                </a:solidFill>
                <a:latin typeface="Barlow" pitchFamily="34" charset="0"/>
                <a:ea typeface="Barlow" pitchFamily="34" charset="-122"/>
                <a:cs typeface="Barlow" pitchFamily="34" charset="-120"/>
              </a:rPr>
              <a:t>Next: Building Your First Kernel</a:t>
            </a:r>
            <a:endParaRPr lang="en-US" sz="1300"/>
          </a:p>
        </p:txBody>
      </p:sp>
      <p:sp>
        <p:nvSpPr>
          <p:cNvPr id="23" name="Shape 2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4" name="Text 2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29</a:t>
            </a:r>
            <a:endParaRPr lang="en-US" sz="900"/>
          </a:p>
        </p:txBody>
      </p:sp>
      <p:sp>
        <p:nvSpPr>
          <p:cNvPr id="25" name="Text 2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3 Review</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childTnLst>
                          </p:cTn>
                        </p:par>
                        <p:par>
                          <p:cTn id="22" fill="hold">
                            <p:stCondLst>
                              <p:cond delay="500"/>
                            </p:stCondLst>
                            <p:childTnLst>
                              <p:par>
                                <p:cTn id="23" presetID="10" presetClass="entr" presetSubtype="0"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500"/>
                                        <p:tgtEl>
                                          <p:spTgt spid="1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500"/>
                                        <p:tgtEl>
                                          <p:spTgt spid="2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Shape 1"/>
          <p:cNvSpPr/>
          <p:nvPr/>
        </p:nvSpPr>
        <p:spPr>
          <a:xfrm>
            <a:off x="0" y="0"/>
            <a:ext cx="12191695" cy="6858000"/>
          </a:xfrm>
          <a:prstGeom prst="rect">
            <a:avLst/>
          </a:prstGeom>
          <a:solidFill>
            <a:srgbClr val="F7F9FC"/>
          </a:solidFill>
          <a:ln w="12700">
            <a:solidFill>
              <a:srgbClr val="F7F9FC"/>
            </a:solidFill>
            <a:prstDash val="solid"/>
          </a:ln>
        </p:spPr>
        <p:txBody>
          <a:bodyPr/>
          <a:lstStyle/>
          <a:p>
            <a:endParaRPr/>
          </a:p>
        </p:txBody>
      </p:sp>
      <p:sp>
        <p:nvSpPr>
          <p:cNvPr id="4" name="Shape 2"/>
          <p:cNvSpPr/>
          <p:nvPr/>
        </p:nvSpPr>
        <p:spPr>
          <a:xfrm>
            <a:off x="0" y="2514600"/>
            <a:ext cx="960120" cy="1417320"/>
          </a:xfrm>
          <a:prstGeom prst="chevron">
            <a:avLst/>
          </a:prstGeom>
          <a:solidFill>
            <a:srgbClr val="00AED6"/>
          </a:solidFill>
          <a:ln w="12700">
            <a:solidFill>
              <a:srgbClr val="00AED6"/>
            </a:solidFill>
            <a:prstDash val="solid"/>
          </a:ln>
        </p:spPr>
        <p:txBody>
          <a:bodyPr/>
          <a:lstStyle/>
          <a:p>
            <a:endParaRPr/>
          </a:p>
        </p:txBody>
      </p:sp>
      <p:sp>
        <p:nvSpPr>
          <p:cNvPr id="5" name="Text 3"/>
          <p:cNvSpPr/>
          <p:nvPr/>
        </p:nvSpPr>
        <p:spPr>
          <a:xfrm>
            <a:off x="91440" y="2944368"/>
            <a:ext cx="457200" cy="402336"/>
          </a:xfrm>
          <a:prstGeom prst="rect">
            <a:avLst/>
          </a:prstGeom>
          <a:noFill/>
          <a:ln/>
        </p:spPr>
        <p:txBody>
          <a:bodyPr wrap="square" lIns="0" tIns="0" rIns="0" bIns="0" rtlCol="0" anchor="ctr"/>
          <a:lstStyle/>
          <a:p>
            <a:pPr marL="0" indent="0" algn="ctr">
              <a:buNone/>
            </a:pPr>
            <a:r>
              <a:rPr lang="en-US" sz="2200" b="1">
                <a:solidFill>
                  <a:srgbClr val="FFFFFF"/>
                </a:solidFill>
                <a:latin typeface="Raleway" pitchFamily="34" charset="0"/>
                <a:ea typeface="Raleway" pitchFamily="34" charset="-122"/>
                <a:cs typeface="Raleway" pitchFamily="34" charset="-120"/>
              </a:rPr>
              <a:t>4</a:t>
            </a:r>
            <a:endParaRPr lang="en-US" sz="2200"/>
          </a:p>
        </p:txBody>
      </p:sp>
      <p:sp>
        <p:nvSpPr>
          <p:cNvPr id="6" name="Text 4"/>
          <p:cNvSpPr/>
          <p:nvPr/>
        </p:nvSpPr>
        <p:spPr>
          <a:xfrm>
            <a:off x="1417320" y="2121408"/>
            <a:ext cx="3657600" cy="32004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4</a:t>
            </a:r>
            <a:endParaRPr lang="en-US" sz="1600"/>
          </a:p>
        </p:txBody>
      </p:sp>
      <p:sp>
        <p:nvSpPr>
          <p:cNvPr id="7" name="Text 5"/>
          <p:cNvSpPr/>
          <p:nvPr/>
        </p:nvSpPr>
        <p:spPr>
          <a:xfrm>
            <a:off x="1417320" y="2468880"/>
            <a:ext cx="6400800" cy="1097280"/>
          </a:xfrm>
          <a:prstGeom prst="rect">
            <a:avLst/>
          </a:prstGeom>
          <a:noFill/>
          <a:ln/>
        </p:spPr>
        <p:txBody>
          <a:bodyPr wrap="square" lIns="0" tIns="0" rIns="0" bIns="0" rtlCol="0" anchor="ctr">
            <a:normAutofit/>
          </a:bodyPr>
          <a:lstStyle/>
          <a:p>
            <a:pPr marL="0" indent="0">
              <a:buNone/>
            </a:pPr>
            <a:r>
              <a:rPr lang="en-US" sz="3600" b="1">
                <a:solidFill>
                  <a:srgbClr val="007DB8"/>
                </a:solidFill>
                <a:latin typeface="Raleway" pitchFamily="34" charset="0"/>
                <a:ea typeface="Raleway" pitchFamily="34" charset="-122"/>
                <a:cs typeface="Raleway" pitchFamily="34" charset="-120"/>
              </a:rPr>
              <a:t>Building Your First Kernel</a:t>
            </a:r>
            <a:endParaRPr lang="en-US" sz="3600"/>
          </a:p>
        </p:txBody>
      </p:sp>
      <p:sp>
        <p:nvSpPr>
          <p:cNvPr id="8" name="Text 6"/>
          <p:cNvSpPr/>
          <p:nvPr/>
        </p:nvSpPr>
        <p:spPr>
          <a:xfrm>
            <a:off x="1463040" y="3794760"/>
            <a:ext cx="6217920" cy="658368"/>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Create the first working Semantic Kernel console application.</a:t>
            </a:r>
            <a:endParaRPr lang="en-US" sz="1600"/>
          </a:p>
        </p:txBody>
      </p:sp>
      <p:sp>
        <p:nvSpPr>
          <p:cNvPr id="9" name="Shape 7"/>
          <p:cNvSpPr/>
          <p:nvPr/>
        </p:nvSpPr>
        <p:spPr>
          <a:xfrm>
            <a:off x="8321040" y="1783080"/>
            <a:ext cx="2468880" cy="1645920"/>
          </a:xfrm>
          <a:prstGeom prst="roundRect">
            <a:avLst>
              <a:gd name="adj" fmla="val 2778"/>
            </a:avLst>
          </a:prstGeom>
          <a:solidFill>
            <a:srgbClr val="FFFFFF"/>
          </a:solidFill>
          <a:ln w="12700">
            <a:solidFill>
              <a:srgbClr val="C9D4E2"/>
            </a:solidFill>
            <a:prstDash val="solid"/>
          </a:ln>
        </p:spPr>
        <p:txBody>
          <a:bodyPr/>
          <a:lstStyle/>
          <a:p>
            <a:endParaRPr/>
          </a:p>
        </p:txBody>
      </p:sp>
      <p:sp>
        <p:nvSpPr>
          <p:cNvPr id="10" name="Shape 8"/>
          <p:cNvSpPr/>
          <p:nvPr/>
        </p:nvSpPr>
        <p:spPr>
          <a:xfrm>
            <a:off x="8321040" y="1783080"/>
            <a:ext cx="2468880" cy="237744"/>
          </a:xfrm>
          <a:prstGeom prst="rect">
            <a:avLst/>
          </a:prstGeom>
          <a:solidFill>
            <a:srgbClr val="00AED6"/>
          </a:solidFill>
          <a:ln w="12700">
            <a:solidFill>
              <a:srgbClr val="00AED6"/>
            </a:solidFill>
            <a:prstDash val="solid"/>
          </a:ln>
        </p:spPr>
        <p:txBody>
          <a:bodyPr/>
          <a:lstStyle/>
          <a:p>
            <a:endParaRPr/>
          </a:p>
        </p:txBody>
      </p:sp>
      <p:sp>
        <p:nvSpPr>
          <p:cNvPr id="11" name="Shape 9"/>
          <p:cNvSpPr/>
          <p:nvPr/>
        </p:nvSpPr>
        <p:spPr>
          <a:xfrm>
            <a:off x="8577072" y="2331720"/>
            <a:ext cx="640080" cy="640080"/>
          </a:xfrm>
          <a:prstGeom prst="roundRect">
            <a:avLst>
              <a:gd name="adj" fmla="val 7143"/>
            </a:avLst>
          </a:prstGeom>
          <a:solidFill>
            <a:srgbClr val="E6F7FB"/>
          </a:solidFill>
          <a:ln w="12700">
            <a:solidFill>
              <a:srgbClr val="00AED6"/>
            </a:solidFill>
            <a:prstDash val="solid"/>
          </a:ln>
        </p:spPr>
        <p:txBody>
          <a:bodyPr/>
          <a:lstStyle/>
          <a:p>
            <a:endParaRPr/>
          </a:p>
        </p:txBody>
      </p:sp>
      <p:sp>
        <p:nvSpPr>
          <p:cNvPr id="12" name="Shape 10"/>
          <p:cNvSpPr/>
          <p:nvPr/>
        </p:nvSpPr>
        <p:spPr>
          <a:xfrm>
            <a:off x="9400032" y="2331720"/>
            <a:ext cx="109728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3" name="Shape 11"/>
          <p:cNvSpPr/>
          <p:nvPr/>
        </p:nvSpPr>
        <p:spPr>
          <a:xfrm>
            <a:off x="9400032" y="2633472"/>
            <a:ext cx="77724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4" name="Text 12"/>
          <p:cNvSpPr/>
          <p:nvPr/>
        </p:nvSpPr>
        <p:spPr>
          <a:xfrm>
            <a:off x="9189720" y="4114800"/>
            <a:ext cx="1097280" cy="548640"/>
          </a:xfrm>
          <a:prstGeom prst="rect">
            <a:avLst/>
          </a:prstGeom>
          <a:noFill/>
          <a:ln/>
        </p:spPr>
        <p:txBody>
          <a:bodyPr wrap="square" lIns="0" tIns="0" rIns="0" bIns="0" rtlCol="0" anchor="ctr"/>
          <a:lstStyle/>
          <a:p>
            <a:pPr marL="0" indent="0">
              <a:buNone/>
            </a:pPr>
            <a:r>
              <a:rPr lang="en-US" sz="3500" b="1">
                <a:solidFill>
                  <a:srgbClr val="00AED6"/>
                </a:solidFill>
                <a:latin typeface="Raleway" pitchFamily="34" charset="0"/>
                <a:ea typeface="Raleway" pitchFamily="34" charset="-122"/>
                <a:cs typeface="Raleway" pitchFamily="34" charset="-120"/>
              </a:rPr>
              <a:t>AI</a:t>
            </a:r>
            <a:endParaRPr lang="en-US" sz="3500"/>
          </a:p>
        </p:txBody>
      </p:sp>
      <p:sp>
        <p:nvSpPr>
          <p:cNvPr id="15" name="Shape 13"/>
          <p:cNvSpPr/>
          <p:nvPr/>
        </p:nvSpPr>
        <p:spPr>
          <a:xfrm>
            <a:off x="9473184" y="3474720"/>
            <a:ext cx="0" cy="502920"/>
          </a:xfrm>
          <a:prstGeom prst="line">
            <a:avLst/>
          </a:prstGeom>
          <a:noFill/>
          <a:ln w="25400">
            <a:solidFill>
              <a:srgbClr val="00AED6"/>
            </a:solidFill>
            <a:prstDash val="solid"/>
            <a:headEnd type="none"/>
            <a:tailEnd type="triangle"/>
          </a:ln>
        </p:spPr>
        <p:txBody>
          <a:bodyPr/>
          <a:lstStyle/>
          <a:p>
            <a:endParaRPr/>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30</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4</a:t>
            </a:r>
            <a:endParaRPr lang="en-US" sz="75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Building Your First Kernel Roadmap</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How the lessons in this section fit together.</a:t>
            </a:r>
            <a:endParaRPr lang="en-US" sz="1250"/>
          </a:p>
        </p:txBody>
      </p:sp>
      <p:sp>
        <p:nvSpPr>
          <p:cNvPr id="21" name="Shape 19"/>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2" name="Text 20"/>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32</a:t>
            </a:r>
            <a:endParaRPr lang="en-US" sz="900"/>
          </a:p>
        </p:txBody>
      </p:sp>
      <p:sp>
        <p:nvSpPr>
          <p:cNvPr id="23" name="Text 21"/>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4</a:t>
            </a:r>
            <a:endParaRPr lang="en-US" sz="750"/>
          </a:p>
        </p:txBody>
      </p:sp>
      <p:sp>
        <p:nvSpPr>
          <p:cNvPr id="24" name="TextBox 23"/>
          <p:cNvSpPr txBox="1"/>
          <p:nvPr/>
        </p:nvSpPr>
        <p:spPr>
          <a:xfrm>
            <a:off x="822959" y="1591056"/>
            <a:ext cx="9445647" cy="4170372"/>
          </a:xfrm>
          <a:prstGeom prst="rect">
            <a:avLst/>
          </a:prstGeom>
          <a:noFill/>
        </p:spPr>
        <p:txBody>
          <a:bodyPr wrap="square" lIns="0" tIns="0" rIns="0" bIns="0" anchor="t">
            <a:spAutoFit/>
          </a:bodyPr>
          <a:lstStyle/>
          <a:p>
            <a:pPr>
              <a:spcAft>
                <a:spcPts val="600"/>
              </a:spcAft>
            </a:pPr>
            <a:r>
              <a:rPr lang="en-US" sz="3200">
                <a:solidFill>
                  <a:srgbClr val="00AED6"/>
                </a:solidFill>
              </a:rPr>
              <a:t>▸ </a:t>
            </a:r>
            <a:r>
              <a:rPr lang="en-US" sz="2400">
                <a:solidFill>
                  <a:srgbClr val="374151"/>
                </a:solidFill>
              </a:rPr>
              <a:t>Understanding the Kernel, Services, and Connectors</a:t>
            </a:r>
          </a:p>
          <a:p>
            <a:pPr>
              <a:spcAft>
                <a:spcPts val="600"/>
              </a:spcAft>
            </a:pPr>
            <a:r>
              <a:rPr lang="en-US" sz="3200">
                <a:solidFill>
                  <a:srgbClr val="00AED6"/>
                </a:solidFill>
              </a:rPr>
              <a:t>▸ </a:t>
            </a:r>
            <a:r>
              <a:rPr lang="en-US" sz="2400">
                <a:solidFill>
                  <a:srgbClr val="374151"/>
                </a:solidFill>
              </a:rPr>
              <a:t>Add Semantic Kernel to the Solution [Demo]</a:t>
            </a:r>
          </a:p>
          <a:p>
            <a:pPr>
              <a:spcAft>
                <a:spcPts val="600"/>
              </a:spcAft>
            </a:pPr>
            <a:r>
              <a:rPr lang="en-US" sz="3200">
                <a:solidFill>
                  <a:srgbClr val="00AED6"/>
                </a:solidFill>
              </a:rPr>
              <a:t>▸ </a:t>
            </a:r>
            <a:r>
              <a:rPr lang="en-US" sz="2400">
                <a:solidFill>
                  <a:srgbClr val="374151"/>
                </a:solidFill>
              </a:rPr>
              <a:t>Register Azure OpenAI Chat Services [Demo]</a:t>
            </a:r>
          </a:p>
          <a:p>
            <a:pPr>
              <a:spcAft>
                <a:spcPts val="600"/>
              </a:spcAft>
            </a:pPr>
            <a:r>
              <a:rPr lang="en-US" sz="3200">
                <a:solidFill>
                  <a:srgbClr val="00AED6"/>
                </a:solidFill>
              </a:rPr>
              <a:t>▸ </a:t>
            </a:r>
            <a:r>
              <a:rPr lang="en-US" sz="2400">
                <a:solidFill>
                  <a:srgbClr val="374151"/>
                </a:solidFill>
              </a:rPr>
              <a:t>Build a First Chat Completion Console Flow [Demo]</a:t>
            </a:r>
          </a:p>
          <a:p>
            <a:pPr>
              <a:spcAft>
                <a:spcPts val="600"/>
              </a:spcAft>
            </a:pPr>
            <a:r>
              <a:rPr lang="en-US" sz="3200">
                <a:solidFill>
                  <a:srgbClr val="00AED6"/>
                </a:solidFill>
              </a:rPr>
              <a:t>▸ </a:t>
            </a:r>
            <a:r>
              <a:rPr lang="en-US" sz="2400">
                <a:solidFill>
                  <a:srgbClr val="374151"/>
                </a:solidFill>
              </a:rPr>
              <a:t>Add Basic Chat History [Demo]</a:t>
            </a:r>
          </a:p>
          <a:p>
            <a:pPr>
              <a:spcAft>
                <a:spcPts val="600"/>
              </a:spcAft>
            </a:pPr>
            <a:r>
              <a:rPr lang="en-US" sz="3200">
                <a:solidFill>
                  <a:srgbClr val="00AED6"/>
                </a:solidFill>
              </a:rPr>
              <a:t>▸ </a:t>
            </a:r>
            <a:r>
              <a:rPr lang="en-US" sz="2400">
                <a:solidFill>
                  <a:srgbClr val="374151"/>
                </a:solidFill>
              </a:rPr>
              <a:t>Refactor the Kernel Setup into Reusable Services [Demo]</a:t>
            </a:r>
          </a:p>
          <a:p>
            <a:pPr>
              <a:spcAft>
                <a:spcPts val="600"/>
              </a:spcAft>
            </a:pPr>
            <a:endParaRPr lang="en-US" sz="2200">
              <a:solidFill>
                <a:srgbClr val="374151"/>
              </a:solidFill>
            </a:endParaRPr>
          </a:p>
          <a:p>
            <a:pPr algn="l">
              <a:spcBef>
                <a:spcPts val="0"/>
              </a:spcBef>
              <a:spcAft>
                <a:spcPts val="600"/>
              </a:spcAft>
            </a:pPr>
            <a:endParaRPr lang="en-US" sz="2200" b="0" i="0">
              <a:solidFill>
                <a:srgbClr val="374151"/>
              </a:solidFill>
              <a:latin typeface="Barlow"/>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fade">
                                      <p:cBhvr>
                                        <p:cTn id="7" dur="500"/>
                                        <p:tgtEl>
                                          <p:spTgt spid="2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xEl>
                                              <p:pRg st="1" end="1"/>
                                            </p:txEl>
                                          </p:spTgt>
                                        </p:tgtEl>
                                        <p:attrNameLst>
                                          <p:attrName>style.visibility</p:attrName>
                                        </p:attrNameLst>
                                      </p:cBhvr>
                                      <p:to>
                                        <p:strVal val="visible"/>
                                      </p:to>
                                    </p:set>
                                    <p:animEffect transition="in" filter="fade">
                                      <p:cBhvr>
                                        <p:cTn id="12" dur="500"/>
                                        <p:tgtEl>
                                          <p:spTgt spid="2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
                                            <p:txEl>
                                              <p:pRg st="2" end="2"/>
                                            </p:txEl>
                                          </p:spTgt>
                                        </p:tgtEl>
                                        <p:attrNameLst>
                                          <p:attrName>style.visibility</p:attrName>
                                        </p:attrNameLst>
                                      </p:cBhvr>
                                      <p:to>
                                        <p:strVal val="visible"/>
                                      </p:to>
                                    </p:set>
                                    <p:animEffect transition="in" filter="fade">
                                      <p:cBhvr>
                                        <p:cTn id="17" dur="500"/>
                                        <p:tgtEl>
                                          <p:spTgt spid="2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xEl>
                                              <p:pRg st="3" end="3"/>
                                            </p:txEl>
                                          </p:spTgt>
                                        </p:tgtEl>
                                        <p:attrNameLst>
                                          <p:attrName>style.visibility</p:attrName>
                                        </p:attrNameLst>
                                      </p:cBhvr>
                                      <p:to>
                                        <p:strVal val="visible"/>
                                      </p:to>
                                    </p:set>
                                    <p:animEffect transition="in" filter="fade">
                                      <p:cBhvr>
                                        <p:cTn id="22" dur="500"/>
                                        <p:tgtEl>
                                          <p:spTgt spid="2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
                                            <p:txEl>
                                              <p:pRg st="4" end="4"/>
                                            </p:txEl>
                                          </p:spTgt>
                                        </p:tgtEl>
                                        <p:attrNameLst>
                                          <p:attrName>style.visibility</p:attrName>
                                        </p:attrNameLst>
                                      </p:cBhvr>
                                      <p:to>
                                        <p:strVal val="visible"/>
                                      </p:to>
                                    </p:set>
                                    <p:animEffect transition="in" filter="fade">
                                      <p:cBhvr>
                                        <p:cTn id="27" dur="500"/>
                                        <p:tgtEl>
                                          <p:spTgt spid="2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
                                            <p:txEl>
                                              <p:pRg st="5" end="5"/>
                                            </p:txEl>
                                          </p:spTgt>
                                        </p:tgtEl>
                                        <p:attrNameLst>
                                          <p:attrName>style.visibility</p:attrName>
                                        </p:attrNameLst>
                                      </p:cBhvr>
                                      <p:to>
                                        <p:strVal val="visible"/>
                                      </p:to>
                                    </p:set>
                                    <p:animEffect transition="in" filter="fade">
                                      <p:cBhvr>
                                        <p:cTn id="32" dur="500"/>
                                        <p:tgtEl>
                                          <p:spTgt spid="2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7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4.2 — Understanding the Kernel, Services, and Connectors</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Explain the kernel as the central orchestrator in Semantic Kernel.</a:t>
            </a:r>
            <a:endParaRPr lang="en-US" sz="1250"/>
          </a:p>
        </p:txBody>
      </p:sp>
      <p:sp>
        <p:nvSpPr>
          <p:cNvPr id="13" name="Shape 11"/>
          <p:cNvSpPr/>
          <p:nvPr/>
        </p:nvSpPr>
        <p:spPr>
          <a:xfrm>
            <a:off x="612648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14" name="Text 12"/>
          <p:cNvSpPr/>
          <p:nvPr/>
        </p:nvSpPr>
        <p:spPr>
          <a:xfrm>
            <a:off x="619963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Services</a:t>
            </a:r>
            <a:endParaRPr lang="en-US" sz="1150"/>
          </a:p>
        </p:txBody>
      </p:sp>
      <p:sp>
        <p:nvSpPr>
          <p:cNvPr id="15" name="Shape 13"/>
          <p:cNvSpPr/>
          <p:nvPr/>
        </p:nvSpPr>
        <p:spPr>
          <a:xfrm>
            <a:off x="7059168" y="2331720"/>
            <a:ext cx="100584" cy="0"/>
          </a:xfrm>
          <a:prstGeom prst="line">
            <a:avLst/>
          </a:prstGeom>
          <a:noFill/>
          <a:ln w="25400">
            <a:solidFill>
              <a:srgbClr val="00AED6"/>
            </a:solidFill>
            <a:prstDash val="solid"/>
            <a:headEnd type="none"/>
            <a:tailEnd type="triangle"/>
          </a:ln>
        </p:spPr>
        <p:txBody>
          <a:bodyPr/>
          <a:lstStyle/>
          <a:p>
            <a:endParaRPr/>
          </a:p>
        </p:txBody>
      </p:sp>
      <p:sp>
        <p:nvSpPr>
          <p:cNvPr id="16" name="Shape 14"/>
          <p:cNvSpPr/>
          <p:nvPr/>
        </p:nvSpPr>
        <p:spPr>
          <a:xfrm>
            <a:off x="7178040" y="1920240"/>
            <a:ext cx="914400" cy="822960"/>
          </a:xfrm>
          <a:prstGeom prst="roundRect">
            <a:avLst>
              <a:gd name="adj" fmla="val 5556"/>
            </a:avLst>
          </a:prstGeom>
          <a:solidFill>
            <a:srgbClr val="E6F7FB"/>
          </a:solidFill>
          <a:ln w="12700">
            <a:solidFill>
              <a:srgbClr val="C9D4E2"/>
            </a:solidFill>
            <a:prstDash val="solid"/>
          </a:ln>
        </p:spPr>
        <p:txBody>
          <a:bodyPr/>
          <a:lstStyle/>
          <a:p>
            <a:endParaRPr/>
          </a:p>
        </p:txBody>
      </p:sp>
      <p:sp>
        <p:nvSpPr>
          <p:cNvPr id="17" name="Text 15"/>
          <p:cNvSpPr/>
          <p:nvPr/>
        </p:nvSpPr>
        <p:spPr>
          <a:xfrm>
            <a:off x="725119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07DB8"/>
                </a:solidFill>
                <a:latin typeface="Raleway" pitchFamily="34" charset="0"/>
                <a:ea typeface="Raleway" pitchFamily="34" charset="-122"/>
                <a:cs typeface="Raleway" pitchFamily="34" charset="-120"/>
              </a:rPr>
              <a:t>Kernel</a:t>
            </a:r>
            <a:endParaRPr lang="en-US" sz="1150"/>
          </a:p>
        </p:txBody>
      </p:sp>
      <p:sp>
        <p:nvSpPr>
          <p:cNvPr id="18" name="Shape 16"/>
          <p:cNvSpPr/>
          <p:nvPr/>
        </p:nvSpPr>
        <p:spPr>
          <a:xfrm>
            <a:off x="8110728" y="2331720"/>
            <a:ext cx="100584" cy="0"/>
          </a:xfrm>
          <a:prstGeom prst="line">
            <a:avLst/>
          </a:prstGeom>
          <a:noFill/>
          <a:ln w="25400">
            <a:solidFill>
              <a:srgbClr val="00AED6"/>
            </a:solidFill>
            <a:prstDash val="solid"/>
            <a:headEnd type="none"/>
            <a:tailEnd type="triangle"/>
          </a:ln>
        </p:spPr>
        <p:txBody>
          <a:bodyPr/>
          <a:lstStyle/>
          <a:p>
            <a:endParaRPr/>
          </a:p>
        </p:txBody>
      </p:sp>
      <p:sp>
        <p:nvSpPr>
          <p:cNvPr id="19" name="Shape 17"/>
          <p:cNvSpPr/>
          <p:nvPr/>
        </p:nvSpPr>
        <p:spPr>
          <a:xfrm>
            <a:off x="822960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20" name="Text 18"/>
          <p:cNvSpPr/>
          <p:nvPr/>
        </p:nvSpPr>
        <p:spPr>
          <a:xfrm>
            <a:off x="830275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Prompt</a:t>
            </a:r>
            <a:endParaRPr lang="en-US" sz="1150"/>
          </a:p>
        </p:txBody>
      </p:sp>
      <p:sp>
        <p:nvSpPr>
          <p:cNvPr id="21" name="Shape 19"/>
          <p:cNvSpPr/>
          <p:nvPr/>
        </p:nvSpPr>
        <p:spPr>
          <a:xfrm>
            <a:off x="9162288" y="2331720"/>
            <a:ext cx="100584" cy="0"/>
          </a:xfrm>
          <a:prstGeom prst="line">
            <a:avLst/>
          </a:prstGeom>
          <a:noFill/>
          <a:ln w="25400">
            <a:solidFill>
              <a:srgbClr val="00AED6"/>
            </a:solidFill>
            <a:prstDash val="solid"/>
            <a:headEnd type="none"/>
            <a:tailEnd type="triangle"/>
          </a:ln>
        </p:spPr>
        <p:txBody>
          <a:bodyPr/>
          <a:lstStyle/>
          <a:p>
            <a:endParaRPr/>
          </a:p>
        </p:txBody>
      </p:sp>
      <p:sp>
        <p:nvSpPr>
          <p:cNvPr id="22" name="Shape 20"/>
          <p:cNvSpPr/>
          <p:nvPr/>
        </p:nvSpPr>
        <p:spPr>
          <a:xfrm>
            <a:off x="928116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23" name="Text 21"/>
          <p:cNvSpPr/>
          <p:nvPr/>
        </p:nvSpPr>
        <p:spPr>
          <a:xfrm>
            <a:off x="935431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Plugin</a:t>
            </a:r>
            <a:endParaRPr lang="en-US" sz="1150"/>
          </a:p>
        </p:txBody>
      </p:sp>
      <p:sp>
        <p:nvSpPr>
          <p:cNvPr id="24" name="Shape 22"/>
          <p:cNvSpPr/>
          <p:nvPr/>
        </p:nvSpPr>
        <p:spPr>
          <a:xfrm>
            <a:off x="10213848" y="2331720"/>
            <a:ext cx="100584" cy="0"/>
          </a:xfrm>
          <a:prstGeom prst="line">
            <a:avLst/>
          </a:prstGeom>
          <a:noFill/>
          <a:ln w="25400">
            <a:solidFill>
              <a:srgbClr val="00AED6"/>
            </a:solidFill>
            <a:prstDash val="solid"/>
            <a:headEnd type="none"/>
            <a:tailEnd type="triangle"/>
          </a:ln>
        </p:spPr>
        <p:txBody>
          <a:bodyPr/>
          <a:lstStyle/>
          <a:p>
            <a:endParaRPr/>
          </a:p>
        </p:txBody>
      </p:sp>
      <p:sp>
        <p:nvSpPr>
          <p:cNvPr id="25" name="Shape 23"/>
          <p:cNvSpPr/>
          <p:nvPr/>
        </p:nvSpPr>
        <p:spPr>
          <a:xfrm>
            <a:off x="1033272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26" name="Text 24"/>
          <p:cNvSpPr/>
          <p:nvPr/>
        </p:nvSpPr>
        <p:spPr>
          <a:xfrm>
            <a:off x="1040587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Output</a:t>
            </a:r>
            <a:endParaRPr lang="en-US" sz="1150"/>
          </a:p>
        </p:txBody>
      </p:sp>
      <p:sp>
        <p:nvSpPr>
          <p:cNvPr id="27" name="Shape 2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8" name="Text 2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33</a:t>
            </a:r>
            <a:endParaRPr lang="en-US" sz="900"/>
          </a:p>
        </p:txBody>
      </p:sp>
      <p:sp>
        <p:nvSpPr>
          <p:cNvPr id="29" name="Text 2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4 · Lesson 4.2</a:t>
            </a:r>
            <a:endParaRPr lang="en-US" sz="750"/>
          </a:p>
        </p:txBody>
      </p:sp>
      <p:sp>
        <p:nvSpPr>
          <p:cNvPr id="30" name="TextBox 29"/>
          <p:cNvSpPr txBox="1"/>
          <p:nvPr/>
        </p:nvSpPr>
        <p:spPr>
          <a:xfrm>
            <a:off x="822960" y="1591056"/>
            <a:ext cx="5257800" cy="3616375"/>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kernel is the central object that knows about AI services, plugins, and execution context.</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Connectors integrate the application with model providers such as Azure OpenAI.</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Services are registered once and reused through application workflows.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This centralization is what later enables logging, filters, and controlled orchestration.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fade">
                                      <p:cBhvr>
                                        <p:cTn id="7" dur="500"/>
                                        <p:tgtEl>
                                          <p:spTgt spid="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
                                            <p:txEl>
                                              <p:pRg st="1" end="1"/>
                                            </p:txEl>
                                          </p:spTgt>
                                        </p:tgtEl>
                                        <p:attrNameLst>
                                          <p:attrName>style.visibility</p:attrName>
                                        </p:attrNameLst>
                                      </p:cBhvr>
                                      <p:to>
                                        <p:strVal val="visible"/>
                                      </p:to>
                                    </p:set>
                                    <p:animEffect transition="in" filter="fade">
                                      <p:cBhvr>
                                        <p:cTn id="12" dur="500"/>
                                        <p:tgtEl>
                                          <p:spTgt spid="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xEl>
                                              <p:pRg st="2" end="2"/>
                                            </p:txEl>
                                          </p:spTgt>
                                        </p:tgtEl>
                                        <p:attrNameLst>
                                          <p:attrName>style.visibility</p:attrName>
                                        </p:attrNameLst>
                                      </p:cBhvr>
                                      <p:to>
                                        <p:strVal val="visible"/>
                                      </p:to>
                                    </p:set>
                                    <p:animEffect transition="in" filter="fade">
                                      <p:cBhvr>
                                        <p:cTn id="17" dur="500"/>
                                        <p:tgtEl>
                                          <p:spTgt spid="3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xEl>
                                              <p:pRg st="3" end="3"/>
                                            </p:txEl>
                                          </p:spTgt>
                                        </p:tgtEl>
                                        <p:attrNameLst>
                                          <p:attrName>style.visibility</p:attrName>
                                        </p:attrNameLst>
                                      </p:cBhvr>
                                      <p:to>
                                        <p:strVal val="visible"/>
                                      </p:to>
                                    </p:set>
                                    <p:animEffect transition="in" filter="fade">
                                      <p:cBhvr>
                                        <p:cTn id="22" dur="500"/>
                                        <p:tgtEl>
                                          <p:spTgt spid="3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7F7EC-BEA5-DEE8-125F-4C41582FC33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10E197F-6590-F549-1766-CBDFA6FE4FAD}"/>
              </a:ext>
            </a:extLst>
          </p:cNvPr>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a:extLst>
              <a:ext uri="{FF2B5EF4-FFF2-40B4-BE49-F238E27FC236}">
                <a16:creationId xmlns:a16="http://schemas.microsoft.com/office/drawing/2014/main" id="{3F309D8C-8734-13A3-3CA5-2FBCDE38C993}"/>
              </a:ext>
            </a:extLst>
          </p:cNvPr>
          <p:cNvSpPr/>
          <p:nvPr/>
        </p:nvSpPr>
        <p:spPr>
          <a:xfrm>
            <a:off x="594360" y="411480"/>
            <a:ext cx="9052560" cy="530352"/>
          </a:xfrm>
          <a:prstGeom prst="rect">
            <a:avLst/>
          </a:prstGeom>
          <a:noFill/>
          <a:ln/>
        </p:spPr>
        <p:txBody>
          <a:bodyPr wrap="square" lIns="254" tIns="254" rIns="254" bIns="254" rtlCol="0" anchor="ctr">
            <a:normAutofit fontScale="77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4.2 — Understanding the Kernel, Services, and Connectors</a:t>
            </a:r>
            <a:endParaRPr lang="en-US" sz="2700"/>
          </a:p>
        </p:txBody>
      </p:sp>
      <p:sp>
        <p:nvSpPr>
          <p:cNvPr id="4" name="Text 2">
            <a:extLst>
              <a:ext uri="{FF2B5EF4-FFF2-40B4-BE49-F238E27FC236}">
                <a16:creationId xmlns:a16="http://schemas.microsoft.com/office/drawing/2014/main" id="{0CD8D93D-102C-611F-46AA-0171F1E2D97A}"/>
              </a:ext>
            </a:extLst>
          </p:cNvPr>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Explain the kernel as the central orchestrator in Semantic Kernel.</a:t>
            </a:r>
            <a:endParaRPr lang="en-US" sz="1250"/>
          </a:p>
        </p:txBody>
      </p:sp>
      <p:sp>
        <p:nvSpPr>
          <p:cNvPr id="13" name="Shape 11">
            <a:extLst>
              <a:ext uri="{FF2B5EF4-FFF2-40B4-BE49-F238E27FC236}">
                <a16:creationId xmlns:a16="http://schemas.microsoft.com/office/drawing/2014/main" id="{E9C777C0-0C27-E328-9005-7E680A72A598}"/>
              </a:ext>
            </a:extLst>
          </p:cNvPr>
          <p:cNvSpPr/>
          <p:nvPr/>
        </p:nvSpPr>
        <p:spPr>
          <a:xfrm>
            <a:off x="612648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14" name="Text 12">
            <a:extLst>
              <a:ext uri="{FF2B5EF4-FFF2-40B4-BE49-F238E27FC236}">
                <a16:creationId xmlns:a16="http://schemas.microsoft.com/office/drawing/2014/main" id="{2671115A-29F0-0C55-62C6-03679663667A}"/>
              </a:ext>
            </a:extLst>
          </p:cNvPr>
          <p:cNvSpPr/>
          <p:nvPr/>
        </p:nvSpPr>
        <p:spPr>
          <a:xfrm>
            <a:off x="619963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Services</a:t>
            </a:r>
            <a:endParaRPr lang="en-US" sz="1150"/>
          </a:p>
        </p:txBody>
      </p:sp>
      <p:sp>
        <p:nvSpPr>
          <p:cNvPr id="15" name="Shape 13">
            <a:extLst>
              <a:ext uri="{FF2B5EF4-FFF2-40B4-BE49-F238E27FC236}">
                <a16:creationId xmlns:a16="http://schemas.microsoft.com/office/drawing/2014/main" id="{DDD6A83A-5B51-525E-19B8-C7E29F1575BC}"/>
              </a:ext>
            </a:extLst>
          </p:cNvPr>
          <p:cNvSpPr/>
          <p:nvPr/>
        </p:nvSpPr>
        <p:spPr>
          <a:xfrm>
            <a:off x="7059168" y="2331720"/>
            <a:ext cx="100584" cy="0"/>
          </a:xfrm>
          <a:prstGeom prst="line">
            <a:avLst/>
          </a:prstGeom>
          <a:noFill/>
          <a:ln w="25400">
            <a:solidFill>
              <a:srgbClr val="00AED6"/>
            </a:solidFill>
            <a:prstDash val="solid"/>
            <a:headEnd type="none"/>
            <a:tailEnd type="triangle"/>
          </a:ln>
        </p:spPr>
        <p:txBody>
          <a:bodyPr/>
          <a:lstStyle/>
          <a:p>
            <a:endParaRPr/>
          </a:p>
        </p:txBody>
      </p:sp>
      <p:sp>
        <p:nvSpPr>
          <p:cNvPr id="16" name="Shape 14">
            <a:extLst>
              <a:ext uri="{FF2B5EF4-FFF2-40B4-BE49-F238E27FC236}">
                <a16:creationId xmlns:a16="http://schemas.microsoft.com/office/drawing/2014/main" id="{6F833A0A-0645-D444-2A1C-9B3D8DCC9654}"/>
              </a:ext>
            </a:extLst>
          </p:cNvPr>
          <p:cNvSpPr/>
          <p:nvPr/>
        </p:nvSpPr>
        <p:spPr>
          <a:xfrm>
            <a:off x="7178040" y="1920240"/>
            <a:ext cx="914400" cy="822960"/>
          </a:xfrm>
          <a:prstGeom prst="roundRect">
            <a:avLst>
              <a:gd name="adj" fmla="val 5556"/>
            </a:avLst>
          </a:prstGeom>
          <a:solidFill>
            <a:srgbClr val="E6F7FB"/>
          </a:solidFill>
          <a:ln w="12700">
            <a:solidFill>
              <a:srgbClr val="C9D4E2"/>
            </a:solidFill>
            <a:prstDash val="solid"/>
          </a:ln>
        </p:spPr>
        <p:txBody>
          <a:bodyPr/>
          <a:lstStyle/>
          <a:p>
            <a:endParaRPr/>
          </a:p>
        </p:txBody>
      </p:sp>
      <p:sp>
        <p:nvSpPr>
          <p:cNvPr id="17" name="Text 15">
            <a:extLst>
              <a:ext uri="{FF2B5EF4-FFF2-40B4-BE49-F238E27FC236}">
                <a16:creationId xmlns:a16="http://schemas.microsoft.com/office/drawing/2014/main" id="{E8D50185-39BD-FE28-00AF-EACE0A187EBB}"/>
              </a:ext>
            </a:extLst>
          </p:cNvPr>
          <p:cNvSpPr/>
          <p:nvPr/>
        </p:nvSpPr>
        <p:spPr>
          <a:xfrm>
            <a:off x="725119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07DB8"/>
                </a:solidFill>
                <a:latin typeface="Raleway" pitchFamily="34" charset="0"/>
                <a:ea typeface="Raleway" pitchFamily="34" charset="-122"/>
                <a:cs typeface="Raleway" pitchFamily="34" charset="-120"/>
              </a:rPr>
              <a:t>Kernel</a:t>
            </a:r>
            <a:endParaRPr lang="en-US" sz="1150"/>
          </a:p>
        </p:txBody>
      </p:sp>
      <p:sp>
        <p:nvSpPr>
          <p:cNvPr id="18" name="Shape 16">
            <a:extLst>
              <a:ext uri="{FF2B5EF4-FFF2-40B4-BE49-F238E27FC236}">
                <a16:creationId xmlns:a16="http://schemas.microsoft.com/office/drawing/2014/main" id="{B279A5D9-EC7F-3205-7A8E-855851A49E45}"/>
              </a:ext>
            </a:extLst>
          </p:cNvPr>
          <p:cNvSpPr/>
          <p:nvPr/>
        </p:nvSpPr>
        <p:spPr>
          <a:xfrm>
            <a:off x="8110728" y="2331720"/>
            <a:ext cx="100584" cy="0"/>
          </a:xfrm>
          <a:prstGeom prst="line">
            <a:avLst/>
          </a:prstGeom>
          <a:noFill/>
          <a:ln w="25400">
            <a:solidFill>
              <a:srgbClr val="00AED6"/>
            </a:solidFill>
            <a:prstDash val="solid"/>
            <a:headEnd type="none"/>
            <a:tailEnd type="triangle"/>
          </a:ln>
        </p:spPr>
        <p:txBody>
          <a:bodyPr/>
          <a:lstStyle/>
          <a:p>
            <a:endParaRPr/>
          </a:p>
        </p:txBody>
      </p:sp>
      <p:sp>
        <p:nvSpPr>
          <p:cNvPr id="19" name="Shape 17">
            <a:extLst>
              <a:ext uri="{FF2B5EF4-FFF2-40B4-BE49-F238E27FC236}">
                <a16:creationId xmlns:a16="http://schemas.microsoft.com/office/drawing/2014/main" id="{0D59B195-2D93-601F-3398-0A5144D126B0}"/>
              </a:ext>
            </a:extLst>
          </p:cNvPr>
          <p:cNvSpPr/>
          <p:nvPr/>
        </p:nvSpPr>
        <p:spPr>
          <a:xfrm>
            <a:off x="822960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20" name="Text 18">
            <a:extLst>
              <a:ext uri="{FF2B5EF4-FFF2-40B4-BE49-F238E27FC236}">
                <a16:creationId xmlns:a16="http://schemas.microsoft.com/office/drawing/2014/main" id="{BD1408E8-870E-2DA2-0A63-A3B589DDDCD1}"/>
              </a:ext>
            </a:extLst>
          </p:cNvPr>
          <p:cNvSpPr/>
          <p:nvPr/>
        </p:nvSpPr>
        <p:spPr>
          <a:xfrm>
            <a:off x="830275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Prompt</a:t>
            </a:r>
            <a:endParaRPr lang="en-US" sz="1150"/>
          </a:p>
        </p:txBody>
      </p:sp>
      <p:sp>
        <p:nvSpPr>
          <p:cNvPr id="21" name="Shape 19">
            <a:extLst>
              <a:ext uri="{FF2B5EF4-FFF2-40B4-BE49-F238E27FC236}">
                <a16:creationId xmlns:a16="http://schemas.microsoft.com/office/drawing/2014/main" id="{D4502369-AD27-ADE0-E46F-A0370A529B44}"/>
              </a:ext>
            </a:extLst>
          </p:cNvPr>
          <p:cNvSpPr/>
          <p:nvPr/>
        </p:nvSpPr>
        <p:spPr>
          <a:xfrm>
            <a:off x="9162288" y="2331720"/>
            <a:ext cx="100584" cy="0"/>
          </a:xfrm>
          <a:prstGeom prst="line">
            <a:avLst/>
          </a:prstGeom>
          <a:noFill/>
          <a:ln w="25400">
            <a:solidFill>
              <a:srgbClr val="00AED6"/>
            </a:solidFill>
            <a:prstDash val="solid"/>
            <a:headEnd type="none"/>
            <a:tailEnd type="triangle"/>
          </a:ln>
        </p:spPr>
        <p:txBody>
          <a:bodyPr/>
          <a:lstStyle/>
          <a:p>
            <a:endParaRPr/>
          </a:p>
        </p:txBody>
      </p:sp>
      <p:sp>
        <p:nvSpPr>
          <p:cNvPr id="22" name="Shape 20">
            <a:extLst>
              <a:ext uri="{FF2B5EF4-FFF2-40B4-BE49-F238E27FC236}">
                <a16:creationId xmlns:a16="http://schemas.microsoft.com/office/drawing/2014/main" id="{500B4C0A-0A7F-7706-46EC-244E77F49620}"/>
              </a:ext>
            </a:extLst>
          </p:cNvPr>
          <p:cNvSpPr/>
          <p:nvPr/>
        </p:nvSpPr>
        <p:spPr>
          <a:xfrm>
            <a:off x="928116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23" name="Text 21">
            <a:extLst>
              <a:ext uri="{FF2B5EF4-FFF2-40B4-BE49-F238E27FC236}">
                <a16:creationId xmlns:a16="http://schemas.microsoft.com/office/drawing/2014/main" id="{3DF1517D-3638-C678-3F0B-FD33EB0345C9}"/>
              </a:ext>
            </a:extLst>
          </p:cNvPr>
          <p:cNvSpPr/>
          <p:nvPr/>
        </p:nvSpPr>
        <p:spPr>
          <a:xfrm>
            <a:off x="935431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Plugin</a:t>
            </a:r>
            <a:endParaRPr lang="en-US" sz="1150"/>
          </a:p>
        </p:txBody>
      </p:sp>
      <p:sp>
        <p:nvSpPr>
          <p:cNvPr id="24" name="Shape 22">
            <a:extLst>
              <a:ext uri="{FF2B5EF4-FFF2-40B4-BE49-F238E27FC236}">
                <a16:creationId xmlns:a16="http://schemas.microsoft.com/office/drawing/2014/main" id="{B19A636D-59EA-1840-7930-3369B10A6842}"/>
              </a:ext>
            </a:extLst>
          </p:cNvPr>
          <p:cNvSpPr/>
          <p:nvPr/>
        </p:nvSpPr>
        <p:spPr>
          <a:xfrm>
            <a:off x="10213848" y="2331720"/>
            <a:ext cx="100584" cy="0"/>
          </a:xfrm>
          <a:prstGeom prst="line">
            <a:avLst/>
          </a:prstGeom>
          <a:noFill/>
          <a:ln w="25400">
            <a:solidFill>
              <a:srgbClr val="00AED6"/>
            </a:solidFill>
            <a:prstDash val="solid"/>
            <a:headEnd type="none"/>
            <a:tailEnd type="triangle"/>
          </a:ln>
        </p:spPr>
        <p:txBody>
          <a:bodyPr/>
          <a:lstStyle/>
          <a:p>
            <a:endParaRPr/>
          </a:p>
        </p:txBody>
      </p:sp>
      <p:sp>
        <p:nvSpPr>
          <p:cNvPr id="25" name="Shape 23">
            <a:extLst>
              <a:ext uri="{FF2B5EF4-FFF2-40B4-BE49-F238E27FC236}">
                <a16:creationId xmlns:a16="http://schemas.microsoft.com/office/drawing/2014/main" id="{64459433-ED6D-82AD-948C-E60B3FD3A358}"/>
              </a:ext>
            </a:extLst>
          </p:cNvPr>
          <p:cNvSpPr/>
          <p:nvPr/>
        </p:nvSpPr>
        <p:spPr>
          <a:xfrm>
            <a:off x="1033272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26" name="Text 24">
            <a:extLst>
              <a:ext uri="{FF2B5EF4-FFF2-40B4-BE49-F238E27FC236}">
                <a16:creationId xmlns:a16="http://schemas.microsoft.com/office/drawing/2014/main" id="{04E67150-F69C-D4C2-74F5-0DA634A83B06}"/>
              </a:ext>
            </a:extLst>
          </p:cNvPr>
          <p:cNvSpPr/>
          <p:nvPr/>
        </p:nvSpPr>
        <p:spPr>
          <a:xfrm>
            <a:off x="1040587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Output</a:t>
            </a:r>
            <a:endParaRPr lang="en-US" sz="1150"/>
          </a:p>
        </p:txBody>
      </p:sp>
      <p:sp>
        <p:nvSpPr>
          <p:cNvPr id="27" name="Shape 25">
            <a:extLst>
              <a:ext uri="{FF2B5EF4-FFF2-40B4-BE49-F238E27FC236}">
                <a16:creationId xmlns:a16="http://schemas.microsoft.com/office/drawing/2014/main" id="{23DBBA4B-8903-BA66-DECD-9C19D7261DDD}"/>
              </a:ext>
            </a:extLst>
          </p:cNvPr>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8" name="Text 26">
            <a:extLst>
              <a:ext uri="{FF2B5EF4-FFF2-40B4-BE49-F238E27FC236}">
                <a16:creationId xmlns:a16="http://schemas.microsoft.com/office/drawing/2014/main" id="{55DB8D74-B869-9FDD-B2CE-082F3A580F46}"/>
              </a:ext>
            </a:extLst>
          </p:cNvPr>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33</a:t>
            </a:r>
            <a:endParaRPr lang="en-US" sz="900"/>
          </a:p>
        </p:txBody>
      </p:sp>
      <p:sp>
        <p:nvSpPr>
          <p:cNvPr id="29" name="Text 27">
            <a:extLst>
              <a:ext uri="{FF2B5EF4-FFF2-40B4-BE49-F238E27FC236}">
                <a16:creationId xmlns:a16="http://schemas.microsoft.com/office/drawing/2014/main" id="{BED31BF0-7C10-198A-0E8C-9CE1F2AE5B07}"/>
              </a:ext>
            </a:extLst>
          </p:cNvPr>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4 · Lesson 4.2</a:t>
            </a:r>
            <a:endParaRPr lang="en-US" sz="750"/>
          </a:p>
        </p:txBody>
      </p:sp>
      <p:sp>
        <p:nvSpPr>
          <p:cNvPr id="30" name="TextBox 29">
            <a:extLst>
              <a:ext uri="{FF2B5EF4-FFF2-40B4-BE49-F238E27FC236}">
                <a16:creationId xmlns:a16="http://schemas.microsoft.com/office/drawing/2014/main" id="{DD2EEFCD-4CF0-CBCA-9C6E-1048AF3BC00E}"/>
              </a:ext>
            </a:extLst>
          </p:cNvPr>
          <p:cNvSpPr txBox="1"/>
          <p:nvPr/>
        </p:nvSpPr>
        <p:spPr>
          <a:xfrm>
            <a:off x="822960" y="1591056"/>
            <a:ext cx="5257800" cy="3616375"/>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kernel is the central object that knows about AI services, plugins, and execution context.</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Connectors integrate the application with model providers such as Azure OpenAI.</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Services are registered once and reused through application workflows.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This centralization is what later enables logging, filters, and controlled orchestration.</a:t>
            </a:r>
          </a:p>
        </p:txBody>
      </p:sp>
      <p:pic>
        <p:nvPicPr>
          <p:cNvPr id="6" name="Picture 5">
            <a:extLst>
              <a:ext uri="{FF2B5EF4-FFF2-40B4-BE49-F238E27FC236}">
                <a16:creationId xmlns:a16="http://schemas.microsoft.com/office/drawing/2014/main" id="{2E39E7AB-CE3B-8EC5-C8C4-66E6A29CD4E5}"/>
              </a:ext>
            </a:extLst>
          </p:cNvPr>
          <p:cNvPicPr>
            <a:picLocks noChangeAspect="1"/>
          </p:cNvPicPr>
          <p:nvPr/>
        </p:nvPicPr>
        <p:blipFill>
          <a:blip r:embed="rId3"/>
          <a:srcRect b="9600"/>
          <a:stretch>
            <a:fillRect/>
          </a:stretch>
        </p:blipFill>
        <p:spPr>
          <a:xfrm>
            <a:off x="0" y="0"/>
            <a:ext cx="12192000" cy="6199632"/>
          </a:xfrm>
          <a:prstGeom prst="rect">
            <a:avLst/>
          </a:prstGeom>
        </p:spPr>
      </p:pic>
    </p:spTree>
    <p:extLst>
      <p:ext uri="{BB962C8B-B14F-4D97-AF65-F5344CB8AC3E}">
        <p14:creationId xmlns:p14="http://schemas.microsoft.com/office/powerpoint/2010/main" val="122486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fade">
                                      <p:cBhvr>
                                        <p:cTn id="7" dur="500"/>
                                        <p:tgtEl>
                                          <p:spTgt spid="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
                                            <p:txEl>
                                              <p:pRg st="1" end="1"/>
                                            </p:txEl>
                                          </p:spTgt>
                                        </p:tgtEl>
                                        <p:attrNameLst>
                                          <p:attrName>style.visibility</p:attrName>
                                        </p:attrNameLst>
                                      </p:cBhvr>
                                      <p:to>
                                        <p:strVal val="visible"/>
                                      </p:to>
                                    </p:set>
                                    <p:animEffect transition="in" filter="fade">
                                      <p:cBhvr>
                                        <p:cTn id="12" dur="500"/>
                                        <p:tgtEl>
                                          <p:spTgt spid="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xEl>
                                              <p:pRg st="2" end="2"/>
                                            </p:txEl>
                                          </p:spTgt>
                                        </p:tgtEl>
                                        <p:attrNameLst>
                                          <p:attrName>style.visibility</p:attrName>
                                        </p:attrNameLst>
                                      </p:cBhvr>
                                      <p:to>
                                        <p:strVal val="visible"/>
                                      </p:to>
                                    </p:set>
                                    <p:animEffect transition="in" filter="fade">
                                      <p:cBhvr>
                                        <p:cTn id="17" dur="500"/>
                                        <p:tgtEl>
                                          <p:spTgt spid="3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xEl>
                                              <p:pRg st="3" end="3"/>
                                            </p:txEl>
                                          </p:spTgt>
                                        </p:tgtEl>
                                        <p:attrNameLst>
                                          <p:attrName>style.visibility</p:attrName>
                                        </p:attrNameLst>
                                      </p:cBhvr>
                                      <p:to>
                                        <p:strVal val="visible"/>
                                      </p:to>
                                    </p:set>
                                    <p:animEffect transition="in" filter="fade">
                                      <p:cBhvr>
                                        <p:cTn id="22" dur="500"/>
                                        <p:tgtEl>
                                          <p:spTgt spid="3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name="Slide 3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4.3 — Add Semantic Kernel to the Solution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Install and reference the core packages correctly.</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project compiles with Semantic Kernel referenced.</a:t>
            </a:r>
            <a:endParaRPr lang="en-US" sz="1160"/>
          </a:p>
        </p:txBody>
      </p:sp>
      <p:sp>
        <p:nvSpPr>
          <p:cNvPr id="10" name="Shape 8"/>
          <p:cNvSpPr/>
          <p:nvPr/>
        </p:nvSpPr>
        <p:spPr>
          <a:xfrm>
            <a:off x="4343400" y="1508760"/>
            <a:ext cx="6995160" cy="2057400"/>
          </a:xfrm>
          <a:prstGeom prst="roundRect">
            <a:avLst>
              <a:gd name="adj" fmla="val 2667"/>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205740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139903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Add the Semantic Kernel NuGet packages.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Confirm the package references restore.</a:t>
            </a:r>
            <a:endParaRPr lang="en-US" sz="1160"/>
          </a:p>
          <a:p>
            <a:pPr marL="0" indent="0">
              <a:buNone/>
            </a:pPr>
            <a:r>
              <a:rPr lang="en-US" sz="2200">
                <a:solidFill>
                  <a:srgbClr val="374151"/>
                </a:solidFill>
                <a:latin typeface="Barlow" pitchFamily="34" charset="0"/>
                <a:ea typeface="Barlow" pitchFamily="34" charset="-122"/>
                <a:cs typeface="Barlow" pitchFamily="34" charset="-120"/>
              </a:rPr>
              <a:t>3. Add Logging and Configuration Extension packages.</a:t>
            </a:r>
            <a:endParaRPr lang="en-US" sz="1160"/>
          </a:p>
        </p:txBody>
      </p:sp>
      <p:sp>
        <p:nvSpPr>
          <p:cNvPr id="15" name="Shape 13"/>
          <p:cNvSpPr/>
          <p:nvPr/>
        </p:nvSpPr>
        <p:spPr>
          <a:xfrm>
            <a:off x="4343400" y="3840480"/>
            <a:ext cx="6995160" cy="1737360"/>
          </a:xfrm>
          <a:prstGeom prst="roundRect">
            <a:avLst>
              <a:gd name="adj" fmla="val 2632"/>
            </a:avLst>
          </a:prstGeom>
          <a:solidFill>
            <a:srgbClr val="152233"/>
          </a:solidFill>
          <a:ln w="12700">
            <a:solidFill>
              <a:srgbClr val="152233"/>
            </a:solidFill>
            <a:prstDash val="solid"/>
          </a:ln>
        </p:spPr>
        <p:txBody>
          <a:bodyPr/>
          <a:lstStyle/>
          <a:p>
            <a:endParaRPr/>
          </a:p>
        </p:txBody>
      </p:sp>
      <p:sp>
        <p:nvSpPr>
          <p:cNvPr id="16" name="Text 14"/>
          <p:cNvSpPr/>
          <p:nvPr/>
        </p:nvSpPr>
        <p:spPr>
          <a:xfrm>
            <a:off x="4572000" y="4069080"/>
            <a:ext cx="6537960" cy="1325880"/>
          </a:xfrm>
          <a:prstGeom prst="rect">
            <a:avLst/>
          </a:prstGeom>
          <a:noFill/>
          <a:ln/>
        </p:spPr>
        <p:txBody>
          <a:bodyPr wrap="square" lIns="127" tIns="127" rIns="127" bIns="127" rtlCol="0" anchor="ctr">
            <a:normAutofit/>
          </a:bodyPr>
          <a:lstStyle/>
          <a:p>
            <a:pPr marL="0" indent="0">
              <a:buNone/>
            </a:pPr>
            <a:r>
              <a:rPr lang="en-US" sz="950">
                <a:solidFill>
                  <a:srgbClr val="E8F3FF"/>
                </a:solidFill>
                <a:latin typeface="Cascadia Code" pitchFamily="34" charset="0"/>
                <a:ea typeface="Cascadia Code" pitchFamily="34" charset="-122"/>
                <a:cs typeface="Cascadia Code" pitchFamily="34" charset="-120"/>
              </a:rPr>
              <a:t>dotnet add package </a:t>
            </a:r>
            <a:r>
              <a:rPr lang="en-US" sz="950" err="1">
                <a:solidFill>
                  <a:srgbClr val="E8F3FF"/>
                </a:solidFill>
                <a:latin typeface="Cascadia Code" pitchFamily="34" charset="0"/>
                <a:ea typeface="Cascadia Code" pitchFamily="34" charset="-122"/>
                <a:cs typeface="Cascadia Code" pitchFamily="34" charset="-120"/>
              </a:rPr>
              <a:t>Microsoft.SemanticKernel</a:t>
            </a:r>
            <a:r>
              <a:rPr lang="en-US" sz="950">
                <a:solidFill>
                  <a:srgbClr val="E8F3FF"/>
                </a:solidFill>
                <a:latin typeface="Cascadia Code" pitchFamily="34" charset="0"/>
                <a:ea typeface="Cascadia Code" pitchFamily="34" charset="-122"/>
                <a:cs typeface="Cascadia Code" pitchFamily="34" charset="-120"/>
              </a:rPr>
              <a:t>…</a:t>
            </a:r>
            <a:endParaRPr lang="en-US" sz="950"/>
          </a:p>
        </p:txBody>
      </p:sp>
      <p:sp>
        <p:nvSpPr>
          <p:cNvPr id="17" name="Shape 1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8" name="Text 1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34</a:t>
            </a:r>
            <a:endParaRPr lang="en-US" sz="900"/>
          </a:p>
        </p:txBody>
      </p:sp>
      <p:sp>
        <p:nvSpPr>
          <p:cNvPr id="19" name="Text 1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4 · Lesson 4.3</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3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4.4 — Register Azure OpenAI Chat Services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Connect the project to Azure OpenAI through Semantic Kernel.</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kernel has a registered chat completion service.</a:t>
            </a:r>
            <a:endParaRPr lang="en-US" sz="1160"/>
          </a:p>
        </p:txBody>
      </p:sp>
      <p:sp>
        <p:nvSpPr>
          <p:cNvPr id="10" name="Shape 8"/>
          <p:cNvSpPr/>
          <p:nvPr/>
        </p:nvSpPr>
        <p:spPr>
          <a:xfrm>
            <a:off x="4343400" y="1508760"/>
            <a:ext cx="6995160" cy="2057400"/>
          </a:xfrm>
          <a:prstGeom prst="roundRect">
            <a:avLst>
              <a:gd name="adj" fmla="val 2667"/>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205740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1399032"/>
          </a:xfrm>
          <a:prstGeom prst="rect">
            <a:avLst/>
          </a:prstGeom>
          <a:noFill/>
          <a:ln/>
        </p:spPr>
        <p:txBody>
          <a:bodyPr wrap="square" lIns="508" tIns="508" rIns="508" bIns="508" rtlCol="0" anchor="t">
            <a:normAutofit fontScale="925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1. Read endpoint, deployment, and key from configuration.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2. Register Azure OpenAI chat completion with the kernel builder.</a:t>
            </a:r>
            <a:endParaRPr lang="en-US" sz="1160"/>
          </a:p>
          <a:p>
            <a:pPr marL="0" indent="0">
              <a:buNone/>
            </a:pPr>
            <a:r>
              <a:rPr lang="en-US" sz="2200">
                <a:solidFill>
                  <a:srgbClr val="374151"/>
                </a:solidFill>
                <a:latin typeface="Barlow" pitchFamily="34" charset="0"/>
                <a:ea typeface="Barlow" pitchFamily="34" charset="-122"/>
                <a:cs typeface="Barlow" pitchFamily="34" charset="-120"/>
              </a:rPr>
              <a:t>3. Validate service construction.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4. Prepare the first call.</a:t>
            </a:r>
            <a:endParaRPr lang="en-US" sz="1160"/>
          </a:p>
        </p:txBody>
      </p:sp>
      <p:sp>
        <p:nvSpPr>
          <p:cNvPr id="15" name="Shape 13"/>
          <p:cNvSpPr/>
          <p:nvPr/>
        </p:nvSpPr>
        <p:spPr>
          <a:xfrm>
            <a:off x="4343400" y="3840480"/>
            <a:ext cx="6995160" cy="1737360"/>
          </a:xfrm>
          <a:prstGeom prst="roundRect">
            <a:avLst>
              <a:gd name="adj" fmla="val 2632"/>
            </a:avLst>
          </a:prstGeom>
          <a:solidFill>
            <a:srgbClr val="152233"/>
          </a:solidFill>
          <a:ln w="12700">
            <a:solidFill>
              <a:srgbClr val="152233"/>
            </a:solidFill>
            <a:prstDash val="solid"/>
          </a:ln>
        </p:spPr>
        <p:txBody>
          <a:bodyPr/>
          <a:lstStyle/>
          <a:p>
            <a:endParaRPr/>
          </a:p>
        </p:txBody>
      </p:sp>
      <p:sp>
        <p:nvSpPr>
          <p:cNvPr id="16" name="Text 14"/>
          <p:cNvSpPr/>
          <p:nvPr/>
        </p:nvSpPr>
        <p:spPr>
          <a:xfrm>
            <a:off x="4572000" y="4069080"/>
            <a:ext cx="6537960" cy="1325880"/>
          </a:xfrm>
          <a:prstGeom prst="rect">
            <a:avLst/>
          </a:prstGeom>
          <a:noFill/>
          <a:ln/>
        </p:spPr>
        <p:txBody>
          <a:bodyPr wrap="square" lIns="127" tIns="127" rIns="127" bIns="127" rtlCol="0" anchor="ctr">
            <a:normAutofit/>
          </a:bodyPr>
          <a:lstStyle/>
          <a:p>
            <a:pPr marL="0" indent="0">
              <a:buNone/>
            </a:pPr>
            <a:r>
              <a:rPr lang="en-US" sz="950">
                <a:solidFill>
                  <a:srgbClr val="E8F3FF"/>
                </a:solidFill>
                <a:latin typeface="Cascadia Code" pitchFamily="34" charset="0"/>
                <a:ea typeface="Cascadia Code" pitchFamily="34" charset="-122"/>
                <a:cs typeface="Cascadia Code" pitchFamily="34" charset="-120"/>
              </a:rPr>
              <a:t>var builder = Kernel.CreateBuilder();</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builder.AddAzureOpenAIChatCompletion(</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    deploymentName, endpoint, apiKey);</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var kernel = builder.Build();</a:t>
            </a:r>
            <a:endParaRPr lang="en-US" sz="950"/>
          </a:p>
        </p:txBody>
      </p:sp>
      <p:sp>
        <p:nvSpPr>
          <p:cNvPr id="17" name="Shape 1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8" name="Text 1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35</a:t>
            </a:r>
            <a:endParaRPr lang="en-US" sz="900"/>
          </a:p>
        </p:txBody>
      </p:sp>
      <p:sp>
        <p:nvSpPr>
          <p:cNvPr id="19" name="Text 1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4 · Lesson 4.4</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name="Slide 3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7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4.5 — Build a First Chat Completion Console Flow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Send a prompt, receive a response, and understand the execution flow.</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775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console app successfully receives a response from Azure OpenAI via Semantic Kernel.</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Create a user prompt.</a:t>
            </a:r>
            <a:endParaRPr lang="en-US" sz="1160"/>
          </a:p>
          <a:p>
            <a:pPr marL="0" indent="0">
              <a:buNone/>
            </a:pPr>
            <a:r>
              <a:rPr lang="en-US" sz="2200">
                <a:solidFill>
                  <a:srgbClr val="374151"/>
                </a:solidFill>
                <a:latin typeface="Barlow" pitchFamily="34" charset="0"/>
                <a:ea typeface="Barlow" pitchFamily="34" charset="-122"/>
                <a:cs typeface="Barlow" pitchFamily="34" charset="-120"/>
              </a:rPr>
              <a:t>2. Invoke the model through the kernel.</a:t>
            </a:r>
            <a:endParaRPr lang="en-US" sz="1160"/>
          </a:p>
          <a:p>
            <a:pPr marL="0" indent="0">
              <a:buNone/>
            </a:pPr>
            <a:r>
              <a:rPr lang="en-US" sz="2200">
                <a:solidFill>
                  <a:srgbClr val="374151"/>
                </a:solidFill>
                <a:latin typeface="Barlow" pitchFamily="34" charset="0"/>
                <a:ea typeface="Barlow" pitchFamily="34" charset="-122"/>
                <a:cs typeface="Barlow" pitchFamily="34" charset="-120"/>
              </a:rPr>
              <a:t>3. Display the model response.</a:t>
            </a:r>
            <a:endParaRPr lang="en-US" sz="1160"/>
          </a:p>
          <a:p>
            <a:pPr marL="0" indent="0">
              <a:buNone/>
            </a:pPr>
            <a:r>
              <a:rPr lang="en-US" sz="2200">
                <a:solidFill>
                  <a:srgbClr val="374151"/>
                </a:solidFill>
                <a:latin typeface="Barlow" pitchFamily="34" charset="0"/>
                <a:ea typeface="Barlow" pitchFamily="34" charset="-122"/>
                <a:cs typeface="Barlow" pitchFamily="34" charset="-120"/>
              </a:rPr>
              <a:t>4. Explain the request/response flow.</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36</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4 · Lesson 4.5</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name="Slide 3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4.6 — Add Basic Chat History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Maintain short conversational context correctly.</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assistant can respond with awareness of the previous turn.</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Create a ChatHistory object.</a:t>
            </a:r>
            <a:endParaRPr lang="en-US" sz="1160"/>
          </a:p>
          <a:p>
            <a:pPr marL="0" indent="0">
              <a:buNone/>
            </a:pPr>
            <a:r>
              <a:rPr lang="en-US" sz="2200">
                <a:solidFill>
                  <a:srgbClr val="374151"/>
                </a:solidFill>
                <a:latin typeface="Barlow" pitchFamily="34" charset="0"/>
                <a:ea typeface="Barlow" pitchFamily="34" charset="-122"/>
                <a:cs typeface="Barlow" pitchFamily="34" charset="-120"/>
              </a:rPr>
              <a:t>2. Add system and user messages.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Send history to the chat completion service.</a:t>
            </a:r>
            <a:endParaRPr lang="en-US" sz="1160"/>
          </a:p>
          <a:p>
            <a:pPr marL="0" indent="0">
              <a:buNone/>
            </a:pPr>
            <a:r>
              <a:rPr lang="en-US" sz="2200">
                <a:solidFill>
                  <a:srgbClr val="374151"/>
                </a:solidFill>
                <a:latin typeface="Barlow" pitchFamily="34" charset="0"/>
                <a:ea typeface="Barlow" pitchFamily="34" charset="-122"/>
                <a:cs typeface="Barlow" pitchFamily="34" charset="-120"/>
              </a:rPr>
              <a:t>4. Show improved continuity across turns.</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37</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4 · Lesson 4.6</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name="Slide 3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4.7 — Refactor the Kernel Setup into Reusable Services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Move from one-off code to maintainable application architecture.</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app uses maintainable service boundaries instead of one-off demo code.</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Extract kernel creation into a dedicated factory or service.</a:t>
            </a:r>
            <a:endParaRPr lang="en-US" sz="1160"/>
          </a:p>
          <a:p>
            <a:pPr marL="0" indent="0">
              <a:buNone/>
            </a:pPr>
            <a:r>
              <a:rPr lang="en-US" sz="2200">
                <a:solidFill>
                  <a:srgbClr val="374151"/>
                </a:solidFill>
                <a:latin typeface="Barlow" pitchFamily="34" charset="0"/>
                <a:ea typeface="Barlow" pitchFamily="34" charset="-122"/>
                <a:cs typeface="Barlow" pitchFamily="34" charset="-120"/>
              </a:rPr>
              <a:t>2. Move configuration reads out of Program.cs demo code.</a:t>
            </a:r>
            <a:endParaRPr lang="en-US" sz="1160"/>
          </a:p>
          <a:p>
            <a:pPr marL="0" indent="0">
              <a:buNone/>
            </a:pPr>
            <a:r>
              <a:rPr lang="en-US" sz="2200">
                <a:solidFill>
                  <a:srgbClr val="374151"/>
                </a:solidFill>
                <a:latin typeface="Barlow" pitchFamily="34" charset="0"/>
                <a:ea typeface="Barlow" pitchFamily="34" charset="-122"/>
                <a:cs typeface="Barlow" pitchFamily="34" charset="-120"/>
              </a:rPr>
              <a:t>3. Add a small interface for the AI workflow.</a:t>
            </a:r>
            <a:endParaRPr lang="en-US" sz="1160"/>
          </a:p>
          <a:p>
            <a:pPr marL="0" indent="0">
              <a:buNone/>
            </a:pPr>
            <a:r>
              <a:rPr lang="en-US" sz="2200">
                <a:solidFill>
                  <a:srgbClr val="374151"/>
                </a:solidFill>
                <a:latin typeface="Barlow" pitchFamily="34" charset="0"/>
                <a:ea typeface="Barlow" pitchFamily="34" charset="-122"/>
                <a:cs typeface="Barlow" pitchFamily="34" charset="-120"/>
              </a:rPr>
              <a:t>4. Run the previous prompt flow through the new service.</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38</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4 · Lesson 4.7</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8302F-770D-56E2-0EB0-953CBFE34CF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F1DC1D9-21D7-D444-C2EF-C57624AEEFF3}"/>
              </a:ext>
            </a:extLst>
          </p:cNvPr>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a:extLst>
              <a:ext uri="{FF2B5EF4-FFF2-40B4-BE49-F238E27FC236}">
                <a16:creationId xmlns:a16="http://schemas.microsoft.com/office/drawing/2014/main" id="{E21AC85C-AD3A-D33B-725B-2CB68DAEC235}"/>
              </a:ext>
            </a:extLst>
          </p:cNvPr>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4.6 — Add Basic Chat History [Demo]</a:t>
            </a:r>
            <a:endParaRPr lang="en-US" sz="2700"/>
          </a:p>
        </p:txBody>
      </p:sp>
      <p:sp>
        <p:nvSpPr>
          <p:cNvPr id="4" name="Text 2">
            <a:extLst>
              <a:ext uri="{FF2B5EF4-FFF2-40B4-BE49-F238E27FC236}">
                <a16:creationId xmlns:a16="http://schemas.microsoft.com/office/drawing/2014/main" id="{905DD90D-D749-30CE-12A4-DB871FED603B}"/>
              </a:ext>
            </a:extLst>
          </p:cNvPr>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a:extLst>
              <a:ext uri="{FF2B5EF4-FFF2-40B4-BE49-F238E27FC236}">
                <a16:creationId xmlns:a16="http://schemas.microsoft.com/office/drawing/2014/main" id="{CC071524-D7D8-32BC-12FC-51BE4CF0D372}"/>
              </a:ext>
            </a:extLst>
          </p:cNvPr>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a:extLst>
              <a:ext uri="{FF2B5EF4-FFF2-40B4-BE49-F238E27FC236}">
                <a16:creationId xmlns:a16="http://schemas.microsoft.com/office/drawing/2014/main" id="{85BC3551-DA96-8C66-A11E-87F4737C62DB}"/>
              </a:ext>
            </a:extLst>
          </p:cNvPr>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a:extLst>
              <a:ext uri="{FF2B5EF4-FFF2-40B4-BE49-F238E27FC236}">
                <a16:creationId xmlns:a16="http://schemas.microsoft.com/office/drawing/2014/main" id="{A4AA3CF9-0E3E-9149-7F28-1FE6A31F9656}"/>
              </a:ext>
            </a:extLst>
          </p:cNvPr>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Maintain short conversational context correctly.</a:t>
            </a:r>
            <a:endParaRPr lang="en-US" sz="1260"/>
          </a:p>
        </p:txBody>
      </p:sp>
      <p:sp>
        <p:nvSpPr>
          <p:cNvPr id="8" name="Text 6">
            <a:extLst>
              <a:ext uri="{FF2B5EF4-FFF2-40B4-BE49-F238E27FC236}">
                <a16:creationId xmlns:a16="http://schemas.microsoft.com/office/drawing/2014/main" id="{63199501-5E30-B691-C581-DF47A99419A0}"/>
              </a:ext>
            </a:extLst>
          </p:cNvPr>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a:extLst>
              <a:ext uri="{FF2B5EF4-FFF2-40B4-BE49-F238E27FC236}">
                <a16:creationId xmlns:a16="http://schemas.microsoft.com/office/drawing/2014/main" id="{2A6F8A50-5382-8DFD-F95A-A5CC2D6DC1B6}"/>
              </a:ext>
            </a:extLst>
          </p:cNvPr>
          <p:cNvSpPr/>
          <p:nvPr/>
        </p:nvSpPr>
        <p:spPr>
          <a:xfrm>
            <a:off x="914400" y="4434840"/>
            <a:ext cx="2651760" cy="960120"/>
          </a:xfrm>
          <a:prstGeom prst="rect">
            <a:avLst/>
          </a:prstGeom>
          <a:noFill/>
          <a:ln/>
        </p:spPr>
        <p:txBody>
          <a:bodyPr wrap="square" lIns="254" tIns="254" rIns="254" bIns="254" rtlCol="0" anchor="ctr">
            <a:normAutofit fontScale="850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assistant can respond with awareness of the previous turn.</a:t>
            </a:r>
            <a:endParaRPr lang="en-US" sz="1160"/>
          </a:p>
        </p:txBody>
      </p:sp>
      <p:sp>
        <p:nvSpPr>
          <p:cNvPr id="10" name="Shape 8">
            <a:extLst>
              <a:ext uri="{FF2B5EF4-FFF2-40B4-BE49-F238E27FC236}">
                <a16:creationId xmlns:a16="http://schemas.microsoft.com/office/drawing/2014/main" id="{C233A8BD-39C4-20E9-D49C-0A47E11D5BB0}"/>
              </a:ext>
            </a:extLst>
          </p:cNvPr>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a:extLst>
              <a:ext uri="{FF2B5EF4-FFF2-40B4-BE49-F238E27FC236}">
                <a16:creationId xmlns:a16="http://schemas.microsoft.com/office/drawing/2014/main" id="{89C73117-AABB-847B-F05F-8B10C60FE975}"/>
              </a:ext>
            </a:extLst>
          </p:cNvPr>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a:extLst>
              <a:ext uri="{FF2B5EF4-FFF2-40B4-BE49-F238E27FC236}">
                <a16:creationId xmlns:a16="http://schemas.microsoft.com/office/drawing/2014/main" id="{CBA27786-7409-4806-79FF-46351E7E83F9}"/>
              </a:ext>
            </a:extLst>
          </p:cNvPr>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a:extLst>
              <a:ext uri="{FF2B5EF4-FFF2-40B4-BE49-F238E27FC236}">
                <a16:creationId xmlns:a16="http://schemas.microsoft.com/office/drawing/2014/main" id="{CA0D3EB1-3AFA-004B-DA5A-A182DD91E8D6}"/>
              </a:ext>
            </a:extLst>
          </p:cNvPr>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a:extLst>
              <a:ext uri="{FF2B5EF4-FFF2-40B4-BE49-F238E27FC236}">
                <a16:creationId xmlns:a16="http://schemas.microsoft.com/office/drawing/2014/main" id="{2F9C9884-3EAD-9B63-6F27-933C300AFFE3}"/>
              </a:ext>
            </a:extLst>
          </p:cNvPr>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Create a ChatHistory object.</a:t>
            </a:r>
            <a:endParaRPr lang="en-US" sz="1160"/>
          </a:p>
          <a:p>
            <a:pPr marL="0" indent="0">
              <a:buNone/>
            </a:pPr>
            <a:r>
              <a:rPr lang="en-US" sz="2200">
                <a:solidFill>
                  <a:srgbClr val="374151"/>
                </a:solidFill>
                <a:latin typeface="Barlow" pitchFamily="34" charset="0"/>
                <a:ea typeface="Barlow" pitchFamily="34" charset="-122"/>
                <a:cs typeface="Barlow" pitchFamily="34" charset="-120"/>
              </a:rPr>
              <a:t>2. Add system and user messages.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Send history to the chat completion service.</a:t>
            </a:r>
            <a:endParaRPr lang="en-US" sz="1160"/>
          </a:p>
          <a:p>
            <a:pPr marL="0" indent="0">
              <a:buNone/>
            </a:pPr>
            <a:r>
              <a:rPr lang="en-US" sz="2200">
                <a:solidFill>
                  <a:srgbClr val="374151"/>
                </a:solidFill>
                <a:latin typeface="Barlow" pitchFamily="34" charset="0"/>
                <a:ea typeface="Barlow" pitchFamily="34" charset="-122"/>
                <a:cs typeface="Barlow" pitchFamily="34" charset="-120"/>
              </a:rPr>
              <a:t>4. Show improved continuity across turns.</a:t>
            </a:r>
            <a:endParaRPr lang="en-US" sz="1160"/>
          </a:p>
        </p:txBody>
      </p:sp>
      <p:sp>
        <p:nvSpPr>
          <p:cNvPr id="15" name="Shape 13">
            <a:extLst>
              <a:ext uri="{FF2B5EF4-FFF2-40B4-BE49-F238E27FC236}">
                <a16:creationId xmlns:a16="http://schemas.microsoft.com/office/drawing/2014/main" id="{D038EB3D-0A7E-FB7C-52A7-353BEEA26C94}"/>
              </a:ext>
            </a:extLst>
          </p:cNvPr>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a:extLst>
              <a:ext uri="{FF2B5EF4-FFF2-40B4-BE49-F238E27FC236}">
                <a16:creationId xmlns:a16="http://schemas.microsoft.com/office/drawing/2014/main" id="{A35BDA01-D866-8B10-1BEC-05A2E18587EB}"/>
              </a:ext>
            </a:extLst>
          </p:cNvPr>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37</a:t>
            </a:r>
            <a:endParaRPr lang="en-US" sz="900"/>
          </a:p>
        </p:txBody>
      </p:sp>
      <p:sp>
        <p:nvSpPr>
          <p:cNvPr id="17" name="Text 15">
            <a:extLst>
              <a:ext uri="{FF2B5EF4-FFF2-40B4-BE49-F238E27FC236}">
                <a16:creationId xmlns:a16="http://schemas.microsoft.com/office/drawing/2014/main" id="{E9293F33-C4DB-39CA-08F7-0ED4822475D4}"/>
              </a:ext>
            </a:extLst>
          </p:cNvPr>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4 · Lesson 4.7</a:t>
            </a:r>
            <a:endParaRPr lang="en-US" sz="750"/>
          </a:p>
        </p:txBody>
      </p:sp>
      <p:pic>
        <p:nvPicPr>
          <p:cNvPr id="19" name="Picture 18">
            <a:extLst>
              <a:ext uri="{FF2B5EF4-FFF2-40B4-BE49-F238E27FC236}">
                <a16:creationId xmlns:a16="http://schemas.microsoft.com/office/drawing/2014/main" id="{F28F00DC-2AB3-3321-FF2E-BC2DEC82D6D3}"/>
              </a:ext>
            </a:extLst>
          </p:cNvPr>
          <p:cNvPicPr>
            <a:picLocks noChangeAspect="1"/>
          </p:cNvPicPr>
          <p:nvPr/>
        </p:nvPicPr>
        <p:blipFill>
          <a:blip r:embed="rId3"/>
          <a:srcRect b="8133"/>
          <a:stretch>
            <a:fillRect/>
          </a:stretch>
        </p:blipFill>
        <p:spPr>
          <a:xfrm>
            <a:off x="0" y="0"/>
            <a:ext cx="12192000" cy="6300216"/>
          </a:xfrm>
          <a:prstGeom prst="rect">
            <a:avLst/>
          </a:prstGeom>
        </p:spPr>
      </p:pic>
    </p:spTree>
    <p:extLst>
      <p:ext uri="{BB962C8B-B14F-4D97-AF65-F5344CB8AC3E}">
        <p14:creationId xmlns:p14="http://schemas.microsoft.com/office/powerpoint/2010/main" val="3836468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name="Slide 3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4.8 — Section Review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Key takeaways and transition to the next section.</a:t>
            </a:r>
            <a:endParaRPr lang="en-US" sz="1250"/>
          </a:p>
        </p:txBody>
      </p:sp>
      <p:sp>
        <p:nvSpPr>
          <p:cNvPr id="5" name="Shape 3"/>
          <p:cNvSpPr/>
          <p:nvPr/>
        </p:nvSpPr>
        <p:spPr>
          <a:xfrm>
            <a:off x="68580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6" name="Shape 4"/>
          <p:cNvSpPr/>
          <p:nvPr/>
        </p:nvSpPr>
        <p:spPr>
          <a:xfrm>
            <a:off x="685800" y="1572768"/>
            <a:ext cx="73152" cy="1325880"/>
          </a:xfrm>
          <a:prstGeom prst="rect">
            <a:avLst/>
          </a:prstGeom>
          <a:solidFill>
            <a:srgbClr val="00AED6"/>
          </a:solidFill>
          <a:ln w="12700">
            <a:solidFill>
              <a:srgbClr val="00AED6"/>
            </a:solidFill>
            <a:prstDash val="solid"/>
          </a:ln>
        </p:spPr>
        <p:txBody>
          <a:bodyPr/>
          <a:lstStyle/>
          <a:p>
            <a:endParaRPr/>
          </a:p>
        </p:txBody>
      </p:sp>
      <p:sp>
        <p:nvSpPr>
          <p:cNvPr id="7" name="Text 5"/>
          <p:cNvSpPr/>
          <p:nvPr/>
        </p:nvSpPr>
        <p:spPr>
          <a:xfrm>
            <a:off x="94183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1</a:t>
            </a:r>
            <a:endParaRPr lang="en-US" sz="1350"/>
          </a:p>
        </p:txBody>
      </p:sp>
      <p:sp>
        <p:nvSpPr>
          <p:cNvPr id="8" name="Text 6"/>
          <p:cNvSpPr/>
          <p:nvPr/>
        </p:nvSpPr>
        <p:spPr>
          <a:xfrm>
            <a:off x="941832" y="20848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Configured and ran a basic kernel-backed application.</a:t>
            </a:r>
            <a:endParaRPr lang="en-US" sz="1100"/>
          </a:p>
        </p:txBody>
      </p:sp>
      <p:sp>
        <p:nvSpPr>
          <p:cNvPr id="9" name="Shape 7"/>
          <p:cNvSpPr/>
          <p:nvPr/>
        </p:nvSpPr>
        <p:spPr>
          <a:xfrm>
            <a:off x="612648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0" name="Shape 8"/>
          <p:cNvSpPr/>
          <p:nvPr/>
        </p:nvSpPr>
        <p:spPr>
          <a:xfrm>
            <a:off x="6126480" y="1572768"/>
            <a:ext cx="73152" cy="1325880"/>
          </a:xfrm>
          <a:prstGeom prst="rect">
            <a:avLst/>
          </a:prstGeom>
          <a:solidFill>
            <a:srgbClr val="007DB8"/>
          </a:solidFill>
          <a:ln w="12700">
            <a:solidFill>
              <a:srgbClr val="007DB8"/>
            </a:solidFill>
            <a:prstDash val="solid"/>
          </a:ln>
        </p:spPr>
        <p:txBody>
          <a:bodyPr/>
          <a:lstStyle/>
          <a:p>
            <a:endParaRPr/>
          </a:p>
        </p:txBody>
      </p:sp>
      <p:sp>
        <p:nvSpPr>
          <p:cNvPr id="11" name="Text 9"/>
          <p:cNvSpPr/>
          <p:nvPr/>
        </p:nvSpPr>
        <p:spPr>
          <a:xfrm>
            <a:off x="638251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2</a:t>
            </a:r>
            <a:endParaRPr lang="en-US" sz="1350"/>
          </a:p>
        </p:txBody>
      </p:sp>
      <p:sp>
        <p:nvSpPr>
          <p:cNvPr id="12" name="Text 10"/>
          <p:cNvSpPr/>
          <p:nvPr/>
        </p:nvSpPr>
        <p:spPr>
          <a:xfrm>
            <a:off x="6382512" y="20848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Explored different packages needed to set up Semantic Kernel </a:t>
            </a:r>
            <a:endParaRPr lang="en-US" sz="1100"/>
          </a:p>
        </p:txBody>
      </p:sp>
      <p:sp>
        <p:nvSpPr>
          <p:cNvPr id="13" name="Shape 11"/>
          <p:cNvSpPr/>
          <p:nvPr/>
        </p:nvSpPr>
        <p:spPr>
          <a:xfrm>
            <a:off x="68580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4" name="Shape 12"/>
          <p:cNvSpPr/>
          <p:nvPr/>
        </p:nvSpPr>
        <p:spPr>
          <a:xfrm>
            <a:off x="685800" y="3401568"/>
            <a:ext cx="73152" cy="1325880"/>
          </a:xfrm>
          <a:prstGeom prst="rect">
            <a:avLst/>
          </a:prstGeom>
          <a:solidFill>
            <a:srgbClr val="6251BD"/>
          </a:solidFill>
          <a:ln w="12700">
            <a:solidFill>
              <a:srgbClr val="6251BD"/>
            </a:solidFill>
            <a:prstDash val="solid"/>
          </a:ln>
        </p:spPr>
        <p:txBody>
          <a:bodyPr/>
          <a:lstStyle/>
          <a:p>
            <a:endParaRPr/>
          </a:p>
        </p:txBody>
      </p:sp>
      <p:sp>
        <p:nvSpPr>
          <p:cNvPr id="15" name="Text 13"/>
          <p:cNvSpPr/>
          <p:nvPr/>
        </p:nvSpPr>
        <p:spPr>
          <a:xfrm>
            <a:off x="94183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3</a:t>
            </a:r>
            <a:endParaRPr lang="en-US" sz="1350"/>
          </a:p>
        </p:txBody>
      </p:sp>
      <p:sp>
        <p:nvSpPr>
          <p:cNvPr id="16" name="Text 14"/>
          <p:cNvSpPr/>
          <p:nvPr/>
        </p:nvSpPr>
        <p:spPr>
          <a:xfrm>
            <a:off x="94183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Explore handling chat history and creating a sensible chat app</a:t>
            </a:r>
            <a:endParaRPr lang="en-US" sz="1100"/>
          </a:p>
        </p:txBody>
      </p:sp>
      <p:sp>
        <p:nvSpPr>
          <p:cNvPr id="17" name="Shape 15"/>
          <p:cNvSpPr/>
          <p:nvPr/>
        </p:nvSpPr>
        <p:spPr>
          <a:xfrm>
            <a:off x="612648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8" name="Shape 16"/>
          <p:cNvSpPr/>
          <p:nvPr/>
        </p:nvSpPr>
        <p:spPr>
          <a:xfrm>
            <a:off x="6126480" y="3401568"/>
            <a:ext cx="73152" cy="1325880"/>
          </a:xfrm>
          <a:prstGeom prst="rect">
            <a:avLst/>
          </a:prstGeom>
          <a:solidFill>
            <a:srgbClr val="F6C344"/>
          </a:solidFill>
          <a:ln w="12700">
            <a:solidFill>
              <a:srgbClr val="F6C344"/>
            </a:solidFill>
            <a:prstDash val="solid"/>
          </a:ln>
        </p:spPr>
        <p:txBody>
          <a:bodyPr/>
          <a:lstStyle/>
          <a:p>
            <a:endParaRPr/>
          </a:p>
        </p:txBody>
      </p:sp>
      <p:sp>
        <p:nvSpPr>
          <p:cNvPr id="19" name="Text 17"/>
          <p:cNvSpPr/>
          <p:nvPr/>
        </p:nvSpPr>
        <p:spPr>
          <a:xfrm>
            <a:off x="638251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4</a:t>
            </a:r>
            <a:endParaRPr lang="en-US" sz="1350"/>
          </a:p>
        </p:txBody>
      </p:sp>
      <p:sp>
        <p:nvSpPr>
          <p:cNvPr id="20" name="Text 18"/>
          <p:cNvSpPr/>
          <p:nvPr/>
        </p:nvSpPr>
        <p:spPr>
          <a:xfrm>
            <a:off x="638251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Refactored the AI service implementations for reusability</a:t>
            </a:r>
            <a:endParaRPr lang="en-US" sz="1100"/>
          </a:p>
        </p:txBody>
      </p:sp>
      <p:sp>
        <p:nvSpPr>
          <p:cNvPr id="21" name="Shape 19"/>
          <p:cNvSpPr/>
          <p:nvPr/>
        </p:nvSpPr>
        <p:spPr>
          <a:xfrm>
            <a:off x="914400" y="5532120"/>
            <a:ext cx="73152" cy="502920"/>
          </a:xfrm>
          <a:prstGeom prst="rect">
            <a:avLst/>
          </a:prstGeom>
          <a:solidFill>
            <a:srgbClr val="00AED6"/>
          </a:solidFill>
          <a:ln w="12700">
            <a:solidFill>
              <a:srgbClr val="00AED6"/>
            </a:solidFill>
            <a:prstDash val="solid"/>
          </a:ln>
        </p:spPr>
        <p:txBody>
          <a:bodyPr/>
          <a:lstStyle/>
          <a:p>
            <a:endParaRPr/>
          </a:p>
        </p:txBody>
      </p:sp>
      <p:sp>
        <p:nvSpPr>
          <p:cNvPr id="22" name="Text 20"/>
          <p:cNvSpPr/>
          <p:nvPr/>
        </p:nvSpPr>
        <p:spPr>
          <a:xfrm>
            <a:off x="1115568" y="5532120"/>
            <a:ext cx="10222992" cy="502920"/>
          </a:xfrm>
          <a:prstGeom prst="rect">
            <a:avLst/>
          </a:prstGeom>
          <a:noFill/>
          <a:ln/>
        </p:spPr>
        <p:txBody>
          <a:bodyPr wrap="square" lIns="254" tIns="254" rIns="254" bIns="254" rtlCol="0" anchor="ctr">
            <a:normAutofit/>
          </a:bodyPr>
          <a:lstStyle/>
          <a:p>
            <a:pPr marL="0" indent="0">
              <a:buNone/>
            </a:pPr>
            <a:r>
              <a:rPr lang="en-US" sz="2200" i="1">
                <a:solidFill>
                  <a:srgbClr val="374151"/>
                </a:solidFill>
                <a:latin typeface="Barlow" pitchFamily="34" charset="0"/>
                <a:ea typeface="Barlow" pitchFamily="34" charset="-122"/>
                <a:cs typeface="Barlow" pitchFamily="34" charset="-120"/>
              </a:rPr>
              <a:t>Next: Semantic Kernel Plugins</a:t>
            </a:r>
            <a:endParaRPr lang="en-US" sz="1300"/>
          </a:p>
        </p:txBody>
      </p:sp>
      <p:sp>
        <p:nvSpPr>
          <p:cNvPr id="23" name="Shape 2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4" name="Text 2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39</a:t>
            </a:r>
            <a:endParaRPr lang="en-US" sz="900"/>
          </a:p>
        </p:txBody>
      </p:sp>
      <p:sp>
        <p:nvSpPr>
          <p:cNvPr id="25" name="Text 2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4 Review</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name="Slide 4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Shape 1"/>
          <p:cNvSpPr/>
          <p:nvPr/>
        </p:nvSpPr>
        <p:spPr>
          <a:xfrm>
            <a:off x="0" y="0"/>
            <a:ext cx="12191695" cy="6858000"/>
          </a:xfrm>
          <a:prstGeom prst="rect">
            <a:avLst/>
          </a:prstGeom>
          <a:solidFill>
            <a:srgbClr val="F7F9FC"/>
          </a:solidFill>
          <a:ln w="12700">
            <a:solidFill>
              <a:srgbClr val="F7F9FC"/>
            </a:solidFill>
            <a:prstDash val="solid"/>
          </a:ln>
        </p:spPr>
        <p:txBody>
          <a:bodyPr/>
          <a:lstStyle/>
          <a:p>
            <a:endParaRPr/>
          </a:p>
        </p:txBody>
      </p:sp>
      <p:sp>
        <p:nvSpPr>
          <p:cNvPr id="4" name="Shape 2"/>
          <p:cNvSpPr/>
          <p:nvPr/>
        </p:nvSpPr>
        <p:spPr>
          <a:xfrm>
            <a:off x="0" y="2514600"/>
            <a:ext cx="960120" cy="1417320"/>
          </a:xfrm>
          <a:prstGeom prst="chevron">
            <a:avLst/>
          </a:prstGeom>
          <a:solidFill>
            <a:srgbClr val="00AED6"/>
          </a:solidFill>
          <a:ln w="12700">
            <a:solidFill>
              <a:srgbClr val="00AED6"/>
            </a:solidFill>
            <a:prstDash val="solid"/>
          </a:ln>
        </p:spPr>
        <p:txBody>
          <a:bodyPr/>
          <a:lstStyle/>
          <a:p>
            <a:endParaRPr/>
          </a:p>
        </p:txBody>
      </p:sp>
      <p:sp>
        <p:nvSpPr>
          <p:cNvPr id="5" name="Text 3"/>
          <p:cNvSpPr/>
          <p:nvPr/>
        </p:nvSpPr>
        <p:spPr>
          <a:xfrm>
            <a:off x="91440" y="2944368"/>
            <a:ext cx="457200" cy="402336"/>
          </a:xfrm>
          <a:prstGeom prst="rect">
            <a:avLst/>
          </a:prstGeom>
          <a:noFill/>
          <a:ln/>
        </p:spPr>
        <p:txBody>
          <a:bodyPr wrap="square" lIns="0" tIns="0" rIns="0" bIns="0" rtlCol="0" anchor="ctr"/>
          <a:lstStyle/>
          <a:p>
            <a:pPr marL="0" indent="0" algn="ctr">
              <a:buNone/>
            </a:pPr>
            <a:r>
              <a:rPr lang="en-US" sz="2200" b="1">
                <a:solidFill>
                  <a:srgbClr val="FFFFFF"/>
                </a:solidFill>
                <a:latin typeface="Raleway" pitchFamily="34" charset="0"/>
                <a:ea typeface="Raleway" pitchFamily="34" charset="-122"/>
                <a:cs typeface="Raleway" pitchFamily="34" charset="-120"/>
              </a:rPr>
              <a:t>5</a:t>
            </a:r>
            <a:endParaRPr lang="en-US" sz="2200"/>
          </a:p>
        </p:txBody>
      </p:sp>
      <p:sp>
        <p:nvSpPr>
          <p:cNvPr id="6" name="Text 4"/>
          <p:cNvSpPr/>
          <p:nvPr/>
        </p:nvSpPr>
        <p:spPr>
          <a:xfrm>
            <a:off x="1417320" y="2121408"/>
            <a:ext cx="3657600" cy="32004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a:t>
            </a:r>
            <a:endParaRPr lang="en-US" sz="1600"/>
          </a:p>
        </p:txBody>
      </p:sp>
      <p:sp>
        <p:nvSpPr>
          <p:cNvPr id="7" name="Text 5"/>
          <p:cNvSpPr/>
          <p:nvPr/>
        </p:nvSpPr>
        <p:spPr>
          <a:xfrm>
            <a:off x="1417320" y="2468880"/>
            <a:ext cx="6400800" cy="1097280"/>
          </a:xfrm>
          <a:prstGeom prst="rect">
            <a:avLst/>
          </a:prstGeom>
          <a:noFill/>
          <a:ln/>
        </p:spPr>
        <p:txBody>
          <a:bodyPr wrap="square" lIns="0" tIns="0" rIns="0" bIns="0" rtlCol="0" anchor="ctr">
            <a:normAutofit/>
          </a:bodyPr>
          <a:lstStyle/>
          <a:p>
            <a:pPr marL="0" indent="0">
              <a:buNone/>
            </a:pPr>
            <a:r>
              <a:rPr lang="en-US" sz="3600" b="1">
                <a:solidFill>
                  <a:srgbClr val="007DB8"/>
                </a:solidFill>
                <a:latin typeface="Raleway" pitchFamily="34" charset="0"/>
                <a:ea typeface="Raleway" pitchFamily="34" charset="-122"/>
                <a:cs typeface="Raleway" pitchFamily="34" charset="-120"/>
              </a:rPr>
              <a:t>Semantic Kernel Plugins</a:t>
            </a:r>
            <a:endParaRPr lang="en-US" sz="3600"/>
          </a:p>
        </p:txBody>
      </p:sp>
      <p:sp>
        <p:nvSpPr>
          <p:cNvPr id="8" name="Text 6"/>
          <p:cNvSpPr/>
          <p:nvPr/>
        </p:nvSpPr>
        <p:spPr>
          <a:xfrm>
            <a:off x="1463040" y="3794760"/>
            <a:ext cx="6217920" cy="658368"/>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Introduce plugins, prompts, reusable prompt assets, and prompt engineering fundamentals.</a:t>
            </a:r>
            <a:endParaRPr lang="en-US" sz="1600"/>
          </a:p>
        </p:txBody>
      </p:sp>
      <p:sp>
        <p:nvSpPr>
          <p:cNvPr id="9" name="Shape 7"/>
          <p:cNvSpPr/>
          <p:nvPr/>
        </p:nvSpPr>
        <p:spPr>
          <a:xfrm>
            <a:off x="8321040" y="1783080"/>
            <a:ext cx="2468880" cy="1645920"/>
          </a:xfrm>
          <a:prstGeom prst="roundRect">
            <a:avLst>
              <a:gd name="adj" fmla="val 2778"/>
            </a:avLst>
          </a:prstGeom>
          <a:solidFill>
            <a:srgbClr val="FFFFFF"/>
          </a:solidFill>
          <a:ln w="12700">
            <a:solidFill>
              <a:srgbClr val="C9D4E2"/>
            </a:solidFill>
            <a:prstDash val="solid"/>
          </a:ln>
        </p:spPr>
        <p:txBody>
          <a:bodyPr/>
          <a:lstStyle/>
          <a:p>
            <a:endParaRPr/>
          </a:p>
        </p:txBody>
      </p:sp>
      <p:sp>
        <p:nvSpPr>
          <p:cNvPr id="10" name="Shape 8"/>
          <p:cNvSpPr/>
          <p:nvPr/>
        </p:nvSpPr>
        <p:spPr>
          <a:xfrm>
            <a:off x="8321040" y="1783080"/>
            <a:ext cx="2468880" cy="237744"/>
          </a:xfrm>
          <a:prstGeom prst="rect">
            <a:avLst/>
          </a:prstGeom>
          <a:solidFill>
            <a:srgbClr val="00AED6"/>
          </a:solidFill>
          <a:ln w="12700">
            <a:solidFill>
              <a:srgbClr val="00AED6"/>
            </a:solidFill>
            <a:prstDash val="solid"/>
          </a:ln>
        </p:spPr>
        <p:txBody>
          <a:bodyPr/>
          <a:lstStyle/>
          <a:p>
            <a:endParaRPr/>
          </a:p>
        </p:txBody>
      </p:sp>
      <p:sp>
        <p:nvSpPr>
          <p:cNvPr id="11" name="Shape 9"/>
          <p:cNvSpPr/>
          <p:nvPr/>
        </p:nvSpPr>
        <p:spPr>
          <a:xfrm>
            <a:off x="8577072" y="2331720"/>
            <a:ext cx="640080" cy="640080"/>
          </a:xfrm>
          <a:prstGeom prst="roundRect">
            <a:avLst>
              <a:gd name="adj" fmla="val 7143"/>
            </a:avLst>
          </a:prstGeom>
          <a:solidFill>
            <a:srgbClr val="E6F7FB"/>
          </a:solidFill>
          <a:ln w="12700">
            <a:solidFill>
              <a:srgbClr val="00AED6"/>
            </a:solidFill>
            <a:prstDash val="solid"/>
          </a:ln>
        </p:spPr>
        <p:txBody>
          <a:bodyPr/>
          <a:lstStyle/>
          <a:p>
            <a:endParaRPr/>
          </a:p>
        </p:txBody>
      </p:sp>
      <p:sp>
        <p:nvSpPr>
          <p:cNvPr id="12" name="Shape 10"/>
          <p:cNvSpPr/>
          <p:nvPr/>
        </p:nvSpPr>
        <p:spPr>
          <a:xfrm>
            <a:off x="9400032" y="2331720"/>
            <a:ext cx="109728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3" name="Shape 11"/>
          <p:cNvSpPr/>
          <p:nvPr/>
        </p:nvSpPr>
        <p:spPr>
          <a:xfrm>
            <a:off x="9400032" y="2633472"/>
            <a:ext cx="77724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4" name="Text 12"/>
          <p:cNvSpPr/>
          <p:nvPr/>
        </p:nvSpPr>
        <p:spPr>
          <a:xfrm>
            <a:off x="9189720" y="4114800"/>
            <a:ext cx="1097280" cy="548640"/>
          </a:xfrm>
          <a:prstGeom prst="rect">
            <a:avLst/>
          </a:prstGeom>
          <a:noFill/>
          <a:ln/>
        </p:spPr>
        <p:txBody>
          <a:bodyPr wrap="square" lIns="0" tIns="0" rIns="0" bIns="0" rtlCol="0" anchor="ctr"/>
          <a:lstStyle/>
          <a:p>
            <a:pPr marL="0" indent="0">
              <a:buNone/>
            </a:pPr>
            <a:r>
              <a:rPr lang="en-US" sz="3500" b="1">
                <a:solidFill>
                  <a:srgbClr val="00AED6"/>
                </a:solidFill>
                <a:latin typeface="Raleway" pitchFamily="34" charset="0"/>
                <a:ea typeface="Raleway" pitchFamily="34" charset="-122"/>
                <a:cs typeface="Raleway" pitchFamily="34" charset="-120"/>
              </a:rPr>
              <a:t>AI</a:t>
            </a:r>
            <a:endParaRPr lang="en-US" sz="3500"/>
          </a:p>
        </p:txBody>
      </p:sp>
      <p:sp>
        <p:nvSpPr>
          <p:cNvPr id="15" name="Shape 13"/>
          <p:cNvSpPr/>
          <p:nvPr/>
        </p:nvSpPr>
        <p:spPr>
          <a:xfrm>
            <a:off x="9473184" y="3474720"/>
            <a:ext cx="0" cy="502920"/>
          </a:xfrm>
          <a:prstGeom prst="line">
            <a:avLst/>
          </a:prstGeom>
          <a:noFill/>
          <a:ln w="25400">
            <a:solidFill>
              <a:srgbClr val="00AED6"/>
            </a:solidFill>
            <a:prstDash val="solid"/>
            <a:headEnd type="none"/>
            <a:tailEnd type="triangle"/>
          </a:ln>
        </p:spPr>
        <p:txBody>
          <a:bodyPr/>
          <a:lstStyle/>
          <a:p>
            <a:endParaRPr/>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40</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a:t>
            </a:r>
            <a:endParaRPr lang="en-US" sz="75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Semantic Kernel Plugins Roadmap</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How the lessons in this section fit together.</a:t>
            </a:r>
            <a:endParaRPr lang="en-US" sz="1250"/>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42</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a:t>
            </a:r>
            <a:endParaRPr lang="en-US" sz="750"/>
          </a:p>
        </p:txBody>
      </p:sp>
      <p:sp>
        <p:nvSpPr>
          <p:cNvPr id="5" name="TextBox 23"/>
          <p:cNvSpPr txBox="1"/>
          <p:nvPr/>
        </p:nvSpPr>
        <p:spPr>
          <a:xfrm>
            <a:off x="822959" y="1591056"/>
            <a:ext cx="9445647" cy="4170372"/>
          </a:xfrm>
          <a:prstGeom prst="rect">
            <a:avLst/>
          </a:prstGeom>
          <a:noFill/>
        </p:spPr>
        <p:txBody>
          <a:bodyPr wrap="square" lIns="0" tIns="0" rIns="0" bIns="0" anchor="t">
            <a:spAutoFit/>
          </a:bodyPr>
          <a:lstStyle/>
          <a:p>
            <a:pPr>
              <a:spcAft>
                <a:spcPts val="600"/>
              </a:spcAft>
            </a:pPr>
            <a:r>
              <a:rPr lang="en-US" sz="3200">
                <a:solidFill>
                  <a:srgbClr val="00AED6"/>
                </a:solidFill>
              </a:rPr>
              <a:t>▸ </a:t>
            </a:r>
            <a:r>
              <a:rPr lang="en-US" sz="2400">
                <a:solidFill>
                  <a:srgbClr val="374151"/>
                </a:solidFill>
              </a:rPr>
              <a:t>Introduction to Plugins</a:t>
            </a:r>
          </a:p>
          <a:p>
            <a:pPr>
              <a:spcAft>
                <a:spcPts val="600"/>
              </a:spcAft>
            </a:pPr>
            <a:r>
              <a:rPr lang="en-US" sz="3200">
                <a:solidFill>
                  <a:srgbClr val="00AED6"/>
                </a:solidFill>
              </a:rPr>
              <a:t>▸ </a:t>
            </a:r>
            <a:r>
              <a:rPr lang="en-US" sz="2400">
                <a:solidFill>
                  <a:srgbClr val="374151"/>
                </a:solidFill>
              </a:rPr>
              <a:t>Using Built-In Plugins [Demo]</a:t>
            </a:r>
          </a:p>
          <a:p>
            <a:pPr>
              <a:spcAft>
                <a:spcPts val="600"/>
              </a:spcAft>
            </a:pPr>
            <a:r>
              <a:rPr lang="en-US" sz="3200">
                <a:solidFill>
                  <a:srgbClr val="00AED6"/>
                </a:solidFill>
              </a:rPr>
              <a:t>▸ </a:t>
            </a:r>
            <a:r>
              <a:rPr lang="en-US" sz="2400">
                <a:solidFill>
                  <a:srgbClr val="374151"/>
                </a:solidFill>
              </a:rPr>
              <a:t>Prompt Engineering for Application Developers</a:t>
            </a:r>
          </a:p>
          <a:p>
            <a:pPr>
              <a:spcAft>
                <a:spcPts val="600"/>
              </a:spcAft>
            </a:pPr>
            <a:r>
              <a:rPr lang="en-US" sz="3200">
                <a:solidFill>
                  <a:srgbClr val="00AED6"/>
                </a:solidFill>
              </a:rPr>
              <a:t>▸ </a:t>
            </a:r>
            <a:r>
              <a:rPr lang="en-US" sz="2400">
                <a:solidFill>
                  <a:srgbClr val="374151"/>
                </a:solidFill>
              </a:rPr>
              <a:t>Prompt Templates, Variables, and Arguments</a:t>
            </a:r>
          </a:p>
          <a:p>
            <a:pPr>
              <a:spcAft>
                <a:spcPts val="600"/>
              </a:spcAft>
            </a:pPr>
            <a:r>
              <a:rPr lang="en-US" sz="3200">
                <a:solidFill>
                  <a:srgbClr val="00AED6"/>
                </a:solidFill>
              </a:rPr>
              <a:t>▸ </a:t>
            </a:r>
            <a:r>
              <a:rPr lang="en-US" sz="2400">
                <a:solidFill>
                  <a:srgbClr val="374151"/>
                </a:solidFill>
              </a:rPr>
              <a:t>Create Reusable Prompt Templates [Demo]</a:t>
            </a:r>
          </a:p>
          <a:p>
            <a:pPr>
              <a:spcAft>
                <a:spcPts val="600"/>
              </a:spcAft>
            </a:pPr>
            <a:r>
              <a:rPr lang="en-US" sz="3200">
                <a:solidFill>
                  <a:srgbClr val="00AED6"/>
                </a:solidFill>
              </a:rPr>
              <a:t>▸ </a:t>
            </a:r>
            <a:r>
              <a:rPr lang="en-US" sz="2400">
                <a:solidFill>
                  <a:srgbClr val="374151"/>
                </a:solidFill>
              </a:rPr>
              <a:t>Add Personas and Role-Based Prompting [Demo]</a:t>
            </a:r>
          </a:p>
          <a:p>
            <a:pPr>
              <a:spcAft>
                <a:spcPts val="600"/>
              </a:spcAft>
            </a:pPr>
            <a:r>
              <a:rPr lang="en-US" sz="3200">
                <a:solidFill>
                  <a:srgbClr val="00AED6"/>
                </a:solidFill>
              </a:rPr>
              <a:t>▸ </a:t>
            </a:r>
            <a:r>
              <a:rPr lang="en-US" sz="2400">
                <a:solidFill>
                  <a:srgbClr val="374151"/>
                </a:solidFill>
              </a:rPr>
              <a:t>Build a Semantic Prompt Plugin [Demo]</a:t>
            </a:r>
          </a:p>
          <a:p>
            <a:pPr>
              <a:spcAft>
                <a:spcPts val="600"/>
              </a:spcAft>
            </a:pPr>
            <a:r>
              <a:rPr lang="en-US" sz="3200">
                <a:solidFill>
                  <a:srgbClr val="00AED6"/>
                </a:solidFill>
              </a:rPr>
              <a:t>▸ </a:t>
            </a:r>
            <a:r>
              <a:rPr lang="en-US" sz="2400">
                <a:solidFill>
                  <a:srgbClr val="374151"/>
                </a:solidFill>
              </a:rPr>
              <a:t>Store Prompts in Files and Organize Them Cleanly [Demo]</a:t>
            </a:r>
          </a:p>
          <a:p>
            <a:pPr>
              <a:spcAft>
                <a:spcPts val="600"/>
              </a:spcAft>
            </a:pPr>
            <a:endParaRPr lang="en-US" sz="2200">
              <a:solidFill>
                <a:srgbClr val="374151"/>
              </a:solidFill>
            </a:endParaRPr>
          </a:p>
          <a:p>
            <a:pPr algn="l">
              <a:spcBef>
                <a:spcPts val="0"/>
              </a:spcBef>
              <a:spcAft>
                <a:spcPts val="600"/>
              </a:spcAft>
            </a:pPr>
            <a:endParaRPr lang="en-US" sz="2200" b="0" i="0">
              <a:solidFill>
                <a:srgbClr val="374151"/>
              </a:solidFill>
              <a:latin typeface="Barlow"/>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5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fade">
                                      <p:cBhvr>
                                        <p:cTn id="42"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name="Slide 4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5.2 — Introduction to Plugins</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what a plugin is and how the kernel invokes plugin functionality.</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Plugin mental model</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Plugins are the bridge between language intent and application capability.</a:t>
            </a:r>
            <a:endParaRPr lang="en-US" sz="1120"/>
          </a:p>
          <a:p>
            <a:pPr marL="0" indent="0">
              <a:buNone/>
            </a:pPr>
            <a:r>
              <a:rPr lang="en-US" sz="2200">
                <a:solidFill>
                  <a:srgbClr val="374151"/>
                </a:solidFill>
                <a:latin typeface="Barlow" pitchFamily="34" charset="0"/>
                <a:ea typeface="Barlow" pitchFamily="34" charset="-122"/>
                <a:cs typeface="Barlow" pitchFamily="34" charset="-120"/>
              </a:rPr>
              <a:t>In the portal, plugins expose document, request, approval, and audit operations.</a:t>
            </a:r>
            <a:endParaRPr lang="en-US" sz="1120"/>
          </a:p>
          <a:p>
            <a:pPr marL="0" indent="0">
              <a:buNone/>
            </a:pPr>
            <a:r>
              <a:rPr lang="en-US" sz="2200">
                <a:solidFill>
                  <a:srgbClr val="374151"/>
                </a:solidFill>
                <a:latin typeface="Barlow" pitchFamily="34" charset="0"/>
                <a:ea typeface="Barlow" pitchFamily="34" charset="-122"/>
                <a:cs typeface="Barlow" pitchFamily="34" charset="-120"/>
              </a:rPr>
              <a:t>Treat plugins as contracts, not random helper methods.</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43</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Lesson 5.2</a:t>
            </a:r>
            <a:endParaRPr lang="en-US" sz="750"/>
          </a:p>
        </p:txBody>
      </p:sp>
      <p:sp>
        <p:nvSpPr>
          <p:cNvPr id="21" name="TextBox 20"/>
          <p:cNvSpPr txBox="1"/>
          <p:nvPr/>
        </p:nvSpPr>
        <p:spPr>
          <a:xfrm>
            <a:off x="822960" y="1682496"/>
            <a:ext cx="5257800" cy="3277820"/>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A plugin is a group of functions the kernel can invoke.</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Plugin functions can be native C# methods or prompt-backed semantic functions.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Function names, descriptions, and parameters influence discoverability.</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Good plugin design makes AI behavior more predictable.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90692-C9ED-D9F8-A4AF-5ACA621C46C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7695676-33F5-D2B0-A784-DDBB4D51D629}"/>
              </a:ext>
            </a:extLst>
          </p:cNvPr>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a:extLst>
              <a:ext uri="{FF2B5EF4-FFF2-40B4-BE49-F238E27FC236}">
                <a16:creationId xmlns:a16="http://schemas.microsoft.com/office/drawing/2014/main" id="{B7A6F8FD-30EA-5A22-A6DE-A98B985445DB}"/>
              </a:ext>
            </a:extLst>
          </p:cNvPr>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5.2 — Introduction to Plugins</a:t>
            </a:r>
            <a:endParaRPr lang="en-US" sz="2700"/>
          </a:p>
        </p:txBody>
      </p:sp>
      <p:sp>
        <p:nvSpPr>
          <p:cNvPr id="4" name="Text 2">
            <a:extLst>
              <a:ext uri="{FF2B5EF4-FFF2-40B4-BE49-F238E27FC236}">
                <a16:creationId xmlns:a16="http://schemas.microsoft.com/office/drawing/2014/main" id="{ED8CF8F9-A1CF-D74A-1837-9D78B91282A6}"/>
              </a:ext>
            </a:extLst>
          </p:cNvPr>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what a plugin is and how the kernel invokes plugin functionality.</a:t>
            </a:r>
            <a:endParaRPr lang="en-US" sz="1250"/>
          </a:p>
        </p:txBody>
      </p:sp>
      <p:sp>
        <p:nvSpPr>
          <p:cNvPr id="13" name="Shape 11">
            <a:extLst>
              <a:ext uri="{FF2B5EF4-FFF2-40B4-BE49-F238E27FC236}">
                <a16:creationId xmlns:a16="http://schemas.microsoft.com/office/drawing/2014/main" id="{64B00EFF-4EC6-3377-41F8-B3B035DD2F26}"/>
              </a:ext>
            </a:extLst>
          </p:cNvPr>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a:extLst>
              <a:ext uri="{FF2B5EF4-FFF2-40B4-BE49-F238E27FC236}">
                <a16:creationId xmlns:a16="http://schemas.microsoft.com/office/drawing/2014/main" id="{86A4FD93-682B-ED22-E72C-5849352A560A}"/>
              </a:ext>
            </a:extLst>
          </p:cNvPr>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a:extLst>
              <a:ext uri="{FF2B5EF4-FFF2-40B4-BE49-F238E27FC236}">
                <a16:creationId xmlns:a16="http://schemas.microsoft.com/office/drawing/2014/main" id="{323591C9-236F-B767-0C37-52A116739C65}"/>
              </a:ext>
            </a:extLst>
          </p:cNvPr>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a:extLst>
              <a:ext uri="{FF2B5EF4-FFF2-40B4-BE49-F238E27FC236}">
                <a16:creationId xmlns:a16="http://schemas.microsoft.com/office/drawing/2014/main" id="{61A8A0F9-F759-0252-D59F-5422EA73A21A}"/>
              </a:ext>
            </a:extLst>
          </p:cNvPr>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Plugin mental model</a:t>
            </a:r>
            <a:endParaRPr lang="en-US" sz="1350"/>
          </a:p>
        </p:txBody>
      </p:sp>
      <p:sp>
        <p:nvSpPr>
          <p:cNvPr id="17" name="Text 15">
            <a:extLst>
              <a:ext uri="{FF2B5EF4-FFF2-40B4-BE49-F238E27FC236}">
                <a16:creationId xmlns:a16="http://schemas.microsoft.com/office/drawing/2014/main" id="{3F4B1802-C7B5-E776-2750-30A1F95804A8}"/>
              </a:ext>
            </a:extLst>
          </p:cNvPr>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Plugins are the bridge between language intent and application capability.</a:t>
            </a:r>
            <a:endParaRPr lang="en-US" sz="1120"/>
          </a:p>
          <a:p>
            <a:pPr marL="0" indent="0">
              <a:buNone/>
            </a:pPr>
            <a:r>
              <a:rPr lang="en-US" sz="2200">
                <a:solidFill>
                  <a:srgbClr val="374151"/>
                </a:solidFill>
                <a:latin typeface="Barlow" pitchFamily="34" charset="0"/>
                <a:ea typeface="Barlow" pitchFamily="34" charset="-122"/>
                <a:cs typeface="Barlow" pitchFamily="34" charset="-120"/>
              </a:rPr>
              <a:t>In the portal, plugins expose document, request, approval, and audit operations.</a:t>
            </a:r>
            <a:endParaRPr lang="en-US" sz="1120"/>
          </a:p>
          <a:p>
            <a:pPr marL="0" indent="0">
              <a:buNone/>
            </a:pPr>
            <a:r>
              <a:rPr lang="en-US" sz="2200">
                <a:solidFill>
                  <a:srgbClr val="374151"/>
                </a:solidFill>
                <a:latin typeface="Barlow" pitchFamily="34" charset="0"/>
                <a:ea typeface="Barlow" pitchFamily="34" charset="-122"/>
                <a:cs typeface="Barlow" pitchFamily="34" charset="-120"/>
              </a:rPr>
              <a:t>Treat plugins as contracts, not random helper methods.</a:t>
            </a:r>
            <a:endParaRPr lang="en-US" sz="1120"/>
          </a:p>
        </p:txBody>
      </p:sp>
      <p:sp>
        <p:nvSpPr>
          <p:cNvPr id="18" name="Shape 16">
            <a:extLst>
              <a:ext uri="{FF2B5EF4-FFF2-40B4-BE49-F238E27FC236}">
                <a16:creationId xmlns:a16="http://schemas.microsoft.com/office/drawing/2014/main" id="{DC425DCD-AF40-150B-B67C-4A19B2F9FE48}"/>
              </a:ext>
            </a:extLst>
          </p:cNvPr>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a:extLst>
              <a:ext uri="{FF2B5EF4-FFF2-40B4-BE49-F238E27FC236}">
                <a16:creationId xmlns:a16="http://schemas.microsoft.com/office/drawing/2014/main" id="{211EFB60-F9E1-1D0C-8814-041267280DC0}"/>
              </a:ext>
            </a:extLst>
          </p:cNvPr>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43</a:t>
            </a:r>
            <a:endParaRPr lang="en-US" sz="900"/>
          </a:p>
        </p:txBody>
      </p:sp>
      <p:sp>
        <p:nvSpPr>
          <p:cNvPr id="20" name="Text 18">
            <a:extLst>
              <a:ext uri="{FF2B5EF4-FFF2-40B4-BE49-F238E27FC236}">
                <a16:creationId xmlns:a16="http://schemas.microsoft.com/office/drawing/2014/main" id="{2DFBB020-5304-A9FF-4C75-EB4D6F6A6704}"/>
              </a:ext>
            </a:extLst>
          </p:cNvPr>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Lesson 5.2</a:t>
            </a:r>
            <a:endParaRPr lang="en-US" sz="750"/>
          </a:p>
        </p:txBody>
      </p:sp>
      <p:sp>
        <p:nvSpPr>
          <p:cNvPr id="21" name="TextBox 20">
            <a:extLst>
              <a:ext uri="{FF2B5EF4-FFF2-40B4-BE49-F238E27FC236}">
                <a16:creationId xmlns:a16="http://schemas.microsoft.com/office/drawing/2014/main" id="{5E4498D2-4E53-EEB8-B2AC-14438921549F}"/>
              </a:ext>
            </a:extLst>
          </p:cNvPr>
          <p:cNvSpPr txBox="1"/>
          <p:nvPr/>
        </p:nvSpPr>
        <p:spPr>
          <a:xfrm>
            <a:off x="822960" y="1682496"/>
            <a:ext cx="5257800" cy="3277820"/>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A plugin is a group of functions the kernel can invoke.</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Plugin functions can be native C# methods or prompt-backed semantic functions.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Function names, descriptions, and parameters influence discoverability.</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Good plugin design makes AI behavior more predictable.</a:t>
            </a:r>
          </a:p>
        </p:txBody>
      </p:sp>
      <p:pic>
        <p:nvPicPr>
          <p:cNvPr id="6" name="Picture 5">
            <a:extLst>
              <a:ext uri="{FF2B5EF4-FFF2-40B4-BE49-F238E27FC236}">
                <a16:creationId xmlns:a16="http://schemas.microsoft.com/office/drawing/2014/main" id="{8EA9B86A-97FD-0372-9502-5C51A25D67C0}"/>
              </a:ext>
            </a:extLst>
          </p:cNvPr>
          <p:cNvPicPr>
            <a:picLocks noChangeAspect="1"/>
          </p:cNvPicPr>
          <p:nvPr/>
        </p:nvPicPr>
        <p:blipFill>
          <a:blip r:embed="rId3"/>
          <a:srcRect b="7334"/>
          <a:stretch>
            <a:fillRect/>
          </a:stretch>
        </p:blipFill>
        <p:spPr>
          <a:xfrm>
            <a:off x="0" y="0"/>
            <a:ext cx="12192000" cy="6355080"/>
          </a:xfrm>
          <a:prstGeom prst="rect">
            <a:avLst/>
          </a:prstGeom>
        </p:spPr>
      </p:pic>
    </p:spTree>
    <p:extLst>
      <p:ext uri="{BB962C8B-B14F-4D97-AF65-F5344CB8AC3E}">
        <p14:creationId xmlns:p14="http://schemas.microsoft.com/office/powerpoint/2010/main" val="1318763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name="Slide 4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5.2a — What Are Built-In Plugins?</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Pre-built function collections that extend the kernel without writing custom code.</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Why start with built-ins?</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spcAft>
                <a:spcPts val="800"/>
              </a:spcAft>
              <a:buNone/>
            </a:pPr>
            <a:r>
              <a:rPr lang="en-US" sz="1800">
                <a:solidFill>
                  <a:srgbClr val="374151"/>
                </a:solidFill>
                <a:latin typeface="Barlow" pitchFamily="34" charset="0"/>
                <a:ea typeface="Barlow" pitchFamily="34" charset="-122"/>
                <a:cs typeface="Barlow" pitchFamily="34" charset="-120"/>
              </a:rPr>
              <a:t>Built-in plugins let you add AI-accessible capabilities in a single line of code.</a:t>
            </a:r>
            <a:endParaRPr lang="en-US" sz="1120"/>
          </a:p>
          <a:p>
            <a:pPr>
              <a:spcAft>
                <a:spcPts val="800"/>
              </a:spcAft>
            </a:pPr>
            <a:r>
              <a:rPr lang="en-US" sz="1800">
                <a:solidFill>
                  <a:srgbClr val="374151"/>
                </a:solidFill>
                <a:latin typeface="Barlow" pitchFamily="34" charset="0"/>
                <a:ea typeface="Barlow" pitchFamily="34" charset="-122"/>
                <a:cs typeface="Barlow" pitchFamily="34" charset="-120"/>
              </a:rPr>
              <a:t>They are ideal for </a:t>
            </a:r>
            <a:r>
              <a:rPr lang="en-US">
                <a:solidFill>
                  <a:srgbClr val="374151"/>
                </a:solidFill>
                <a:latin typeface="Barlow" pitchFamily="34" charset="0"/>
                <a:ea typeface="Barlow" pitchFamily="34" charset="-122"/>
                <a:cs typeface="Barlow" pitchFamily="34" charset="-120"/>
              </a:rPr>
              <a:t>quickly prototyping and validating plugin-based workflows</a:t>
            </a:r>
            <a:r>
              <a:rPr lang="en-US" sz="1800">
                <a:solidFill>
                  <a:srgbClr val="374151"/>
                </a:solidFill>
                <a:latin typeface="Barlow" pitchFamily="34" charset="0"/>
                <a:ea typeface="Barlow" pitchFamily="34" charset="-122"/>
                <a:cs typeface="Barlow" pitchFamily="34" charset="-120"/>
              </a:rPr>
              <a:t>.</a:t>
            </a:r>
            <a:endParaRPr lang="en-US" sz="1120"/>
          </a:p>
          <a:p>
            <a:pPr marL="0" indent="0">
              <a:spcAft>
                <a:spcPts val="800"/>
              </a:spcAft>
              <a:buNone/>
            </a:pPr>
            <a:r>
              <a:rPr lang="en-US" sz="1800">
                <a:solidFill>
                  <a:srgbClr val="374151"/>
                </a:solidFill>
                <a:latin typeface="Barlow" pitchFamily="34" charset="0"/>
                <a:ea typeface="Barlow" pitchFamily="34" charset="-122"/>
                <a:cs typeface="Barlow" pitchFamily="34" charset="-120"/>
              </a:rPr>
              <a:t>Use built-ins first, then graduate to custom plugins when you need domain-specific logic.</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44</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Lesson 5.2a</a:t>
            </a:r>
            <a:endParaRPr lang="en-US" sz="750"/>
          </a:p>
        </p:txBody>
      </p:sp>
      <p:sp>
        <p:nvSpPr>
          <p:cNvPr id="21" name="TextBox 20"/>
          <p:cNvSpPr txBox="1"/>
          <p:nvPr/>
        </p:nvSpPr>
        <p:spPr>
          <a:xfrm>
            <a:off x="822960" y="1682496"/>
            <a:ext cx="5257800" cy="3000821"/>
          </a:xfrm>
          <a:prstGeom prst="rect">
            <a:avLst/>
          </a:prstGeom>
          <a:noFill/>
        </p:spPr>
        <p:txBody>
          <a:bodyPr wrap="square" lIns="0" tIns="0" rIns="0" bIns="0" anchor="t">
            <a:spAutoFit/>
          </a:bodyPr>
          <a:lstStyle/>
          <a:p>
            <a:pPr algn="l">
              <a:spcBef>
                <a:spcPts val="0"/>
              </a:spcBef>
              <a:spcAft>
                <a:spcPts val="600"/>
              </a:spcAft>
            </a:pPr>
            <a:r>
              <a:rPr lang="en-US" sz="2000" b="0">
                <a:solidFill>
                  <a:srgbClr val="00AED6"/>
                </a:solidFill>
                <a:latin typeface="Barlow"/>
              </a:rPr>
              <a:t>▸ </a:t>
            </a:r>
            <a:r>
              <a:rPr lang="en-US" sz="2000" b="0" i="0">
                <a:solidFill>
                  <a:srgbClr val="374151"/>
                </a:solidFill>
                <a:latin typeface="Barlow"/>
              </a:rPr>
              <a:t>Built-in plugins ship with the </a:t>
            </a:r>
            <a:r>
              <a:rPr lang="en-US" sz="2000" b="0" i="0" err="1">
                <a:solidFill>
                  <a:srgbClr val="374151"/>
                </a:solidFill>
                <a:latin typeface="Barlow"/>
              </a:rPr>
              <a:t>Microsoft.SemanticKernel.Plugins.Core</a:t>
            </a:r>
            <a:r>
              <a:rPr lang="en-US" sz="2000" b="0" i="0">
                <a:solidFill>
                  <a:srgbClr val="374151"/>
                </a:solidFill>
                <a:latin typeface="Barlow"/>
              </a:rPr>
              <a:t> NuGet package.</a:t>
            </a:r>
          </a:p>
          <a:p>
            <a:pPr algn="l">
              <a:spcBef>
                <a:spcPts val="0"/>
              </a:spcBef>
              <a:spcAft>
                <a:spcPts val="600"/>
              </a:spcAft>
            </a:pPr>
            <a:r>
              <a:rPr lang="en-US" sz="2000" b="0">
                <a:solidFill>
                  <a:srgbClr val="00AED6"/>
                </a:solidFill>
                <a:latin typeface="Barlow"/>
              </a:rPr>
              <a:t>▸ </a:t>
            </a:r>
            <a:r>
              <a:rPr lang="en-US" sz="2000" b="0" i="0">
                <a:solidFill>
                  <a:srgbClr val="374151"/>
                </a:solidFill>
                <a:latin typeface="Barlow"/>
              </a:rPr>
              <a:t>They provide ready-to-use capabilities like time, text, math, HTTP, and summarization.</a:t>
            </a:r>
          </a:p>
          <a:p>
            <a:pPr algn="l">
              <a:spcBef>
                <a:spcPts val="0"/>
              </a:spcBef>
              <a:spcAft>
                <a:spcPts val="600"/>
              </a:spcAft>
            </a:pPr>
            <a:r>
              <a:rPr lang="en-US" sz="2000" b="0">
                <a:solidFill>
                  <a:srgbClr val="00AED6"/>
                </a:solidFill>
                <a:latin typeface="Barlow"/>
              </a:rPr>
              <a:t>▸ </a:t>
            </a:r>
            <a:r>
              <a:rPr lang="en-US" sz="2000" b="0" i="0">
                <a:solidFill>
                  <a:srgbClr val="374151"/>
                </a:solidFill>
                <a:latin typeface="Barlow"/>
              </a:rPr>
              <a:t>No custom code needed — register the plugin, and the kernel can invoke it immediately.</a:t>
            </a:r>
          </a:p>
          <a:p>
            <a:pPr algn="l">
              <a:spcBef>
                <a:spcPts val="0"/>
              </a:spcBef>
              <a:spcAft>
                <a:spcPts val="600"/>
              </a:spcAft>
            </a:pPr>
            <a:r>
              <a:rPr lang="en-US" sz="2000" b="0">
                <a:solidFill>
                  <a:srgbClr val="00AED6"/>
                </a:solidFill>
                <a:latin typeface="Barlow"/>
              </a:rPr>
              <a:t>▸ </a:t>
            </a:r>
            <a:r>
              <a:rPr lang="en-US" sz="2000" b="0" i="0">
                <a:solidFill>
                  <a:srgbClr val="374151"/>
                </a:solidFill>
                <a:latin typeface="Barlow"/>
              </a:rPr>
              <a:t>They follow the same plugin contract and function-calling pattern as custom plugins.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name="Slide 4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5.2b — The Built-In Plugin Catalog</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fontScale="85000" lnSpcReduction="10000"/>
          </a:bodyPr>
          <a:lstStyle/>
          <a:p>
            <a:pPr marL="0" indent="0">
              <a:buNone/>
            </a:pPr>
            <a:r>
              <a:rPr lang="en-US" sz="2200">
                <a:solidFill>
                  <a:srgbClr val="697586"/>
                </a:solidFill>
                <a:latin typeface="Barlow" pitchFamily="34" charset="0"/>
                <a:ea typeface="Barlow" pitchFamily="34" charset="-122"/>
                <a:cs typeface="Barlow" pitchFamily="34" charset="-120"/>
              </a:rPr>
              <a:t>Seven ready-made plugins in Microsoft.SemanticKernel.Plugins.Core plus one in Plugins.Memory.</a:t>
            </a:r>
            <a:endParaRPr lang="en-US" sz="125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45</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Lesson 5.2b</a:t>
            </a:r>
            <a:endParaRPr lang="en-US" sz="750"/>
          </a:p>
        </p:txBody>
      </p:sp>
      <p:sp>
        <p:nvSpPr>
          <p:cNvPr id="21" name="TextBox 20"/>
          <p:cNvSpPr txBox="1"/>
          <p:nvPr/>
        </p:nvSpPr>
        <p:spPr>
          <a:xfrm>
            <a:off x="822960" y="1682496"/>
            <a:ext cx="10515600" cy="3277820"/>
          </a:xfrm>
          <a:prstGeom prst="rect">
            <a:avLst/>
          </a:prstGeom>
          <a:noFill/>
        </p:spPr>
        <p:txBody>
          <a:bodyPr wrap="square" lIns="0" tIns="0" rIns="0" bIns="0" anchor="t">
            <a:spAutoFit/>
          </a:bodyPr>
          <a:lstStyle/>
          <a:p>
            <a:pPr algn="l">
              <a:spcBef>
                <a:spcPts val="0"/>
              </a:spcBef>
              <a:spcAft>
                <a:spcPts val="600"/>
              </a:spcAft>
            </a:pPr>
            <a:r>
              <a:rPr lang="en-US" sz="2000" b="0">
                <a:solidFill>
                  <a:srgbClr val="00AED6"/>
                </a:solidFill>
                <a:latin typeface="Barlow"/>
              </a:rPr>
              <a:t>▸ </a:t>
            </a:r>
            <a:r>
              <a:rPr lang="en-US" sz="2000" b="1" i="0" err="1">
                <a:solidFill>
                  <a:srgbClr val="374151"/>
                </a:solidFill>
                <a:latin typeface="Barlow"/>
              </a:rPr>
              <a:t>TimePlugin</a:t>
            </a:r>
            <a:r>
              <a:rPr lang="en-US" sz="2000" b="0" i="0">
                <a:solidFill>
                  <a:srgbClr val="374151"/>
                </a:solidFill>
                <a:latin typeface="Barlow"/>
              </a:rPr>
              <a:t> — Returns current date, time, </a:t>
            </a:r>
            <a:r>
              <a:rPr lang="en-US" sz="2000" b="0" i="0" err="1">
                <a:solidFill>
                  <a:srgbClr val="374151"/>
                </a:solidFill>
                <a:latin typeface="Barlow"/>
              </a:rPr>
              <a:t>timezone</a:t>
            </a:r>
            <a:r>
              <a:rPr lang="en-US" sz="2000" b="0" i="0">
                <a:solidFill>
                  <a:srgbClr val="374151"/>
                </a:solidFill>
                <a:latin typeface="Barlow"/>
              </a:rPr>
              <a:t>, day of week, and relative dates like “days ago.”</a:t>
            </a:r>
          </a:p>
          <a:p>
            <a:pPr algn="l">
              <a:spcBef>
                <a:spcPts val="0"/>
              </a:spcBef>
              <a:spcAft>
                <a:spcPts val="600"/>
              </a:spcAft>
            </a:pPr>
            <a:r>
              <a:rPr lang="en-US" sz="2000" b="0">
                <a:solidFill>
                  <a:srgbClr val="00AED6"/>
                </a:solidFill>
                <a:latin typeface="Barlow"/>
              </a:rPr>
              <a:t>▸ </a:t>
            </a:r>
            <a:r>
              <a:rPr lang="en-US" sz="2000" b="1" i="0" err="1">
                <a:solidFill>
                  <a:srgbClr val="374151"/>
                </a:solidFill>
                <a:latin typeface="Barlow"/>
              </a:rPr>
              <a:t>TextPlugin</a:t>
            </a:r>
            <a:r>
              <a:rPr lang="en-US" sz="2000" b="0" i="0">
                <a:solidFill>
                  <a:srgbClr val="374151"/>
                </a:solidFill>
                <a:latin typeface="Barlow"/>
              </a:rPr>
              <a:t> — Manipulates strings with uppercase, lowercase, trim, and concatenation operations.</a:t>
            </a:r>
          </a:p>
          <a:p>
            <a:pPr algn="l">
              <a:spcBef>
                <a:spcPts val="0"/>
              </a:spcBef>
              <a:spcAft>
                <a:spcPts val="600"/>
              </a:spcAft>
            </a:pPr>
            <a:r>
              <a:rPr lang="en-US" sz="2000" b="0">
                <a:solidFill>
                  <a:srgbClr val="00AED6"/>
                </a:solidFill>
                <a:latin typeface="Barlow"/>
              </a:rPr>
              <a:t>▸ </a:t>
            </a:r>
            <a:r>
              <a:rPr lang="en-US" sz="2000" b="1" i="0" err="1">
                <a:solidFill>
                  <a:srgbClr val="374151"/>
                </a:solidFill>
                <a:latin typeface="Barlow"/>
              </a:rPr>
              <a:t>MathPlugin</a:t>
            </a:r>
            <a:r>
              <a:rPr lang="en-US" sz="2000" b="0" i="0">
                <a:solidFill>
                  <a:srgbClr val="374151"/>
                </a:solidFill>
                <a:latin typeface="Barlow"/>
              </a:rPr>
              <a:t> — Performs arithmetic calculations such as addition and subtraction.</a:t>
            </a:r>
          </a:p>
          <a:p>
            <a:pPr algn="l">
              <a:spcBef>
                <a:spcPts val="0"/>
              </a:spcBef>
              <a:spcAft>
                <a:spcPts val="600"/>
              </a:spcAft>
            </a:pPr>
            <a:r>
              <a:rPr lang="en-US" sz="2000" b="0">
                <a:solidFill>
                  <a:srgbClr val="00AED6"/>
                </a:solidFill>
                <a:latin typeface="Barlow"/>
              </a:rPr>
              <a:t>▸ </a:t>
            </a:r>
            <a:r>
              <a:rPr lang="en-US" sz="2000" b="1" i="0" err="1">
                <a:solidFill>
                  <a:srgbClr val="374151"/>
                </a:solidFill>
                <a:latin typeface="Barlow"/>
              </a:rPr>
              <a:t>ConversationSummaryPlugin</a:t>
            </a:r>
            <a:r>
              <a:rPr lang="en-US" sz="2000" b="0" i="0">
                <a:solidFill>
                  <a:srgbClr val="374151"/>
                </a:solidFill>
                <a:latin typeface="Barlow"/>
              </a:rPr>
              <a:t> — Uses the LLM to summarize conversation history or long text passages.</a:t>
            </a:r>
          </a:p>
          <a:p>
            <a:pPr algn="l">
              <a:spcBef>
                <a:spcPts val="0"/>
              </a:spcBef>
              <a:spcAft>
                <a:spcPts val="600"/>
              </a:spcAft>
            </a:pPr>
            <a:r>
              <a:rPr lang="en-US" sz="2000" b="0">
                <a:solidFill>
                  <a:srgbClr val="00AED6"/>
                </a:solidFill>
                <a:latin typeface="Barlow"/>
              </a:rPr>
              <a:t>▸ </a:t>
            </a:r>
            <a:r>
              <a:rPr lang="en-US" sz="2000" b="1" i="0" err="1">
                <a:solidFill>
                  <a:srgbClr val="374151"/>
                </a:solidFill>
                <a:latin typeface="Barlow"/>
              </a:rPr>
              <a:t>HttpPlugin</a:t>
            </a:r>
            <a:r>
              <a:rPr lang="en-US" sz="2000" b="0" i="0">
                <a:solidFill>
                  <a:srgbClr val="374151"/>
                </a:solidFill>
                <a:latin typeface="Barlow"/>
              </a:rPr>
              <a:t> — Executes HTTP requests (GET, POST, PUT, DELETE) against external APIs.</a:t>
            </a:r>
          </a:p>
          <a:p>
            <a:pPr algn="l">
              <a:spcBef>
                <a:spcPts val="0"/>
              </a:spcBef>
              <a:spcAft>
                <a:spcPts val="600"/>
              </a:spcAft>
            </a:pPr>
            <a:r>
              <a:rPr lang="en-US" sz="2000" b="0">
                <a:solidFill>
                  <a:srgbClr val="00AED6"/>
                </a:solidFill>
                <a:latin typeface="Barlow"/>
              </a:rPr>
              <a:t>▸ </a:t>
            </a:r>
            <a:r>
              <a:rPr lang="en-US" sz="2000" b="1" i="0" err="1">
                <a:solidFill>
                  <a:srgbClr val="374151"/>
                </a:solidFill>
                <a:latin typeface="Barlow"/>
              </a:rPr>
              <a:t>FileIOPlugin</a:t>
            </a:r>
            <a:r>
              <a:rPr lang="en-US" sz="2000" b="0" i="0">
                <a:solidFill>
                  <a:srgbClr val="374151"/>
                </a:solidFill>
                <a:latin typeface="Barlow"/>
              </a:rPr>
              <a:t> — Reads from and writes to files on the local file system.</a:t>
            </a:r>
          </a:p>
          <a:p>
            <a:pPr algn="l">
              <a:spcBef>
                <a:spcPts val="0"/>
              </a:spcBef>
              <a:spcAft>
                <a:spcPts val="600"/>
              </a:spcAft>
            </a:pPr>
            <a:r>
              <a:rPr lang="en-US" sz="2000" b="0">
                <a:solidFill>
                  <a:srgbClr val="00AED6"/>
                </a:solidFill>
                <a:latin typeface="Barlow"/>
              </a:rPr>
              <a:t>▸ </a:t>
            </a:r>
            <a:r>
              <a:rPr lang="en-US" sz="2000" b="1" i="0" err="1">
                <a:solidFill>
                  <a:srgbClr val="374151"/>
                </a:solidFill>
                <a:latin typeface="Barlow"/>
              </a:rPr>
              <a:t>WaitPlugin</a:t>
            </a:r>
            <a:r>
              <a:rPr lang="en-US" sz="2000" b="0" i="0">
                <a:solidFill>
                  <a:srgbClr val="374151"/>
                </a:solidFill>
                <a:latin typeface="Barlow"/>
              </a:rPr>
              <a:t> — Introduces timed delays to control execution pacing.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xEl>
                                              <p:pRg st="4" end="4"/>
                                            </p:txEl>
                                          </p:spTgt>
                                        </p:tgtEl>
                                        <p:attrNameLst>
                                          <p:attrName>style.visibility</p:attrName>
                                        </p:attrNameLst>
                                      </p:cBhvr>
                                      <p:to>
                                        <p:strVal val="visible"/>
                                      </p:to>
                                    </p:set>
                                    <p:animEffect transition="in" filter="fade">
                                      <p:cBhvr>
                                        <p:cTn id="27" dur="500"/>
                                        <p:tgtEl>
                                          <p:spTgt spid="2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1">
                                            <p:txEl>
                                              <p:pRg st="5" end="5"/>
                                            </p:txEl>
                                          </p:spTgt>
                                        </p:tgtEl>
                                        <p:attrNameLst>
                                          <p:attrName>style.visibility</p:attrName>
                                        </p:attrNameLst>
                                      </p:cBhvr>
                                      <p:to>
                                        <p:strVal val="visible"/>
                                      </p:to>
                                    </p:set>
                                    <p:animEffect transition="in" filter="fade">
                                      <p:cBhvr>
                                        <p:cTn id="32" dur="500"/>
                                        <p:tgtEl>
                                          <p:spTgt spid="2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1">
                                            <p:txEl>
                                              <p:pRg st="6" end="6"/>
                                            </p:txEl>
                                          </p:spTgt>
                                        </p:tgtEl>
                                        <p:attrNameLst>
                                          <p:attrName>style.visibility</p:attrName>
                                        </p:attrNameLst>
                                      </p:cBhvr>
                                      <p:to>
                                        <p:strVal val="visible"/>
                                      </p:to>
                                    </p:set>
                                    <p:animEffect transition="in" filter="fade">
                                      <p:cBhvr>
                                        <p:cTn id="37" dur="500"/>
                                        <p:tgtEl>
                                          <p:spTgt spid="2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name="Slide 4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5.2c — Registering Built-In Plugins</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How to add, invoke, and let the LLM auto-select built-in plugin functions.</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Best practice</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spcAft>
                <a:spcPts val="800"/>
              </a:spcAft>
              <a:buNone/>
            </a:pPr>
            <a:r>
              <a:rPr lang="en-US" sz="1800">
                <a:solidFill>
                  <a:srgbClr val="374151"/>
                </a:solidFill>
                <a:latin typeface="Barlow" pitchFamily="34" charset="0"/>
                <a:ea typeface="Barlow" pitchFamily="34" charset="-122"/>
                <a:cs typeface="Barlow" pitchFamily="34" charset="-120"/>
              </a:rPr>
              <a:t>Register only the plugins you actually need — every function is sent to the LLM as part of the schema.</a:t>
            </a:r>
            <a:endParaRPr lang="en-US" sz="1120"/>
          </a:p>
          <a:p>
            <a:pPr marL="0" indent="0">
              <a:spcAft>
                <a:spcPts val="800"/>
              </a:spcAft>
              <a:buNone/>
            </a:pPr>
            <a:r>
              <a:rPr lang="en-US" sz="1800">
                <a:solidFill>
                  <a:srgbClr val="374151"/>
                </a:solidFill>
                <a:latin typeface="Barlow" pitchFamily="34" charset="0"/>
                <a:ea typeface="Barlow" pitchFamily="34" charset="-122"/>
                <a:cs typeface="Barlow" pitchFamily="34" charset="-120"/>
              </a:rPr>
              <a:t>Use descriptive names and [Description] attributes so the LLM knows when to call each function.</a:t>
            </a:r>
            <a:endParaRPr lang="en-US" sz="1120"/>
          </a:p>
          <a:p>
            <a:pPr marL="0" indent="0">
              <a:spcAft>
                <a:spcPts val="800"/>
              </a:spcAft>
              <a:buNone/>
            </a:pPr>
            <a:r>
              <a:rPr lang="en-US" sz="1800">
                <a:solidFill>
                  <a:srgbClr val="374151"/>
                </a:solidFill>
                <a:latin typeface="Barlow" pitchFamily="34" charset="0"/>
                <a:ea typeface="Barlow" pitchFamily="34" charset="-122"/>
                <a:cs typeface="Barlow" pitchFamily="34" charset="-120"/>
              </a:rPr>
              <a:t>Combine built-in plugins with custom plugins to create powerful multi-step workflows.</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46</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Lesson 5.2c</a:t>
            </a:r>
            <a:endParaRPr lang="en-US" sz="750"/>
          </a:p>
        </p:txBody>
      </p:sp>
      <p:sp>
        <p:nvSpPr>
          <p:cNvPr id="21" name="TextBox 20"/>
          <p:cNvSpPr txBox="1"/>
          <p:nvPr/>
        </p:nvSpPr>
        <p:spPr>
          <a:xfrm>
            <a:off x="822960" y="1682496"/>
            <a:ext cx="5257800" cy="3277820"/>
          </a:xfrm>
          <a:prstGeom prst="rect">
            <a:avLst/>
          </a:prstGeom>
          <a:noFill/>
        </p:spPr>
        <p:txBody>
          <a:bodyPr wrap="square" lIns="0" tIns="0" rIns="0" bIns="0" anchor="t">
            <a:spAutoFit/>
          </a:bodyPr>
          <a:lstStyle/>
          <a:p>
            <a:pPr algn="l">
              <a:spcBef>
                <a:spcPts val="0"/>
              </a:spcBef>
              <a:spcAft>
                <a:spcPts val="600"/>
              </a:spcAft>
            </a:pPr>
            <a:r>
              <a:rPr lang="en-US" sz="2000" b="0">
                <a:solidFill>
                  <a:srgbClr val="00AED6"/>
                </a:solidFill>
                <a:latin typeface="Barlow"/>
              </a:rPr>
              <a:t>▸ </a:t>
            </a:r>
            <a:r>
              <a:rPr lang="en-US" sz="2000" b="0" i="0">
                <a:solidFill>
                  <a:srgbClr val="374151"/>
                </a:solidFill>
                <a:latin typeface="Barlow"/>
              </a:rPr>
              <a:t>Install the NuGet package: </a:t>
            </a:r>
            <a:r>
              <a:rPr lang="en-US" sz="2000" b="0" i="0" err="1">
                <a:solidFill>
                  <a:srgbClr val="374151"/>
                </a:solidFill>
                <a:latin typeface="Barlow"/>
              </a:rPr>
              <a:t>Microsoft.SemanticKernel.Plugins.Core</a:t>
            </a:r>
            <a:r>
              <a:rPr lang="en-US" sz="2000" b="0" i="0">
                <a:solidFill>
                  <a:srgbClr val="374151"/>
                </a:solidFill>
                <a:latin typeface="Barlow"/>
              </a:rPr>
              <a:t>.</a:t>
            </a:r>
          </a:p>
          <a:p>
            <a:pPr algn="l">
              <a:spcBef>
                <a:spcPts val="0"/>
              </a:spcBef>
              <a:spcAft>
                <a:spcPts val="600"/>
              </a:spcAft>
            </a:pPr>
            <a:r>
              <a:rPr lang="en-US" sz="2000" b="0">
                <a:solidFill>
                  <a:srgbClr val="00AED6"/>
                </a:solidFill>
                <a:latin typeface="Barlow"/>
              </a:rPr>
              <a:t>▸ </a:t>
            </a:r>
            <a:r>
              <a:rPr lang="en-US" sz="2000" b="0" i="0">
                <a:solidFill>
                  <a:srgbClr val="374151"/>
                </a:solidFill>
                <a:latin typeface="Barlow"/>
              </a:rPr>
              <a:t>Register with: </a:t>
            </a:r>
            <a:r>
              <a:rPr lang="en-US" sz="2000" b="0" i="0" err="1">
                <a:solidFill>
                  <a:srgbClr val="374151"/>
                </a:solidFill>
                <a:latin typeface="Barlow"/>
              </a:rPr>
              <a:t>kernel.ImportPluginFromType</a:t>
            </a:r>
            <a:r>
              <a:rPr lang="en-US" sz="2000" b="0" i="0">
                <a:solidFill>
                  <a:srgbClr val="374151"/>
                </a:solidFill>
                <a:latin typeface="Barlow"/>
              </a:rPr>
              <a:t>&lt;</a:t>
            </a:r>
            <a:r>
              <a:rPr lang="en-US" sz="2000" b="0" i="0" err="1">
                <a:solidFill>
                  <a:srgbClr val="374151"/>
                </a:solidFill>
                <a:latin typeface="Barlow"/>
              </a:rPr>
              <a:t>TimePlugin</a:t>
            </a:r>
            <a:r>
              <a:rPr lang="en-US" sz="2000" b="0" i="0">
                <a:solidFill>
                  <a:srgbClr val="374151"/>
                </a:solidFill>
                <a:latin typeface="Barlow"/>
              </a:rPr>
              <a:t>&gt;().</a:t>
            </a:r>
          </a:p>
          <a:p>
            <a:pPr algn="l">
              <a:spcBef>
                <a:spcPts val="0"/>
              </a:spcBef>
              <a:spcAft>
                <a:spcPts val="600"/>
              </a:spcAft>
            </a:pPr>
            <a:r>
              <a:rPr lang="en-US" sz="2000" b="0">
                <a:solidFill>
                  <a:srgbClr val="00AED6"/>
                </a:solidFill>
                <a:latin typeface="Barlow"/>
              </a:rPr>
              <a:t>▸ </a:t>
            </a:r>
            <a:r>
              <a:rPr lang="en-US" sz="2000" b="0" i="0">
                <a:solidFill>
                  <a:srgbClr val="374151"/>
                </a:solidFill>
                <a:latin typeface="Barlow"/>
              </a:rPr>
              <a:t>Invoke directly: await </a:t>
            </a:r>
            <a:r>
              <a:rPr lang="en-US" sz="2000" b="0" i="0" err="1">
                <a:solidFill>
                  <a:srgbClr val="374151"/>
                </a:solidFill>
                <a:latin typeface="Barlow"/>
              </a:rPr>
              <a:t>kernel.InvokeAsync</a:t>
            </a:r>
            <a:r>
              <a:rPr lang="en-US" sz="2000" b="0" i="0">
                <a:solidFill>
                  <a:srgbClr val="374151"/>
                </a:solidFill>
                <a:latin typeface="Barlow"/>
              </a:rPr>
              <a:t>(“</a:t>
            </a:r>
            <a:r>
              <a:rPr lang="en-US" sz="2000" b="0" i="0" err="1">
                <a:solidFill>
                  <a:srgbClr val="374151"/>
                </a:solidFill>
                <a:latin typeface="Barlow"/>
              </a:rPr>
              <a:t>TimePlugin</a:t>
            </a:r>
            <a:r>
              <a:rPr lang="en-US" sz="2000" b="0" i="0">
                <a:solidFill>
                  <a:srgbClr val="374151"/>
                </a:solidFill>
                <a:latin typeface="Barlow"/>
              </a:rPr>
              <a:t>”, “Date”).</a:t>
            </a:r>
          </a:p>
          <a:p>
            <a:pPr algn="l">
              <a:spcBef>
                <a:spcPts val="0"/>
              </a:spcBef>
              <a:spcAft>
                <a:spcPts val="600"/>
              </a:spcAft>
            </a:pPr>
            <a:r>
              <a:rPr lang="en-US" sz="2000" b="0">
                <a:solidFill>
                  <a:srgbClr val="00AED6"/>
                </a:solidFill>
                <a:latin typeface="Barlow"/>
              </a:rPr>
              <a:t>▸ </a:t>
            </a:r>
            <a:r>
              <a:rPr lang="en-US" sz="2000" b="0" i="0">
                <a:solidFill>
                  <a:srgbClr val="374151"/>
                </a:solidFill>
                <a:latin typeface="Barlow"/>
              </a:rPr>
              <a:t>Or enable auto function calling and let the LLM choose the right plugin at runtime.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name="Slide 4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5.3 — Using Built-In Plugins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Learn how to use built-in plugin features, such as time and summarization.</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kernel invokes built-in functionality without custom code.</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Register a built-in plugin.</a:t>
            </a:r>
            <a:endParaRPr lang="en-US" sz="1160"/>
          </a:p>
          <a:p>
            <a:pPr marL="0" indent="0">
              <a:buNone/>
            </a:pPr>
            <a:r>
              <a:rPr lang="en-US" sz="2200">
                <a:solidFill>
                  <a:srgbClr val="374151"/>
                </a:solidFill>
                <a:latin typeface="Barlow" pitchFamily="34" charset="0"/>
                <a:ea typeface="Barlow" pitchFamily="34" charset="-122"/>
                <a:cs typeface="Barlow" pitchFamily="34" charset="-120"/>
              </a:rPr>
              <a:t>2. Call a plugin function manually.</a:t>
            </a:r>
            <a:endParaRPr lang="en-US" sz="1160"/>
          </a:p>
          <a:p>
            <a:pPr marL="0" indent="0">
              <a:buNone/>
            </a:pPr>
            <a:r>
              <a:rPr lang="en-US" sz="2200">
                <a:solidFill>
                  <a:srgbClr val="374151"/>
                </a:solidFill>
                <a:latin typeface="Barlow" pitchFamily="34" charset="0"/>
                <a:ea typeface="Barlow" pitchFamily="34" charset="-122"/>
                <a:cs typeface="Barlow" pitchFamily="34" charset="-120"/>
              </a:rPr>
              <a:t>3. Use the function output in the conversation.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4. Discuss when built-in plugins are sufficient.</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44</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Lesson 5.3</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name="Slide 4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5.4 — Prompt Engineering for Application Developers</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Learn how to write application-grade prompts instead of ad hoc chat prompts.</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Prompt design rule</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Prefer instructions that are specific to the business workflow.</a:t>
            </a:r>
            <a:endParaRPr lang="en-US" sz="1120"/>
          </a:p>
          <a:p>
            <a:pPr marL="0" indent="0">
              <a:buNone/>
            </a:pPr>
            <a:r>
              <a:rPr lang="en-US" sz="2200">
                <a:solidFill>
                  <a:srgbClr val="374151"/>
                </a:solidFill>
                <a:latin typeface="Barlow" pitchFamily="34" charset="0"/>
                <a:ea typeface="Barlow" pitchFamily="34" charset="-122"/>
                <a:cs typeface="Barlow" pitchFamily="34" charset="-120"/>
              </a:rPr>
              <a:t>Keep sensitive or changing facts out of hard-coded prompts.</a:t>
            </a:r>
            <a:endParaRPr lang="en-US" sz="1120"/>
          </a:p>
          <a:p>
            <a:pPr marL="0" indent="0">
              <a:buNone/>
            </a:pPr>
            <a:r>
              <a:rPr lang="en-US" sz="2200">
                <a:solidFill>
                  <a:srgbClr val="374151"/>
                </a:solidFill>
                <a:latin typeface="Barlow" pitchFamily="34" charset="0"/>
                <a:ea typeface="Barlow" pitchFamily="34" charset="-122"/>
                <a:cs typeface="Barlow" pitchFamily="34" charset="-120"/>
              </a:rPr>
              <a:t>Use grounding and validation for important outputs.</a:t>
            </a:r>
            <a:endParaRPr lang="en-US" sz="1120"/>
          </a:p>
          <a:p>
            <a:pPr marL="0" indent="0">
              <a:buNone/>
            </a:pPr>
            <a:r>
              <a:rPr lang="en-US" sz="2200">
                <a:solidFill>
                  <a:srgbClr val="374151"/>
                </a:solidFill>
                <a:latin typeface="Barlow" pitchFamily="34" charset="0"/>
                <a:ea typeface="Barlow" pitchFamily="34" charset="-122"/>
                <a:cs typeface="Barlow" pitchFamily="34" charset="-120"/>
              </a:rPr>
              <a:t>Add input guardrails (block PII, unsafe instructions) and output guardrails (content filters, schema validation).</a:t>
            </a:r>
            <a:endParaRPr lang="en-US" sz="1120"/>
          </a:p>
          <a:p>
            <a:pPr marL="0" indent="0">
              <a:buNone/>
            </a:pPr>
            <a:r>
              <a:rPr lang="en-US" sz="2200">
                <a:solidFill>
                  <a:srgbClr val="374151"/>
                </a:solidFill>
                <a:latin typeface="Barlow" pitchFamily="34" charset="0"/>
                <a:ea typeface="Barlow" pitchFamily="34" charset="-122"/>
                <a:cs typeface="Barlow" pitchFamily="34" charset="-120"/>
              </a:rPr>
              <a:t>Create golden test sets to measure precision, recall, and consistency across prompt iterations.</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45</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Lesson 5.4</a:t>
            </a:r>
            <a:endParaRPr lang="en-US" sz="750"/>
          </a:p>
        </p:txBody>
      </p:sp>
      <p:sp>
        <p:nvSpPr>
          <p:cNvPr id="21" name="TextBox 20"/>
          <p:cNvSpPr txBox="1"/>
          <p:nvPr/>
        </p:nvSpPr>
        <p:spPr>
          <a:xfrm>
            <a:off x="822960" y="1682496"/>
            <a:ext cx="5257800" cy="3277820"/>
          </a:xfrm>
          <a:prstGeom prst="rect">
            <a:avLst/>
          </a:prstGeom>
          <a:noFill/>
        </p:spPr>
        <p:txBody>
          <a:bodyPr wrap="square" lIns="0" tIns="0" rIns="0" bIns="0" anchor="t">
            <a:spAutoFit/>
          </a:bodyPr>
          <a:lstStyle/>
          <a:p>
            <a:pPr algn="l">
              <a:spcBef>
                <a:spcPts val="0"/>
              </a:spcBef>
              <a:spcAft>
                <a:spcPts val="400"/>
              </a:spcAft>
            </a:pPr>
            <a:r>
              <a:rPr lang="en-US" sz="1800" b="0">
                <a:solidFill>
                  <a:srgbClr val="00AED6"/>
                </a:solidFill>
                <a:latin typeface="Barlow"/>
              </a:rPr>
              <a:t>▸ </a:t>
            </a:r>
            <a:r>
              <a:rPr lang="en-US" sz="1800" b="0" i="0">
                <a:solidFill>
                  <a:srgbClr val="374151"/>
                </a:solidFill>
                <a:latin typeface="Barlow"/>
              </a:rPr>
              <a:t>Application prompts should be explicit, scoped, and testable.</a:t>
            </a:r>
          </a:p>
          <a:p>
            <a:pPr algn="l">
              <a:spcBef>
                <a:spcPts val="0"/>
              </a:spcBef>
              <a:spcAft>
                <a:spcPts val="400"/>
              </a:spcAft>
            </a:pPr>
            <a:r>
              <a:rPr lang="en-US" sz="1800" b="0">
                <a:solidFill>
                  <a:srgbClr val="00AED6"/>
                </a:solidFill>
                <a:latin typeface="Barlow"/>
              </a:rPr>
              <a:t>▸ </a:t>
            </a:r>
            <a:r>
              <a:rPr lang="en-US" sz="1800" b="0" i="0">
                <a:solidFill>
                  <a:srgbClr val="374151"/>
                </a:solidFill>
                <a:latin typeface="Barlow"/>
              </a:rPr>
              <a:t>Prompts should include role, task, constraints, context, and output expectations.</a:t>
            </a:r>
          </a:p>
          <a:p>
            <a:pPr algn="l">
              <a:spcBef>
                <a:spcPts val="0"/>
              </a:spcBef>
              <a:spcAft>
                <a:spcPts val="400"/>
              </a:spcAft>
            </a:pPr>
            <a:r>
              <a:rPr lang="en-US" sz="1800" b="0">
                <a:solidFill>
                  <a:srgbClr val="00AED6"/>
                </a:solidFill>
                <a:latin typeface="Barlow"/>
              </a:rPr>
              <a:t>▸ </a:t>
            </a:r>
            <a:r>
              <a:rPr lang="en-US" sz="1800" b="0" i="0">
                <a:solidFill>
                  <a:srgbClr val="374151"/>
                </a:solidFill>
                <a:latin typeface="Barlow"/>
              </a:rPr>
              <a:t>Prompt quality affects reliability, cost, and downstream workflow behavior.</a:t>
            </a:r>
          </a:p>
          <a:p>
            <a:pPr algn="l">
              <a:spcBef>
                <a:spcPts val="0"/>
              </a:spcBef>
              <a:spcAft>
                <a:spcPts val="400"/>
              </a:spcAft>
            </a:pPr>
            <a:r>
              <a:rPr lang="en-US" sz="1800" b="0">
                <a:solidFill>
                  <a:srgbClr val="00AED6"/>
                </a:solidFill>
                <a:latin typeface="Barlow"/>
              </a:rPr>
              <a:t>▸ </a:t>
            </a:r>
            <a:r>
              <a:rPr lang="en-US" sz="1800" b="0" i="0">
                <a:solidFill>
                  <a:srgbClr val="374151"/>
                </a:solidFill>
                <a:latin typeface="Barlow"/>
              </a:rPr>
              <a:t>Prompts should be versioned and organized like other application assets.</a:t>
            </a:r>
          </a:p>
          <a:p>
            <a:pPr algn="l">
              <a:spcBef>
                <a:spcPts val="0"/>
              </a:spcBef>
              <a:spcAft>
                <a:spcPts val="400"/>
              </a:spcAft>
            </a:pPr>
            <a:r>
              <a:rPr lang="en-US" sz="1800" b="0">
                <a:solidFill>
                  <a:srgbClr val="00AED6"/>
                </a:solidFill>
                <a:latin typeface="Barlow"/>
              </a:rPr>
              <a:t>▸ </a:t>
            </a:r>
            <a:r>
              <a:rPr lang="en-US" sz="1800" b="0" i="0">
                <a:solidFill>
                  <a:srgbClr val="374151"/>
                </a:solidFill>
                <a:latin typeface="Barlow"/>
              </a:rPr>
              <a:t>Follow a prompt hygiene checklist: role, task, constraints, tone, length, format, and error handling.</a:t>
            </a:r>
          </a:p>
          <a:p>
            <a:pPr algn="l">
              <a:spcBef>
                <a:spcPts val="0"/>
              </a:spcBef>
              <a:spcAft>
                <a:spcPts val="400"/>
              </a:spcAft>
            </a:pPr>
            <a:r>
              <a:rPr lang="en-US" sz="1800" b="0">
                <a:solidFill>
                  <a:srgbClr val="00AED6"/>
                </a:solidFill>
                <a:latin typeface="Barlow"/>
              </a:rPr>
              <a:t>▸ </a:t>
            </a:r>
            <a:r>
              <a:rPr lang="en-US" sz="1800" b="0" i="0">
                <a:solidFill>
                  <a:srgbClr val="374151"/>
                </a:solidFill>
                <a:latin typeface="Barlow"/>
              </a:rPr>
              <a:t>Use structured output instructions (JSON, Markdown) to constrain responses for downstream parsing.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xEl>
                                              <p:pRg st="4" end="4"/>
                                            </p:txEl>
                                          </p:spTgt>
                                        </p:tgtEl>
                                        <p:attrNameLst>
                                          <p:attrName>style.visibility</p:attrName>
                                        </p:attrNameLst>
                                      </p:cBhvr>
                                      <p:to>
                                        <p:strVal val="visible"/>
                                      </p:to>
                                    </p:set>
                                    <p:animEffect transition="in" filter="fade">
                                      <p:cBhvr>
                                        <p:cTn id="27" dur="500"/>
                                        <p:tgtEl>
                                          <p:spTgt spid="2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1">
                                            <p:txEl>
                                              <p:pRg st="5" end="5"/>
                                            </p:txEl>
                                          </p:spTgt>
                                        </p:tgtEl>
                                        <p:attrNameLst>
                                          <p:attrName>style.visibility</p:attrName>
                                        </p:attrNameLst>
                                      </p:cBhvr>
                                      <p:to>
                                        <p:strVal val="visible"/>
                                      </p:to>
                                    </p:set>
                                    <p:animEffect transition="in" filter="fade">
                                      <p:cBhvr>
                                        <p:cTn id="32" dur="500"/>
                                        <p:tgtEl>
                                          <p:spTgt spid="2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name="Slide 4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5.5 — Prompt Templates, Variables, and Arguments</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how Semantic Kernel templating supports reusable instructions.</a:t>
            </a:r>
            <a:endParaRPr lang="en-US" sz="1250"/>
          </a:p>
        </p:txBody>
      </p:sp>
      <p:sp>
        <p:nvSpPr>
          <p:cNvPr id="13" name="Shape 11"/>
          <p:cNvSpPr/>
          <p:nvPr/>
        </p:nvSpPr>
        <p:spPr>
          <a:xfrm>
            <a:off x="612648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14" name="Text 12"/>
          <p:cNvSpPr/>
          <p:nvPr/>
        </p:nvSpPr>
        <p:spPr>
          <a:xfrm>
            <a:off x="619963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Template</a:t>
            </a:r>
            <a:endParaRPr lang="en-US" sz="1150"/>
          </a:p>
        </p:txBody>
      </p:sp>
      <p:sp>
        <p:nvSpPr>
          <p:cNvPr id="15" name="Shape 13"/>
          <p:cNvSpPr/>
          <p:nvPr/>
        </p:nvSpPr>
        <p:spPr>
          <a:xfrm>
            <a:off x="7059168" y="2331720"/>
            <a:ext cx="100584" cy="0"/>
          </a:xfrm>
          <a:prstGeom prst="line">
            <a:avLst/>
          </a:prstGeom>
          <a:noFill/>
          <a:ln w="25400">
            <a:solidFill>
              <a:srgbClr val="00AED6"/>
            </a:solidFill>
            <a:prstDash val="solid"/>
            <a:headEnd type="none"/>
            <a:tailEnd type="triangle"/>
          </a:ln>
        </p:spPr>
        <p:txBody>
          <a:bodyPr/>
          <a:lstStyle/>
          <a:p>
            <a:endParaRPr/>
          </a:p>
        </p:txBody>
      </p:sp>
      <p:sp>
        <p:nvSpPr>
          <p:cNvPr id="16" name="Shape 14"/>
          <p:cNvSpPr/>
          <p:nvPr/>
        </p:nvSpPr>
        <p:spPr>
          <a:xfrm>
            <a:off x="7178040" y="1920240"/>
            <a:ext cx="914400" cy="822960"/>
          </a:xfrm>
          <a:prstGeom prst="roundRect">
            <a:avLst>
              <a:gd name="adj" fmla="val 5556"/>
            </a:avLst>
          </a:prstGeom>
          <a:solidFill>
            <a:srgbClr val="E6F7FB"/>
          </a:solidFill>
          <a:ln w="12700">
            <a:solidFill>
              <a:srgbClr val="C9D4E2"/>
            </a:solidFill>
            <a:prstDash val="solid"/>
          </a:ln>
        </p:spPr>
        <p:txBody>
          <a:bodyPr/>
          <a:lstStyle/>
          <a:p>
            <a:endParaRPr/>
          </a:p>
        </p:txBody>
      </p:sp>
      <p:sp>
        <p:nvSpPr>
          <p:cNvPr id="17" name="Text 15"/>
          <p:cNvSpPr/>
          <p:nvPr/>
        </p:nvSpPr>
        <p:spPr>
          <a:xfrm>
            <a:off x="725119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07DB8"/>
                </a:solidFill>
                <a:latin typeface="Raleway" pitchFamily="34" charset="0"/>
                <a:ea typeface="Raleway" pitchFamily="34" charset="-122"/>
                <a:cs typeface="Raleway" pitchFamily="34" charset="-120"/>
              </a:rPr>
              <a:t>Variables</a:t>
            </a:r>
            <a:endParaRPr lang="en-US" sz="1150"/>
          </a:p>
        </p:txBody>
      </p:sp>
      <p:sp>
        <p:nvSpPr>
          <p:cNvPr id="18" name="Shape 16"/>
          <p:cNvSpPr/>
          <p:nvPr/>
        </p:nvSpPr>
        <p:spPr>
          <a:xfrm>
            <a:off x="8110728" y="2331720"/>
            <a:ext cx="100584" cy="0"/>
          </a:xfrm>
          <a:prstGeom prst="line">
            <a:avLst/>
          </a:prstGeom>
          <a:noFill/>
          <a:ln w="25400">
            <a:solidFill>
              <a:srgbClr val="00AED6"/>
            </a:solidFill>
            <a:prstDash val="solid"/>
            <a:headEnd type="none"/>
            <a:tailEnd type="triangle"/>
          </a:ln>
        </p:spPr>
        <p:txBody>
          <a:bodyPr/>
          <a:lstStyle/>
          <a:p>
            <a:endParaRPr/>
          </a:p>
        </p:txBody>
      </p:sp>
      <p:sp>
        <p:nvSpPr>
          <p:cNvPr id="19" name="Shape 17"/>
          <p:cNvSpPr/>
          <p:nvPr/>
        </p:nvSpPr>
        <p:spPr>
          <a:xfrm>
            <a:off x="822960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20" name="Text 18"/>
          <p:cNvSpPr/>
          <p:nvPr/>
        </p:nvSpPr>
        <p:spPr>
          <a:xfrm>
            <a:off x="8302752" y="2185416"/>
            <a:ext cx="768096" cy="228600"/>
          </a:xfrm>
          <a:prstGeom prst="rect">
            <a:avLst/>
          </a:prstGeom>
          <a:noFill/>
          <a:ln/>
        </p:spPr>
        <p:txBody>
          <a:bodyPr wrap="square" lIns="0" tIns="0" rIns="0" bIns="0" rtlCol="0" anchor="ctr">
            <a:normAutofit fontScale="92500"/>
          </a:bodyPr>
          <a:lstStyle/>
          <a:p>
            <a:pPr marL="0" indent="0" algn="ctr">
              <a:buNone/>
            </a:pPr>
            <a:r>
              <a:rPr lang="en-US" sz="1150" b="1">
                <a:solidFill>
                  <a:srgbClr val="0A2F4D"/>
                </a:solidFill>
                <a:latin typeface="Raleway" pitchFamily="34" charset="0"/>
                <a:ea typeface="Raleway" pitchFamily="34" charset="-122"/>
                <a:cs typeface="Raleway" pitchFamily="34" charset="-120"/>
              </a:rPr>
              <a:t>Arguments</a:t>
            </a:r>
            <a:endParaRPr lang="en-US" sz="1150"/>
          </a:p>
        </p:txBody>
      </p:sp>
      <p:sp>
        <p:nvSpPr>
          <p:cNvPr id="21" name="Shape 19"/>
          <p:cNvSpPr/>
          <p:nvPr/>
        </p:nvSpPr>
        <p:spPr>
          <a:xfrm>
            <a:off x="9162288" y="2331720"/>
            <a:ext cx="100584" cy="0"/>
          </a:xfrm>
          <a:prstGeom prst="line">
            <a:avLst/>
          </a:prstGeom>
          <a:noFill/>
          <a:ln w="25400">
            <a:solidFill>
              <a:srgbClr val="00AED6"/>
            </a:solidFill>
            <a:prstDash val="solid"/>
            <a:headEnd type="none"/>
            <a:tailEnd type="triangle"/>
          </a:ln>
        </p:spPr>
        <p:txBody>
          <a:bodyPr/>
          <a:lstStyle/>
          <a:p>
            <a:endParaRPr/>
          </a:p>
        </p:txBody>
      </p:sp>
      <p:sp>
        <p:nvSpPr>
          <p:cNvPr id="22" name="Shape 20"/>
          <p:cNvSpPr/>
          <p:nvPr/>
        </p:nvSpPr>
        <p:spPr>
          <a:xfrm>
            <a:off x="928116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23" name="Text 21"/>
          <p:cNvSpPr/>
          <p:nvPr/>
        </p:nvSpPr>
        <p:spPr>
          <a:xfrm>
            <a:off x="935431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Kernel</a:t>
            </a:r>
            <a:endParaRPr lang="en-US" sz="1150"/>
          </a:p>
        </p:txBody>
      </p:sp>
      <p:sp>
        <p:nvSpPr>
          <p:cNvPr id="24" name="Shape 22"/>
          <p:cNvSpPr/>
          <p:nvPr/>
        </p:nvSpPr>
        <p:spPr>
          <a:xfrm>
            <a:off x="10213848" y="2331720"/>
            <a:ext cx="100584" cy="0"/>
          </a:xfrm>
          <a:prstGeom prst="line">
            <a:avLst/>
          </a:prstGeom>
          <a:noFill/>
          <a:ln w="25400">
            <a:solidFill>
              <a:srgbClr val="00AED6"/>
            </a:solidFill>
            <a:prstDash val="solid"/>
            <a:headEnd type="none"/>
            <a:tailEnd type="triangle"/>
          </a:ln>
        </p:spPr>
        <p:txBody>
          <a:bodyPr/>
          <a:lstStyle/>
          <a:p>
            <a:endParaRPr/>
          </a:p>
        </p:txBody>
      </p:sp>
      <p:sp>
        <p:nvSpPr>
          <p:cNvPr id="25" name="Shape 23"/>
          <p:cNvSpPr/>
          <p:nvPr/>
        </p:nvSpPr>
        <p:spPr>
          <a:xfrm>
            <a:off x="1033272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26" name="Text 24"/>
          <p:cNvSpPr/>
          <p:nvPr/>
        </p:nvSpPr>
        <p:spPr>
          <a:xfrm>
            <a:off x="1040587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Response</a:t>
            </a:r>
            <a:endParaRPr lang="en-US" sz="1150"/>
          </a:p>
        </p:txBody>
      </p:sp>
      <p:sp>
        <p:nvSpPr>
          <p:cNvPr id="27" name="Shape 2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8" name="Text 2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46</a:t>
            </a:r>
            <a:endParaRPr lang="en-US" sz="900"/>
          </a:p>
        </p:txBody>
      </p:sp>
      <p:sp>
        <p:nvSpPr>
          <p:cNvPr id="29" name="Text 2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Lesson 5.5</a:t>
            </a:r>
            <a:endParaRPr lang="en-US" sz="750"/>
          </a:p>
        </p:txBody>
      </p:sp>
      <p:sp>
        <p:nvSpPr>
          <p:cNvPr id="30" name="TextBox 29"/>
          <p:cNvSpPr txBox="1"/>
          <p:nvPr/>
        </p:nvSpPr>
        <p:spPr>
          <a:xfrm>
            <a:off x="822960" y="1591056"/>
            <a:ext cx="5257800" cy="2939266"/>
          </a:xfrm>
          <a:prstGeom prst="rect">
            <a:avLst/>
          </a:prstGeom>
          <a:noFill/>
        </p:spPr>
        <p:txBody>
          <a:bodyPr wrap="square" lIns="0" tIns="0" rIns="0" bIns="0" anchor="t">
            <a:spAutoFit/>
          </a:bodyPr>
          <a:lstStyle/>
          <a:p>
            <a:pPr algn="l">
              <a:spcBef>
                <a:spcPts val="0"/>
              </a:spcBef>
              <a:spcAft>
                <a:spcPts val="400"/>
              </a:spcAft>
            </a:pPr>
            <a:r>
              <a:rPr lang="en-US" sz="1800" b="0">
                <a:solidFill>
                  <a:srgbClr val="00AED6"/>
                </a:solidFill>
                <a:latin typeface="Barlow"/>
              </a:rPr>
              <a:t>▸ </a:t>
            </a:r>
            <a:r>
              <a:rPr lang="en-US" sz="1800" b="0" i="0">
                <a:solidFill>
                  <a:srgbClr val="374151"/>
                </a:solidFill>
                <a:latin typeface="Barlow"/>
              </a:rPr>
              <a:t>Prompt templates let you reuse one instruction pattern with different inputs.</a:t>
            </a:r>
          </a:p>
          <a:p>
            <a:pPr algn="l">
              <a:spcBef>
                <a:spcPts val="0"/>
              </a:spcBef>
              <a:spcAft>
                <a:spcPts val="400"/>
              </a:spcAft>
            </a:pPr>
            <a:r>
              <a:rPr lang="en-US" sz="1800" b="0">
                <a:solidFill>
                  <a:srgbClr val="00AED6"/>
                </a:solidFill>
                <a:latin typeface="Barlow"/>
              </a:rPr>
              <a:t>▸ </a:t>
            </a:r>
            <a:r>
              <a:rPr lang="en-US" sz="1800" b="0" i="0">
                <a:solidFill>
                  <a:srgbClr val="374151"/>
                </a:solidFill>
                <a:latin typeface="Barlow"/>
              </a:rPr>
              <a:t>Variables inject runtime data such as document text, case status, or user intent.</a:t>
            </a:r>
          </a:p>
          <a:p>
            <a:pPr algn="l">
              <a:spcBef>
                <a:spcPts val="0"/>
              </a:spcBef>
              <a:spcAft>
                <a:spcPts val="400"/>
              </a:spcAft>
            </a:pPr>
            <a:r>
              <a:rPr lang="en-US" sz="1800" b="0">
                <a:solidFill>
                  <a:srgbClr val="00AED6"/>
                </a:solidFill>
                <a:latin typeface="Barlow"/>
              </a:rPr>
              <a:t>▸ </a:t>
            </a:r>
            <a:r>
              <a:rPr lang="en-US" sz="1800" b="0" i="0">
                <a:solidFill>
                  <a:srgbClr val="374151"/>
                </a:solidFill>
                <a:latin typeface="Barlow"/>
              </a:rPr>
              <a:t>Arguments separate prompt structure from runtime values.</a:t>
            </a:r>
          </a:p>
          <a:p>
            <a:pPr algn="l">
              <a:spcBef>
                <a:spcPts val="0"/>
              </a:spcBef>
              <a:spcAft>
                <a:spcPts val="400"/>
              </a:spcAft>
            </a:pPr>
            <a:r>
              <a:rPr lang="en-US" sz="1800" b="0">
                <a:solidFill>
                  <a:srgbClr val="00AED6"/>
                </a:solidFill>
                <a:latin typeface="Barlow"/>
              </a:rPr>
              <a:t>▸ </a:t>
            </a:r>
            <a:r>
              <a:rPr lang="en-US" sz="1800" b="0" i="0">
                <a:solidFill>
                  <a:srgbClr val="374151"/>
                </a:solidFill>
                <a:latin typeface="Barlow"/>
              </a:rPr>
              <a:t>Templates reduce duplication and make prompt iteration easier.</a:t>
            </a:r>
          </a:p>
          <a:p>
            <a:pPr algn="l">
              <a:spcBef>
                <a:spcPts val="0"/>
              </a:spcBef>
              <a:spcAft>
                <a:spcPts val="400"/>
              </a:spcAft>
            </a:pPr>
            <a:r>
              <a:rPr lang="en-US" sz="1800" b="0">
                <a:solidFill>
                  <a:srgbClr val="00AED6"/>
                </a:solidFill>
                <a:latin typeface="Barlow"/>
              </a:rPr>
              <a:t>▸ </a:t>
            </a:r>
            <a:r>
              <a:rPr lang="en-US" sz="1800" b="0" i="0">
                <a:solidFill>
                  <a:srgbClr val="374151"/>
                </a:solidFill>
                <a:latin typeface="Barlow"/>
              </a:rPr>
              <a:t>Use {{$</a:t>
            </a:r>
            <a:r>
              <a:rPr lang="en-US" sz="1800" b="0" i="0" err="1">
                <a:solidFill>
                  <a:srgbClr val="374151"/>
                </a:solidFill>
                <a:latin typeface="Barlow"/>
              </a:rPr>
              <a:t>variableName</a:t>
            </a:r>
            <a:r>
              <a:rPr lang="en-US" sz="1800" b="0" i="0">
                <a:solidFill>
                  <a:srgbClr val="374151"/>
                </a:solidFill>
                <a:latin typeface="Barlow"/>
              </a:rPr>
              <a:t>}} syntax to embed variables that SK resolves at render time.</a:t>
            </a:r>
          </a:p>
          <a:p>
            <a:pPr algn="l">
              <a:spcBef>
                <a:spcPts val="0"/>
              </a:spcBef>
              <a:spcAft>
                <a:spcPts val="400"/>
              </a:spcAft>
            </a:pPr>
            <a:r>
              <a:rPr lang="en-US" sz="1800" b="0">
                <a:solidFill>
                  <a:srgbClr val="00AED6"/>
                </a:solidFill>
                <a:latin typeface="Barlow"/>
              </a:rPr>
              <a:t>▸ </a:t>
            </a:r>
            <a:r>
              <a:rPr lang="en-US" sz="1800" b="0" i="0">
                <a:solidFill>
                  <a:srgbClr val="374151"/>
                </a:solidFill>
                <a:latin typeface="Barlow"/>
              </a:rPr>
              <a:t>Call plugin functions inline with {{</a:t>
            </a:r>
            <a:r>
              <a:rPr lang="en-US" sz="1800" b="0" i="0" err="1">
                <a:solidFill>
                  <a:srgbClr val="374151"/>
                </a:solidFill>
                <a:latin typeface="Barlow"/>
              </a:rPr>
              <a:t>namespace.functionName</a:t>
            </a:r>
            <a:r>
              <a:rPr lang="en-US" sz="1800" b="0" i="0">
                <a:solidFill>
                  <a:srgbClr val="374151"/>
                </a:solidFill>
                <a:latin typeface="Barlow"/>
              </a:rPr>
              <a:t>}} to enrich prompts dynamically.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fade">
                                      <p:cBhvr>
                                        <p:cTn id="7" dur="500"/>
                                        <p:tgtEl>
                                          <p:spTgt spid="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
                                            <p:txEl>
                                              <p:pRg st="1" end="1"/>
                                            </p:txEl>
                                          </p:spTgt>
                                        </p:tgtEl>
                                        <p:attrNameLst>
                                          <p:attrName>style.visibility</p:attrName>
                                        </p:attrNameLst>
                                      </p:cBhvr>
                                      <p:to>
                                        <p:strVal val="visible"/>
                                      </p:to>
                                    </p:set>
                                    <p:animEffect transition="in" filter="fade">
                                      <p:cBhvr>
                                        <p:cTn id="12" dur="500"/>
                                        <p:tgtEl>
                                          <p:spTgt spid="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xEl>
                                              <p:pRg st="2" end="2"/>
                                            </p:txEl>
                                          </p:spTgt>
                                        </p:tgtEl>
                                        <p:attrNameLst>
                                          <p:attrName>style.visibility</p:attrName>
                                        </p:attrNameLst>
                                      </p:cBhvr>
                                      <p:to>
                                        <p:strVal val="visible"/>
                                      </p:to>
                                    </p:set>
                                    <p:animEffect transition="in" filter="fade">
                                      <p:cBhvr>
                                        <p:cTn id="17" dur="500"/>
                                        <p:tgtEl>
                                          <p:spTgt spid="3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xEl>
                                              <p:pRg st="3" end="3"/>
                                            </p:txEl>
                                          </p:spTgt>
                                        </p:tgtEl>
                                        <p:attrNameLst>
                                          <p:attrName>style.visibility</p:attrName>
                                        </p:attrNameLst>
                                      </p:cBhvr>
                                      <p:to>
                                        <p:strVal val="visible"/>
                                      </p:to>
                                    </p:set>
                                    <p:animEffect transition="in" filter="fade">
                                      <p:cBhvr>
                                        <p:cTn id="22" dur="500"/>
                                        <p:tgtEl>
                                          <p:spTgt spid="3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
                                            <p:txEl>
                                              <p:pRg st="4" end="4"/>
                                            </p:txEl>
                                          </p:spTgt>
                                        </p:tgtEl>
                                        <p:attrNameLst>
                                          <p:attrName>style.visibility</p:attrName>
                                        </p:attrNameLst>
                                      </p:cBhvr>
                                      <p:to>
                                        <p:strVal val="visible"/>
                                      </p:to>
                                    </p:set>
                                    <p:animEffect transition="in" filter="fade">
                                      <p:cBhvr>
                                        <p:cTn id="27" dur="500"/>
                                        <p:tgtEl>
                                          <p:spTgt spid="3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0">
                                            <p:txEl>
                                              <p:pRg st="5" end="5"/>
                                            </p:txEl>
                                          </p:spTgt>
                                        </p:tgtEl>
                                        <p:attrNameLst>
                                          <p:attrName>style.visibility</p:attrName>
                                        </p:attrNameLst>
                                      </p:cBhvr>
                                      <p:to>
                                        <p:strVal val="visible"/>
                                      </p:to>
                                    </p:set>
                                    <p:animEffect transition="in" filter="fade">
                                      <p:cBhvr>
                                        <p:cTn id="32" dur="500"/>
                                        <p:tgtEl>
                                          <p:spTgt spid="3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500"/>
                                        <p:tgtEl>
                                          <p:spTgt spid="2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500"/>
                                        <p:tgtEl>
                                          <p:spTgt spid="25"/>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30"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20E53-B183-EBD1-ED11-032E92A102F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5FB72EC-BDF3-DB94-3D5F-91A2065E9C91}"/>
              </a:ext>
            </a:extLst>
          </p:cNvPr>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a:extLst>
              <a:ext uri="{FF2B5EF4-FFF2-40B4-BE49-F238E27FC236}">
                <a16:creationId xmlns:a16="http://schemas.microsoft.com/office/drawing/2014/main" id="{06B960E4-08BF-D303-BD34-2784A98850B8}"/>
              </a:ext>
            </a:extLst>
          </p:cNvPr>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5.5 — Prompt Templates, Variables, and Arguments</a:t>
            </a:r>
            <a:endParaRPr lang="en-US" sz="2700"/>
          </a:p>
        </p:txBody>
      </p:sp>
      <p:sp>
        <p:nvSpPr>
          <p:cNvPr id="4" name="Text 2">
            <a:extLst>
              <a:ext uri="{FF2B5EF4-FFF2-40B4-BE49-F238E27FC236}">
                <a16:creationId xmlns:a16="http://schemas.microsoft.com/office/drawing/2014/main" id="{55BAE452-5C16-64CA-B37E-68931B6523DD}"/>
              </a:ext>
            </a:extLst>
          </p:cNvPr>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how Semantic Kernel templating supports reusable instructions.</a:t>
            </a:r>
            <a:endParaRPr lang="en-US" sz="1250"/>
          </a:p>
        </p:txBody>
      </p:sp>
      <p:sp>
        <p:nvSpPr>
          <p:cNvPr id="13" name="Shape 11">
            <a:extLst>
              <a:ext uri="{FF2B5EF4-FFF2-40B4-BE49-F238E27FC236}">
                <a16:creationId xmlns:a16="http://schemas.microsoft.com/office/drawing/2014/main" id="{0E8BE6D7-88D0-4F84-762C-22F88E128FC6}"/>
              </a:ext>
            </a:extLst>
          </p:cNvPr>
          <p:cNvSpPr/>
          <p:nvPr/>
        </p:nvSpPr>
        <p:spPr>
          <a:xfrm>
            <a:off x="612648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14" name="Text 12">
            <a:extLst>
              <a:ext uri="{FF2B5EF4-FFF2-40B4-BE49-F238E27FC236}">
                <a16:creationId xmlns:a16="http://schemas.microsoft.com/office/drawing/2014/main" id="{0FC96FDF-6ADD-3251-AD39-39520B2B3219}"/>
              </a:ext>
            </a:extLst>
          </p:cNvPr>
          <p:cNvSpPr/>
          <p:nvPr/>
        </p:nvSpPr>
        <p:spPr>
          <a:xfrm>
            <a:off x="619963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Template</a:t>
            </a:r>
            <a:endParaRPr lang="en-US" sz="1150"/>
          </a:p>
        </p:txBody>
      </p:sp>
      <p:sp>
        <p:nvSpPr>
          <p:cNvPr id="15" name="Shape 13">
            <a:extLst>
              <a:ext uri="{FF2B5EF4-FFF2-40B4-BE49-F238E27FC236}">
                <a16:creationId xmlns:a16="http://schemas.microsoft.com/office/drawing/2014/main" id="{8564C682-668C-878D-144E-47F5FCA990DE}"/>
              </a:ext>
            </a:extLst>
          </p:cNvPr>
          <p:cNvSpPr/>
          <p:nvPr/>
        </p:nvSpPr>
        <p:spPr>
          <a:xfrm>
            <a:off x="7059168" y="2331720"/>
            <a:ext cx="100584" cy="0"/>
          </a:xfrm>
          <a:prstGeom prst="line">
            <a:avLst/>
          </a:prstGeom>
          <a:noFill/>
          <a:ln w="25400">
            <a:solidFill>
              <a:srgbClr val="00AED6"/>
            </a:solidFill>
            <a:prstDash val="solid"/>
            <a:headEnd type="none"/>
            <a:tailEnd type="triangle"/>
          </a:ln>
        </p:spPr>
        <p:txBody>
          <a:bodyPr/>
          <a:lstStyle/>
          <a:p>
            <a:endParaRPr/>
          </a:p>
        </p:txBody>
      </p:sp>
      <p:sp>
        <p:nvSpPr>
          <p:cNvPr id="16" name="Shape 14">
            <a:extLst>
              <a:ext uri="{FF2B5EF4-FFF2-40B4-BE49-F238E27FC236}">
                <a16:creationId xmlns:a16="http://schemas.microsoft.com/office/drawing/2014/main" id="{6EE16599-2EE0-C49A-AA7F-35F13A33B0B6}"/>
              </a:ext>
            </a:extLst>
          </p:cNvPr>
          <p:cNvSpPr/>
          <p:nvPr/>
        </p:nvSpPr>
        <p:spPr>
          <a:xfrm>
            <a:off x="7178040" y="1920240"/>
            <a:ext cx="914400" cy="822960"/>
          </a:xfrm>
          <a:prstGeom prst="roundRect">
            <a:avLst>
              <a:gd name="adj" fmla="val 5556"/>
            </a:avLst>
          </a:prstGeom>
          <a:solidFill>
            <a:srgbClr val="E6F7FB"/>
          </a:solidFill>
          <a:ln w="12700">
            <a:solidFill>
              <a:srgbClr val="C9D4E2"/>
            </a:solidFill>
            <a:prstDash val="solid"/>
          </a:ln>
        </p:spPr>
        <p:txBody>
          <a:bodyPr/>
          <a:lstStyle/>
          <a:p>
            <a:endParaRPr/>
          </a:p>
        </p:txBody>
      </p:sp>
      <p:sp>
        <p:nvSpPr>
          <p:cNvPr id="17" name="Text 15">
            <a:extLst>
              <a:ext uri="{FF2B5EF4-FFF2-40B4-BE49-F238E27FC236}">
                <a16:creationId xmlns:a16="http://schemas.microsoft.com/office/drawing/2014/main" id="{2D539C95-140B-91AB-A7B1-585EF430ED85}"/>
              </a:ext>
            </a:extLst>
          </p:cNvPr>
          <p:cNvSpPr/>
          <p:nvPr/>
        </p:nvSpPr>
        <p:spPr>
          <a:xfrm>
            <a:off x="725119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07DB8"/>
                </a:solidFill>
                <a:latin typeface="Raleway" pitchFamily="34" charset="0"/>
                <a:ea typeface="Raleway" pitchFamily="34" charset="-122"/>
                <a:cs typeface="Raleway" pitchFamily="34" charset="-120"/>
              </a:rPr>
              <a:t>Variables</a:t>
            </a:r>
            <a:endParaRPr lang="en-US" sz="1150"/>
          </a:p>
        </p:txBody>
      </p:sp>
      <p:sp>
        <p:nvSpPr>
          <p:cNvPr id="18" name="Shape 16">
            <a:extLst>
              <a:ext uri="{FF2B5EF4-FFF2-40B4-BE49-F238E27FC236}">
                <a16:creationId xmlns:a16="http://schemas.microsoft.com/office/drawing/2014/main" id="{3A79FCD8-5039-1DC1-11C9-40A1BB18F40F}"/>
              </a:ext>
            </a:extLst>
          </p:cNvPr>
          <p:cNvSpPr/>
          <p:nvPr/>
        </p:nvSpPr>
        <p:spPr>
          <a:xfrm>
            <a:off x="8110728" y="2331720"/>
            <a:ext cx="100584" cy="0"/>
          </a:xfrm>
          <a:prstGeom prst="line">
            <a:avLst/>
          </a:prstGeom>
          <a:noFill/>
          <a:ln w="25400">
            <a:solidFill>
              <a:srgbClr val="00AED6"/>
            </a:solidFill>
            <a:prstDash val="solid"/>
            <a:headEnd type="none"/>
            <a:tailEnd type="triangle"/>
          </a:ln>
        </p:spPr>
        <p:txBody>
          <a:bodyPr/>
          <a:lstStyle/>
          <a:p>
            <a:endParaRPr/>
          </a:p>
        </p:txBody>
      </p:sp>
      <p:sp>
        <p:nvSpPr>
          <p:cNvPr id="19" name="Shape 17">
            <a:extLst>
              <a:ext uri="{FF2B5EF4-FFF2-40B4-BE49-F238E27FC236}">
                <a16:creationId xmlns:a16="http://schemas.microsoft.com/office/drawing/2014/main" id="{271C4905-AB9A-B284-51A4-83AB6E872872}"/>
              </a:ext>
            </a:extLst>
          </p:cNvPr>
          <p:cNvSpPr/>
          <p:nvPr/>
        </p:nvSpPr>
        <p:spPr>
          <a:xfrm>
            <a:off x="822960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20" name="Text 18">
            <a:extLst>
              <a:ext uri="{FF2B5EF4-FFF2-40B4-BE49-F238E27FC236}">
                <a16:creationId xmlns:a16="http://schemas.microsoft.com/office/drawing/2014/main" id="{101EABB0-7B55-F147-4C57-0B3244B07D65}"/>
              </a:ext>
            </a:extLst>
          </p:cNvPr>
          <p:cNvSpPr/>
          <p:nvPr/>
        </p:nvSpPr>
        <p:spPr>
          <a:xfrm>
            <a:off x="8302752" y="2185416"/>
            <a:ext cx="768096" cy="228600"/>
          </a:xfrm>
          <a:prstGeom prst="rect">
            <a:avLst/>
          </a:prstGeom>
          <a:noFill/>
          <a:ln/>
        </p:spPr>
        <p:txBody>
          <a:bodyPr wrap="square" lIns="0" tIns="0" rIns="0" bIns="0" rtlCol="0" anchor="ctr">
            <a:normAutofit fontScale="92500"/>
          </a:bodyPr>
          <a:lstStyle/>
          <a:p>
            <a:pPr marL="0" indent="0" algn="ctr">
              <a:buNone/>
            </a:pPr>
            <a:r>
              <a:rPr lang="en-US" sz="1150" b="1">
                <a:solidFill>
                  <a:srgbClr val="0A2F4D"/>
                </a:solidFill>
                <a:latin typeface="Raleway" pitchFamily="34" charset="0"/>
                <a:ea typeface="Raleway" pitchFamily="34" charset="-122"/>
                <a:cs typeface="Raleway" pitchFamily="34" charset="-120"/>
              </a:rPr>
              <a:t>Arguments</a:t>
            </a:r>
            <a:endParaRPr lang="en-US" sz="1150"/>
          </a:p>
        </p:txBody>
      </p:sp>
      <p:sp>
        <p:nvSpPr>
          <p:cNvPr id="21" name="Shape 19">
            <a:extLst>
              <a:ext uri="{FF2B5EF4-FFF2-40B4-BE49-F238E27FC236}">
                <a16:creationId xmlns:a16="http://schemas.microsoft.com/office/drawing/2014/main" id="{71A967D9-7C95-9F66-07EC-1D9EFF24E459}"/>
              </a:ext>
            </a:extLst>
          </p:cNvPr>
          <p:cNvSpPr/>
          <p:nvPr/>
        </p:nvSpPr>
        <p:spPr>
          <a:xfrm>
            <a:off x="9162288" y="2331720"/>
            <a:ext cx="100584" cy="0"/>
          </a:xfrm>
          <a:prstGeom prst="line">
            <a:avLst/>
          </a:prstGeom>
          <a:noFill/>
          <a:ln w="25400">
            <a:solidFill>
              <a:srgbClr val="00AED6"/>
            </a:solidFill>
            <a:prstDash val="solid"/>
            <a:headEnd type="none"/>
            <a:tailEnd type="triangle"/>
          </a:ln>
        </p:spPr>
        <p:txBody>
          <a:bodyPr/>
          <a:lstStyle/>
          <a:p>
            <a:endParaRPr/>
          </a:p>
        </p:txBody>
      </p:sp>
      <p:sp>
        <p:nvSpPr>
          <p:cNvPr id="22" name="Shape 20">
            <a:extLst>
              <a:ext uri="{FF2B5EF4-FFF2-40B4-BE49-F238E27FC236}">
                <a16:creationId xmlns:a16="http://schemas.microsoft.com/office/drawing/2014/main" id="{8A101631-A552-54C6-15ED-13A944A4D33C}"/>
              </a:ext>
            </a:extLst>
          </p:cNvPr>
          <p:cNvSpPr/>
          <p:nvPr/>
        </p:nvSpPr>
        <p:spPr>
          <a:xfrm>
            <a:off x="928116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23" name="Text 21">
            <a:extLst>
              <a:ext uri="{FF2B5EF4-FFF2-40B4-BE49-F238E27FC236}">
                <a16:creationId xmlns:a16="http://schemas.microsoft.com/office/drawing/2014/main" id="{10538C12-5B80-C5D9-F280-1ABE9182D80B}"/>
              </a:ext>
            </a:extLst>
          </p:cNvPr>
          <p:cNvSpPr/>
          <p:nvPr/>
        </p:nvSpPr>
        <p:spPr>
          <a:xfrm>
            <a:off x="935431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Kernel</a:t>
            </a:r>
            <a:endParaRPr lang="en-US" sz="1150"/>
          </a:p>
        </p:txBody>
      </p:sp>
      <p:sp>
        <p:nvSpPr>
          <p:cNvPr id="24" name="Shape 22">
            <a:extLst>
              <a:ext uri="{FF2B5EF4-FFF2-40B4-BE49-F238E27FC236}">
                <a16:creationId xmlns:a16="http://schemas.microsoft.com/office/drawing/2014/main" id="{F1BA38D8-077C-09A7-3864-933910F14212}"/>
              </a:ext>
            </a:extLst>
          </p:cNvPr>
          <p:cNvSpPr/>
          <p:nvPr/>
        </p:nvSpPr>
        <p:spPr>
          <a:xfrm>
            <a:off x="10213848" y="2331720"/>
            <a:ext cx="100584" cy="0"/>
          </a:xfrm>
          <a:prstGeom prst="line">
            <a:avLst/>
          </a:prstGeom>
          <a:noFill/>
          <a:ln w="25400">
            <a:solidFill>
              <a:srgbClr val="00AED6"/>
            </a:solidFill>
            <a:prstDash val="solid"/>
            <a:headEnd type="none"/>
            <a:tailEnd type="triangle"/>
          </a:ln>
        </p:spPr>
        <p:txBody>
          <a:bodyPr/>
          <a:lstStyle/>
          <a:p>
            <a:endParaRPr/>
          </a:p>
        </p:txBody>
      </p:sp>
      <p:sp>
        <p:nvSpPr>
          <p:cNvPr id="25" name="Shape 23">
            <a:extLst>
              <a:ext uri="{FF2B5EF4-FFF2-40B4-BE49-F238E27FC236}">
                <a16:creationId xmlns:a16="http://schemas.microsoft.com/office/drawing/2014/main" id="{708C367A-6489-46A2-393B-917BBB0A4F98}"/>
              </a:ext>
            </a:extLst>
          </p:cNvPr>
          <p:cNvSpPr/>
          <p:nvPr/>
        </p:nvSpPr>
        <p:spPr>
          <a:xfrm>
            <a:off x="1033272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26" name="Text 24">
            <a:extLst>
              <a:ext uri="{FF2B5EF4-FFF2-40B4-BE49-F238E27FC236}">
                <a16:creationId xmlns:a16="http://schemas.microsoft.com/office/drawing/2014/main" id="{9428FED9-7305-F1FB-4895-8A7670FE31B6}"/>
              </a:ext>
            </a:extLst>
          </p:cNvPr>
          <p:cNvSpPr/>
          <p:nvPr/>
        </p:nvSpPr>
        <p:spPr>
          <a:xfrm>
            <a:off x="1040587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Response</a:t>
            </a:r>
            <a:endParaRPr lang="en-US" sz="1150"/>
          </a:p>
        </p:txBody>
      </p:sp>
      <p:sp>
        <p:nvSpPr>
          <p:cNvPr id="27" name="Shape 25">
            <a:extLst>
              <a:ext uri="{FF2B5EF4-FFF2-40B4-BE49-F238E27FC236}">
                <a16:creationId xmlns:a16="http://schemas.microsoft.com/office/drawing/2014/main" id="{996BAE6A-EE91-2399-8E24-0A779073F3FB}"/>
              </a:ext>
            </a:extLst>
          </p:cNvPr>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8" name="Text 26">
            <a:extLst>
              <a:ext uri="{FF2B5EF4-FFF2-40B4-BE49-F238E27FC236}">
                <a16:creationId xmlns:a16="http://schemas.microsoft.com/office/drawing/2014/main" id="{F41F978F-6D36-A574-F3CE-0B3CC30EDECF}"/>
              </a:ext>
            </a:extLst>
          </p:cNvPr>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46</a:t>
            </a:r>
            <a:endParaRPr lang="en-US" sz="900"/>
          </a:p>
        </p:txBody>
      </p:sp>
      <p:sp>
        <p:nvSpPr>
          <p:cNvPr id="29" name="Text 27">
            <a:extLst>
              <a:ext uri="{FF2B5EF4-FFF2-40B4-BE49-F238E27FC236}">
                <a16:creationId xmlns:a16="http://schemas.microsoft.com/office/drawing/2014/main" id="{11F776A8-296D-5E17-E1F7-DBB8F732A991}"/>
              </a:ext>
            </a:extLst>
          </p:cNvPr>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Lesson 5.5</a:t>
            </a:r>
            <a:endParaRPr lang="en-US" sz="750"/>
          </a:p>
        </p:txBody>
      </p:sp>
      <p:sp>
        <p:nvSpPr>
          <p:cNvPr id="30" name="TextBox 29">
            <a:extLst>
              <a:ext uri="{FF2B5EF4-FFF2-40B4-BE49-F238E27FC236}">
                <a16:creationId xmlns:a16="http://schemas.microsoft.com/office/drawing/2014/main" id="{3710B25E-965C-5594-2F7C-830D4F94AFD7}"/>
              </a:ext>
            </a:extLst>
          </p:cNvPr>
          <p:cNvSpPr txBox="1"/>
          <p:nvPr/>
        </p:nvSpPr>
        <p:spPr>
          <a:xfrm>
            <a:off x="822960" y="1591056"/>
            <a:ext cx="5257800" cy="2939266"/>
          </a:xfrm>
          <a:prstGeom prst="rect">
            <a:avLst/>
          </a:prstGeom>
          <a:noFill/>
        </p:spPr>
        <p:txBody>
          <a:bodyPr wrap="square" lIns="0" tIns="0" rIns="0" bIns="0" anchor="t">
            <a:spAutoFit/>
          </a:bodyPr>
          <a:lstStyle/>
          <a:p>
            <a:pPr algn="l">
              <a:spcBef>
                <a:spcPts val="0"/>
              </a:spcBef>
              <a:spcAft>
                <a:spcPts val="400"/>
              </a:spcAft>
            </a:pPr>
            <a:r>
              <a:rPr lang="en-US" sz="1800" b="0">
                <a:solidFill>
                  <a:srgbClr val="00AED6"/>
                </a:solidFill>
                <a:latin typeface="Barlow"/>
              </a:rPr>
              <a:t>▸ </a:t>
            </a:r>
            <a:r>
              <a:rPr lang="en-US" sz="1800" b="0" i="0">
                <a:solidFill>
                  <a:srgbClr val="374151"/>
                </a:solidFill>
                <a:latin typeface="Barlow"/>
              </a:rPr>
              <a:t>Prompt templates let you reuse one instruction pattern with different inputs.</a:t>
            </a:r>
          </a:p>
          <a:p>
            <a:pPr algn="l">
              <a:spcBef>
                <a:spcPts val="0"/>
              </a:spcBef>
              <a:spcAft>
                <a:spcPts val="400"/>
              </a:spcAft>
            </a:pPr>
            <a:r>
              <a:rPr lang="en-US" sz="1800" b="0">
                <a:solidFill>
                  <a:srgbClr val="00AED6"/>
                </a:solidFill>
                <a:latin typeface="Barlow"/>
              </a:rPr>
              <a:t>▸ </a:t>
            </a:r>
            <a:r>
              <a:rPr lang="en-US" sz="1800" b="0" i="0">
                <a:solidFill>
                  <a:srgbClr val="374151"/>
                </a:solidFill>
                <a:latin typeface="Barlow"/>
              </a:rPr>
              <a:t>Variables inject runtime data such as document text, case status, or user intent.</a:t>
            </a:r>
          </a:p>
          <a:p>
            <a:pPr algn="l">
              <a:spcBef>
                <a:spcPts val="0"/>
              </a:spcBef>
              <a:spcAft>
                <a:spcPts val="400"/>
              </a:spcAft>
            </a:pPr>
            <a:r>
              <a:rPr lang="en-US" sz="1800" b="0">
                <a:solidFill>
                  <a:srgbClr val="00AED6"/>
                </a:solidFill>
                <a:latin typeface="Barlow"/>
              </a:rPr>
              <a:t>▸ </a:t>
            </a:r>
            <a:r>
              <a:rPr lang="en-US" sz="1800" b="0" i="0">
                <a:solidFill>
                  <a:srgbClr val="374151"/>
                </a:solidFill>
                <a:latin typeface="Barlow"/>
              </a:rPr>
              <a:t>Arguments separate prompt structure from runtime values.</a:t>
            </a:r>
          </a:p>
          <a:p>
            <a:pPr algn="l">
              <a:spcBef>
                <a:spcPts val="0"/>
              </a:spcBef>
              <a:spcAft>
                <a:spcPts val="400"/>
              </a:spcAft>
            </a:pPr>
            <a:r>
              <a:rPr lang="en-US" sz="1800" b="0">
                <a:solidFill>
                  <a:srgbClr val="00AED6"/>
                </a:solidFill>
                <a:latin typeface="Barlow"/>
              </a:rPr>
              <a:t>▸ </a:t>
            </a:r>
            <a:r>
              <a:rPr lang="en-US" sz="1800" b="0" i="0">
                <a:solidFill>
                  <a:srgbClr val="374151"/>
                </a:solidFill>
                <a:latin typeface="Barlow"/>
              </a:rPr>
              <a:t>Templates reduce duplication and make prompt iteration easier.</a:t>
            </a:r>
          </a:p>
          <a:p>
            <a:pPr algn="l">
              <a:spcBef>
                <a:spcPts val="0"/>
              </a:spcBef>
              <a:spcAft>
                <a:spcPts val="400"/>
              </a:spcAft>
            </a:pPr>
            <a:r>
              <a:rPr lang="en-US" sz="1800" b="0">
                <a:solidFill>
                  <a:srgbClr val="00AED6"/>
                </a:solidFill>
                <a:latin typeface="Barlow"/>
              </a:rPr>
              <a:t>▸ </a:t>
            </a:r>
            <a:r>
              <a:rPr lang="en-US" sz="1800" b="0" i="0">
                <a:solidFill>
                  <a:srgbClr val="374151"/>
                </a:solidFill>
                <a:latin typeface="Barlow"/>
              </a:rPr>
              <a:t>Use {{$variableName}} syntax to embed variables that SK resolves at render time.</a:t>
            </a:r>
          </a:p>
          <a:p>
            <a:pPr algn="l">
              <a:spcBef>
                <a:spcPts val="0"/>
              </a:spcBef>
              <a:spcAft>
                <a:spcPts val="400"/>
              </a:spcAft>
            </a:pPr>
            <a:r>
              <a:rPr lang="en-US" sz="1800" b="0">
                <a:solidFill>
                  <a:srgbClr val="00AED6"/>
                </a:solidFill>
                <a:latin typeface="Barlow"/>
              </a:rPr>
              <a:t>▸ </a:t>
            </a:r>
            <a:r>
              <a:rPr lang="en-US" sz="1800" b="0" i="0">
                <a:solidFill>
                  <a:srgbClr val="374151"/>
                </a:solidFill>
                <a:latin typeface="Barlow"/>
              </a:rPr>
              <a:t>Call plugin functions inline with {{namespace.functionName}} to enrich prompts dynamically.</a:t>
            </a:r>
          </a:p>
        </p:txBody>
      </p:sp>
      <p:pic>
        <p:nvPicPr>
          <p:cNvPr id="6" name="Picture 5">
            <a:extLst>
              <a:ext uri="{FF2B5EF4-FFF2-40B4-BE49-F238E27FC236}">
                <a16:creationId xmlns:a16="http://schemas.microsoft.com/office/drawing/2014/main" id="{5B9EAF9C-256D-F398-E1F3-15ACF9F508EE}"/>
              </a:ext>
            </a:extLst>
          </p:cNvPr>
          <p:cNvPicPr>
            <a:picLocks noChangeAspect="1"/>
          </p:cNvPicPr>
          <p:nvPr/>
        </p:nvPicPr>
        <p:blipFill>
          <a:blip r:embed="rId3"/>
          <a:srcRect b="6000"/>
          <a:stretch>
            <a:fillRect/>
          </a:stretch>
        </p:blipFill>
        <p:spPr>
          <a:xfrm>
            <a:off x="0" y="0"/>
            <a:ext cx="12192000" cy="6446520"/>
          </a:xfrm>
          <a:prstGeom prst="rect">
            <a:avLst/>
          </a:prstGeom>
        </p:spPr>
      </p:pic>
    </p:spTree>
    <p:extLst>
      <p:ext uri="{BB962C8B-B14F-4D97-AF65-F5344CB8AC3E}">
        <p14:creationId xmlns:p14="http://schemas.microsoft.com/office/powerpoint/2010/main" val="25739744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5.5a — Supported Template Languages</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Semantic Kernel supports three template engines with increasing capability.</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Choosing the right engine</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Start with the default SK format for simple templates.</a:t>
            </a:r>
            <a:endParaRPr lang="en-US" sz="1120"/>
          </a:p>
          <a:p>
            <a:pPr marL="0" indent="0">
              <a:buNone/>
            </a:pPr>
            <a:r>
              <a:rPr lang="en-US" sz="2200">
                <a:solidFill>
                  <a:srgbClr val="374151"/>
                </a:solidFill>
                <a:latin typeface="Barlow" pitchFamily="34" charset="0"/>
                <a:ea typeface="Barlow" pitchFamily="34" charset="-122"/>
                <a:cs typeface="Barlow" pitchFamily="34" charset="-120"/>
              </a:rPr>
              <a:t>Move to Handlebars when you need iteration over collections or conditional blocks.</a:t>
            </a:r>
            <a:endParaRPr lang="en-US" sz="1120"/>
          </a:p>
          <a:p>
            <a:pPr marL="0" indent="0">
              <a:buNone/>
            </a:pPr>
            <a:r>
              <a:rPr lang="en-US" sz="2200">
                <a:solidFill>
                  <a:srgbClr val="374151"/>
                </a:solidFill>
                <a:latin typeface="Barlow" pitchFamily="34" charset="0"/>
                <a:ea typeface="Barlow" pitchFamily="34" charset="-122"/>
                <a:cs typeface="Barlow" pitchFamily="34" charset="-120"/>
              </a:rPr>
              <a:t>Install the appropriate NuGet package for Handlebars or Liquid support.</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45</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Lesson 5.5a</a:t>
            </a:r>
            <a:endParaRPr lang="en-US" sz="750"/>
          </a:p>
        </p:txBody>
      </p:sp>
      <p:sp>
        <p:nvSpPr>
          <p:cNvPr id="21" name="TextBox 20"/>
          <p:cNvSpPr txBox="1"/>
          <p:nvPr/>
        </p:nvSpPr>
        <p:spPr>
          <a:xfrm>
            <a:off x="822960" y="1682496"/>
            <a:ext cx="5257800" cy="3277820"/>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Semantic Kernel format is the default: uses {{$var}} for variables and {{namespace.function}} for function calls.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Handlebars adds loops ({{#each}}), conditionals ({{#if}}), and helpers for complex prompt composition.</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Liquid templates bring Ruby-style filters and tags for teams already using that ecosystem.</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All three engines are set via template_format in PromptTemplateConfig or YAML definitions.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name="Slide 4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5.5b — YAML Prompt Configuration</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Organize prompts as declarative YAML assets with PromptTemplateConfig.</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YAML structure</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name: function identifier</a:t>
            </a:r>
            <a:endParaRPr lang="en-US" sz="1120"/>
          </a:p>
          <a:p>
            <a:pPr marL="0" indent="0">
              <a:buNone/>
            </a:pPr>
            <a:r>
              <a:rPr lang="en-US" sz="2200">
                <a:solidFill>
                  <a:srgbClr val="374151"/>
                </a:solidFill>
                <a:latin typeface="Barlow" pitchFamily="34" charset="0"/>
                <a:ea typeface="Barlow" pitchFamily="34" charset="-122"/>
                <a:cs typeface="Barlow" pitchFamily="34" charset="-120"/>
              </a:rPr>
              <a:t>template: the prompt text</a:t>
            </a:r>
            <a:endParaRPr lang="en-US" sz="1120"/>
          </a:p>
          <a:p>
            <a:pPr marL="0" indent="0">
              <a:buNone/>
            </a:pPr>
            <a:r>
              <a:rPr lang="en-US" sz="2200">
                <a:solidFill>
                  <a:srgbClr val="374151"/>
                </a:solidFill>
                <a:latin typeface="Barlow" pitchFamily="34" charset="0"/>
                <a:ea typeface="Barlow" pitchFamily="34" charset="-122"/>
                <a:cs typeface="Barlow" pitchFamily="34" charset="-120"/>
              </a:rPr>
              <a:t>template_format: sk or handlebars</a:t>
            </a:r>
            <a:endParaRPr lang="en-US" sz="1120"/>
          </a:p>
          <a:p>
            <a:pPr marL="0" indent="0">
              <a:buNone/>
            </a:pPr>
            <a:r>
              <a:rPr lang="en-US" sz="2200">
                <a:solidFill>
                  <a:srgbClr val="374151"/>
                </a:solidFill>
                <a:latin typeface="Barlow" pitchFamily="34" charset="0"/>
                <a:ea typeface="Barlow" pitchFamily="34" charset="-122"/>
                <a:cs typeface="Barlow" pitchFamily="34" charset="-120"/>
              </a:rPr>
              <a:t>input_variables: declared inputs</a:t>
            </a:r>
            <a:endParaRPr lang="en-US" sz="1120"/>
          </a:p>
          <a:p>
            <a:pPr marL="0" indent="0">
              <a:buNone/>
            </a:pPr>
            <a:r>
              <a:rPr lang="en-US" sz="2200">
                <a:solidFill>
                  <a:srgbClr val="374151"/>
                </a:solidFill>
                <a:latin typeface="Barlow" pitchFamily="34" charset="0"/>
                <a:ea typeface="Barlow" pitchFamily="34" charset="-122"/>
                <a:cs typeface="Barlow" pitchFamily="34" charset="-120"/>
              </a:rPr>
              <a:t>execution_settings: per-service configs</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45</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Lesson 5.5b</a:t>
            </a:r>
            <a:endParaRPr lang="en-US" sz="750"/>
          </a:p>
        </p:txBody>
      </p:sp>
      <p:sp>
        <p:nvSpPr>
          <p:cNvPr id="21" name="TextBox 20"/>
          <p:cNvSpPr txBox="1"/>
          <p:nvPr/>
        </p:nvSpPr>
        <p:spPr>
          <a:xfrm>
            <a:off x="822960" y="1682496"/>
            <a:ext cx="5257800" cy="3277820"/>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YAML files define name, template, description, input_variables, and execution_settings in one place.</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Input variables declare name, description, default value, and whether the argument is required.</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Execution settings control temperature, max_tokens, and can target specific service IDs.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YAML prompts are loaded with kernel.CreateFunctionFromPromptYaml() and behave like any other function.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name="Slide 4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92500"/>
          </a:bodyPr>
          <a:lstStyle/>
          <a:p>
            <a:pPr marL="0" indent="0">
              <a:buNone/>
            </a:pPr>
            <a:r>
              <a:rPr lang="en-US" sz="3200" b="1">
                <a:solidFill>
                  <a:srgbClr val="007DB8"/>
                </a:solidFill>
                <a:latin typeface="Raleway" pitchFamily="34" charset="0"/>
                <a:ea typeface="Raleway" pitchFamily="34" charset="-122"/>
                <a:cs typeface="Raleway" pitchFamily="34" charset="-120"/>
              </a:rPr>
              <a:t>5.6 — Create Reusable Prompt Templates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Build prompt templates for project-specific assistant behavior.</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same prompt template works with different business inputs.</a:t>
            </a:r>
            <a:endParaRPr lang="en-US" sz="1160"/>
          </a:p>
        </p:txBody>
      </p:sp>
      <p:sp>
        <p:nvSpPr>
          <p:cNvPr id="10" name="Shape 8"/>
          <p:cNvSpPr/>
          <p:nvPr/>
        </p:nvSpPr>
        <p:spPr>
          <a:xfrm>
            <a:off x="4343400" y="1508760"/>
            <a:ext cx="6995160" cy="2057400"/>
          </a:xfrm>
          <a:prstGeom prst="roundRect">
            <a:avLst>
              <a:gd name="adj" fmla="val 2667"/>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205740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139903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Write a prompt template with variables.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Supply KernelArguments at runtime.</a:t>
            </a:r>
            <a:endParaRPr lang="en-US" sz="1160"/>
          </a:p>
          <a:p>
            <a:pPr marL="0" indent="0">
              <a:buNone/>
            </a:pPr>
            <a:r>
              <a:rPr lang="en-US" sz="2200">
                <a:solidFill>
                  <a:srgbClr val="374151"/>
                </a:solidFill>
                <a:latin typeface="Barlow" pitchFamily="34" charset="0"/>
                <a:ea typeface="Barlow" pitchFamily="34" charset="-122"/>
                <a:cs typeface="Barlow" pitchFamily="34" charset="-120"/>
              </a:rPr>
              <a:t>3. Invoke the prompt through the kernel.</a:t>
            </a:r>
            <a:endParaRPr lang="en-US" sz="1160"/>
          </a:p>
          <a:p>
            <a:pPr marL="0" indent="0">
              <a:buNone/>
            </a:pPr>
            <a:r>
              <a:rPr lang="en-US" sz="2200">
                <a:solidFill>
                  <a:srgbClr val="374151"/>
                </a:solidFill>
                <a:latin typeface="Barlow" pitchFamily="34" charset="0"/>
                <a:ea typeface="Barlow" pitchFamily="34" charset="-122"/>
                <a:cs typeface="Barlow" pitchFamily="34" charset="-120"/>
              </a:rPr>
              <a:t>4. Compare reusable behavior across inputs.</a:t>
            </a:r>
            <a:endParaRPr lang="en-US" sz="1160"/>
          </a:p>
        </p:txBody>
      </p:sp>
      <p:sp>
        <p:nvSpPr>
          <p:cNvPr id="15" name="Shape 13"/>
          <p:cNvSpPr/>
          <p:nvPr/>
        </p:nvSpPr>
        <p:spPr>
          <a:xfrm>
            <a:off x="4343400" y="3840480"/>
            <a:ext cx="6995160" cy="1737360"/>
          </a:xfrm>
          <a:prstGeom prst="roundRect">
            <a:avLst>
              <a:gd name="adj" fmla="val 2632"/>
            </a:avLst>
          </a:prstGeom>
          <a:solidFill>
            <a:srgbClr val="152233"/>
          </a:solidFill>
          <a:ln w="12700">
            <a:solidFill>
              <a:srgbClr val="152233"/>
            </a:solidFill>
            <a:prstDash val="solid"/>
          </a:ln>
        </p:spPr>
        <p:txBody>
          <a:bodyPr/>
          <a:lstStyle/>
          <a:p>
            <a:endParaRPr/>
          </a:p>
        </p:txBody>
      </p:sp>
      <p:sp>
        <p:nvSpPr>
          <p:cNvPr id="16" name="Text 14"/>
          <p:cNvSpPr/>
          <p:nvPr/>
        </p:nvSpPr>
        <p:spPr>
          <a:xfrm>
            <a:off x="4572000" y="4069080"/>
            <a:ext cx="6537960" cy="1325880"/>
          </a:xfrm>
          <a:prstGeom prst="rect">
            <a:avLst/>
          </a:prstGeom>
          <a:noFill/>
          <a:ln/>
        </p:spPr>
        <p:txBody>
          <a:bodyPr wrap="square" lIns="127" tIns="127" rIns="127" bIns="127" rtlCol="0" anchor="ctr">
            <a:normAutofit/>
          </a:bodyPr>
          <a:lstStyle/>
          <a:p>
            <a:pPr marL="0" indent="0">
              <a:buNone/>
            </a:pPr>
            <a:r>
              <a:rPr lang="en-US" sz="950">
                <a:solidFill>
                  <a:srgbClr val="E8F3FF"/>
                </a:solidFill>
                <a:latin typeface="Cascadia Code" pitchFamily="34" charset="0"/>
                <a:ea typeface="Cascadia Code" pitchFamily="34" charset="-122"/>
                <a:cs typeface="Cascadia Code" pitchFamily="34" charset="-120"/>
              </a:rPr>
              <a:t>var args = new KernelArguments { ["input"] = text };</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var result = await kernel.InvokePromptAsync(prompt, args);</a:t>
            </a:r>
            <a:endParaRPr lang="en-US" sz="950"/>
          </a:p>
        </p:txBody>
      </p:sp>
      <p:sp>
        <p:nvSpPr>
          <p:cNvPr id="17" name="Shape 1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8" name="Text 1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47</a:t>
            </a:r>
            <a:endParaRPr lang="en-US" sz="900"/>
          </a:p>
        </p:txBody>
      </p:sp>
      <p:sp>
        <p:nvSpPr>
          <p:cNvPr id="19" name="Text 1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Lesson 5.6</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name="Slide 4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5.7 — Add Personas and Role-Based Prompting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Shape assistant tone, domain behavior, and response constraints.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assistant response style and constraints become more consistent.</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Add system-level role instructions.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Compare generic vs role-guided output.</a:t>
            </a:r>
            <a:endParaRPr lang="en-US" sz="1160"/>
          </a:p>
          <a:p>
            <a:pPr marL="0" indent="0">
              <a:buNone/>
            </a:pPr>
            <a:r>
              <a:rPr lang="en-US" sz="2200">
                <a:solidFill>
                  <a:srgbClr val="374151"/>
                </a:solidFill>
                <a:latin typeface="Barlow" pitchFamily="34" charset="0"/>
                <a:ea typeface="Barlow" pitchFamily="34" charset="-122"/>
                <a:cs typeface="Barlow" pitchFamily="34" charset="-120"/>
              </a:rPr>
              <a:t>3. Inject portal-specific behavior constraints.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Keep the persona professional and bounded.</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48</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Lesson 5.7</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5.8 — What is a Prompt Plugin?</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fontScale="92500"/>
          </a:bodyPr>
          <a:lstStyle/>
          <a:p>
            <a:pPr marL="0" indent="0">
              <a:buNone/>
            </a:pPr>
            <a:r>
              <a:rPr lang="en-US" sz="2200">
                <a:solidFill>
                  <a:srgbClr val="697586"/>
                </a:solidFill>
                <a:latin typeface="Barlow" pitchFamily="34" charset="0"/>
                <a:ea typeface="Barlow" pitchFamily="34" charset="-122"/>
                <a:cs typeface="Barlow" pitchFamily="34" charset="-120"/>
              </a:rPr>
              <a:t>Understand how prompt behavior can be packaged as a named, reusable plugin function.</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00AED6"/>
          </a:solidFill>
          <a:ln w="12700">
            <a:solidFill>
              <a:srgbClr val="00AED6"/>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Why prompt plugins?</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Prompt plugins separate prompt logic from application code for easier maintenance.</a:t>
            </a:r>
            <a:endParaRPr lang="en-US" sz="1120"/>
          </a:p>
          <a:p>
            <a:pPr marL="0" indent="0">
              <a:buNone/>
            </a:pPr>
            <a:r>
              <a:rPr lang="en-US" sz="2200">
                <a:solidFill>
                  <a:srgbClr val="374151"/>
                </a:solidFill>
                <a:latin typeface="Barlow" pitchFamily="34" charset="0"/>
                <a:ea typeface="Barlow" pitchFamily="34" charset="-122"/>
                <a:cs typeface="Barlow" pitchFamily="34" charset="-120"/>
              </a:rPr>
              <a:t>They enable non-developers to edit prompt behavior without recompiling.</a:t>
            </a:r>
            <a:endParaRPr lang="en-US" sz="1120"/>
          </a:p>
          <a:p>
            <a:pPr marL="0" indent="0">
              <a:buNone/>
            </a:pPr>
            <a:r>
              <a:rPr lang="en-US" sz="2200">
                <a:solidFill>
                  <a:srgbClr val="374151"/>
                </a:solidFill>
                <a:latin typeface="Barlow" pitchFamily="34" charset="0"/>
                <a:ea typeface="Barlow" pitchFamily="34" charset="-122"/>
                <a:cs typeface="Barlow" pitchFamily="34" charset="-120"/>
              </a:rPr>
              <a:t>Course connection: this concept directly prepares you for the hands-on demo that follows.</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49</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Lesson 5.8a</a:t>
            </a:r>
            <a:endParaRPr lang="en-US" sz="750"/>
          </a:p>
        </p:txBody>
      </p:sp>
      <p:sp>
        <p:nvSpPr>
          <p:cNvPr id="21" name="TextBox 20"/>
          <p:cNvSpPr txBox="1"/>
          <p:nvPr/>
        </p:nvSpPr>
        <p:spPr>
          <a:xfrm>
            <a:off x="822960" y="1682496"/>
            <a:ext cx="5257800" cy="3000821"/>
          </a:xfrm>
          <a:prstGeom prst="rect">
            <a:avLst/>
          </a:prstGeom>
          <a:noFill/>
        </p:spPr>
        <p:txBody>
          <a:bodyPr wrap="square" lIns="0" tIns="0" rIns="0" bIns="0" anchor="t">
            <a:spAutoFit/>
          </a:bodyPr>
          <a:lstStyle/>
          <a:p>
            <a:pPr algn="l">
              <a:spcBef>
                <a:spcPts val="0"/>
              </a:spcBef>
              <a:spcAft>
                <a:spcPts val="600"/>
              </a:spcAft>
            </a:pPr>
            <a:r>
              <a:rPr lang="en-US" sz="2000" b="0">
                <a:solidFill>
                  <a:srgbClr val="00AED6"/>
                </a:solidFill>
                <a:latin typeface="Barlow"/>
              </a:rPr>
              <a:t>▸ </a:t>
            </a:r>
            <a:r>
              <a:rPr lang="en-US" sz="2000" b="0" i="0">
                <a:solidFill>
                  <a:srgbClr val="374151"/>
                </a:solidFill>
                <a:latin typeface="Barlow"/>
              </a:rPr>
              <a:t>A prompt plugin wraps a natural language template into a named function that the kernel can invoke.</a:t>
            </a:r>
          </a:p>
          <a:p>
            <a:pPr algn="l">
              <a:spcBef>
                <a:spcPts val="0"/>
              </a:spcBef>
              <a:spcAft>
                <a:spcPts val="600"/>
              </a:spcAft>
            </a:pPr>
            <a:r>
              <a:rPr lang="en-US" sz="2000" b="0">
                <a:solidFill>
                  <a:srgbClr val="00AED6"/>
                </a:solidFill>
                <a:latin typeface="Barlow"/>
              </a:rPr>
              <a:t>▸ </a:t>
            </a:r>
            <a:r>
              <a:rPr lang="en-US" sz="2000" b="0" i="0">
                <a:solidFill>
                  <a:srgbClr val="374151"/>
                </a:solidFill>
                <a:latin typeface="Barlow"/>
              </a:rPr>
              <a:t>Each prompt function lives in its own folder with a template file and a configuration file.</a:t>
            </a:r>
          </a:p>
          <a:p>
            <a:pPr algn="l">
              <a:spcBef>
                <a:spcPts val="0"/>
              </a:spcBef>
              <a:spcAft>
                <a:spcPts val="600"/>
              </a:spcAft>
            </a:pPr>
            <a:r>
              <a:rPr lang="en-US" sz="2000" b="0">
                <a:solidFill>
                  <a:srgbClr val="00AED6"/>
                </a:solidFill>
                <a:latin typeface="Barlow"/>
              </a:rPr>
              <a:t>▸ </a:t>
            </a:r>
            <a:r>
              <a:rPr lang="en-US" sz="2000" b="0" i="0">
                <a:solidFill>
                  <a:srgbClr val="374151"/>
                </a:solidFill>
                <a:latin typeface="Barlow"/>
              </a:rPr>
              <a:t>The kernel treats prompt functions identically to native C# functions during orchestration.</a:t>
            </a:r>
          </a:p>
          <a:p>
            <a:pPr algn="l">
              <a:spcBef>
                <a:spcPts val="0"/>
              </a:spcBef>
              <a:spcAft>
                <a:spcPts val="600"/>
              </a:spcAft>
            </a:pPr>
            <a:r>
              <a:rPr lang="en-US" sz="2000" b="0">
                <a:solidFill>
                  <a:srgbClr val="00AED6"/>
                </a:solidFill>
                <a:latin typeface="Barlow"/>
              </a:rPr>
              <a:t>▸ </a:t>
            </a:r>
            <a:r>
              <a:rPr lang="en-US" sz="2000" b="0" i="0">
                <a:solidFill>
                  <a:srgbClr val="374151"/>
                </a:solidFill>
                <a:latin typeface="Barlow"/>
              </a:rPr>
              <a:t>Semantic descriptions in the config help the LLM decide when to call each prompt function.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5.8 — Anatomy of a Prompt Plugin</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fontScale="92500"/>
          </a:bodyPr>
          <a:lstStyle/>
          <a:p>
            <a:pPr marL="0" indent="0">
              <a:buNone/>
            </a:pPr>
            <a:r>
              <a:rPr lang="en-US" sz="2200">
                <a:solidFill>
                  <a:srgbClr val="697586"/>
                </a:solidFill>
                <a:latin typeface="Barlow" pitchFamily="34" charset="0"/>
                <a:ea typeface="Barlow" pitchFamily="34" charset="-122"/>
                <a:cs typeface="Barlow" pitchFamily="34" charset="-120"/>
              </a:rPr>
              <a:t>Explore the folder structure, template file, and configuration that make up a prompt plugin.</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00AED6"/>
          </a:solidFill>
          <a:ln w="12700">
            <a:solidFill>
              <a:srgbClr val="00AED6"/>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Folder structure</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Plugins/WriterPlugin/ShortPoem/skprompt.txt</a:t>
            </a:r>
            <a:endParaRPr lang="en-US" sz="1120"/>
          </a:p>
          <a:p>
            <a:pPr marL="0" indent="0">
              <a:buNone/>
            </a:pPr>
            <a:r>
              <a:rPr lang="en-US" sz="2200">
                <a:solidFill>
                  <a:srgbClr val="374151"/>
                </a:solidFill>
                <a:latin typeface="Barlow" pitchFamily="34" charset="0"/>
                <a:ea typeface="Barlow" pitchFamily="34" charset="-122"/>
                <a:cs typeface="Barlow" pitchFamily="34" charset="-120"/>
              </a:rPr>
              <a:t>Plugins/WriterPlugin/ShortPoem/config.json</a:t>
            </a:r>
            <a:endParaRPr lang="en-US" sz="1120"/>
          </a:p>
          <a:p>
            <a:pPr marL="0" indent="0">
              <a:buNone/>
            </a:pPr>
            <a:r>
              <a:rPr lang="en-US" sz="2200">
                <a:solidFill>
                  <a:srgbClr val="374151"/>
                </a:solidFill>
                <a:latin typeface="Barlow" pitchFamily="34" charset="0"/>
                <a:ea typeface="Barlow" pitchFamily="34" charset="-122"/>
                <a:cs typeface="Barlow" pitchFamily="34" charset="-120"/>
              </a:rPr>
              <a:t>Each sub-folder becomes a named function the kernel can discover and invoke.</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50</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Lesson 5.8b</a:t>
            </a:r>
            <a:endParaRPr lang="en-US" sz="750"/>
          </a:p>
        </p:txBody>
      </p:sp>
      <p:sp>
        <p:nvSpPr>
          <p:cNvPr id="21" name="TextBox 20"/>
          <p:cNvSpPr txBox="1"/>
          <p:nvPr/>
        </p:nvSpPr>
        <p:spPr>
          <a:xfrm>
            <a:off x="822960" y="1682496"/>
            <a:ext cx="5257800" cy="3554819"/>
          </a:xfrm>
          <a:prstGeom prst="rect">
            <a:avLst/>
          </a:prstGeom>
          <a:noFill/>
        </p:spPr>
        <p:txBody>
          <a:bodyPr wrap="square" lIns="0" tIns="0" rIns="0" bIns="0" anchor="t">
            <a:spAutoFit/>
          </a:bodyPr>
          <a:lstStyle/>
          <a:p>
            <a:pPr algn="l">
              <a:spcBef>
                <a:spcPts val="0"/>
              </a:spcBef>
              <a:spcAft>
                <a:spcPts val="600"/>
              </a:spcAft>
            </a:pPr>
            <a:r>
              <a:rPr lang="en-US" sz="2000" b="0">
                <a:solidFill>
                  <a:srgbClr val="00AED6"/>
                </a:solidFill>
                <a:latin typeface="Barlow"/>
              </a:rPr>
              <a:t>▸ </a:t>
            </a:r>
            <a:r>
              <a:rPr lang="en-US" sz="2000" b="0" i="0">
                <a:solidFill>
                  <a:srgbClr val="374151"/>
                </a:solidFill>
                <a:latin typeface="Barlow"/>
              </a:rPr>
              <a:t>A prompt plugin folder sits inside a parent Plugins directory in your project.</a:t>
            </a:r>
          </a:p>
          <a:p>
            <a:pPr algn="l">
              <a:spcBef>
                <a:spcPts val="0"/>
              </a:spcBef>
              <a:spcAft>
                <a:spcPts val="600"/>
              </a:spcAft>
            </a:pPr>
            <a:r>
              <a:rPr lang="en-US" sz="2000" b="0">
                <a:solidFill>
                  <a:srgbClr val="00AED6"/>
                </a:solidFill>
                <a:latin typeface="Barlow"/>
              </a:rPr>
              <a:t>▸ </a:t>
            </a:r>
            <a:r>
              <a:rPr lang="en-US" sz="2000" b="0" i="0">
                <a:solidFill>
                  <a:srgbClr val="374151"/>
                </a:solidFill>
                <a:latin typeface="Barlow"/>
              </a:rPr>
              <a:t>Each function gets its own sub-folder named after the function it exposes.</a:t>
            </a:r>
          </a:p>
          <a:p>
            <a:pPr algn="l">
              <a:spcBef>
                <a:spcPts val="0"/>
              </a:spcBef>
              <a:spcAft>
                <a:spcPts val="600"/>
              </a:spcAft>
            </a:pPr>
            <a:r>
              <a:rPr lang="en-US" sz="2000" b="0">
                <a:solidFill>
                  <a:srgbClr val="00AED6"/>
                </a:solidFill>
                <a:latin typeface="Barlow"/>
              </a:rPr>
              <a:t>▸ </a:t>
            </a:r>
            <a:r>
              <a:rPr lang="en-US" sz="2000" b="0" i="0">
                <a:solidFill>
                  <a:srgbClr val="374151"/>
                </a:solidFill>
                <a:latin typeface="Barlow"/>
              </a:rPr>
              <a:t>skprompt.txt holds the natural language prompt template with variable placeholders.</a:t>
            </a:r>
          </a:p>
          <a:p>
            <a:pPr algn="l">
              <a:spcBef>
                <a:spcPts val="0"/>
              </a:spcBef>
              <a:spcAft>
                <a:spcPts val="600"/>
              </a:spcAft>
            </a:pPr>
            <a:r>
              <a:rPr lang="en-US" sz="2000" b="0">
                <a:solidFill>
                  <a:srgbClr val="00AED6"/>
                </a:solidFill>
                <a:latin typeface="Barlow"/>
              </a:rPr>
              <a:t>▸ </a:t>
            </a:r>
            <a:r>
              <a:rPr lang="en-US" sz="2000" b="0" i="0" err="1">
                <a:solidFill>
                  <a:srgbClr val="374151"/>
                </a:solidFill>
                <a:latin typeface="Barlow"/>
              </a:rPr>
              <a:t>config.json</a:t>
            </a:r>
            <a:r>
              <a:rPr lang="en-US" sz="2000" b="0" i="0">
                <a:solidFill>
                  <a:srgbClr val="374151"/>
                </a:solidFill>
                <a:latin typeface="Barlow"/>
              </a:rPr>
              <a:t> defines the function description, input parameters, and model settings.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5.8 — The Prompt Template (skprompt.txt)</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fontScale="92500"/>
          </a:bodyPr>
          <a:lstStyle/>
          <a:p>
            <a:pPr marL="0" indent="0">
              <a:buNone/>
            </a:pPr>
            <a:r>
              <a:rPr lang="en-US" sz="2200">
                <a:solidFill>
                  <a:srgbClr val="697586"/>
                </a:solidFill>
                <a:latin typeface="Barlow" pitchFamily="34" charset="0"/>
                <a:ea typeface="Barlow" pitchFamily="34" charset="-122"/>
                <a:cs typeface="Barlow" pitchFamily="34" charset="-120"/>
              </a:rPr>
              <a:t>Write the natural language instruction that the kernel sends to the LLM at invocation time.</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00AED6"/>
          </a:solidFill>
          <a:ln w="12700">
            <a:solidFill>
              <a:srgbClr val="00AED6"/>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Template tip</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A good prompt template is specific, bounded, and includes output format instructions.</a:t>
            </a:r>
            <a:endParaRPr lang="en-US" sz="1120"/>
          </a:p>
          <a:p>
            <a:pPr marL="0" indent="0">
              <a:buNone/>
            </a:pPr>
            <a:r>
              <a:rPr lang="en-US" sz="2200">
                <a:solidFill>
                  <a:srgbClr val="374151"/>
                </a:solidFill>
                <a:latin typeface="Barlow" pitchFamily="34" charset="0"/>
                <a:ea typeface="Barlow" pitchFamily="34" charset="-122"/>
                <a:cs typeface="Barlow" pitchFamily="34" charset="-120"/>
              </a:rPr>
              <a:t>Compose complex behavior by chaining multiple prompt functions together.</a:t>
            </a:r>
            <a:endParaRPr lang="en-US" sz="1120"/>
          </a:p>
          <a:p>
            <a:pPr marL="0" indent="0">
              <a:buNone/>
            </a:pPr>
            <a:r>
              <a:rPr lang="en-US" sz="2200">
                <a:solidFill>
                  <a:srgbClr val="374151"/>
                </a:solidFill>
                <a:latin typeface="Barlow" pitchFamily="34" charset="0"/>
                <a:ea typeface="Barlow" pitchFamily="34" charset="-122"/>
                <a:cs typeface="Barlow" pitchFamily="34" charset="-120"/>
              </a:rPr>
              <a:t>Course connection: the demo will have you write a template and test it with different inputs.</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51</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Lesson 5.8c</a:t>
            </a:r>
            <a:endParaRPr lang="en-US" sz="750"/>
          </a:p>
        </p:txBody>
      </p:sp>
      <p:sp>
        <p:nvSpPr>
          <p:cNvPr id="21" name="TextBox 20"/>
          <p:cNvSpPr txBox="1"/>
          <p:nvPr/>
        </p:nvSpPr>
        <p:spPr>
          <a:xfrm>
            <a:off x="822960" y="1682496"/>
            <a:ext cx="5257800" cy="3554819"/>
          </a:xfrm>
          <a:prstGeom prst="rect">
            <a:avLst/>
          </a:prstGeom>
          <a:noFill/>
        </p:spPr>
        <p:txBody>
          <a:bodyPr wrap="square" lIns="0" tIns="0" rIns="0" bIns="0" anchor="t">
            <a:spAutoFit/>
          </a:bodyPr>
          <a:lstStyle/>
          <a:p>
            <a:pPr algn="l">
              <a:spcBef>
                <a:spcPts val="0"/>
              </a:spcBef>
              <a:spcAft>
                <a:spcPts val="600"/>
              </a:spcAft>
            </a:pPr>
            <a:r>
              <a:rPr lang="en-US" sz="2000" b="0">
                <a:solidFill>
                  <a:srgbClr val="00AED6"/>
                </a:solidFill>
                <a:latin typeface="Barlow"/>
              </a:rPr>
              <a:t>▸ </a:t>
            </a:r>
            <a:r>
              <a:rPr lang="en-US" sz="2000" b="0" i="0">
                <a:solidFill>
                  <a:srgbClr val="374151"/>
                </a:solidFill>
                <a:latin typeface="Barlow"/>
              </a:rPr>
              <a:t>The template is plain text containing the prompt you want the model to execute.</a:t>
            </a:r>
          </a:p>
          <a:p>
            <a:pPr algn="l">
              <a:spcBef>
                <a:spcPts val="0"/>
              </a:spcBef>
              <a:spcAft>
                <a:spcPts val="600"/>
              </a:spcAft>
            </a:pPr>
            <a:r>
              <a:rPr lang="en-US" sz="2000" b="0">
                <a:solidFill>
                  <a:srgbClr val="00AED6"/>
                </a:solidFill>
                <a:latin typeface="Barlow"/>
              </a:rPr>
              <a:t>▸ </a:t>
            </a:r>
            <a:r>
              <a:rPr lang="en-US" sz="2000" b="0" i="0">
                <a:solidFill>
                  <a:srgbClr val="374151"/>
                </a:solidFill>
                <a:latin typeface="Barlow"/>
              </a:rPr>
              <a:t>Use {{$input}} and {{$style}} syntax to inject variables at runtime.</a:t>
            </a:r>
          </a:p>
          <a:p>
            <a:pPr algn="l">
              <a:spcBef>
                <a:spcPts val="0"/>
              </a:spcBef>
              <a:spcAft>
                <a:spcPts val="600"/>
              </a:spcAft>
            </a:pPr>
            <a:r>
              <a:rPr lang="en-US" sz="2000" b="0">
                <a:solidFill>
                  <a:srgbClr val="00AED6"/>
                </a:solidFill>
                <a:latin typeface="Barlow"/>
              </a:rPr>
              <a:t>▸ </a:t>
            </a:r>
            <a:r>
              <a:rPr lang="en-US" sz="2000" b="0" i="0">
                <a:solidFill>
                  <a:srgbClr val="374151"/>
                </a:solidFill>
                <a:latin typeface="Barlow"/>
              </a:rPr>
              <a:t>Templates can call other functions using {{</a:t>
            </a:r>
            <a:r>
              <a:rPr lang="en-US" sz="2000" b="0" i="0" err="1">
                <a:solidFill>
                  <a:srgbClr val="374151"/>
                </a:solidFill>
                <a:latin typeface="Barlow"/>
              </a:rPr>
              <a:t>pluginName.functionName</a:t>
            </a:r>
            <a:r>
              <a:rPr lang="en-US" sz="2000" b="0" i="0">
                <a:solidFill>
                  <a:srgbClr val="374151"/>
                </a:solidFill>
                <a:latin typeface="Barlow"/>
              </a:rPr>
              <a:t>}} expressions.</a:t>
            </a:r>
          </a:p>
          <a:p>
            <a:pPr algn="l">
              <a:spcBef>
                <a:spcPts val="0"/>
              </a:spcBef>
              <a:spcAft>
                <a:spcPts val="600"/>
              </a:spcAft>
            </a:pPr>
            <a:r>
              <a:rPr lang="en-US" sz="2000" b="0">
                <a:solidFill>
                  <a:srgbClr val="00AED6"/>
                </a:solidFill>
                <a:latin typeface="Barlow"/>
              </a:rPr>
              <a:t>▸ </a:t>
            </a:r>
            <a:r>
              <a:rPr lang="en-US" sz="2000" b="0" i="0">
                <a:solidFill>
                  <a:srgbClr val="374151"/>
                </a:solidFill>
                <a:latin typeface="Barlow"/>
              </a:rPr>
              <a:t>Keep each template focused on a single task for clarity and reusability.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5.8 — The Configuration File (</a:t>
            </a:r>
            <a:r>
              <a:rPr lang="en-US" sz="3200" b="1" err="1">
                <a:solidFill>
                  <a:srgbClr val="007DB8"/>
                </a:solidFill>
                <a:latin typeface="Raleway" pitchFamily="34" charset="0"/>
                <a:ea typeface="Raleway" pitchFamily="34" charset="-122"/>
                <a:cs typeface="Raleway" pitchFamily="34" charset="-120"/>
              </a:rPr>
              <a:t>config.json</a:t>
            </a:r>
            <a:r>
              <a:rPr lang="en-US" sz="3200" b="1">
                <a:solidFill>
                  <a:srgbClr val="007DB8"/>
                </a:solidFill>
                <a:latin typeface="Raleway" pitchFamily="34" charset="0"/>
                <a:ea typeface="Raleway" pitchFamily="34" charset="-122"/>
                <a:cs typeface="Raleway" pitchFamily="34" charset="-120"/>
              </a:rPr>
              <a:t>)</a:t>
            </a:r>
            <a:endParaRPr lang="en-US" sz="2700"/>
          </a:p>
        </p:txBody>
      </p:sp>
      <p:sp>
        <p:nvSpPr>
          <p:cNvPr id="4" name="Text 2"/>
          <p:cNvSpPr/>
          <p:nvPr/>
        </p:nvSpPr>
        <p:spPr>
          <a:xfrm>
            <a:off x="621792" y="1029632"/>
            <a:ext cx="10515600" cy="310896"/>
          </a:xfrm>
          <a:prstGeom prst="rect">
            <a:avLst/>
          </a:prstGeom>
          <a:noFill/>
          <a:ln/>
        </p:spPr>
        <p:txBody>
          <a:bodyPr wrap="square" lIns="254" tIns="254" rIns="254" bIns="254" rtlCol="0" anchor="ctr">
            <a:normAutofit fontScale="85000" lnSpcReduction="10000"/>
          </a:bodyPr>
          <a:lstStyle/>
          <a:p>
            <a:pPr marL="0" indent="0">
              <a:buNone/>
            </a:pPr>
            <a:r>
              <a:rPr lang="en-US" sz="2200">
                <a:solidFill>
                  <a:srgbClr val="697586"/>
                </a:solidFill>
                <a:latin typeface="Barlow" pitchFamily="34" charset="0"/>
                <a:ea typeface="Barlow" pitchFamily="34" charset="-122"/>
                <a:cs typeface="Barlow" pitchFamily="34" charset="-120"/>
              </a:rPr>
              <a:t>Define the metadata and execution settings the kernel reads when it loads your prompt function.</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00AED6"/>
          </a:solidFill>
          <a:ln w="12700">
            <a:solidFill>
              <a:srgbClr val="00AED6"/>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Why descriptions matter</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The LLM reads function and parameter descriptions to decide when and how to call your plugin.</a:t>
            </a:r>
            <a:endParaRPr lang="en-US" sz="1120"/>
          </a:p>
          <a:p>
            <a:pPr marL="0" indent="0">
              <a:buNone/>
            </a:pPr>
            <a:r>
              <a:rPr lang="en-US" sz="2200">
                <a:solidFill>
                  <a:srgbClr val="374151"/>
                </a:solidFill>
                <a:latin typeface="Barlow" pitchFamily="34" charset="0"/>
                <a:ea typeface="Barlow" pitchFamily="34" charset="-122"/>
                <a:cs typeface="Barlow" pitchFamily="34" charset="-120"/>
              </a:rPr>
              <a:t>Treat config.json as documentation that the AI consumes, not just metadata for developers.</a:t>
            </a:r>
            <a:endParaRPr lang="en-US" sz="1120"/>
          </a:p>
          <a:p>
            <a:pPr marL="0" indent="0">
              <a:buNone/>
            </a:pPr>
            <a:r>
              <a:rPr lang="en-US" sz="2200">
                <a:solidFill>
                  <a:srgbClr val="374151"/>
                </a:solidFill>
                <a:latin typeface="Barlow" pitchFamily="34" charset="0"/>
                <a:ea typeface="Barlow" pitchFamily="34" charset="-122"/>
                <a:cs typeface="Barlow" pitchFamily="34" charset="-120"/>
              </a:rPr>
              <a:t>Course connection: the demo will walk you through writing a config.json from scratch.</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52</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Lesson 5.8d</a:t>
            </a:r>
            <a:endParaRPr lang="en-US" sz="750"/>
          </a:p>
        </p:txBody>
      </p:sp>
      <p:sp>
        <p:nvSpPr>
          <p:cNvPr id="21" name="TextBox 20"/>
          <p:cNvSpPr txBox="1"/>
          <p:nvPr/>
        </p:nvSpPr>
        <p:spPr>
          <a:xfrm>
            <a:off x="822960" y="1682496"/>
            <a:ext cx="5257800" cy="3554819"/>
          </a:xfrm>
          <a:prstGeom prst="rect">
            <a:avLst/>
          </a:prstGeom>
          <a:noFill/>
        </p:spPr>
        <p:txBody>
          <a:bodyPr wrap="square" lIns="0" tIns="0" rIns="0" bIns="0" anchor="t">
            <a:spAutoFit/>
          </a:bodyPr>
          <a:lstStyle/>
          <a:p>
            <a:pPr algn="l">
              <a:spcBef>
                <a:spcPts val="0"/>
              </a:spcBef>
              <a:spcAft>
                <a:spcPts val="600"/>
              </a:spcAft>
            </a:pPr>
            <a:r>
              <a:rPr lang="en-US" sz="2000" b="0">
                <a:solidFill>
                  <a:srgbClr val="00AED6"/>
                </a:solidFill>
                <a:latin typeface="Barlow"/>
              </a:rPr>
              <a:t>▸ </a:t>
            </a:r>
            <a:r>
              <a:rPr lang="en-US" sz="2000" b="0" i="0">
                <a:solidFill>
                  <a:srgbClr val="374151"/>
                </a:solidFill>
                <a:latin typeface="Barlow"/>
              </a:rPr>
              <a:t>The description field tells the LLM what this prompt function does and when to use it.</a:t>
            </a:r>
          </a:p>
          <a:p>
            <a:pPr algn="l">
              <a:spcBef>
                <a:spcPts val="0"/>
              </a:spcBef>
              <a:spcAft>
                <a:spcPts val="600"/>
              </a:spcAft>
            </a:pPr>
            <a:r>
              <a:rPr lang="en-US" sz="2000" b="0">
                <a:solidFill>
                  <a:srgbClr val="00AED6"/>
                </a:solidFill>
                <a:latin typeface="Barlow"/>
              </a:rPr>
              <a:t>▸ </a:t>
            </a:r>
            <a:r>
              <a:rPr lang="en-US" sz="2000" b="0" i="0">
                <a:solidFill>
                  <a:srgbClr val="374151"/>
                </a:solidFill>
                <a:latin typeface="Barlow"/>
              </a:rPr>
              <a:t>Input variables declare each parameter with a name, description, and optional default.</a:t>
            </a:r>
          </a:p>
          <a:p>
            <a:pPr algn="l">
              <a:spcBef>
                <a:spcPts val="0"/>
              </a:spcBef>
              <a:spcAft>
                <a:spcPts val="600"/>
              </a:spcAft>
            </a:pPr>
            <a:r>
              <a:rPr lang="en-US" sz="2000" b="0">
                <a:solidFill>
                  <a:srgbClr val="00AED6"/>
                </a:solidFill>
                <a:latin typeface="Barlow"/>
              </a:rPr>
              <a:t>▸ </a:t>
            </a:r>
            <a:r>
              <a:rPr lang="en-US" sz="2000" b="0" i="0">
                <a:solidFill>
                  <a:srgbClr val="374151"/>
                </a:solidFill>
                <a:latin typeface="Barlow"/>
              </a:rPr>
              <a:t>Execution settings control model behavior: temperature, </a:t>
            </a:r>
            <a:r>
              <a:rPr lang="en-US" sz="2000" b="0" i="0" err="1">
                <a:solidFill>
                  <a:srgbClr val="374151"/>
                </a:solidFill>
                <a:latin typeface="Barlow"/>
              </a:rPr>
              <a:t>max_tokens</a:t>
            </a:r>
            <a:r>
              <a:rPr lang="en-US" sz="2000" b="0" i="0">
                <a:solidFill>
                  <a:srgbClr val="374151"/>
                </a:solidFill>
                <a:latin typeface="Barlow"/>
              </a:rPr>
              <a:t>, and </a:t>
            </a:r>
            <a:r>
              <a:rPr lang="en-US" sz="2000" b="0" i="0" err="1">
                <a:solidFill>
                  <a:srgbClr val="374151"/>
                </a:solidFill>
                <a:latin typeface="Barlow"/>
              </a:rPr>
              <a:t>top_p</a:t>
            </a:r>
            <a:r>
              <a:rPr lang="en-US" sz="2000" b="0" i="0">
                <a:solidFill>
                  <a:srgbClr val="374151"/>
                </a:solidFill>
                <a:latin typeface="Barlow"/>
              </a:rPr>
              <a:t>.</a:t>
            </a:r>
          </a:p>
          <a:p>
            <a:pPr algn="l">
              <a:spcBef>
                <a:spcPts val="0"/>
              </a:spcBef>
              <a:spcAft>
                <a:spcPts val="600"/>
              </a:spcAft>
            </a:pPr>
            <a:r>
              <a:rPr lang="en-US" sz="2000" b="0">
                <a:solidFill>
                  <a:srgbClr val="00AED6"/>
                </a:solidFill>
                <a:latin typeface="Barlow"/>
              </a:rPr>
              <a:t>▸ </a:t>
            </a:r>
            <a:r>
              <a:rPr lang="en-US" sz="2000" b="0" i="0">
                <a:solidFill>
                  <a:srgbClr val="374151"/>
                </a:solidFill>
                <a:latin typeface="Barlow"/>
              </a:rPr>
              <a:t>Without good descriptions, the LLM cannot decide when to invoke your prompt function.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5.8 — Register and Invoke a Prompt Plugin</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fontScale="92500"/>
          </a:bodyPr>
          <a:lstStyle/>
          <a:p>
            <a:pPr marL="0" indent="0">
              <a:buNone/>
            </a:pPr>
            <a:r>
              <a:rPr lang="en-US" sz="2200">
                <a:solidFill>
                  <a:srgbClr val="697586"/>
                </a:solidFill>
                <a:latin typeface="Barlow" pitchFamily="34" charset="0"/>
                <a:ea typeface="Barlow" pitchFamily="34" charset="-122"/>
                <a:cs typeface="Barlow" pitchFamily="34" charset="-120"/>
              </a:rPr>
              <a:t>Load a prompt plugin folder into the kernel and call the prompt-backed function by name.</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00AED6"/>
          </a:solidFill>
          <a:ln w="12700">
            <a:solidFill>
              <a:srgbClr val="00AED6"/>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Course connection</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In the next demo, you will create a prompt plugin folder from scratch.</a:t>
            </a:r>
            <a:endParaRPr lang="en-US" sz="1120"/>
          </a:p>
          <a:p>
            <a:pPr marL="0" indent="0">
              <a:buNone/>
            </a:pPr>
            <a:r>
              <a:rPr lang="en-US" sz="2200">
                <a:solidFill>
                  <a:srgbClr val="374151"/>
                </a:solidFill>
                <a:latin typeface="Barlow" pitchFamily="34" charset="0"/>
                <a:ea typeface="Barlow" pitchFamily="34" charset="-122"/>
                <a:cs typeface="Barlow" pitchFamily="34" charset="-120"/>
              </a:rPr>
              <a:t>You will register it with the kernel and invoke it by function name.</a:t>
            </a:r>
            <a:endParaRPr lang="en-US" sz="1120"/>
          </a:p>
          <a:p>
            <a:pPr marL="0" indent="0">
              <a:buNone/>
            </a:pPr>
            <a:r>
              <a:rPr lang="en-US" sz="2200">
                <a:solidFill>
                  <a:srgbClr val="374151"/>
                </a:solidFill>
                <a:latin typeface="Barlow" pitchFamily="34" charset="0"/>
                <a:ea typeface="Barlow" pitchFamily="34" charset="-122"/>
                <a:cs typeface="Barlow" pitchFamily="34" charset="-120"/>
              </a:rPr>
              <a:t>This pattern becomes the foundation for organizing all prompt behavior in the portal project.</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53</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Lesson 5.8e</a:t>
            </a:r>
            <a:endParaRPr lang="en-US" sz="750"/>
          </a:p>
        </p:txBody>
      </p:sp>
      <p:sp>
        <p:nvSpPr>
          <p:cNvPr id="21" name="TextBox 20"/>
          <p:cNvSpPr txBox="1"/>
          <p:nvPr/>
        </p:nvSpPr>
        <p:spPr>
          <a:xfrm>
            <a:off x="822960" y="1682496"/>
            <a:ext cx="5257800" cy="3554819"/>
          </a:xfrm>
          <a:prstGeom prst="rect">
            <a:avLst/>
          </a:prstGeom>
          <a:noFill/>
        </p:spPr>
        <p:txBody>
          <a:bodyPr wrap="square" lIns="0" tIns="0" rIns="0" bIns="0" anchor="t">
            <a:spAutoFit/>
          </a:bodyPr>
          <a:lstStyle/>
          <a:p>
            <a:pPr algn="l">
              <a:spcBef>
                <a:spcPts val="0"/>
              </a:spcBef>
              <a:spcAft>
                <a:spcPts val="600"/>
              </a:spcAft>
            </a:pPr>
            <a:r>
              <a:rPr lang="en-US" sz="2000" b="0">
                <a:solidFill>
                  <a:srgbClr val="00AED6"/>
                </a:solidFill>
                <a:latin typeface="Barlow"/>
              </a:rPr>
              <a:t>▸ </a:t>
            </a:r>
            <a:r>
              <a:rPr lang="en-US" sz="2000" b="0" i="0">
                <a:solidFill>
                  <a:srgbClr val="374151"/>
                </a:solidFill>
                <a:latin typeface="Barlow"/>
              </a:rPr>
              <a:t>Use </a:t>
            </a:r>
            <a:r>
              <a:rPr lang="en-US" sz="2000" b="0" i="0" err="1">
                <a:solidFill>
                  <a:srgbClr val="374151"/>
                </a:solidFill>
                <a:latin typeface="Barlow"/>
              </a:rPr>
              <a:t>ImportPluginFromPromptDirectory</a:t>
            </a:r>
            <a:r>
              <a:rPr lang="en-US" sz="2000" b="0" i="0">
                <a:solidFill>
                  <a:srgbClr val="374151"/>
                </a:solidFill>
                <a:latin typeface="Barlow"/>
              </a:rPr>
              <a:t> to load an entire plugin folder at once.</a:t>
            </a:r>
          </a:p>
          <a:p>
            <a:pPr algn="l">
              <a:spcBef>
                <a:spcPts val="0"/>
              </a:spcBef>
              <a:spcAft>
                <a:spcPts val="600"/>
              </a:spcAft>
            </a:pPr>
            <a:r>
              <a:rPr lang="en-US" sz="2000" b="0">
                <a:solidFill>
                  <a:srgbClr val="00AED6"/>
                </a:solidFill>
                <a:latin typeface="Barlow"/>
              </a:rPr>
              <a:t>▸ </a:t>
            </a:r>
            <a:r>
              <a:rPr lang="en-US" sz="2000" b="0" i="0">
                <a:solidFill>
                  <a:srgbClr val="374151"/>
                </a:solidFill>
                <a:latin typeface="Barlow"/>
              </a:rPr>
              <a:t>The kernel scans sub-folders, reads each </a:t>
            </a:r>
            <a:r>
              <a:rPr lang="en-US" sz="2000" b="0" i="0" err="1">
                <a:solidFill>
                  <a:srgbClr val="374151"/>
                </a:solidFill>
                <a:latin typeface="Barlow"/>
              </a:rPr>
              <a:t>config.json</a:t>
            </a:r>
            <a:r>
              <a:rPr lang="en-US" sz="2000" b="0" i="0">
                <a:solidFill>
                  <a:srgbClr val="374151"/>
                </a:solidFill>
                <a:latin typeface="Barlow"/>
              </a:rPr>
              <a:t>, and registers every function.</a:t>
            </a:r>
          </a:p>
          <a:p>
            <a:pPr algn="l">
              <a:spcBef>
                <a:spcPts val="0"/>
              </a:spcBef>
              <a:spcAft>
                <a:spcPts val="600"/>
              </a:spcAft>
            </a:pPr>
            <a:r>
              <a:rPr lang="en-US" sz="2000" b="0">
                <a:solidFill>
                  <a:srgbClr val="00AED6"/>
                </a:solidFill>
                <a:latin typeface="Barlow"/>
              </a:rPr>
              <a:t>▸ </a:t>
            </a:r>
            <a:r>
              <a:rPr lang="en-US" sz="2000" b="0" i="0">
                <a:solidFill>
                  <a:srgbClr val="374151"/>
                </a:solidFill>
                <a:latin typeface="Barlow"/>
              </a:rPr>
              <a:t>Invoke with </a:t>
            </a:r>
            <a:r>
              <a:rPr lang="en-US" sz="2000" b="0" i="0" err="1">
                <a:solidFill>
                  <a:srgbClr val="374151"/>
                </a:solidFill>
                <a:latin typeface="Barlow"/>
              </a:rPr>
              <a:t>InvokeAsync</a:t>
            </a:r>
            <a:r>
              <a:rPr lang="en-US" sz="2000" b="0" i="0">
                <a:solidFill>
                  <a:srgbClr val="374151"/>
                </a:solidFill>
                <a:latin typeface="Barlow"/>
              </a:rPr>
              <a:t> specifying the plugin name, function name, and arguments.</a:t>
            </a:r>
          </a:p>
          <a:p>
            <a:pPr algn="l">
              <a:spcBef>
                <a:spcPts val="0"/>
              </a:spcBef>
              <a:spcAft>
                <a:spcPts val="600"/>
              </a:spcAft>
            </a:pPr>
            <a:r>
              <a:rPr lang="en-US" sz="2000" b="0">
                <a:solidFill>
                  <a:srgbClr val="00AED6"/>
                </a:solidFill>
                <a:latin typeface="Barlow"/>
              </a:rPr>
              <a:t>▸ </a:t>
            </a:r>
            <a:r>
              <a:rPr lang="en-US" sz="2000" b="0" i="0">
                <a:solidFill>
                  <a:srgbClr val="374151"/>
                </a:solidFill>
                <a:latin typeface="Barlow"/>
              </a:rPr>
              <a:t>Once registered, prompt functions participate in auto function calling like native functions.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name="Slide 4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5.8 — Build a Semantic Prompt Plugin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Organize prompt behavior into a reusable semantic plugin.</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Prompt behavior is packaged as a reusable semantic plugin.</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Create a prompt plugin folder.</a:t>
            </a:r>
            <a:endParaRPr lang="en-US" sz="1160"/>
          </a:p>
          <a:p>
            <a:pPr marL="0" indent="0">
              <a:buNone/>
            </a:pPr>
            <a:r>
              <a:rPr lang="en-US" sz="2200">
                <a:solidFill>
                  <a:srgbClr val="374151"/>
                </a:solidFill>
                <a:latin typeface="Barlow" pitchFamily="34" charset="0"/>
                <a:ea typeface="Barlow" pitchFamily="34" charset="-122"/>
                <a:cs typeface="Barlow" pitchFamily="34" charset="-120"/>
              </a:rPr>
              <a:t>2. Add the prompt text and configuration file.</a:t>
            </a:r>
            <a:endParaRPr lang="en-US" sz="1160"/>
          </a:p>
          <a:p>
            <a:pPr marL="0" indent="0">
              <a:buNone/>
            </a:pPr>
            <a:r>
              <a:rPr lang="en-US" sz="2200">
                <a:solidFill>
                  <a:srgbClr val="374151"/>
                </a:solidFill>
                <a:latin typeface="Barlow" pitchFamily="34" charset="0"/>
                <a:ea typeface="Barlow" pitchFamily="34" charset="-122"/>
                <a:cs typeface="Barlow" pitchFamily="34" charset="-120"/>
              </a:rPr>
              <a:t>3. Register the plugin with the kernel.</a:t>
            </a:r>
            <a:endParaRPr lang="en-US" sz="1160"/>
          </a:p>
          <a:p>
            <a:pPr marL="0" indent="0">
              <a:buNone/>
            </a:pPr>
            <a:r>
              <a:rPr lang="en-US" sz="2200">
                <a:solidFill>
                  <a:srgbClr val="374151"/>
                </a:solidFill>
                <a:latin typeface="Barlow" pitchFamily="34" charset="0"/>
                <a:ea typeface="Barlow" pitchFamily="34" charset="-122"/>
                <a:cs typeface="Barlow" pitchFamily="34" charset="-120"/>
              </a:rPr>
              <a:t>4. Invoke the prompt-backed function by name.</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49</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Lesson 5.8</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name="Slide 5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5.9 — Store Prompts in Files and Organize Them Cleanly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Externalize prompts for maintainability and team collaboration.</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Prompts are maintainable assets instead of strings scattered through code.</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Move hard-coded prompts into files.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Organize prompts by feature area.</a:t>
            </a:r>
            <a:endParaRPr lang="en-US" sz="1160"/>
          </a:p>
          <a:p>
            <a:pPr marL="0" indent="0">
              <a:buNone/>
            </a:pPr>
            <a:r>
              <a:rPr lang="en-US" sz="2200">
                <a:solidFill>
                  <a:srgbClr val="374151"/>
                </a:solidFill>
                <a:latin typeface="Barlow" pitchFamily="34" charset="0"/>
                <a:ea typeface="Barlow" pitchFamily="34" charset="-122"/>
                <a:cs typeface="Barlow" pitchFamily="34" charset="-120"/>
              </a:rPr>
              <a:t>3. Load prompts through the plugin or prompt service.</a:t>
            </a:r>
            <a:endParaRPr lang="en-US" sz="1160"/>
          </a:p>
          <a:p>
            <a:pPr marL="0" indent="0">
              <a:buNone/>
            </a:pPr>
            <a:r>
              <a:rPr lang="en-US" sz="2200">
                <a:solidFill>
                  <a:srgbClr val="374151"/>
                </a:solidFill>
                <a:latin typeface="Barlow" pitchFamily="34" charset="0"/>
                <a:ea typeface="Barlow" pitchFamily="34" charset="-122"/>
                <a:cs typeface="Barlow" pitchFamily="34" charset="-120"/>
              </a:rPr>
              <a:t>4. Confirm the same demo still works after externalization.</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50</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Lesson 5.9</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name="Slide 5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5.10 — Test and Tune Prompt Quality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Compare outputs and refine prompts using practical criteria.</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learner sees prompt tuning as a testable engineering activity.</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Create two or three prompt variants.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Run each variant against the same input.</a:t>
            </a:r>
            <a:endParaRPr lang="en-US" sz="1160"/>
          </a:p>
          <a:p>
            <a:pPr marL="0" indent="0">
              <a:buNone/>
            </a:pPr>
            <a:r>
              <a:rPr lang="en-US" sz="2200">
                <a:solidFill>
                  <a:srgbClr val="374151"/>
                </a:solidFill>
                <a:latin typeface="Barlow" pitchFamily="34" charset="0"/>
                <a:ea typeface="Barlow" pitchFamily="34" charset="-122"/>
                <a:cs typeface="Barlow" pitchFamily="34" charset="-120"/>
              </a:rPr>
              <a:t>3. Compare clarity, grounding, and usefulness.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Keep the best-performing version as the checkpoint.</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51</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Lesson 5.10</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name="Slide 5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5.11 — Section Review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Key takeaways and transition to the next section.</a:t>
            </a:r>
            <a:endParaRPr lang="en-US" sz="1250"/>
          </a:p>
        </p:txBody>
      </p:sp>
      <p:sp>
        <p:nvSpPr>
          <p:cNvPr id="5" name="Shape 3"/>
          <p:cNvSpPr/>
          <p:nvPr/>
        </p:nvSpPr>
        <p:spPr>
          <a:xfrm>
            <a:off x="68580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6" name="Shape 4"/>
          <p:cNvSpPr/>
          <p:nvPr/>
        </p:nvSpPr>
        <p:spPr>
          <a:xfrm>
            <a:off x="685800" y="1572768"/>
            <a:ext cx="73152" cy="1325880"/>
          </a:xfrm>
          <a:prstGeom prst="rect">
            <a:avLst/>
          </a:prstGeom>
          <a:solidFill>
            <a:srgbClr val="00AED6"/>
          </a:solidFill>
          <a:ln w="12700">
            <a:solidFill>
              <a:srgbClr val="00AED6"/>
            </a:solidFill>
            <a:prstDash val="solid"/>
          </a:ln>
        </p:spPr>
        <p:txBody>
          <a:bodyPr/>
          <a:lstStyle/>
          <a:p>
            <a:endParaRPr/>
          </a:p>
        </p:txBody>
      </p:sp>
      <p:sp>
        <p:nvSpPr>
          <p:cNvPr id="7" name="Text 5"/>
          <p:cNvSpPr/>
          <p:nvPr/>
        </p:nvSpPr>
        <p:spPr>
          <a:xfrm>
            <a:off x="94183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1</a:t>
            </a:r>
            <a:endParaRPr lang="en-US" sz="1350"/>
          </a:p>
        </p:txBody>
      </p:sp>
      <p:sp>
        <p:nvSpPr>
          <p:cNvPr id="8" name="Text 6"/>
          <p:cNvSpPr/>
          <p:nvPr/>
        </p:nvSpPr>
        <p:spPr>
          <a:xfrm>
            <a:off x="941832" y="2084832"/>
            <a:ext cx="4507992" cy="667512"/>
          </a:xfrm>
          <a:prstGeom prst="rect">
            <a:avLst/>
          </a:prstGeom>
          <a:noFill/>
          <a:ln/>
        </p:spPr>
        <p:txBody>
          <a:bodyPr wrap="square" lIns="508" tIns="508" rIns="508" bIns="508" rtlCol="0" anchor="t">
            <a:normAutofit lnSpcReduction="10000"/>
          </a:bodyPr>
          <a:lstStyle/>
          <a:p>
            <a:pPr marL="0" indent="0">
              <a:buNone/>
            </a:pPr>
            <a:r>
              <a:rPr lang="en-US" sz="2200" dirty="0">
                <a:solidFill>
                  <a:srgbClr val="374151"/>
                </a:solidFill>
                <a:latin typeface="Barlow" pitchFamily="34" charset="0"/>
                <a:ea typeface="Barlow" pitchFamily="34" charset="-122"/>
                <a:cs typeface="Barlow" pitchFamily="34" charset="-120"/>
              </a:rPr>
              <a:t>Learned how to use native SK plugins.</a:t>
            </a:r>
            <a:endParaRPr lang="en-US" sz="1100" dirty="0"/>
          </a:p>
        </p:txBody>
      </p:sp>
      <p:sp>
        <p:nvSpPr>
          <p:cNvPr id="9" name="Shape 7"/>
          <p:cNvSpPr/>
          <p:nvPr/>
        </p:nvSpPr>
        <p:spPr>
          <a:xfrm>
            <a:off x="612648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0" name="Shape 8"/>
          <p:cNvSpPr/>
          <p:nvPr/>
        </p:nvSpPr>
        <p:spPr>
          <a:xfrm>
            <a:off x="6126480" y="1572768"/>
            <a:ext cx="73152" cy="1325880"/>
          </a:xfrm>
          <a:prstGeom prst="rect">
            <a:avLst/>
          </a:prstGeom>
          <a:solidFill>
            <a:srgbClr val="007DB8"/>
          </a:solidFill>
          <a:ln w="12700">
            <a:solidFill>
              <a:srgbClr val="007DB8"/>
            </a:solidFill>
            <a:prstDash val="solid"/>
          </a:ln>
        </p:spPr>
        <p:txBody>
          <a:bodyPr/>
          <a:lstStyle/>
          <a:p>
            <a:endParaRPr/>
          </a:p>
        </p:txBody>
      </p:sp>
      <p:sp>
        <p:nvSpPr>
          <p:cNvPr id="11" name="Text 9"/>
          <p:cNvSpPr/>
          <p:nvPr/>
        </p:nvSpPr>
        <p:spPr>
          <a:xfrm>
            <a:off x="638251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2</a:t>
            </a:r>
            <a:endParaRPr lang="en-US" sz="1350"/>
          </a:p>
        </p:txBody>
      </p:sp>
      <p:sp>
        <p:nvSpPr>
          <p:cNvPr id="12" name="Text 10"/>
          <p:cNvSpPr/>
          <p:nvPr/>
        </p:nvSpPr>
        <p:spPr>
          <a:xfrm>
            <a:off x="6382512" y="20848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Learned how to add prompts to a request and how to organize them.</a:t>
            </a:r>
            <a:endParaRPr lang="en-US" sz="1100"/>
          </a:p>
        </p:txBody>
      </p:sp>
      <p:sp>
        <p:nvSpPr>
          <p:cNvPr id="13" name="Shape 11"/>
          <p:cNvSpPr/>
          <p:nvPr/>
        </p:nvSpPr>
        <p:spPr>
          <a:xfrm>
            <a:off x="68580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4" name="Shape 12"/>
          <p:cNvSpPr/>
          <p:nvPr/>
        </p:nvSpPr>
        <p:spPr>
          <a:xfrm>
            <a:off x="685800" y="3401568"/>
            <a:ext cx="73152" cy="1325880"/>
          </a:xfrm>
          <a:prstGeom prst="rect">
            <a:avLst/>
          </a:prstGeom>
          <a:solidFill>
            <a:srgbClr val="6251BD"/>
          </a:solidFill>
          <a:ln w="12700">
            <a:solidFill>
              <a:srgbClr val="6251BD"/>
            </a:solidFill>
            <a:prstDash val="solid"/>
          </a:ln>
        </p:spPr>
        <p:txBody>
          <a:bodyPr/>
          <a:lstStyle/>
          <a:p>
            <a:endParaRPr/>
          </a:p>
        </p:txBody>
      </p:sp>
      <p:sp>
        <p:nvSpPr>
          <p:cNvPr id="15" name="Text 13"/>
          <p:cNvSpPr/>
          <p:nvPr/>
        </p:nvSpPr>
        <p:spPr>
          <a:xfrm>
            <a:off x="94183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3</a:t>
            </a:r>
            <a:endParaRPr lang="en-US" sz="1350"/>
          </a:p>
        </p:txBody>
      </p:sp>
      <p:sp>
        <p:nvSpPr>
          <p:cNvPr id="16" name="Text 14"/>
          <p:cNvSpPr/>
          <p:nvPr/>
        </p:nvSpPr>
        <p:spPr>
          <a:xfrm>
            <a:off x="94183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Learned to create prompt based plugins and functions.</a:t>
            </a:r>
            <a:endParaRPr lang="en-US" sz="1100"/>
          </a:p>
        </p:txBody>
      </p:sp>
      <p:sp>
        <p:nvSpPr>
          <p:cNvPr id="17" name="Shape 15"/>
          <p:cNvSpPr/>
          <p:nvPr/>
        </p:nvSpPr>
        <p:spPr>
          <a:xfrm>
            <a:off x="612648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8" name="Shape 16"/>
          <p:cNvSpPr/>
          <p:nvPr/>
        </p:nvSpPr>
        <p:spPr>
          <a:xfrm>
            <a:off x="6126480" y="3401568"/>
            <a:ext cx="73152" cy="1325880"/>
          </a:xfrm>
          <a:prstGeom prst="rect">
            <a:avLst/>
          </a:prstGeom>
          <a:solidFill>
            <a:srgbClr val="F6C344"/>
          </a:solidFill>
          <a:ln w="12700">
            <a:solidFill>
              <a:srgbClr val="F6C344"/>
            </a:solidFill>
            <a:prstDash val="solid"/>
          </a:ln>
        </p:spPr>
        <p:txBody>
          <a:bodyPr/>
          <a:lstStyle/>
          <a:p>
            <a:endParaRPr/>
          </a:p>
        </p:txBody>
      </p:sp>
      <p:sp>
        <p:nvSpPr>
          <p:cNvPr id="19" name="Text 17"/>
          <p:cNvSpPr/>
          <p:nvPr/>
        </p:nvSpPr>
        <p:spPr>
          <a:xfrm>
            <a:off x="638251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4</a:t>
            </a:r>
            <a:endParaRPr lang="en-US" sz="1350"/>
          </a:p>
        </p:txBody>
      </p:sp>
      <p:sp>
        <p:nvSpPr>
          <p:cNvPr id="20" name="Text 18"/>
          <p:cNvSpPr/>
          <p:nvPr/>
        </p:nvSpPr>
        <p:spPr>
          <a:xfrm>
            <a:off x="638251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next section builds directly on this foundation.</a:t>
            </a:r>
            <a:endParaRPr lang="en-US" sz="1100"/>
          </a:p>
        </p:txBody>
      </p:sp>
      <p:sp>
        <p:nvSpPr>
          <p:cNvPr id="21" name="Shape 19"/>
          <p:cNvSpPr/>
          <p:nvPr/>
        </p:nvSpPr>
        <p:spPr>
          <a:xfrm>
            <a:off x="914400" y="5532120"/>
            <a:ext cx="73152" cy="502920"/>
          </a:xfrm>
          <a:prstGeom prst="rect">
            <a:avLst/>
          </a:prstGeom>
          <a:solidFill>
            <a:srgbClr val="00AED6"/>
          </a:solidFill>
          <a:ln w="12700">
            <a:solidFill>
              <a:srgbClr val="00AED6"/>
            </a:solidFill>
            <a:prstDash val="solid"/>
          </a:ln>
        </p:spPr>
        <p:txBody>
          <a:bodyPr/>
          <a:lstStyle/>
          <a:p>
            <a:endParaRPr/>
          </a:p>
        </p:txBody>
      </p:sp>
      <p:sp>
        <p:nvSpPr>
          <p:cNvPr id="22" name="Text 20"/>
          <p:cNvSpPr/>
          <p:nvPr/>
        </p:nvSpPr>
        <p:spPr>
          <a:xfrm>
            <a:off x="1115568" y="5532120"/>
            <a:ext cx="10222992" cy="502920"/>
          </a:xfrm>
          <a:prstGeom prst="rect">
            <a:avLst/>
          </a:prstGeom>
          <a:noFill/>
          <a:ln/>
        </p:spPr>
        <p:txBody>
          <a:bodyPr wrap="square" lIns="254" tIns="254" rIns="254" bIns="254" rtlCol="0" anchor="ctr">
            <a:normAutofit/>
          </a:bodyPr>
          <a:lstStyle/>
          <a:p>
            <a:pPr marL="0" indent="0">
              <a:buNone/>
            </a:pPr>
            <a:r>
              <a:rPr lang="en-US" sz="2200" i="1">
                <a:solidFill>
                  <a:srgbClr val="374151"/>
                </a:solidFill>
                <a:latin typeface="Barlow" pitchFamily="34" charset="0"/>
                <a:ea typeface="Barlow" pitchFamily="34" charset="-122"/>
                <a:cs typeface="Barlow" pitchFamily="34" charset="-120"/>
              </a:rPr>
              <a:t>Next: Plugins and Native Business Functions</a:t>
            </a:r>
            <a:endParaRPr lang="en-US" sz="1300"/>
          </a:p>
        </p:txBody>
      </p:sp>
      <p:sp>
        <p:nvSpPr>
          <p:cNvPr id="23" name="Shape 2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4" name="Text 2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52</a:t>
            </a:r>
            <a:endParaRPr lang="en-US" sz="900"/>
          </a:p>
        </p:txBody>
      </p:sp>
      <p:sp>
        <p:nvSpPr>
          <p:cNvPr id="25" name="Text 2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Review</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name="Slide 5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Shape 1"/>
          <p:cNvSpPr/>
          <p:nvPr/>
        </p:nvSpPr>
        <p:spPr>
          <a:xfrm>
            <a:off x="0" y="0"/>
            <a:ext cx="12191695" cy="6858000"/>
          </a:xfrm>
          <a:prstGeom prst="rect">
            <a:avLst/>
          </a:prstGeom>
          <a:solidFill>
            <a:srgbClr val="F7F9FC"/>
          </a:solidFill>
          <a:ln w="12700">
            <a:solidFill>
              <a:srgbClr val="F7F9FC"/>
            </a:solidFill>
            <a:prstDash val="solid"/>
          </a:ln>
        </p:spPr>
        <p:txBody>
          <a:bodyPr/>
          <a:lstStyle/>
          <a:p>
            <a:endParaRPr/>
          </a:p>
        </p:txBody>
      </p:sp>
      <p:sp>
        <p:nvSpPr>
          <p:cNvPr id="4" name="Shape 2"/>
          <p:cNvSpPr/>
          <p:nvPr/>
        </p:nvSpPr>
        <p:spPr>
          <a:xfrm>
            <a:off x="0" y="2514600"/>
            <a:ext cx="960120" cy="1417320"/>
          </a:xfrm>
          <a:prstGeom prst="chevron">
            <a:avLst/>
          </a:prstGeom>
          <a:solidFill>
            <a:srgbClr val="00AED6"/>
          </a:solidFill>
          <a:ln w="12700">
            <a:solidFill>
              <a:srgbClr val="00AED6"/>
            </a:solidFill>
            <a:prstDash val="solid"/>
          </a:ln>
        </p:spPr>
        <p:txBody>
          <a:bodyPr/>
          <a:lstStyle/>
          <a:p>
            <a:endParaRPr/>
          </a:p>
        </p:txBody>
      </p:sp>
      <p:sp>
        <p:nvSpPr>
          <p:cNvPr id="5" name="Text 3"/>
          <p:cNvSpPr/>
          <p:nvPr/>
        </p:nvSpPr>
        <p:spPr>
          <a:xfrm>
            <a:off x="91440" y="2944368"/>
            <a:ext cx="457200" cy="402336"/>
          </a:xfrm>
          <a:prstGeom prst="rect">
            <a:avLst/>
          </a:prstGeom>
          <a:noFill/>
          <a:ln/>
        </p:spPr>
        <p:txBody>
          <a:bodyPr wrap="square" lIns="0" tIns="0" rIns="0" bIns="0" rtlCol="0" anchor="ctr"/>
          <a:lstStyle/>
          <a:p>
            <a:pPr marL="0" indent="0" algn="ctr">
              <a:buNone/>
            </a:pPr>
            <a:r>
              <a:rPr lang="en-US" sz="2200" b="1">
                <a:solidFill>
                  <a:srgbClr val="FFFFFF"/>
                </a:solidFill>
                <a:latin typeface="Raleway" pitchFamily="34" charset="0"/>
                <a:ea typeface="Raleway" pitchFamily="34" charset="-122"/>
                <a:cs typeface="Raleway" pitchFamily="34" charset="-120"/>
              </a:rPr>
              <a:t>6</a:t>
            </a:r>
            <a:endParaRPr lang="en-US" sz="2200"/>
          </a:p>
        </p:txBody>
      </p:sp>
      <p:sp>
        <p:nvSpPr>
          <p:cNvPr id="6" name="Text 4"/>
          <p:cNvSpPr/>
          <p:nvPr/>
        </p:nvSpPr>
        <p:spPr>
          <a:xfrm>
            <a:off x="1417320" y="2121408"/>
            <a:ext cx="3657600" cy="32004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a:t>
            </a:r>
            <a:endParaRPr lang="en-US" sz="1600"/>
          </a:p>
        </p:txBody>
      </p:sp>
      <p:sp>
        <p:nvSpPr>
          <p:cNvPr id="7" name="Text 5"/>
          <p:cNvSpPr/>
          <p:nvPr/>
        </p:nvSpPr>
        <p:spPr>
          <a:xfrm>
            <a:off x="1417320" y="2468880"/>
            <a:ext cx="6400800" cy="1097280"/>
          </a:xfrm>
          <a:prstGeom prst="rect">
            <a:avLst/>
          </a:prstGeom>
          <a:noFill/>
          <a:ln/>
        </p:spPr>
        <p:txBody>
          <a:bodyPr wrap="square" lIns="0" tIns="0" rIns="0" bIns="0" rtlCol="0" anchor="ctr">
            <a:normAutofit/>
          </a:bodyPr>
          <a:lstStyle/>
          <a:p>
            <a:pPr marL="0" indent="0">
              <a:buNone/>
            </a:pPr>
            <a:r>
              <a:rPr lang="en-US" sz="3600" b="1">
                <a:solidFill>
                  <a:srgbClr val="007DB8"/>
                </a:solidFill>
                <a:latin typeface="Raleway" pitchFamily="34" charset="0"/>
                <a:ea typeface="Raleway" pitchFamily="34" charset="-122"/>
                <a:cs typeface="Raleway" pitchFamily="34" charset="-120"/>
              </a:rPr>
              <a:t>Plugins and Native Functions</a:t>
            </a:r>
            <a:endParaRPr lang="en-US" sz="3600"/>
          </a:p>
        </p:txBody>
      </p:sp>
      <p:sp>
        <p:nvSpPr>
          <p:cNvPr id="8" name="Text 6"/>
          <p:cNvSpPr/>
          <p:nvPr/>
        </p:nvSpPr>
        <p:spPr>
          <a:xfrm>
            <a:off x="1463040" y="3794760"/>
            <a:ext cx="6217920" cy="658368"/>
          </a:xfrm>
          <a:prstGeom prst="rect">
            <a:avLst/>
          </a:prstGeom>
          <a:noFill/>
          <a:ln/>
        </p:spPr>
        <p:txBody>
          <a:bodyPr wrap="square" lIns="254" tIns="254" rIns="254" bIns="254" rtlCol="0" anchor="ctr">
            <a:normAutofit lnSpcReduction="10000"/>
          </a:bodyPr>
          <a:lstStyle/>
          <a:p>
            <a:pPr marL="0" indent="0">
              <a:buNone/>
            </a:pPr>
            <a:r>
              <a:rPr lang="en-US" sz="2200" dirty="0">
                <a:solidFill>
                  <a:srgbClr val="697586"/>
                </a:solidFill>
                <a:latin typeface="Barlow" pitchFamily="34" charset="0"/>
                <a:ea typeface="Barlow" pitchFamily="34" charset="-122"/>
                <a:cs typeface="Barlow" pitchFamily="34" charset="-120"/>
              </a:rPr>
              <a:t>Extend the console app with native functions, local logic, and automatic invocation.</a:t>
            </a:r>
            <a:endParaRPr lang="en-US" sz="1600" dirty="0"/>
          </a:p>
        </p:txBody>
      </p:sp>
      <p:sp>
        <p:nvSpPr>
          <p:cNvPr id="9" name="Shape 7"/>
          <p:cNvSpPr/>
          <p:nvPr/>
        </p:nvSpPr>
        <p:spPr>
          <a:xfrm>
            <a:off x="8321040" y="1783080"/>
            <a:ext cx="2468880" cy="1645920"/>
          </a:xfrm>
          <a:prstGeom prst="roundRect">
            <a:avLst>
              <a:gd name="adj" fmla="val 2778"/>
            </a:avLst>
          </a:prstGeom>
          <a:solidFill>
            <a:srgbClr val="FFFFFF"/>
          </a:solidFill>
          <a:ln w="12700">
            <a:solidFill>
              <a:srgbClr val="C9D4E2"/>
            </a:solidFill>
            <a:prstDash val="solid"/>
          </a:ln>
        </p:spPr>
        <p:txBody>
          <a:bodyPr/>
          <a:lstStyle/>
          <a:p>
            <a:endParaRPr/>
          </a:p>
        </p:txBody>
      </p:sp>
      <p:sp>
        <p:nvSpPr>
          <p:cNvPr id="10" name="Shape 8"/>
          <p:cNvSpPr/>
          <p:nvPr/>
        </p:nvSpPr>
        <p:spPr>
          <a:xfrm>
            <a:off x="8321040" y="1783080"/>
            <a:ext cx="2468880" cy="237744"/>
          </a:xfrm>
          <a:prstGeom prst="rect">
            <a:avLst/>
          </a:prstGeom>
          <a:solidFill>
            <a:srgbClr val="00AED6"/>
          </a:solidFill>
          <a:ln w="12700">
            <a:solidFill>
              <a:srgbClr val="00AED6"/>
            </a:solidFill>
            <a:prstDash val="solid"/>
          </a:ln>
        </p:spPr>
        <p:txBody>
          <a:bodyPr/>
          <a:lstStyle/>
          <a:p>
            <a:endParaRPr/>
          </a:p>
        </p:txBody>
      </p:sp>
      <p:sp>
        <p:nvSpPr>
          <p:cNvPr id="11" name="Shape 9"/>
          <p:cNvSpPr/>
          <p:nvPr/>
        </p:nvSpPr>
        <p:spPr>
          <a:xfrm>
            <a:off x="8577072" y="2331720"/>
            <a:ext cx="640080" cy="640080"/>
          </a:xfrm>
          <a:prstGeom prst="roundRect">
            <a:avLst>
              <a:gd name="adj" fmla="val 7143"/>
            </a:avLst>
          </a:prstGeom>
          <a:solidFill>
            <a:srgbClr val="E6F7FB"/>
          </a:solidFill>
          <a:ln w="12700">
            <a:solidFill>
              <a:srgbClr val="00AED6"/>
            </a:solidFill>
            <a:prstDash val="solid"/>
          </a:ln>
        </p:spPr>
        <p:txBody>
          <a:bodyPr/>
          <a:lstStyle/>
          <a:p>
            <a:endParaRPr/>
          </a:p>
        </p:txBody>
      </p:sp>
      <p:sp>
        <p:nvSpPr>
          <p:cNvPr id="12" name="Shape 10"/>
          <p:cNvSpPr/>
          <p:nvPr/>
        </p:nvSpPr>
        <p:spPr>
          <a:xfrm>
            <a:off x="9400032" y="2331720"/>
            <a:ext cx="109728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3" name="Shape 11"/>
          <p:cNvSpPr/>
          <p:nvPr/>
        </p:nvSpPr>
        <p:spPr>
          <a:xfrm>
            <a:off x="9400032" y="2633472"/>
            <a:ext cx="77724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4" name="Text 12"/>
          <p:cNvSpPr/>
          <p:nvPr/>
        </p:nvSpPr>
        <p:spPr>
          <a:xfrm>
            <a:off x="9189720" y="4114800"/>
            <a:ext cx="1097280" cy="548640"/>
          </a:xfrm>
          <a:prstGeom prst="rect">
            <a:avLst/>
          </a:prstGeom>
          <a:noFill/>
          <a:ln/>
        </p:spPr>
        <p:txBody>
          <a:bodyPr wrap="square" lIns="0" tIns="0" rIns="0" bIns="0" rtlCol="0" anchor="ctr"/>
          <a:lstStyle/>
          <a:p>
            <a:pPr marL="0" indent="0">
              <a:buNone/>
            </a:pPr>
            <a:r>
              <a:rPr lang="en-US" sz="3500" b="1">
                <a:solidFill>
                  <a:srgbClr val="00AED6"/>
                </a:solidFill>
                <a:latin typeface="Raleway" pitchFamily="34" charset="0"/>
                <a:ea typeface="Raleway" pitchFamily="34" charset="-122"/>
                <a:cs typeface="Raleway" pitchFamily="34" charset="-120"/>
              </a:rPr>
              <a:t>AI</a:t>
            </a:r>
            <a:endParaRPr lang="en-US" sz="3500"/>
          </a:p>
        </p:txBody>
      </p:sp>
      <p:sp>
        <p:nvSpPr>
          <p:cNvPr id="15" name="Shape 13"/>
          <p:cNvSpPr/>
          <p:nvPr/>
        </p:nvSpPr>
        <p:spPr>
          <a:xfrm>
            <a:off x="9473184" y="3474720"/>
            <a:ext cx="0" cy="502920"/>
          </a:xfrm>
          <a:prstGeom prst="line">
            <a:avLst/>
          </a:prstGeom>
          <a:noFill/>
          <a:ln w="25400">
            <a:solidFill>
              <a:srgbClr val="00AED6"/>
            </a:solidFill>
            <a:prstDash val="solid"/>
            <a:headEnd type="none"/>
            <a:tailEnd type="triangle"/>
          </a:ln>
        </p:spPr>
        <p:txBody>
          <a:bodyPr/>
          <a:lstStyle/>
          <a:p>
            <a:endParaRPr/>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53</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a:t>
            </a:r>
            <a:endParaRPr lang="en-US" sz="75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5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Plugins and Native Functions Roadmap</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How the lessons in this section fit together.</a:t>
            </a:r>
            <a:endParaRPr lang="en-US" sz="1250"/>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55</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a:t>
            </a:r>
            <a:endParaRPr lang="en-US" sz="750"/>
          </a:p>
        </p:txBody>
      </p:sp>
      <p:sp>
        <p:nvSpPr>
          <p:cNvPr id="5" name="TextBox 23"/>
          <p:cNvSpPr txBox="1"/>
          <p:nvPr/>
        </p:nvSpPr>
        <p:spPr>
          <a:xfrm>
            <a:off x="822959" y="1591056"/>
            <a:ext cx="9445647" cy="5109091"/>
          </a:xfrm>
          <a:prstGeom prst="rect">
            <a:avLst/>
          </a:prstGeom>
          <a:noFill/>
        </p:spPr>
        <p:txBody>
          <a:bodyPr wrap="square" lIns="0" tIns="0" rIns="0" bIns="0" anchor="t">
            <a:spAutoFit/>
          </a:bodyPr>
          <a:lstStyle/>
          <a:p>
            <a:pPr>
              <a:spcAft>
                <a:spcPts val="600"/>
              </a:spcAft>
            </a:pPr>
            <a:r>
              <a:rPr lang="en-US" sz="3200" dirty="0">
                <a:solidFill>
                  <a:srgbClr val="00AED6"/>
                </a:solidFill>
              </a:rPr>
              <a:t>▸ </a:t>
            </a:r>
            <a:r>
              <a:rPr lang="en-US" sz="2400" dirty="0">
                <a:solidFill>
                  <a:srgbClr val="374151"/>
                </a:solidFill>
              </a:rPr>
              <a:t>Understanding Plugins, Functions, and Discoverability</a:t>
            </a:r>
          </a:p>
          <a:p>
            <a:pPr>
              <a:spcAft>
                <a:spcPts val="600"/>
              </a:spcAft>
            </a:pPr>
            <a:r>
              <a:rPr lang="en-US" sz="3200" dirty="0">
                <a:solidFill>
                  <a:srgbClr val="00AED6"/>
                </a:solidFill>
              </a:rPr>
              <a:t>▸ </a:t>
            </a:r>
            <a:r>
              <a:rPr lang="en-US" sz="2400" dirty="0">
                <a:solidFill>
                  <a:srgbClr val="374151"/>
                </a:solidFill>
              </a:rPr>
              <a:t>Build the First Native Plugin [Demo]</a:t>
            </a:r>
          </a:p>
          <a:p>
            <a:pPr>
              <a:spcAft>
                <a:spcPts val="600"/>
              </a:spcAft>
            </a:pPr>
            <a:r>
              <a:rPr lang="en-US" sz="3200" dirty="0">
                <a:solidFill>
                  <a:srgbClr val="00AED6"/>
                </a:solidFill>
              </a:rPr>
              <a:t>▸ </a:t>
            </a:r>
            <a:r>
              <a:rPr lang="en-US" sz="2400" dirty="0">
                <a:solidFill>
                  <a:srgbClr val="374151"/>
                </a:solidFill>
              </a:rPr>
              <a:t>Add Descriptions and Parameters That Improve Tool Selection [Demo]</a:t>
            </a:r>
          </a:p>
          <a:p>
            <a:pPr>
              <a:spcAft>
                <a:spcPts val="600"/>
              </a:spcAft>
            </a:pPr>
            <a:r>
              <a:rPr lang="en-US" sz="3200" dirty="0">
                <a:solidFill>
                  <a:srgbClr val="00AED6"/>
                </a:solidFill>
              </a:rPr>
              <a:t>▸ </a:t>
            </a:r>
            <a:r>
              <a:rPr lang="en-US" sz="2400" dirty="0">
                <a:solidFill>
                  <a:srgbClr val="374151"/>
                </a:solidFill>
              </a:rPr>
              <a:t>Combine Prompt Templates with Plugin Calls [Demo]</a:t>
            </a:r>
          </a:p>
          <a:p>
            <a:pPr>
              <a:spcAft>
                <a:spcPts val="600"/>
              </a:spcAft>
            </a:pPr>
            <a:r>
              <a:rPr lang="en-US" sz="3200" dirty="0">
                <a:solidFill>
                  <a:srgbClr val="00AED6"/>
                </a:solidFill>
              </a:rPr>
              <a:t>▸ </a:t>
            </a:r>
            <a:r>
              <a:rPr lang="en-US" sz="2400" dirty="0">
                <a:solidFill>
                  <a:srgbClr val="374151"/>
                </a:solidFill>
              </a:rPr>
              <a:t>Use Functions Inside Prompts [Demo]</a:t>
            </a:r>
          </a:p>
          <a:p>
            <a:pPr>
              <a:spcAft>
                <a:spcPts val="600"/>
              </a:spcAft>
            </a:pPr>
            <a:r>
              <a:rPr lang="en-US" sz="3200" dirty="0">
                <a:solidFill>
                  <a:srgbClr val="00AED6"/>
                </a:solidFill>
              </a:rPr>
              <a:t>▸ </a:t>
            </a:r>
            <a:r>
              <a:rPr lang="en-US" sz="2400" dirty="0">
                <a:solidFill>
                  <a:srgbClr val="374151"/>
                </a:solidFill>
              </a:rPr>
              <a:t>Automatically Invoking Functions</a:t>
            </a:r>
          </a:p>
          <a:p>
            <a:pPr>
              <a:spcAft>
                <a:spcPts val="600"/>
              </a:spcAft>
            </a:pPr>
            <a:r>
              <a:rPr lang="en-US" sz="3200" dirty="0">
                <a:solidFill>
                  <a:srgbClr val="00AED6"/>
                </a:solidFill>
              </a:rPr>
              <a:t>▸ </a:t>
            </a:r>
            <a:r>
              <a:rPr lang="en-US" sz="2400" dirty="0">
                <a:solidFill>
                  <a:srgbClr val="374151"/>
                </a:solidFill>
              </a:rPr>
              <a:t>Configure Automatic Function Invocation [Demo]</a:t>
            </a:r>
          </a:p>
          <a:p>
            <a:pPr>
              <a:spcAft>
                <a:spcPts val="600"/>
              </a:spcAft>
            </a:pPr>
            <a:endParaRPr lang="en-US" sz="2200" dirty="0">
              <a:solidFill>
                <a:srgbClr val="374151"/>
              </a:solidFill>
            </a:endParaRPr>
          </a:p>
          <a:p>
            <a:pPr algn="l">
              <a:spcBef>
                <a:spcPts val="0"/>
              </a:spcBef>
              <a:spcAft>
                <a:spcPts val="600"/>
              </a:spcAft>
            </a:pPr>
            <a:endParaRPr lang="en-US" sz="2200" b="0" i="0" dirty="0">
              <a:solidFill>
                <a:srgbClr val="374151"/>
              </a:solidFill>
              <a:latin typeface="Barlow"/>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name="Slide 5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6.2 — Understanding Plugins, Functions, and Discoverability</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Learn what makes a function usable by the model and by the kernel.</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Discoverability checklist</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A function should do one clear thing.</a:t>
            </a:r>
            <a:endParaRPr lang="en-US" sz="1120"/>
          </a:p>
          <a:p>
            <a:pPr marL="0" indent="0">
              <a:buNone/>
            </a:pPr>
            <a:r>
              <a:rPr lang="en-US" sz="2200">
                <a:solidFill>
                  <a:srgbClr val="374151"/>
                </a:solidFill>
                <a:latin typeface="Barlow" pitchFamily="34" charset="0"/>
                <a:ea typeface="Barlow" pitchFamily="34" charset="-122"/>
                <a:cs typeface="Barlow" pitchFamily="34" charset="-120"/>
              </a:rPr>
              <a:t>Read operations can often be invoked automatically.</a:t>
            </a:r>
            <a:endParaRPr lang="en-US" sz="1120"/>
          </a:p>
          <a:p>
            <a:pPr marL="0" indent="0">
              <a:buNone/>
            </a:pPr>
            <a:r>
              <a:rPr lang="en-US" sz="2200">
                <a:solidFill>
                  <a:srgbClr val="374151"/>
                </a:solidFill>
                <a:latin typeface="Barlow" pitchFamily="34" charset="0"/>
                <a:ea typeface="Barlow" pitchFamily="34" charset="-122"/>
                <a:cs typeface="Barlow" pitchFamily="34" charset="-120"/>
              </a:rPr>
              <a:t>Write operations need confirmation, authorization, and audit logging.</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56</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 · Lesson 6.2</a:t>
            </a:r>
            <a:endParaRPr lang="en-US" sz="750"/>
          </a:p>
        </p:txBody>
      </p:sp>
      <p:sp>
        <p:nvSpPr>
          <p:cNvPr id="21" name="TextBox 20"/>
          <p:cNvSpPr txBox="1"/>
          <p:nvPr/>
        </p:nvSpPr>
        <p:spPr>
          <a:xfrm>
            <a:off x="822960" y="1682496"/>
            <a:ext cx="5257800" cy="2939266"/>
          </a:xfrm>
          <a:prstGeom prst="rect">
            <a:avLst/>
          </a:prstGeom>
          <a:noFill/>
        </p:spPr>
        <p:txBody>
          <a:bodyPr wrap="square" lIns="0" tIns="0" rIns="0" bIns="0" anchor="t">
            <a:spAutoFit/>
          </a:bodyPr>
          <a:lstStyle/>
          <a:p>
            <a:pPr algn="l">
              <a:spcBef>
                <a:spcPts val="0"/>
              </a:spcBef>
              <a:spcAft>
                <a:spcPts val="600"/>
              </a:spcAft>
            </a:pPr>
            <a:r>
              <a:rPr lang="en-US" sz="2200" b="0" dirty="0">
                <a:solidFill>
                  <a:srgbClr val="00AED6"/>
                </a:solidFill>
                <a:latin typeface="Barlow"/>
              </a:rPr>
              <a:t>▸ </a:t>
            </a:r>
            <a:r>
              <a:rPr lang="en-US" sz="2200" b="0" i="0" dirty="0">
                <a:solidFill>
                  <a:srgbClr val="374151"/>
                </a:solidFill>
                <a:latin typeface="Barlow"/>
              </a:rPr>
              <a:t>The model uses names and descriptions to decide when a function is relevant.</a:t>
            </a:r>
          </a:p>
          <a:p>
            <a:pPr algn="l">
              <a:spcBef>
                <a:spcPts val="0"/>
              </a:spcBef>
              <a:spcAft>
                <a:spcPts val="600"/>
              </a:spcAft>
            </a:pPr>
            <a:r>
              <a:rPr lang="en-US" sz="2200" b="0" dirty="0">
                <a:solidFill>
                  <a:srgbClr val="00AED6"/>
                </a:solidFill>
                <a:latin typeface="Barlow"/>
              </a:rPr>
              <a:t>▸ </a:t>
            </a:r>
            <a:r>
              <a:rPr lang="en-US" sz="2200" b="0" i="0" dirty="0">
                <a:solidFill>
                  <a:srgbClr val="374151"/>
                </a:solidFill>
                <a:latin typeface="Barlow"/>
              </a:rPr>
              <a:t>Parameters must be typed, named clearly, and described in plain language.</a:t>
            </a:r>
          </a:p>
          <a:p>
            <a:pPr algn="l">
              <a:spcBef>
                <a:spcPts val="0"/>
              </a:spcBef>
              <a:spcAft>
                <a:spcPts val="600"/>
              </a:spcAft>
            </a:pPr>
            <a:r>
              <a:rPr lang="en-US" sz="2200" b="0" dirty="0">
                <a:solidFill>
                  <a:srgbClr val="00AED6"/>
                </a:solidFill>
                <a:latin typeface="Barlow"/>
              </a:rPr>
              <a:t>▸ </a:t>
            </a:r>
            <a:r>
              <a:rPr lang="en-US" sz="2200" b="0" i="0" dirty="0">
                <a:solidFill>
                  <a:srgbClr val="374151"/>
                </a:solidFill>
                <a:latin typeface="Barlow"/>
              </a:rPr>
              <a:t>Overloaded, vague, or side-effect-heavy functions make orchestration unreliable.</a:t>
            </a:r>
          </a:p>
          <a:p>
            <a:pPr algn="l">
              <a:spcBef>
                <a:spcPts val="0"/>
              </a:spcBef>
              <a:spcAft>
                <a:spcPts val="600"/>
              </a:spcAft>
            </a:pPr>
            <a:r>
              <a:rPr lang="en-US" sz="2200" b="0" dirty="0">
                <a:solidFill>
                  <a:srgbClr val="00AED6"/>
                </a:solidFill>
                <a:latin typeface="Barlow"/>
              </a:rPr>
              <a:t>▸ </a:t>
            </a:r>
            <a:r>
              <a:rPr lang="en-US" sz="2200" b="0" i="0" dirty="0">
                <a:solidFill>
                  <a:srgbClr val="374151"/>
                </a:solidFill>
                <a:latin typeface="Barlow"/>
              </a:rPr>
              <a:t>The best plugin functions are narrow, testable, and aligned to a business action.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name="Slide 56a">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6.2a — The Metadata the Kernel Builds for the Model</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fontScale="92500"/>
          </a:bodyPr>
          <a:lstStyle/>
          <a:p>
            <a:pPr marL="0" indent="0">
              <a:buNone/>
            </a:pPr>
            <a:r>
              <a:rPr lang="en-US" sz="2200">
                <a:solidFill>
                  <a:srgbClr val="697586"/>
                </a:solidFill>
                <a:latin typeface="Barlow" pitchFamily="34" charset="0"/>
                <a:ea typeface="Barlow" pitchFamily="34" charset="-122"/>
                <a:cs typeface="Barlow" pitchFamily="34" charset="-120"/>
              </a:rPr>
              <a:t>Understand the semantic information Semantic Kernel generates and what you must supply.</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What the model receives</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Plugin name and all function signatures.</a:t>
            </a:r>
            <a:endParaRPr lang="en-US" sz="1120"/>
          </a:p>
          <a:p>
            <a:pPr marL="0" indent="0">
              <a:buNone/>
            </a:pPr>
            <a:r>
              <a:rPr lang="en-US" sz="2200">
                <a:solidFill>
                  <a:srgbClr val="374151"/>
                </a:solidFill>
                <a:latin typeface="Barlow" pitchFamily="34" charset="0"/>
                <a:ea typeface="Barlow" pitchFamily="34" charset="-122"/>
                <a:cs typeface="Barlow" pitchFamily="34" charset="-120"/>
              </a:rPr>
              <a:t>Description attributes from class, methods, and parameters.</a:t>
            </a:r>
            <a:endParaRPr lang="en-US" sz="1120"/>
          </a:p>
          <a:p>
            <a:pPr marL="0" indent="0">
              <a:buNone/>
            </a:pPr>
            <a:r>
              <a:rPr lang="en-US" sz="2200">
                <a:solidFill>
                  <a:srgbClr val="374151"/>
                </a:solidFill>
                <a:latin typeface="Barlow" pitchFamily="34" charset="0"/>
                <a:ea typeface="Barlow" pitchFamily="34" charset="-122"/>
                <a:cs typeface="Barlow" pitchFamily="34" charset="-120"/>
              </a:rPr>
              <a:t>Typed parameter schemas and return value schemas.</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56a</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 · Lesson 6.2a</a:t>
            </a:r>
            <a:endParaRPr lang="en-US" sz="750"/>
          </a:p>
        </p:txBody>
      </p:sp>
      <p:sp>
        <p:nvSpPr>
          <p:cNvPr id="21" name="TextBox 20"/>
          <p:cNvSpPr txBox="1"/>
          <p:nvPr/>
        </p:nvSpPr>
        <p:spPr>
          <a:xfrm>
            <a:off x="822960" y="1682496"/>
            <a:ext cx="5257800" cy="2939266"/>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Semantic Kernel uses reflection to auto-generate most metadata from your code.</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Developers must supply descriptions on classes, methods, and parameters.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full metadata chain includes plugin name, function names, parameter types, and return schemas.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Use snake_case for function names because LLMs are predominantly trained on Python.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name="Slide 56b">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6.2b — Native Plugins vs Prompt Plugins</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Clarify how native code plugins differ from the prompt-based plugins covered earlier.</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Key difference</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Prompt plugins execute via the LLM with controlled parameters.</a:t>
            </a:r>
            <a:endParaRPr lang="en-US" sz="1120"/>
          </a:p>
          <a:p>
            <a:pPr marL="0" indent="0">
              <a:buNone/>
            </a:pPr>
            <a:r>
              <a:rPr lang="en-US" sz="2200">
                <a:solidFill>
                  <a:srgbClr val="374151"/>
                </a:solidFill>
                <a:latin typeface="Barlow" pitchFamily="34" charset="0"/>
                <a:ea typeface="Barlow" pitchFamily="34" charset="-122"/>
                <a:cs typeface="Barlow" pitchFamily="34" charset="-120"/>
              </a:rPr>
              <a:t>Native plugins execute deterministic C# logic on the server.</a:t>
            </a:r>
            <a:endParaRPr lang="en-US" sz="1120"/>
          </a:p>
          <a:p>
            <a:pPr marL="0" indent="0">
              <a:buNone/>
            </a:pPr>
            <a:r>
              <a:rPr lang="en-US" sz="2200">
                <a:solidFill>
                  <a:srgbClr val="374151"/>
                </a:solidFill>
                <a:latin typeface="Barlow" pitchFamily="34" charset="0"/>
                <a:ea typeface="Barlow" pitchFamily="34" charset="-122"/>
                <a:cs typeface="Barlow" pitchFamily="34" charset="-120"/>
              </a:rPr>
              <a:t>The AI agent discovers and invokes both types in the same way.</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56b</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 · Lesson 6.2b</a:t>
            </a:r>
            <a:endParaRPr lang="en-US" sz="750"/>
          </a:p>
        </p:txBody>
      </p:sp>
      <p:sp>
        <p:nvSpPr>
          <p:cNvPr id="21" name="TextBox 20"/>
          <p:cNvSpPr txBox="1"/>
          <p:nvPr/>
        </p:nvSpPr>
        <p:spPr>
          <a:xfrm>
            <a:off x="822960" y="1682496"/>
            <a:ext cx="5257800" cy="2939266"/>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Prompt plugins wrap LLM prompts in config.json and template folders loaded from disk.</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Native plugins wrap C# code in classes decorated with the KernelFunction attribute.</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Both register with the kernel and participate equally in automatic function calling.</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Native plugins can access databases, APIs, and file systems — anything C# can reach.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name="Slide 5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6.3 — Build the First Native Plugin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dirty="0">
                <a:solidFill>
                  <a:srgbClr val="374151"/>
                </a:solidFill>
                <a:latin typeface="Barlow" pitchFamily="34" charset="0"/>
                <a:ea typeface="Barlow" pitchFamily="34" charset="-122"/>
                <a:cs typeface="Barlow" pitchFamily="34" charset="-120"/>
              </a:rPr>
              <a:t>Create a plugin that exposes business logic to the kernel.</a:t>
            </a:r>
            <a:endParaRPr lang="en-US" sz="1260" dirty="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92500"/>
          </a:bodyPr>
          <a:lstStyle/>
          <a:p>
            <a:pPr marL="0" indent="0">
              <a:buNone/>
            </a:pPr>
            <a:r>
              <a:rPr lang="en-US" sz="2200" dirty="0">
                <a:solidFill>
                  <a:srgbClr val="374151"/>
                </a:solidFill>
                <a:latin typeface="Barlow" pitchFamily="34" charset="0"/>
                <a:ea typeface="Barlow" pitchFamily="34" charset="-122"/>
                <a:cs typeface="Barlow" pitchFamily="34" charset="-120"/>
              </a:rPr>
              <a:t>Native C# logic is available as a Semantic Kernel plugin function.</a:t>
            </a:r>
            <a:endParaRPr lang="en-US" sz="1160" dirty="0"/>
          </a:p>
        </p:txBody>
      </p:sp>
      <p:sp>
        <p:nvSpPr>
          <p:cNvPr id="10" name="Shape 8"/>
          <p:cNvSpPr/>
          <p:nvPr/>
        </p:nvSpPr>
        <p:spPr>
          <a:xfrm>
            <a:off x="4343400" y="1508760"/>
            <a:ext cx="6995160" cy="2057400"/>
          </a:xfrm>
          <a:prstGeom prst="roundRect">
            <a:avLst>
              <a:gd name="adj" fmla="val 2667"/>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205740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1399032"/>
          </a:xfrm>
          <a:prstGeom prst="rect">
            <a:avLst/>
          </a:prstGeom>
          <a:noFill/>
          <a:ln/>
        </p:spPr>
        <p:txBody>
          <a:bodyPr wrap="square" lIns="508" tIns="508" rIns="508" bIns="508" rtlCol="0" anchor="t">
            <a:normAutofit/>
          </a:bodyPr>
          <a:lstStyle/>
          <a:p>
            <a:pPr marL="0" indent="0">
              <a:buNone/>
            </a:pPr>
            <a:r>
              <a:rPr lang="en-US" sz="2200" dirty="0">
                <a:solidFill>
                  <a:srgbClr val="374151"/>
                </a:solidFill>
                <a:latin typeface="Barlow" pitchFamily="34" charset="0"/>
                <a:ea typeface="Barlow" pitchFamily="34" charset="-122"/>
                <a:cs typeface="Barlow" pitchFamily="34" charset="-120"/>
              </a:rPr>
              <a:t>1. Create a C# plugin class.</a:t>
            </a:r>
            <a:endParaRPr lang="en-US" sz="1160" dirty="0"/>
          </a:p>
          <a:p>
            <a:pPr marL="0" indent="0">
              <a:buNone/>
            </a:pPr>
            <a:r>
              <a:rPr lang="en-US" sz="2200" dirty="0">
                <a:solidFill>
                  <a:srgbClr val="374151"/>
                </a:solidFill>
                <a:latin typeface="Barlow" pitchFamily="34" charset="0"/>
                <a:ea typeface="Barlow" pitchFamily="34" charset="-122"/>
                <a:cs typeface="Barlow" pitchFamily="34" charset="-120"/>
              </a:rPr>
              <a:t>2. Add </a:t>
            </a:r>
            <a:r>
              <a:rPr lang="en-US" sz="2200" dirty="0" err="1">
                <a:solidFill>
                  <a:srgbClr val="374151"/>
                </a:solidFill>
                <a:latin typeface="Barlow" pitchFamily="34" charset="0"/>
                <a:ea typeface="Barlow" pitchFamily="34" charset="-122"/>
                <a:cs typeface="Barlow" pitchFamily="34" charset="-120"/>
              </a:rPr>
              <a:t>KernelFunction</a:t>
            </a:r>
            <a:r>
              <a:rPr lang="en-US" sz="2200" dirty="0">
                <a:solidFill>
                  <a:srgbClr val="374151"/>
                </a:solidFill>
                <a:latin typeface="Barlow" pitchFamily="34" charset="0"/>
                <a:ea typeface="Barlow" pitchFamily="34" charset="-122"/>
                <a:cs typeface="Barlow" pitchFamily="34" charset="-120"/>
              </a:rPr>
              <a:t> attributes and descriptions.</a:t>
            </a:r>
            <a:endParaRPr lang="en-US" sz="1160" dirty="0"/>
          </a:p>
          <a:p>
            <a:pPr marL="0" indent="0">
              <a:buNone/>
            </a:pPr>
            <a:r>
              <a:rPr lang="en-US" sz="2200" dirty="0">
                <a:solidFill>
                  <a:srgbClr val="374151"/>
                </a:solidFill>
                <a:latin typeface="Barlow" pitchFamily="34" charset="0"/>
                <a:ea typeface="Barlow" pitchFamily="34" charset="-122"/>
                <a:cs typeface="Barlow" pitchFamily="34" charset="-120"/>
              </a:rPr>
              <a:t>3. Register the plugin with the kernel.</a:t>
            </a:r>
            <a:endParaRPr lang="en-US" sz="1160" dirty="0"/>
          </a:p>
          <a:p>
            <a:pPr marL="0" indent="0">
              <a:buNone/>
            </a:pPr>
            <a:r>
              <a:rPr lang="en-US" sz="2200" dirty="0">
                <a:solidFill>
                  <a:srgbClr val="374151"/>
                </a:solidFill>
                <a:latin typeface="Barlow" pitchFamily="34" charset="0"/>
                <a:ea typeface="Barlow" pitchFamily="34" charset="-122"/>
                <a:cs typeface="Barlow" pitchFamily="34" charset="-120"/>
              </a:rPr>
              <a:t>4. Invoke the plugin from the app.</a:t>
            </a:r>
            <a:endParaRPr lang="en-US" sz="1160" dirty="0"/>
          </a:p>
        </p:txBody>
      </p:sp>
      <p:sp>
        <p:nvSpPr>
          <p:cNvPr id="15" name="Shape 13"/>
          <p:cNvSpPr/>
          <p:nvPr/>
        </p:nvSpPr>
        <p:spPr>
          <a:xfrm>
            <a:off x="4343400" y="3840480"/>
            <a:ext cx="6995160" cy="1737360"/>
          </a:xfrm>
          <a:prstGeom prst="roundRect">
            <a:avLst>
              <a:gd name="adj" fmla="val 2632"/>
            </a:avLst>
          </a:prstGeom>
          <a:solidFill>
            <a:srgbClr val="152233"/>
          </a:solidFill>
          <a:ln w="12700">
            <a:solidFill>
              <a:srgbClr val="152233"/>
            </a:solidFill>
            <a:prstDash val="solid"/>
          </a:ln>
        </p:spPr>
        <p:txBody>
          <a:bodyPr/>
          <a:lstStyle/>
          <a:p>
            <a:endParaRPr/>
          </a:p>
        </p:txBody>
      </p:sp>
      <p:sp>
        <p:nvSpPr>
          <p:cNvPr id="16" name="Text 14"/>
          <p:cNvSpPr/>
          <p:nvPr/>
        </p:nvSpPr>
        <p:spPr>
          <a:xfrm>
            <a:off x="4572000" y="4069080"/>
            <a:ext cx="6537960" cy="1325880"/>
          </a:xfrm>
          <a:prstGeom prst="rect">
            <a:avLst/>
          </a:prstGeom>
          <a:noFill/>
          <a:ln/>
        </p:spPr>
        <p:txBody>
          <a:bodyPr wrap="square" lIns="127" tIns="127" rIns="127" bIns="127" rtlCol="0" anchor="ctr">
            <a:normAutofit/>
          </a:bodyPr>
          <a:lstStyle/>
          <a:p>
            <a:pPr marL="0" indent="0">
              <a:buNone/>
            </a:pPr>
            <a:r>
              <a:rPr lang="en-US" sz="950">
                <a:solidFill>
                  <a:srgbClr val="E8F3FF"/>
                </a:solidFill>
                <a:latin typeface="Cascadia Code" pitchFamily="34" charset="0"/>
                <a:ea typeface="Cascadia Code" pitchFamily="34" charset="-122"/>
                <a:cs typeface="Cascadia Code" pitchFamily="34" charset="-120"/>
              </a:rPr>
              <a:t>[KernelFunction, Description("Get request details by ID")]</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public Task&lt;RequestDto&gt; GetRequestAsync(int requestId) { ... }</a:t>
            </a:r>
            <a:endParaRPr lang="en-US" sz="950"/>
          </a:p>
        </p:txBody>
      </p:sp>
      <p:sp>
        <p:nvSpPr>
          <p:cNvPr id="17" name="Shape 1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8" name="Text 1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57</a:t>
            </a:r>
            <a:endParaRPr lang="en-US" sz="900"/>
          </a:p>
        </p:txBody>
      </p:sp>
      <p:sp>
        <p:nvSpPr>
          <p:cNvPr id="19" name="Text 1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 · Lesson 6.3</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name="Slide 5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62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6.4 — Add Descriptions and Parameters That Improve Tool Selection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Make plugin methods easier for the model to choose and call correctly.</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The model has better metadata for selecting the right function.</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dirty="0">
                <a:solidFill>
                  <a:srgbClr val="374151"/>
                </a:solidFill>
                <a:latin typeface="Barlow" pitchFamily="34" charset="0"/>
                <a:ea typeface="Barlow" pitchFamily="34" charset="-122"/>
                <a:cs typeface="Barlow" pitchFamily="34" charset="-120"/>
              </a:rPr>
              <a:t>1. Add descriptions to plugin classes and functions.</a:t>
            </a:r>
            <a:endParaRPr lang="en-US" sz="1160" dirty="0"/>
          </a:p>
          <a:p>
            <a:pPr marL="0" indent="0">
              <a:buNone/>
            </a:pPr>
            <a:r>
              <a:rPr lang="en-US" sz="2200" dirty="0">
                <a:solidFill>
                  <a:srgbClr val="374151"/>
                </a:solidFill>
                <a:latin typeface="Barlow" pitchFamily="34" charset="0"/>
                <a:ea typeface="Barlow" pitchFamily="34" charset="-122"/>
                <a:cs typeface="Barlow" pitchFamily="34" charset="-120"/>
              </a:rPr>
              <a:t>2. Describe parameters in business language.</a:t>
            </a:r>
            <a:endParaRPr lang="en-US" sz="1160" dirty="0"/>
          </a:p>
          <a:p>
            <a:pPr marL="0" indent="0">
              <a:buNone/>
            </a:pPr>
            <a:r>
              <a:rPr lang="en-US" sz="2200" dirty="0">
                <a:solidFill>
                  <a:srgbClr val="374151"/>
                </a:solidFill>
                <a:latin typeface="Barlow" pitchFamily="34" charset="0"/>
                <a:ea typeface="Barlow" pitchFamily="34" charset="-122"/>
                <a:cs typeface="Barlow" pitchFamily="34" charset="-120"/>
              </a:rPr>
              <a:t>3. Observe improved function selection.</a:t>
            </a:r>
            <a:endParaRPr lang="en-US" sz="1160" dirty="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58</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 · Lesson 6.4</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name="Slide 6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7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6.6 — Combine Prompt Templates with Plugin Calls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Blend instructions and executable functions in one flow.</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same prompt template works with different business inputs.</a:t>
            </a:r>
            <a:endParaRPr lang="en-US" sz="1160"/>
          </a:p>
        </p:txBody>
      </p:sp>
      <p:sp>
        <p:nvSpPr>
          <p:cNvPr id="10" name="Shape 8"/>
          <p:cNvSpPr/>
          <p:nvPr/>
        </p:nvSpPr>
        <p:spPr>
          <a:xfrm>
            <a:off x="4343400" y="1508760"/>
            <a:ext cx="6995160" cy="2057400"/>
          </a:xfrm>
          <a:prstGeom prst="roundRect">
            <a:avLst>
              <a:gd name="adj" fmla="val 2667"/>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205740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139903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Write a prompt template with variables.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Supply KernelArguments at runtime.</a:t>
            </a:r>
            <a:endParaRPr lang="en-US" sz="1160"/>
          </a:p>
          <a:p>
            <a:pPr marL="0" indent="0">
              <a:buNone/>
            </a:pPr>
            <a:r>
              <a:rPr lang="en-US" sz="2200">
                <a:solidFill>
                  <a:srgbClr val="374151"/>
                </a:solidFill>
                <a:latin typeface="Barlow" pitchFamily="34" charset="0"/>
                <a:ea typeface="Barlow" pitchFamily="34" charset="-122"/>
                <a:cs typeface="Barlow" pitchFamily="34" charset="-120"/>
              </a:rPr>
              <a:t>3. Invoke the prompt through the kernel.</a:t>
            </a:r>
            <a:endParaRPr lang="en-US" sz="1160"/>
          </a:p>
          <a:p>
            <a:pPr marL="0" indent="0">
              <a:buNone/>
            </a:pPr>
            <a:r>
              <a:rPr lang="en-US" sz="2200">
                <a:solidFill>
                  <a:srgbClr val="374151"/>
                </a:solidFill>
                <a:latin typeface="Barlow" pitchFamily="34" charset="0"/>
                <a:ea typeface="Barlow" pitchFamily="34" charset="-122"/>
                <a:cs typeface="Barlow" pitchFamily="34" charset="-120"/>
              </a:rPr>
              <a:t>4. Compare reusable behavior across inputs.</a:t>
            </a:r>
            <a:endParaRPr lang="en-US" sz="1160"/>
          </a:p>
        </p:txBody>
      </p:sp>
      <p:sp>
        <p:nvSpPr>
          <p:cNvPr id="15" name="Shape 13"/>
          <p:cNvSpPr/>
          <p:nvPr/>
        </p:nvSpPr>
        <p:spPr>
          <a:xfrm>
            <a:off x="4343400" y="3840480"/>
            <a:ext cx="6995160" cy="1737360"/>
          </a:xfrm>
          <a:prstGeom prst="roundRect">
            <a:avLst>
              <a:gd name="adj" fmla="val 2632"/>
            </a:avLst>
          </a:prstGeom>
          <a:solidFill>
            <a:srgbClr val="152233"/>
          </a:solidFill>
          <a:ln w="12700">
            <a:solidFill>
              <a:srgbClr val="152233"/>
            </a:solidFill>
            <a:prstDash val="solid"/>
          </a:ln>
        </p:spPr>
        <p:txBody>
          <a:bodyPr/>
          <a:lstStyle/>
          <a:p>
            <a:endParaRPr/>
          </a:p>
        </p:txBody>
      </p:sp>
      <p:sp>
        <p:nvSpPr>
          <p:cNvPr id="16" name="Text 14"/>
          <p:cNvSpPr/>
          <p:nvPr/>
        </p:nvSpPr>
        <p:spPr>
          <a:xfrm>
            <a:off x="4572000" y="4069080"/>
            <a:ext cx="6537960" cy="1325880"/>
          </a:xfrm>
          <a:prstGeom prst="rect">
            <a:avLst/>
          </a:prstGeom>
          <a:noFill/>
          <a:ln/>
        </p:spPr>
        <p:txBody>
          <a:bodyPr wrap="square" lIns="127" tIns="127" rIns="127" bIns="127" rtlCol="0" anchor="ctr">
            <a:normAutofit/>
          </a:bodyPr>
          <a:lstStyle/>
          <a:p>
            <a:pPr marL="0" indent="0">
              <a:buNone/>
            </a:pPr>
            <a:r>
              <a:rPr lang="en-US" sz="950">
                <a:solidFill>
                  <a:srgbClr val="E8F3FF"/>
                </a:solidFill>
                <a:latin typeface="Cascadia Code" pitchFamily="34" charset="0"/>
                <a:ea typeface="Cascadia Code" pitchFamily="34" charset="-122"/>
                <a:cs typeface="Cascadia Code" pitchFamily="34" charset="-120"/>
              </a:rPr>
              <a:t>var args = new KernelArguments { ["input"] = text };</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var result = await kernel.InvokePromptAsync(prompt, args);</a:t>
            </a:r>
            <a:endParaRPr lang="en-US" sz="950"/>
          </a:p>
        </p:txBody>
      </p:sp>
      <p:sp>
        <p:nvSpPr>
          <p:cNvPr id="17" name="Shape 1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8" name="Text 1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60</a:t>
            </a:r>
            <a:endParaRPr lang="en-US" sz="900"/>
          </a:p>
        </p:txBody>
      </p:sp>
      <p:sp>
        <p:nvSpPr>
          <p:cNvPr id="19" name="Text 1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 · Lesson 6.6</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name="Slide 6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6.8 — Automatically Invoking Functions</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when and why automatic function calling is useful.</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Safety boundary</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Good for read-only lookups and controlled helper functions.</a:t>
            </a:r>
            <a:endParaRPr lang="en-US" sz="1120"/>
          </a:p>
          <a:p>
            <a:pPr marL="0" indent="0">
              <a:buNone/>
            </a:pPr>
            <a:r>
              <a:rPr lang="en-US" sz="2200">
                <a:solidFill>
                  <a:srgbClr val="374151"/>
                </a:solidFill>
                <a:latin typeface="Barlow" pitchFamily="34" charset="0"/>
                <a:ea typeface="Barlow" pitchFamily="34" charset="-122"/>
                <a:cs typeface="Barlow" pitchFamily="34" charset="-120"/>
              </a:rPr>
              <a:t>Be cautious with state-changing operations.</a:t>
            </a:r>
            <a:endParaRPr lang="en-US" sz="1120"/>
          </a:p>
          <a:p>
            <a:pPr marL="0" indent="0">
              <a:buNone/>
            </a:pPr>
            <a:r>
              <a:rPr lang="en-US" sz="2200">
                <a:solidFill>
                  <a:srgbClr val="374151"/>
                </a:solidFill>
                <a:latin typeface="Barlow" pitchFamily="34" charset="0"/>
                <a:ea typeface="Barlow" pitchFamily="34" charset="-122"/>
                <a:cs typeface="Barlow" pitchFamily="34" charset="-120"/>
              </a:rPr>
              <a:t>The course later adds confirmation gates and action cards.</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62</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 · Lesson 6.8</a:t>
            </a:r>
            <a:endParaRPr lang="en-US" sz="750"/>
          </a:p>
        </p:txBody>
      </p:sp>
      <p:sp>
        <p:nvSpPr>
          <p:cNvPr id="21" name="TextBox 20"/>
          <p:cNvSpPr txBox="1"/>
          <p:nvPr/>
        </p:nvSpPr>
        <p:spPr>
          <a:xfrm>
            <a:off x="822960" y="1682496"/>
            <a:ext cx="5257800" cy="3616375"/>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Automatic invocation lets the model request available functions when the user intent requires them.</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kernel executes function calls and returns results back to the model for continued reasoning.</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This can support multi-step interactions without manually wiring every branch.</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It must be paired with tool design, permissions, and validation.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name="Slide 6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6.9 — Configure Automatic Function Invocation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Enable the kernel to choose and invoke registered functions automatically.</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model can request the right function and use the result to answer.</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Register multiple plugin functions.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Enable automatic function choice behavior.</a:t>
            </a:r>
            <a:endParaRPr lang="en-US" sz="1160"/>
          </a:p>
          <a:p>
            <a:pPr marL="0" indent="0">
              <a:buNone/>
            </a:pPr>
            <a:r>
              <a:rPr lang="en-US" sz="2200">
                <a:solidFill>
                  <a:srgbClr val="374151"/>
                </a:solidFill>
                <a:latin typeface="Barlow" pitchFamily="34" charset="0"/>
                <a:ea typeface="Barlow" pitchFamily="34" charset="-122"/>
                <a:cs typeface="Barlow" pitchFamily="34" charset="-120"/>
              </a:rPr>
              <a:t>3. Ask a request that requires tool use.</a:t>
            </a:r>
            <a:endParaRPr lang="en-US" sz="1160"/>
          </a:p>
          <a:p>
            <a:pPr marL="0" indent="0">
              <a:buNone/>
            </a:pPr>
            <a:r>
              <a:rPr lang="en-US" sz="2200">
                <a:solidFill>
                  <a:srgbClr val="374151"/>
                </a:solidFill>
                <a:latin typeface="Barlow" pitchFamily="34" charset="0"/>
                <a:ea typeface="Barlow" pitchFamily="34" charset="-122"/>
                <a:cs typeface="Barlow" pitchFamily="34" charset="-120"/>
              </a:rPr>
              <a:t>4. Inspect which function was invoked and why.</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63</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 · Lesson 6.9</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name="Slide 6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6.10 — Design Rules for Good Plugins</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when logic should live in prompts, functions, or application code.</a:t>
            </a:r>
            <a:endParaRPr lang="en-US" sz="125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64</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 · Lesson 6.10</a:t>
            </a:r>
            <a:endParaRPr lang="en-US" sz="750"/>
          </a:p>
        </p:txBody>
      </p:sp>
      <p:sp>
        <p:nvSpPr>
          <p:cNvPr id="18" name="TextBox 17"/>
          <p:cNvSpPr txBox="1"/>
          <p:nvPr/>
        </p:nvSpPr>
        <p:spPr>
          <a:xfrm>
            <a:off x="868680" y="1591056"/>
            <a:ext cx="10287000" cy="2000548"/>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Design plugins around business capabilities, not random code utilities.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Use clear names, descriptions, and parameter contracts.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Keep side effects explicit and auditable.</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Separate read-only functions from state-changing functions.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Prefer small composable functions over large ambiguous functions.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fade">
                                      <p:cBhvr>
                                        <p:cTn id="17" dur="500"/>
                                        <p:tgtEl>
                                          <p:spTgt spid="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xEl>
                                              <p:pRg st="3" end="3"/>
                                            </p:txEl>
                                          </p:spTgt>
                                        </p:tgtEl>
                                        <p:attrNameLst>
                                          <p:attrName>style.visibility</p:attrName>
                                        </p:attrNameLst>
                                      </p:cBhvr>
                                      <p:to>
                                        <p:strVal val="visible"/>
                                      </p:to>
                                    </p:set>
                                    <p:animEffect transition="in" filter="fade">
                                      <p:cBhvr>
                                        <p:cTn id="22" dur="500"/>
                                        <p:tgtEl>
                                          <p:spTgt spid="1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xEl>
                                              <p:pRg st="4" end="4"/>
                                            </p:txEl>
                                          </p:spTgt>
                                        </p:tgtEl>
                                        <p:attrNameLst>
                                          <p:attrName>style.visibility</p:attrName>
                                        </p:attrNameLst>
                                      </p:cBhvr>
                                      <p:to>
                                        <p:strVal val="visible"/>
                                      </p:to>
                                    </p:set>
                                    <p:animEffect transition="in" filter="fade">
                                      <p:cBhvr>
                                        <p:cTn id="27" dur="500"/>
                                        <p:tgtEl>
                                          <p:spTgt spid="1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name="Slide 6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6.11 — Section Review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Key takeaways and transition to the next section.</a:t>
            </a:r>
            <a:endParaRPr lang="en-US" sz="1250"/>
          </a:p>
        </p:txBody>
      </p:sp>
      <p:sp>
        <p:nvSpPr>
          <p:cNvPr id="21" name="Shape 19"/>
          <p:cNvSpPr/>
          <p:nvPr/>
        </p:nvSpPr>
        <p:spPr>
          <a:xfrm>
            <a:off x="914400" y="5532120"/>
            <a:ext cx="73152" cy="502920"/>
          </a:xfrm>
          <a:prstGeom prst="rect">
            <a:avLst/>
          </a:prstGeom>
          <a:solidFill>
            <a:srgbClr val="00AED6"/>
          </a:solidFill>
          <a:ln w="12700">
            <a:solidFill>
              <a:srgbClr val="00AED6"/>
            </a:solidFill>
            <a:prstDash val="solid"/>
          </a:ln>
        </p:spPr>
        <p:txBody>
          <a:bodyPr/>
          <a:lstStyle/>
          <a:p>
            <a:endParaRPr/>
          </a:p>
        </p:txBody>
      </p:sp>
      <p:sp>
        <p:nvSpPr>
          <p:cNvPr id="22" name="Text 20"/>
          <p:cNvSpPr/>
          <p:nvPr/>
        </p:nvSpPr>
        <p:spPr>
          <a:xfrm>
            <a:off x="1115568" y="5532120"/>
            <a:ext cx="10222992" cy="502920"/>
          </a:xfrm>
          <a:prstGeom prst="rect">
            <a:avLst/>
          </a:prstGeom>
          <a:noFill/>
          <a:ln/>
        </p:spPr>
        <p:txBody>
          <a:bodyPr wrap="square" lIns="254" tIns="254" rIns="254" bIns="254" rtlCol="0" anchor="ctr">
            <a:normAutofit/>
          </a:bodyPr>
          <a:lstStyle/>
          <a:p>
            <a:pPr marL="0" indent="0">
              <a:buNone/>
            </a:pPr>
            <a:r>
              <a:rPr lang="en-US" sz="2200" i="1">
                <a:solidFill>
                  <a:srgbClr val="374151"/>
                </a:solidFill>
                <a:latin typeface="Barlow" pitchFamily="34" charset="0"/>
                <a:ea typeface="Barlow" pitchFamily="34" charset="-122"/>
                <a:cs typeface="Barlow" pitchFamily="34" charset="-120"/>
              </a:rPr>
              <a:t>Next: Moving into ASP.NET Core</a:t>
            </a:r>
            <a:endParaRPr lang="en-US" sz="1300"/>
          </a:p>
        </p:txBody>
      </p:sp>
      <p:sp>
        <p:nvSpPr>
          <p:cNvPr id="23" name="Shape 2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4" name="Text 2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65</a:t>
            </a:r>
            <a:endParaRPr lang="en-US" sz="900"/>
          </a:p>
        </p:txBody>
      </p:sp>
      <p:sp>
        <p:nvSpPr>
          <p:cNvPr id="25" name="Text 2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 Review</a:t>
            </a:r>
            <a:endParaRPr lang="en-US" sz="750"/>
          </a:p>
        </p:txBody>
      </p:sp>
      <p:sp>
        <p:nvSpPr>
          <p:cNvPr id="26" name="Shape 3">
            <a:extLst>
              <a:ext uri="{FF2B5EF4-FFF2-40B4-BE49-F238E27FC236}">
                <a16:creationId xmlns:a16="http://schemas.microsoft.com/office/drawing/2014/main" id="{453517E0-77D3-1DA2-642D-37A052FCDB13}"/>
              </a:ext>
            </a:extLst>
          </p:cNvPr>
          <p:cNvSpPr/>
          <p:nvPr/>
        </p:nvSpPr>
        <p:spPr>
          <a:xfrm>
            <a:off x="68580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27" name="Shape 4">
            <a:extLst>
              <a:ext uri="{FF2B5EF4-FFF2-40B4-BE49-F238E27FC236}">
                <a16:creationId xmlns:a16="http://schemas.microsoft.com/office/drawing/2014/main" id="{525772BF-51CB-0A4D-5727-422D4FA448D4}"/>
              </a:ext>
            </a:extLst>
          </p:cNvPr>
          <p:cNvSpPr/>
          <p:nvPr/>
        </p:nvSpPr>
        <p:spPr>
          <a:xfrm>
            <a:off x="685800" y="1572768"/>
            <a:ext cx="73152" cy="1325880"/>
          </a:xfrm>
          <a:prstGeom prst="rect">
            <a:avLst/>
          </a:prstGeom>
          <a:solidFill>
            <a:srgbClr val="00AED6"/>
          </a:solidFill>
          <a:ln w="12700">
            <a:solidFill>
              <a:srgbClr val="00AED6"/>
            </a:solidFill>
            <a:prstDash val="solid"/>
          </a:ln>
        </p:spPr>
        <p:txBody>
          <a:bodyPr/>
          <a:lstStyle/>
          <a:p>
            <a:endParaRPr/>
          </a:p>
        </p:txBody>
      </p:sp>
      <p:sp>
        <p:nvSpPr>
          <p:cNvPr id="28" name="Text 5">
            <a:extLst>
              <a:ext uri="{FF2B5EF4-FFF2-40B4-BE49-F238E27FC236}">
                <a16:creationId xmlns:a16="http://schemas.microsoft.com/office/drawing/2014/main" id="{AD59BD4F-5AF5-ADF1-2E13-8FE5E1D06E89}"/>
              </a:ext>
            </a:extLst>
          </p:cNvPr>
          <p:cNvSpPr/>
          <p:nvPr/>
        </p:nvSpPr>
        <p:spPr>
          <a:xfrm>
            <a:off x="94183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1</a:t>
            </a:r>
            <a:endParaRPr lang="en-US" sz="1350"/>
          </a:p>
        </p:txBody>
      </p:sp>
      <p:sp>
        <p:nvSpPr>
          <p:cNvPr id="29" name="Text 6">
            <a:extLst>
              <a:ext uri="{FF2B5EF4-FFF2-40B4-BE49-F238E27FC236}">
                <a16:creationId xmlns:a16="http://schemas.microsoft.com/office/drawing/2014/main" id="{350DFEA0-2ECC-3451-7987-D618FD2439DD}"/>
              </a:ext>
            </a:extLst>
          </p:cNvPr>
          <p:cNvSpPr/>
          <p:nvPr/>
        </p:nvSpPr>
        <p:spPr>
          <a:xfrm>
            <a:off x="941832" y="2084832"/>
            <a:ext cx="4507992" cy="667512"/>
          </a:xfrm>
          <a:prstGeom prst="rect">
            <a:avLst/>
          </a:prstGeom>
          <a:noFill/>
          <a:ln/>
        </p:spPr>
        <p:txBody>
          <a:bodyPr wrap="square" lIns="508" tIns="508" rIns="508" bIns="508" rtlCol="0" anchor="t">
            <a:normAutofit/>
          </a:bodyPr>
          <a:lstStyle/>
          <a:p>
            <a:pPr marL="0" indent="0">
              <a:buNone/>
            </a:pPr>
            <a:r>
              <a:rPr lang="en-US" sz="2200" dirty="0">
                <a:solidFill>
                  <a:srgbClr val="374151"/>
                </a:solidFill>
                <a:latin typeface="Barlow" pitchFamily="34" charset="0"/>
                <a:ea typeface="Barlow" pitchFamily="34" charset="-122"/>
                <a:cs typeface="Barlow" pitchFamily="34" charset="-120"/>
              </a:rPr>
              <a:t>Explored Native Plugins</a:t>
            </a:r>
            <a:endParaRPr lang="en-US" sz="1100" dirty="0"/>
          </a:p>
        </p:txBody>
      </p:sp>
      <p:sp>
        <p:nvSpPr>
          <p:cNvPr id="30" name="Shape 7">
            <a:extLst>
              <a:ext uri="{FF2B5EF4-FFF2-40B4-BE49-F238E27FC236}">
                <a16:creationId xmlns:a16="http://schemas.microsoft.com/office/drawing/2014/main" id="{E7D7489B-ECAC-98B6-B8C7-0FDB589AF4D7}"/>
              </a:ext>
            </a:extLst>
          </p:cNvPr>
          <p:cNvSpPr/>
          <p:nvPr/>
        </p:nvSpPr>
        <p:spPr>
          <a:xfrm>
            <a:off x="612648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31" name="Shape 8">
            <a:extLst>
              <a:ext uri="{FF2B5EF4-FFF2-40B4-BE49-F238E27FC236}">
                <a16:creationId xmlns:a16="http://schemas.microsoft.com/office/drawing/2014/main" id="{08066E57-773F-94AB-4DD3-1BABC4B3D776}"/>
              </a:ext>
            </a:extLst>
          </p:cNvPr>
          <p:cNvSpPr/>
          <p:nvPr/>
        </p:nvSpPr>
        <p:spPr>
          <a:xfrm>
            <a:off x="6126480" y="1572768"/>
            <a:ext cx="73152" cy="1325880"/>
          </a:xfrm>
          <a:prstGeom prst="rect">
            <a:avLst/>
          </a:prstGeom>
          <a:solidFill>
            <a:srgbClr val="007DB8"/>
          </a:solidFill>
          <a:ln w="12700">
            <a:solidFill>
              <a:srgbClr val="007DB8"/>
            </a:solidFill>
            <a:prstDash val="solid"/>
          </a:ln>
        </p:spPr>
        <p:txBody>
          <a:bodyPr/>
          <a:lstStyle/>
          <a:p>
            <a:endParaRPr/>
          </a:p>
        </p:txBody>
      </p:sp>
      <p:sp>
        <p:nvSpPr>
          <p:cNvPr id="32" name="Text 9">
            <a:extLst>
              <a:ext uri="{FF2B5EF4-FFF2-40B4-BE49-F238E27FC236}">
                <a16:creationId xmlns:a16="http://schemas.microsoft.com/office/drawing/2014/main" id="{0D8135CF-25CE-8A63-F35A-DC2575B38096}"/>
              </a:ext>
            </a:extLst>
          </p:cNvPr>
          <p:cNvSpPr/>
          <p:nvPr/>
        </p:nvSpPr>
        <p:spPr>
          <a:xfrm>
            <a:off x="638251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2</a:t>
            </a:r>
            <a:endParaRPr lang="en-US" sz="1350"/>
          </a:p>
        </p:txBody>
      </p:sp>
      <p:sp>
        <p:nvSpPr>
          <p:cNvPr id="33" name="Text 10">
            <a:extLst>
              <a:ext uri="{FF2B5EF4-FFF2-40B4-BE49-F238E27FC236}">
                <a16:creationId xmlns:a16="http://schemas.microsoft.com/office/drawing/2014/main" id="{2899F813-1B9A-30EB-9591-483674B49980}"/>
              </a:ext>
            </a:extLst>
          </p:cNvPr>
          <p:cNvSpPr/>
          <p:nvPr/>
        </p:nvSpPr>
        <p:spPr>
          <a:xfrm>
            <a:off x="6382512" y="2084832"/>
            <a:ext cx="4507992" cy="667512"/>
          </a:xfrm>
          <a:prstGeom prst="rect">
            <a:avLst/>
          </a:prstGeom>
          <a:noFill/>
          <a:ln/>
        </p:spPr>
        <p:txBody>
          <a:bodyPr wrap="square" lIns="508" tIns="508" rIns="508" bIns="508" rtlCol="0" anchor="t">
            <a:normAutofit lnSpcReduction="10000"/>
          </a:bodyPr>
          <a:lstStyle/>
          <a:p>
            <a:pPr marL="0" indent="0">
              <a:buNone/>
            </a:pPr>
            <a:r>
              <a:rPr lang="en-US" sz="2200" dirty="0">
                <a:solidFill>
                  <a:srgbClr val="374151"/>
                </a:solidFill>
                <a:latin typeface="Barlow" pitchFamily="34" charset="0"/>
                <a:ea typeface="Barlow" pitchFamily="34" charset="-122"/>
                <a:cs typeface="Barlow" pitchFamily="34" charset="-120"/>
              </a:rPr>
              <a:t>Documented Native plugins for LLM metadata purposes</a:t>
            </a:r>
            <a:endParaRPr lang="en-US" sz="1100" dirty="0"/>
          </a:p>
        </p:txBody>
      </p:sp>
      <p:sp>
        <p:nvSpPr>
          <p:cNvPr id="34" name="Shape 11">
            <a:extLst>
              <a:ext uri="{FF2B5EF4-FFF2-40B4-BE49-F238E27FC236}">
                <a16:creationId xmlns:a16="http://schemas.microsoft.com/office/drawing/2014/main" id="{484D1BA9-2EF7-B981-0EA4-5903D308A8A6}"/>
              </a:ext>
            </a:extLst>
          </p:cNvPr>
          <p:cNvSpPr/>
          <p:nvPr/>
        </p:nvSpPr>
        <p:spPr>
          <a:xfrm>
            <a:off x="68580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35" name="Shape 12">
            <a:extLst>
              <a:ext uri="{FF2B5EF4-FFF2-40B4-BE49-F238E27FC236}">
                <a16:creationId xmlns:a16="http://schemas.microsoft.com/office/drawing/2014/main" id="{C4D8D1DC-0C8F-3AA2-17FC-02B3CC01BAB2}"/>
              </a:ext>
            </a:extLst>
          </p:cNvPr>
          <p:cNvSpPr/>
          <p:nvPr/>
        </p:nvSpPr>
        <p:spPr>
          <a:xfrm>
            <a:off x="685800" y="3401568"/>
            <a:ext cx="73152" cy="1325880"/>
          </a:xfrm>
          <a:prstGeom prst="rect">
            <a:avLst/>
          </a:prstGeom>
          <a:solidFill>
            <a:srgbClr val="6251BD"/>
          </a:solidFill>
          <a:ln w="12700">
            <a:solidFill>
              <a:srgbClr val="6251BD"/>
            </a:solidFill>
            <a:prstDash val="solid"/>
          </a:ln>
        </p:spPr>
        <p:txBody>
          <a:bodyPr/>
          <a:lstStyle/>
          <a:p>
            <a:endParaRPr/>
          </a:p>
        </p:txBody>
      </p:sp>
      <p:sp>
        <p:nvSpPr>
          <p:cNvPr id="36" name="Text 13">
            <a:extLst>
              <a:ext uri="{FF2B5EF4-FFF2-40B4-BE49-F238E27FC236}">
                <a16:creationId xmlns:a16="http://schemas.microsoft.com/office/drawing/2014/main" id="{EC815993-EDE8-1237-AE5C-30A3367841BC}"/>
              </a:ext>
            </a:extLst>
          </p:cNvPr>
          <p:cNvSpPr/>
          <p:nvPr/>
        </p:nvSpPr>
        <p:spPr>
          <a:xfrm>
            <a:off x="94183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3</a:t>
            </a:r>
            <a:endParaRPr lang="en-US" sz="1350"/>
          </a:p>
        </p:txBody>
      </p:sp>
      <p:sp>
        <p:nvSpPr>
          <p:cNvPr id="37" name="Text 14">
            <a:extLst>
              <a:ext uri="{FF2B5EF4-FFF2-40B4-BE49-F238E27FC236}">
                <a16:creationId xmlns:a16="http://schemas.microsoft.com/office/drawing/2014/main" id="{4FC517DD-28C7-D3C3-29A5-D00E3FFC69F4}"/>
              </a:ext>
            </a:extLst>
          </p:cNvPr>
          <p:cNvSpPr/>
          <p:nvPr/>
        </p:nvSpPr>
        <p:spPr>
          <a:xfrm>
            <a:off x="94183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dirty="0">
                <a:solidFill>
                  <a:srgbClr val="374151"/>
                </a:solidFill>
                <a:latin typeface="Barlow" pitchFamily="34" charset="0"/>
                <a:ea typeface="Barlow" pitchFamily="34" charset="-122"/>
                <a:cs typeface="Barlow" pitchFamily="34" charset="-120"/>
              </a:rPr>
              <a:t>Implemented function calling in a prompt</a:t>
            </a:r>
            <a:endParaRPr lang="en-US" sz="1100" dirty="0"/>
          </a:p>
        </p:txBody>
      </p:sp>
      <p:sp>
        <p:nvSpPr>
          <p:cNvPr id="38" name="Shape 15">
            <a:extLst>
              <a:ext uri="{FF2B5EF4-FFF2-40B4-BE49-F238E27FC236}">
                <a16:creationId xmlns:a16="http://schemas.microsoft.com/office/drawing/2014/main" id="{F895B738-28B2-4747-A7F7-9EB0F087A0EA}"/>
              </a:ext>
            </a:extLst>
          </p:cNvPr>
          <p:cNvSpPr/>
          <p:nvPr/>
        </p:nvSpPr>
        <p:spPr>
          <a:xfrm>
            <a:off x="612648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39" name="Shape 16">
            <a:extLst>
              <a:ext uri="{FF2B5EF4-FFF2-40B4-BE49-F238E27FC236}">
                <a16:creationId xmlns:a16="http://schemas.microsoft.com/office/drawing/2014/main" id="{41CB6E92-E22C-2D57-EA96-57234B8FB60F}"/>
              </a:ext>
            </a:extLst>
          </p:cNvPr>
          <p:cNvSpPr/>
          <p:nvPr/>
        </p:nvSpPr>
        <p:spPr>
          <a:xfrm>
            <a:off x="6126480" y="3401568"/>
            <a:ext cx="73152" cy="1325880"/>
          </a:xfrm>
          <a:prstGeom prst="rect">
            <a:avLst/>
          </a:prstGeom>
          <a:solidFill>
            <a:srgbClr val="F6C344"/>
          </a:solidFill>
          <a:ln w="12700">
            <a:solidFill>
              <a:srgbClr val="F6C344"/>
            </a:solidFill>
            <a:prstDash val="solid"/>
          </a:ln>
        </p:spPr>
        <p:txBody>
          <a:bodyPr/>
          <a:lstStyle/>
          <a:p>
            <a:endParaRPr/>
          </a:p>
        </p:txBody>
      </p:sp>
      <p:sp>
        <p:nvSpPr>
          <p:cNvPr id="40" name="Text 17">
            <a:extLst>
              <a:ext uri="{FF2B5EF4-FFF2-40B4-BE49-F238E27FC236}">
                <a16:creationId xmlns:a16="http://schemas.microsoft.com/office/drawing/2014/main" id="{C4ABE82D-B466-8AF4-C265-B214145838D4}"/>
              </a:ext>
            </a:extLst>
          </p:cNvPr>
          <p:cNvSpPr/>
          <p:nvPr/>
        </p:nvSpPr>
        <p:spPr>
          <a:xfrm>
            <a:off x="638251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4</a:t>
            </a:r>
            <a:endParaRPr lang="en-US" sz="1350"/>
          </a:p>
        </p:txBody>
      </p:sp>
      <p:sp>
        <p:nvSpPr>
          <p:cNvPr id="41" name="Text 18">
            <a:extLst>
              <a:ext uri="{FF2B5EF4-FFF2-40B4-BE49-F238E27FC236}">
                <a16:creationId xmlns:a16="http://schemas.microsoft.com/office/drawing/2014/main" id="{06AA08EA-5997-2A38-0386-1B4CAB8AFD0F}"/>
              </a:ext>
            </a:extLst>
          </p:cNvPr>
          <p:cNvSpPr/>
          <p:nvPr/>
        </p:nvSpPr>
        <p:spPr>
          <a:xfrm>
            <a:off x="638251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dirty="0">
                <a:solidFill>
                  <a:srgbClr val="374151"/>
                </a:solidFill>
                <a:latin typeface="Barlow" pitchFamily="34" charset="0"/>
                <a:ea typeface="Barlow" pitchFamily="34" charset="-122"/>
                <a:cs typeface="Barlow" pitchFamily="34" charset="-120"/>
              </a:rPr>
              <a:t>Reviewed how auto-invocation works</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500"/>
                                        <p:tgtEl>
                                          <p:spTgt spid="2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500"/>
                                        <p:tgtEl>
                                          <p:spTgt spid="3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fade">
                                      <p:cBhvr>
                                        <p:cTn id="24" dur="500"/>
                                        <p:tgtEl>
                                          <p:spTgt spid="3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500"/>
                                        <p:tgtEl>
                                          <p:spTgt spid="3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3"/>
                                        </p:tgtEl>
                                        <p:attrNameLst>
                                          <p:attrName>style.visibility</p:attrName>
                                        </p:attrNameLst>
                                      </p:cBhvr>
                                      <p:to>
                                        <p:strVal val="visible"/>
                                      </p:to>
                                    </p:set>
                                    <p:animEffect transition="in" filter="fade">
                                      <p:cBhvr>
                                        <p:cTn id="30" dur="500"/>
                                        <p:tgtEl>
                                          <p:spTgt spid="3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500"/>
                                        <p:tgtEl>
                                          <p:spTgt spid="3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fade">
                                      <p:cBhvr>
                                        <p:cTn id="38" dur="500"/>
                                        <p:tgtEl>
                                          <p:spTgt spid="3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6"/>
                                        </p:tgtEl>
                                        <p:attrNameLst>
                                          <p:attrName>style.visibility</p:attrName>
                                        </p:attrNameLst>
                                      </p:cBhvr>
                                      <p:to>
                                        <p:strVal val="visible"/>
                                      </p:to>
                                    </p:set>
                                    <p:animEffect transition="in" filter="fade">
                                      <p:cBhvr>
                                        <p:cTn id="41" dur="500"/>
                                        <p:tgtEl>
                                          <p:spTgt spid="3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7"/>
                                        </p:tgtEl>
                                        <p:attrNameLst>
                                          <p:attrName>style.visibility</p:attrName>
                                        </p:attrNameLst>
                                      </p:cBhvr>
                                      <p:to>
                                        <p:strVal val="visible"/>
                                      </p:to>
                                    </p:set>
                                    <p:animEffect transition="in" filter="fade">
                                      <p:cBhvr>
                                        <p:cTn id="44" dur="500"/>
                                        <p:tgtEl>
                                          <p:spTgt spid="37"/>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8"/>
                                        </p:tgtEl>
                                        <p:attrNameLst>
                                          <p:attrName>style.visibility</p:attrName>
                                        </p:attrNameLst>
                                      </p:cBhvr>
                                      <p:to>
                                        <p:strVal val="visible"/>
                                      </p:to>
                                    </p:set>
                                    <p:animEffect transition="in" filter="fade">
                                      <p:cBhvr>
                                        <p:cTn id="49" dur="500"/>
                                        <p:tgtEl>
                                          <p:spTgt spid="3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9"/>
                                        </p:tgtEl>
                                        <p:attrNameLst>
                                          <p:attrName>style.visibility</p:attrName>
                                        </p:attrNameLst>
                                      </p:cBhvr>
                                      <p:to>
                                        <p:strVal val="visible"/>
                                      </p:to>
                                    </p:set>
                                    <p:animEffect transition="in" filter="fade">
                                      <p:cBhvr>
                                        <p:cTn id="52" dur="500"/>
                                        <p:tgtEl>
                                          <p:spTgt spid="3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0"/>
                                        </p:tgtEl>
                                        <p:attrNameLst>
                                          <p:attrName>style.visibility</p:attrName>
                                        </p:attrNameLst>
                                      </p:cBhvr>
                                      <p:to>
                                        <p:strVal val="visible"/>
                                      </p:to>
                                    </p:set>
                                    <p:animEffect transition="in" filter="fade">
                                      <p:cBhvr>
                                        <p:cTn id="55" dur="500"/>
                                        <p:tgtEl>
                                          <p:spTgt spid="4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1"/>
                                        </p:tgtEl>
                                        <p:attrNameLst>
                                          <p:attrName>style.visibility</p:attrName>
                                        </p:attrNameLst>
                                      </p:cBhvr>
                                      <p:to>
                                        <p:strVal val="visible"/>
                                      </p:to>
                                    </p:set>
                                    <p:animEffect transition="in" filter="fade">
                                      <p:cBhvr>
                                        <p:cTn id="58" dur="500"/>
                                        <p:tgtEl>
                                          <p:spTgt spid="41"/>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name="Slide 6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Shape 1"/>
          <p:cNvSpPr/>
          <p:nvPr/>
        </p:nvSpPr>
        <p:spPr>
          <a:xfrm>
            <a:off x="0" y="0"/>
            <a:ext cx="12191695" cy="6858000"/>
          </a:xfrm>
          <a:prstGeom prst="rect">
            <a:avLst/>
          </a:prstGeom>
          <a:solidFill>
            <a:srgbClr val="F7F9FC"/>
          </a:solidFill>
          <a:ln w="12700">
            <a:solidFill>
              <a:srgbClr val="F7F9FC"/>
            </a:solidFill>
            <a:prstDash val="solid"/>
          </a:ln>
        </p:spPr>
        <p:txBody>
          <a:bodyPr/>
          <a:lstStyle/>
          <a:p>
            <a:endParaRPr/>
          </a:p>
        </p:txBody>
      </p:sp>
      <p:sp>
        <p:nvSpPr>
          <p:cNvPr id="4" name="Shape 2"/>
          <p:cNvSpPr/>
          <p:nvPr/>
        </p:nvSpPr>
        <p:spPr>
          <a:xfrm>
            <a:off x="0" y="2514600"/>
            <a:ext cx="960120" cy="1417320"/>
          </a:xfrm>
          <a:prstGeom prst="chevron">
            <a:avLst/>
          </a:prstGeom>
          <a:solidFill>
            <a:srgbClr val="00AED6"/>
          </a:solidFill>
          <a:ln w="12700">
            <a:solidFill>
              <a:srgbClr val="00AED6"/>
            </a:solidFill>
            <a:prstDash val="solid"/>
          </a:ln>
        </p:spPr>
        <p:txBody>
          <a:bodyPr/>
          <a:lstStyle/>
          <a:p>
            <a:endParaRPr/>
          </a:p>
        </p:txBody>
      </p:sp>
      <p:sp>
        <p:nvSpPr>
          <p:cNvPr id="5" name="Text 3"/>
          <p:cNvSpPr/>
          <p:nvPr/>
        </p:nvSpPr>
        <p:spPr>
          <a:xfrm>
            <a:off x="91440" y="2944368"/>
            <a:ext cx="457200" cy="402336"/>
          </a:xfrm>
          <a:prstGeom prst="rect">
            <a:avLst/>
          </a:prstGeom>
          <a:noFill/>
          <a:ln/>
        </p:spPr>
        <p:txBody>
          <a:bodyPr wrap="square" lIns="0" tIns="0" rIns="0" bIns="0" rtlCol="0" anchor="ctr"/>
          <a:lstStyle/>
          <a:p>
            <a:pPr marL="0" indent="0" algn="ctr">
              <a:buNone/>
            </a:pPr>
            <a:r>
              <a:rPr lang="en-US" sz="2200" b="1">
                <a:solidFill>
                  <a:srgbClr val="FFFFFF"/>
                </a:solidFill>
                <a:latin typeface="Raleway" pitchFamily="34" charset="0"/>
                <a:ea typeface="Raleway" pitchFamily="34" charset="-122"/>
                <a:cs typeface="Raleway" pitchFamily="34" charset="-120"/>
              </a:rPr>
              <a:t>7</a:t>
            </a:r>
            <a:endParaRPr lang="en-US" sz="2200"/>
          </a:p>
        </p:txBody>
      </p:sp>
      <p:sp>
        <p:nvSpPr>
          <p:cNvPr id="6" name="Text 4"/>
          <p:cNvSpPr/>
          <p:nvPr/>
        </p:nvSpPr>
        <p:spPr>
          <a:xfrm>
            <a:off x="1417320" y="2121408"/>
            <a:ext cx="3657600" cy="32004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7</a:t>
            </a:r>
            <a:endParaRPr lang="en-US" sz="1600"/>
          </a:p>
        </p:txBody>
      </p:sp>
      <p:sp>
        <p:nvSpPr>
          <p:cNvPr id="7" name="Text 5"/>
          <p:cNvSpPr/>
          <p:nvPr/>
        </p:nvSpPr>
        <p:spPr>
          <a:xfrm>
            <a:off x="1417320" y="2468880"/>
            <a:ext cx="6400800" cy="1097280"/>
          </a:xfrm>
          <a:prstGeom prst="rect">
            <a:avLst/>
          </a:prstGeom>
          <a:noFill/>
          <a:ln/>
        </p:spPr>
        <p:txBody>
          <a:bodyPr wrap="square" lIns="0" tIns="0" rIns="0" bIns="0" rtlCol="0" anchor="ctr">
            <a:normAutofit/>
          </a:bodyPr>
          <a:lstStyle/>
          <a:p>
            <a:pPr marL="0" indent="0">
              <a:buNone/>
            </a:pPr>
            <a:r>
              <a:rPr lang="en-US" sz="3600" b="1">
                <a:solidFill>
                  <a:srgbClr val="007DB8"/>
                </a:solidFill>
                <a:latin typeface="Raleway" pitchFamily="34" charset="0"/>
                <a:ea typeface="Raleway" pitchFamily="34" charset="-122"/>
                <a:cs typeface="Raleway" pitchFamily="34" charset="-120"/>
              </a:rPr>
              <a:t>Moving into ASP.NET Core</a:t>
            </a:r>
            <a:endParaRPr lang="en-US" sz="3600"/>
          </a:p>
        </p:txBody>
      </p:sp>
      <p:sp>
        <p:nvSpPr>
          <p:cNvPr id="8" name="Text 6"/>
          <p:cNvSpPr/>
          <p:nvPr/>
        </p:nvSpPr>
        <p:spPr>
          <a:xfrm>
            <a:off x="1463040" y="3794760"/>
            <a:ext cx="6217920" cy="658368"/>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Translate console concepts into a real ASP.NET Core business portal.</a:t>
            </a:r>
            <a:endParaRPr lang="en-US" sz="1600"/>
          </a:p>
        </p:txBody>
      </p:sp>
      <p:sp>
        <p:nvSpPr>
          <p:cNvPr id="9" name="Shape 7"/>
          <p:cNvSpPr/>
          <p:nvPr/>
        </p:nvSpPr>
        <p:spPr>
          <a:xfrm>
            <a:off x="8321040" y="1783080"/>
            <a:ext cx="2468880" cy="1645920"/>
          </a:xfrm>
          <a:prstGeom prst="roundRect">
            <a:avLst>
              <a:gd name="adj" fmla="val 2778"/>
            </a:avLst>
          </a:prstGeom>
          <a:solidFill>
            <a:srgbClr val="FFFFFF"/>
          </a:solidFill>
          <a:ln w="12700">
            <a:solidFill>
              <a:srgbClr val="C9D4E2"/>
            </a:solidFill>
            <a:prstDash val="solid"/>
          </a:ln>
        </p:spPr>
        <p:txBody>
          <a:bodyPr/>
          <a:lstStyle/>
          <a:p>
            <a:endParaRPr/>
          </a:p>
        </p:txBody>
      </p:sp>
      <p:sp>
        <p:nvSpPr>
          <p:cNvPr id="10" name="Shape 8"/>
          <p:cNvSpPr/>
          <p:nvPr/>
        </p:nvSpPr>
        <p:spPr>
          <a:xfrm>
            <a:off x="8321040" y="1783080"/>
            <a:ext cx="2468880" cy="237744"/>
          </a:xfrm>
          <a:prstGeom prst="rect">
            <a:avLst/>
          </a:prstGeom>
          <a:solidFill>
            <a:srgbClr val="00AED6"/>
          </a:solidFill>
          <a:ln w="12700">
            <a:solidFill>
              <a:srgbClr val="00AED6"/>
            </a:solidFill>
            <a:prstDash val="solid"/>
          </a:ln>
        </p:spPr>
        <p:txBody>
          <a:bodyPr/>
          <a:lstStyle/>
          <a:p>
            <a:endParaRPr/>
          </a:p>
        </p:txBody>
      </p:sp>
      <p:sp>
        <p:nvSpPr>
          <p:cNvPr id="11" name="Shape 9"/>
          <p:cNvSpPr/>
          <p:nvPr/>
        </p:nvSpPr>
        <p:spPr>
          <a:xfrm>
            <a:off x="8577072" y="2331720"/>
            <a:ext cx="640080" cy="640080"/>
          </a:xfrm>
          <a:prstGeom prst="roundRect">
            <a:avLst>
              <a:gd name="adj" fmla="val 7143"/>
            </a:avLst>
          </a:prstGeom>
          <a:solidFill>
            <a:srgbClr val="E6F7FB"/>
          </a:solidFill>
          <a:ln w="12700">
            <a:solidFill>
              <a:srgbClr val="00AED6"/>
            </a:solidFill>
            <a:prstDash val="solid"/>
          </a:ln>
        </p:spPr>
        <p:txBody>
          <a:bodyPr/>
          <a:lstStyle/>
          <a:p>
            <a:endParaRPr/>
          </a:p>
        </p:txBody>
      </p:sp>
      <p:sp>
        <p:nvSpPr>
          <p:cNvPr id="12" name="Shape 10"/>
          <p:cNvSpPr/>
          <p:nvPr/>
        </p:nvSpPr>
        <p:spPr>
          <a:xfrm>
            <a:off x="9400032" y="2331720"/>
            <a:ext cx="109728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3" name="Shape 11"/>
          <p:cNvSpPr/>
          <p:nvPr/>
        </p:nvSpPr>
        <p:spPr>
          <a:xfrm>
            <a:off x="9400032" y="2633472"/>
            <a:ext cx="77724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4" name="Text 12"/>
          <p:cNvSpPr/>
          <p:nvPr/>
        </p:nvSpPr>
        <p:spPr>
          <a:xfrm>
            <a:off x="9189720" y="4114800"/>
            <a:ext cx="1097280" cy="548640"/>
          </a:xfrm>
          <a:prstGeom prst="rect">
            <a:avLst/>
          </a:prstGeom>
          <a:noFill/>
          <a:ln/>
        </p:spPr>
        <p:txBody>
          <a:bodyPr wrap="square" lIns="0" tIns="0" rIns="0" bIns="0" rtlCol="0" anchor="ctr"/>
          <a:lstStyle/>
          <a:p>
            <a:pPr marL="0" indent="0">
              <a:buNone/>
            </a:pPr>
            <a:r>
              <a:rPr lang="en-US" sz="3500" b="1">
                <a:solidFill>
                  <a:srgbClr val="00AED6"/>
                </a:solidFill>
                <a:latin typeface="Raleway" pitchFamily="34" charset="0"/>
                <a:ea typeface="Raleway" pitchFamily="34" charset="-122"/>
                <a:cs typeface="Raleway" pitchFamily="34" charset="-120"/>
              </a:rPr>
              <a:t>AI</a:t>
            </a:r>
            <a:endParaRPr lang="en-US" sz="3500"/>
          </a:p>
        </p:txBody>
      </p:sp>
      <p:sp>
        <p:nvSpPr>
          <p:cNvPr id="15" name="Shape 13"/>
          <p:cNvSpPr/>
          <p:nvPr/>
        </p:nvSpPr>
        <p:spPr>
          <a:xfrm>
            <a:off x="9473184" y="3474720"/>
            <a:ext cx="0" cy="502920"/>
          </a:xfrm>
          <a:prstGeom prst="line">
            <a:avLst/>
          </a:prstGeom>
          <a:noFill/>
          <a:ln w="25400">
            <a:solidFill>
              <a:srgbClr val="00AED6"/>
            </a:solidFill>
            <a:prstDash val="solid"/>
            <a:headEnd type="none"/>
            <a:tailEnd type="triangle"/>
          </a:ln>
        </p:spPr>
        <p:txBody>
          <a:bodyPr/>
          <a:lstStyle/>
          <a:p>
            <a:endParaRPr/>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66</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7</a:t>
            </a:r>
            <a:endParaRPr lang="en-US" sz="75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6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Moving into ASP.NET Core Roadmap</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How the lessons in this section fit together.</a:t>
            </a:r>
            <a:endParaRPr lang="en-US" sz="1250"/>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68</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7</a:t>
            </a:r>
            <a:endParaRPr lang="en-US" sz="750"/>
          </a:p>
        </p:txBody>
      </p:sp>
      <p:sp>
        <p:nvSpPr>
          <p:cNvPr id="5" name="TextBox 23"/>
          <p:cNvSpPr txBox="1"/>
          <p:nvPr/>
        </p:nvSpPr>
        <p:spPr>
          <a:xfrm>
            <a:off x="822959" y="1591056"/>
            <a:ext cx="9445647" cy="4739759"/>
          </a:xfrm>
          <a:prstGeom prst="rect">
            <a:avLst/>
          </a:prstGeom>
          <a:noFill/>
        </p:spPr>
        <p:txBody>
          <a:bodyPr wrap="square" lIns="0" tIns="0" rIns="0" bIns="0" anchor="t">
            <a:spAutoFit/>
          </a:bodyPr>
          <a:lstStyle/>
          <a:p>
            <a:pPr>
              <a:spcAft>
                <a:spcPts val="600"/>
              </a:spcAft>
            </a:pPr>
            <a:r>
              <a:rPr lang="en-US" sz="3200" dirty="0">
                <a:solidFill>
                  <a:srgbClr val="00AED6"/>
                </a:solidFill>
              </a:rPr>
              <a:t>▸ </a:t>
            </a:r>
            <a:r>
              <a:rPr lang="en-US" sz="2400" dirty="0">
                <a:solidFill>
                  <a:srgbClr val="374151"/>
                </a:solidFill>
              </a:rPr>
              <a:t>Add Semantic Kernel to ASP.NET Core Dependency Injection [Demo]</a:t>
            </a:r>
          </a:p>
          <a:p>
            <a:pPr>
              <a:spcAft>
                <a:spcPts val="600"/>
              </a:spcAft>
            </a:pPr>
            <a:r>
              <a:rPr lang="en-US" sz="3200" dirty="0">
                <a:solidFill>
                  <a:srgbClr val="00AED6"/>
                </a:solidFill>
              </a:rPr>
              <a:t>▸ </a:t>
            </a:r>
            <a:r>
              <a:rPr lang="en-US" sz="2400" dirty="0">
                <a:solidFill>
                  <a:srgbClr val="374151"/>
                </a:solidFill>
              </a:rPr>
              <a:t>Build a Semantic Kernel Service Layer [Demo]</a:t>
            </a:r>
          </a:p>
          <a:p>
            <a:pPr>
              <a:spcAft>
                <a:spcPts val="600"/>
              </a:spcAft>
            </a:pPr>
            <a:r>
              <a:rPr lang="en-US" sz="3200" dirty="0">
                <a:solidFill>
                  <a:srgbClr val="00AED6"/>
                </a:solidFill>
              </a:rPr>
              <a:t>▸ </a:t>
            </a:r>
            <a:r>
              <a:rPr lang="en-US" sz="2400" dirty="0">
                <a:solidFill>
                  <a:srgbClr val="374151"/>
                </a:solidFill>
              </a:rPr>
              <a:t>Add the Documents Area to the Portal [Demo]</a:t>
            </a:r>
          </a:p>
          <a:p>
            <a:pPr>
              <a:spcAft>
                <a:spcPts val="600"/>
              </a:spcAft>
            </a:pPr>
            <a:r>
              <a:rPr lang="en-US" sz="3200" dirty="0">
                <a:solidFill>
                  <a:srgbClr val="00AED6"/>
                </a:solidFill>
              </a:rPr>
              <a:t>▸ </a:t>
            </a:r>
            <a:r>
              <a:rPr lang="en-US" sz="2400" dirty="0">
                <a:solidFill>
                  <a:srgbClr val="374151"/>
                </a:solidFill>
              </a:rPr>
              <a:t>Add the Requests Area to the Portal [Demo]</a:t>
            </a:r>
          </a:p>
          <a:p>
            <a:pPr>
              <a:spcAft>
                <a:spcPts val="600"/>
              </a:spcAft>
            </a:pPr>
            <a:r>
              <a:rPr lang="en-US" sz="3200" dirty="0">
                <a:solidFill>
                  <a:srgbClr val="00AED6"/>
                </a:solidFill>
              </a:rPr>
              <a:t>▸ </a:t>
            </a:r>
            <a:r>
              <a:rPr lang="en-US" sz="2400" dirty="0">
                <a:solidFill>
                  <a:srgbClr val="374151"/>
                </a:solidFill>
              </a:rPr>
              <a:t>Build an Embedded Copilot Panel [Demo]</a:t>
            </a:r>
          </a:p>
          <a:p>
            <a:pPr>
              <a:spcAft>
                <a:spcPts val="600"/>
              </a:spcAft>
            </a:pPr>
            <a:r>
              <a:rPr lang="en-US" sz="3200" dirty="0">
                <a:solidFill>
                  <a:srgbClr val="00AED6"/>
                </a:solidFill>
              </a:rPr>
              <a:t>▸ </a:t>
            </a:r>
            <a:r>
              <a:rPr lang="en-US" sz="2400" dirty="0">
                <a:solidFill>
                  <a:srgbClr val="374151"/>
                </a:solidFill>
              </a:rPr>
              <a:t>Pass Page Context into the Copilot [Demo]</a:t>
            </a:r>
          </a:p>
          <a:p>
            <a:pPr>
              <a:spcAft>
                <a:spcPts val="600"/>
              </a:spcAft>
            </a:pPr>
            <a:r>
              <a:rPr lang="en-US" sz="3200" dirty="0">
                <a:solidFill>
                  <a:srgbClr val="00AED6"/>
                </a:solidFill>
              </a:rPr>
              <a:t>▸ </a:t>
            </a:r>
            <a:r>
              <a:rPr lang="en-US" sz="2400" dirty="0">
                <a:solidFill>
                  <a:srgbClr val="374151"/>
                </a:solidFill>
              </a:rPr>
              <a:t>Test the Embedded Copilot Experience [Demo]</a:t>
            </a:r>
          </a:p>
          <a:p>
            <a:pPr>
              <a:spcAft>
                <a:spcPts val="600"/>
              </a:spcAft>
            </a:pPr>
            <a:endParaRPr lang="en-US" sz="2200" dirty="0">
              <a:solidFill>
                <a:srgbClr val="374151"/>
              </a:solidFill>
            </a:endParaRPr>
          </a:p>
          <a:p>
            <a:pPr algn="l">
              <a:spcBef>
                <a:spcPts val="0"/>
              </a:spcBef>
              <a:spcAft>
                <a:spcPts val="600"/>
              </a:spcAft>
            </a:pPr>
            <a:endParaRPr lang="en-US" sz="2200" b="0" i="0" dirty="0">
              <a:solidFill>
                <a:srgbClr val="374151"/>
              </a:solidFill>
              <a:latin typeface="Barlow"/>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name="Slide 7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62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7.3 — Add Semantic Kernel to ASP.NET Core Dependency Injection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Move kernel configuration into the ASP.NET Core composition root.</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web application can use Semantic Kernel through normal ASP.NET Core service patterns.</a:t>
            </a:r>
            <a:endParaRPr lang="en-US" sz="1160"/>
          </a:p>
        </p:txBody>
      </p:sp>
      <p:sp>
        <p:nvSpPr>
          <p:cNvPr id="10" name="Shape 8"/>
          <p:cNvSpPr/>
          <p:nvPr/>
        </p:nvSpPr>
        <p:spPr>
          <a:xfrm>
            <a:off x="4343400" y="1508760"/>
            <a:ext cx="6995160" cy="2057400"/>
          </a:xfrm>
          <a:prstGeom prst="roundRect">
            <a:avLst>
              <a:gd name="adj" fmla="val 2667"/>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205740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1399032"/>
          </a:xfrm>
          <a:prstGeom prst="rect">
            <a:avLst/>
          </a:prstGeom>
          <a:noFill/>
          <a:ln/>
        </p:spPr>
        <p:txBody>
          <a:bodyPr wrap="square" lIns="508" tIns="508" rIns="508" bIns="508" rtlCol="0" anchor="t">
            <a:normAutofit fontScale="92500"/>
          </a:bodyPr>
          <a:lstStyle/>
          <a:p>
            <a:pPr marL="0" indent="0">
              <a:buNone/>
            </a:pPr>
            <a:r>
              <a:rPr lang="en-US" sz="2200" dirty="0">
                <a:solidFill>
                  <a:srgbClr val="374151"/>
                </a:solidFill>
                <a:latin typeface="Barlow" pitchFamily="34" charset="0"/>
                <a:ea typeface="Barlow" pitchFamily="34" charset="-122"/>
                <a:cs typeface="Barlow" pitchFamily="34" charset="-120"/>
              </a:rPr>
              <a:t>1. Move kernel setup into </a:t>
            </a:r>
            <a:r>
              <a:rPr lang="en-US" sz="2200" dirty="0" err="1">
                <a:solidFill>
                  <a:srgbClr val="374151"/>
                </a:solidFill>
                <a:latin typeface="Barlow" pitchFamily="34" charset="0"/>
                <a:ea typeface="Barlow" pitchFamily="34" charset="-122"/>
                <a:cs typeface="Barlow" pitchFamily="34" charset="-120"/>
              </a:rPr>
              <a:t>Program.cs</a:t>
            </a:r>
            <a:r>
              <a:rPr lang="en-US" sz="2200" dirty="0">
                <a:solidFill>
                  <a:srgbClr val="374151"/>
                </a:solidFill>
                <a:latin typeface="Barlow" pitchFamily="34" charset="0"/>
                <a:ea typeface="Barlow" pitchFamily="34" charset="-122"/>
                <a:cs typeface="Barlow" pitchFamily="34" charset="-120"/>
              </a:rPr>
              <a:t> or extension methods.</a:t>
            </a:r>
            <a:endParaRPr lang="en-US" sz="1160" dirty="0"/>
          </a:p>
          <a:p>
            <a:pPr marL="0" indent="0">
              <a:buNone/>
            </a:pPr>
            <a:r>
              <a:rPr lang="en-US" sz="2200" dirty="0">
                <a:solidFill>
                  <a:srgbClr val="374151"/>
                </a:solidFill>
                <a:latin typeface="Barlow" pitchFamily="34" charset="0"/>
                <a:ea typeface="Barlow" pitchFamily="34" charset="-122"/>
                <a:cs typeface="Barlow" pitchFamily="34" charset="-120"/>
              </a:rPr>
              <a:t>2. Register Semantic Kernel services with DI.</a:t>
            </a:r>
            <a:endParaRPr lang="en-US" sz="1160" dirty="0"/>
          </a:p>
          <a:p>
            <a:pPr marL="0" indent="0">
              <a:buNone/>
            </a:pPr>
            <a:r>
              <a:rPr lang="en-US" sz="2200" dirty="0">
                <a:solidFill>
                  <a:srgbClr val="374151"/>
                </a:solidFill>
                <a:latin typeface="Barlow" pitchFamily="34" charset="0"/>
                <a:ea typeface="Barlow" pitchFamily="34" charset="-122"/>
                <a:cs typeface="Barlow" pitchFamily="34" charset="-120"/>
              </a:rPr>
              <a:t>3. Inject the AI service into controllers or page handlers.</a:t>
            </a:r>
            <a:endParaRPr lang="en-US" sz="1160" dirty="0"/>
          </a:p>
          <a:p>
            <a:pPr marL="0" indent="0">
              <a:buNone/>
            </a:pPr>
            <a:r>
              <a:rPr lang="en-US" sz="2200" dirty="0">
                <a:solidFill>
                  <a:srgbClr val="374151"/>
                </a:solidFill>
                <a:latin typeface="Barlow" pitchFamily="34" charset="0"/>
                <a:ea typeface="Barlow" pitchFamily="34" charset="-122"/>
                <a:cs typeface="Barlow" pitchFamily="34" charset="-120"/>
              </a:rPr>
              <a:t>4. Verify scoped service usage.</a:t>
            </a:r>
            <a:endParaRPr lang="en-US" sz="1160" dirty="0"/>
          </a:p>
        </p:txBody>
      </p:sp>
      <p:sp>
        <p:nvSpPr>
          <p:cNvPr id="15" name="Shape 13"/>
          <p:cNvSpPr/>
          <p:nvPr/>
        </p:nvSpPr>
        <p:spPr>
          <a:xfrm>
            <a:off x="4343400" y="3840480"/>
            <a:ext cx="6995160" cy="1737360"/>
          </a:xfrm>
          <a:prstGeom prst="roundRect">
            <a:avLst>
              <a:gd name="adj" fmla="val 2632"/>
            </a:avLst>
          </a:prstGeom>
          <a:solidFill>
            <a:srgbClr val="152233"/>
          </a:solidFill>
          <a:ln w="12700">
            <a:solidFill>
              <a:srgbClr val="152233"/>
            </a:solidFill>
            <a:prstDash val="solid"/>
          </a:ln>
        </p:spPr>
        <p:txBody>
          <a:bodyPr/>
          <a:lstStyle/>
          <a:p>
            <a:endParaRPr/>
          </a:p>
        </p:txBody>
      </p:sp>
      <p:sp>
        <p:nvSpPr>
          <p:cNvPr id="16" name="Text 14"/>
          <p:cNvSpPr/>
          <p:nvPr/>
        </p:nvSpPr>
        <p:spPr>
          <a:xfrm>
            <a:off x="4572000" y="4069080"/>
            <a:ext cx="6537960" cy="1325880"/>
          </a:xfrm>
          <a:prstGeom prst="rect">
            <a:avLst/>
          </a:prstGeom>
          <a:noFill/>
          <a:ln/>
        </p:spPr>
        <p:txBody>
          <a:bodyPr wrap="square" lIns="127" tIns="127" rIns="127" bIns="127" rtlCol="0" anchor="ctr">
            <a:normAutofit/>
          </a:bodyPr>
          <a:lstStyle/>
          <a:p>
            <a:pPr marL="0" indent="0">
              <a:buNone/>
            </a:pPr>
            <a:r>
              <a:rPr lang="en-US" sz="950" dirty="0" err="1">
                <a:solidFill>
                  <a:srgbClr val="E8F3FF"/>
                </a:solidFill>
                <a:latin typeface="Cascadia Code" pitchFamily="34" charset="0"/>
                <a:ea typeface="Cascadia Code" pitchFamily="34" charset="-122"/>
                <a:cs typeface="Cascadia Code" pitchFamily="34" charset="-120"/>
              </a:rPr>
              <a:t>builder.Services.AddSingleton</a:t>
            </a:r>
            <a:r>
              <a:rPr lang="en-US" sz="950" dirty="0">
                <a:solidFill>
                  <a:srgbClr val="E8F3FF"/>
                </a:solidFill>
                <a:latin typeface="Cascadia Code" pitchFamily="34" charset="0"/>
                <a:ea typeface="Cascadia Code" pitchFamily="34" charset="-122"/>
                <a:cs typeface="Cascadia Code" pitchFamily="34" charset="-120"/>
              </a:rPr>
              <a:t>(</a:t>
            </a:r>
            <a:r>
              <a:rPr lang="en-US" sz="950" dirty="0" err="1">
                <a:solidFill>
                  <a:srgbClr val="E8F3FF"/>
                </a:solidFill>
                <a:latin typeface="Cascadia Code" pitchFamily="34" charset="0"/>
                <a:ea typeface="Cascadia Code" pitchFamily="34" charset="-122"/>
                <a:cs typeface="Cascadia Code" pitchFamily="34" charset="-120"/>
              </a:rPr>
              <a:t>sp</a:t>
            </a:r>
            <a:r>
              <a:rPr lang="en-US" sz="950" dirty="0">
                <a:solidFill>
                  <a:srgbClr val="E8F3FF"/>
                </a:solidFill>
                <a:latin typeface="Cascadia Code" pitchFamily="34" charset="0"/>
                <a:ea typeface="Cascadia Code" pitchFamily="34" charset="-122"/>
                <a:cs typeface="Cascadia Code" pitchFamily="34" charset="-120"/>
              </a:rPr>
              <a:t> =&gt; {</a:t>
            </a:r>
            <a:endParaRPr lang="en-US" sz="950" dirty="0"/>
          </a:p>
          <a:p>
            <a:pPr marL="0" indent="0">
              <a:buNone/>
            </a:pPr>
            <a:r>
              <a:rPr lang="en-US" sz="950" dirty="0">
                <a:solidFill>
                  <a:srgbClr val="E8F3FF"/>
                </a:solidFill>
                <a:latin typeface="Cascadia Code" pitchFamily="34" charset="0"/>
                <a:ea typeface="Cascadia Code" pitchFamily="34" charset="-122"/>
                <a:cs typeface="Cascadia Code" pitchFamily="34" charset="-120"/>
              </a:rPr>
              <a:t>    var kb = </a:t>
            </a:r>
            <a:r>
              <a:rPr lang="en-US" sz="950" dirty="0" err="1">
                <a:solidFill>
                  <a:srgbClr val="E8F3FF"/>
                </a:solidFill>
                <a:latin typeface="Cascadia Code" pitchFamily="34" charset="0"/>
                <a:ea typeface="Cascadia Code" pitchFamily="34" charset="-122"/>
                <a:cs typeface="Cascadia Code" pitchFamily="34" charset="-120"/>
              </a:rPr>
              <a:t>Kernel.CreateBuilder</a:t>
            </a:r>
            <a:r>
              <a:rPr lang="en-US" sz="950" dirty="0">
                <a:solidFill>
                  <a:srgbClr val="E8F3FF"/>
                </a:solidFill>
                <a:latin typeface="Cascadia Code" pitchFamily="34" charset="0"/>
                <a:ea typeface="Cascadia Code" pitchFamily="34" charset="-122"/>
                <a:cs typeface="Cascadia Code" pitchFamily="34" charset="-120"/>
              </a:rPr>
              <a:t>();</a:t>
            </a:r>
            <a:endParaRPr lang="en-US" sz="950" dirty="0"/>
          </a:p>
          <a:p>
            <a:pPr marL="0" indent="0">
              <a:buNone/>
            </a:pPr>
            <a:r>
              <a:rPr lang="en-US" sz="950" dirty="0">
                <a:solidFill>
                  <a:srgbClr val="E8F3FF"/>
                </a:solidFill>
                <a:latin typeface="Cascadia Code" pitchFamily="34" charset="0"/>
                <a:ea typeface="Cascadia Code" pitchFamily="34" charset="-122"/>
                <a:cs typeface="Cascadia Code" pitchFamily="34" charset="-120"/>
              </a:rPr>
              <a:t>    </a:t>
            </a:r>
            <a:r>
              <a:rPr lang="en-US" sz="950" dirty="0" err="1">
                <a:solidFill>
                  <a:srgbClr val="E8F3FF"/>
                </a:solidFill>
                <a:latin typeface="Cascadia Code" pitchFamily="34" charset="0"/>
                <a:ea typeface="Cascadia Code" pitchFamily="34" charset="-122"/>
                <a:cs typeface="Cascadia Code" pitchFamily="34" charset="-120"/>
              </a:rPr>
              <a:t>kb.AddAzureOpenAIChatCompletion</a:t>
            </a:r>
            <a:r>
              <a:rPr lang="en-US" sz="950" dirty="0">
                <a:solidFill>
                  <a:srgbClr val="E8F3FF"/>
                </a:solidFill>
                <a:latin typeface="Cascadia Code" pitchFamily="34" charset="0"/>
                <a:ea typeface="Cascadia Code" pitchFamily="34" charset="-122"/>
                <a:cs typeface="Cascadia Code" pitchFamily="34" charset="-120"/>
              </a:rPr>
              <a:t>(...);</a:t>
            </a:r>
            <a:endParaRPr lang="en-US" sz="950" dirty="0"/>
          </a:p>
          <a:p>
            <a:pPr marL="0" indent="0">
              <a:buNone/>
            </a:pPr>
            <a:r>
              <a:rPr lang="en-US" sz="950" dirty="0">
                <a:solidFill>
                  <a:srgbClr val="E8F3FF"/>
                </a:solidFill>
                <a:latin typeface="Cascadia Code" pitchFamily="34" charset="0"/>
                <a:ea typeface="Cascadia Code" pitchFamily="34" charset="-122"/>
                <a:cs typeface="Cascadia Code" pitchFamily="34" charset="-120"/>
              </a:rPr>
              <a:t>    return </a:t>
            </a:r>
            <a:r>
              <a:rPr lang="en-US" sz="950" dirty="0" err="1">
                <a:solidFill>
                  <a:srgbClr val="E8F3FF"/>
                </a:solidFill>
                <a:latin typeface="Cascadia Code" pitchFamily="34" charset="0"/>
                <a:ea typeface="Cascadia Code" pitchFamily="34" charset="-122"/>
                <a:cs typeface="Cascadia Code" pitchFamily="34" charset="-120"/>
              </a:rPr>
              <a:t>kb.Build</a:t>
            </a:r>
            <a:r>
              <a:rPr lang="en-US" sz="950" dirty="0">
                <a:solidFill>
                  <a:srgbClr val="E8F3FF"/>
                </a:solidFill>
                <a:latin typeface="Cascadia Code" pitchFamily="34" charset="0"/>
                <a:ea typeface="Cascadia Code" pitchFamily="34" charset="-122"/>
                <a:cs typeface="Cascadia Code" pitchFamily="34" charset="-120"/>
              </a:rPr>
              <a:t>();</a:t>
            </a:r>
            <a:endParaRPr lang="en-US" sz="950" dirty="0"/>
          </a:p>
          <a:p>
            <a:pPr marL="0" indent="0">
              <a:buNone/>
            </a:pPr>
            <a:r>
              <a:rPr lang="en-US" sz="950" dirty="0">
                <a:solidFill>
                  <a:srgbClr val="E8F3FF"/>
                </a:solidFill>
                <a:latin typeface="Cascadia Code" pitchFamily="34" charset="0"/>
                <a:ea typeface="Cascadia Code" pitchFamily="34" charset="-122"/>
                <a:cs typeface="Cascadia Code" pitchFamily="34" charset="-120"/>
              </a:rPr>
              <a:t>});</a:t>
            </a:r>
            <a:endParaRPr lang="en-US" sz="950" dirty="0"/>
          </a:p>
        </p:txBody>
      </p:sp>
      <p:sp>
        <p:nvSpPr>
          <p:cNvPr id="17" name="Shape 1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8" name="Text 1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70</a:t>
            </a:r>
            <a:endParaRPr lang="en-US" sz="900"/>
          </a:p>
        </p:txBody>
      </p:sp>
      <p:sp>
        <p:nvSpPr>
          <p:cNvPr id="19" name="Text 1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7 · Lesson 7.3</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name="Slide 7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7.4 — Build a Semantic Kernel Service Layer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Separate kernel orchestration from controllers and UI code.</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Controllers remain thin while AI orchestration lives in testable application services.</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Create a portal AI service interface.</a:t>
            </a:r>
            <a:endParaRPr lang="en-US" sz="1160"/>
          </a:p>
          <a:p>
            <a:pPr marL="0" indent="0">
              <a:buNone/>
            </a:pPr>
            <a:r>
              <a:rPr lang="en-US" sz="2200">
                <a:solidFill>
                  <a:srgbClr val="374151"/>
                </a:solidFill>
                <a:latin typeface="Barlow" pitchFamily="34" charset="0"/>
                <a:ea typeface="Barlow" pitchFamily="34" charset="-122"/>
                <a:cs typeface="Barlow" pitchFamily="34" charset="-120"/>
              </a:rPr>
              <a:t>2. Inject Kernel and domain services into the AI service.</a:t>
            </a:r>
            <a:endParaRPr lang="en-US" sz="1160"/>
          </a:p>
          <a:p>
            <a:pPr marL="0" indent="0">
              <a:buNone/>
            </a:pPr>
            <a:r>
              <a:rPr lang="en-US" sz="2200">
                <a:solidFill>
                  <a:srgbClr val="374151"/>
                </a:solidFill>
                <a:latin typeface="Barlow" pitchFamily="34" charset="0"/>
                <a:ea typeface="Barlow" pitchFamily="34" charset="-122"/>
                <a:cs typeface="Barlow" pitchFamily="34" charset="-120"/>
              </a:rPr>
              <a:t>3. Move prompt invocation behind the service layer.</a:t>
            </a:r>
            <a:endParaRPr lang="en-US" sz="1160"/>
          </a:p>
          <a:p>
            <a:pPr marL="0" indent="0">
              <a:buNone/>
            </a:pPr>
            <a:r>
              <a:rPr lang="en-US" sz="2200">
                <a:solidFill>
                  <a:srgbClr val="374151"/>
                </a:solidFill>
                <a:latin typeface="Barlow" pitchFamily="34" charset="0"/>
                <a:ea typeface="Barlow" pitchFamily="34" charset="-122"/>
                <a:cs typeface="Barlow" pitchFamily="34" charset="-120"/>
              </a:rPr>
              <a:t>4. Return typed responses to controllers or handlers.</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71</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7 · Lesson 7.4</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name="Slide 7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7.5 — Add the Documents Area to the Portal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Introduce a business-facing area where users can interact with managed content.</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portal has a real document context for AI features.</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Add document list and details pages.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Create a document model and seed sample records.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Add actions for summary and document-specific copilot use.</a:t>
            </a:r>
            <a:endParaRPr lang="en-US" sz="1160"/>
          </a:p>
          <a:p>
            <a:pPr marL="0" indent="0">
              <a:buNone/>
            </a:pPr>
            <a:r>
              <a:rPr lang="en-US" sz="2200">
                <a:solidFill>
                  <a:srgbClr val="374151"/>
                </a:solidFill>
                <a:latin typeface="Barlow" pitchFamily="34" charset="0"/>
                <a:ea typeface="Barlow" pitchFamily="34" charset="-122"/>
                <a:cs typeface="Barlow" pitchFamily="34" charset="-120"/>
              </a:rPr>
              <a:t>4. Verify navigation from dashboard to document details.</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72</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7 · Lesson 7.5</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name="Slide 7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92500"/>
          </a:bodyPr>
          <a:lstStyle/>
          <a:p>
            <a:pPr marL="0" indent="0">
              <a:buNone/>
            </a:pPr>
            <a:r>
              <a:rPr lang="en-US" sz="3200" b="1">
                <a:solidFill>
                  <a:srgbClr val="007DB8"/>
                </a:solidFill>
                <a:latin typeface="Raleway" pitchFamily="34" charset="0"/>
                <a:ea typeface="Raleway" pitchFamily="34" charset="-122"/>
                <a:cs typeface="Raleway" pitchFamily="34" charset="-120"/>
              </a:rPr>
              <a:t>7.6 — Add the Requests Area to the Portal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Add another business context where AI assistance can provide value.</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portal has a workflow record type where AI can support triage and next steps.</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dirty="0">
                <a:solidFill>
                  <a:srgbClr val="374151"/>
                </a:solidFill>
                <a:latin typeface="Barlow" pitchFamily="34" charset="0"/>
                <a:ea typeface="Barlow" pitchFamily="34" charset="-122"/>
                <a:cs typeface="Barlow" pitchFamily="34" charset="-120"/>
              </a:rPr>
              <a:t>1. Add request list and details pages.</a:t>
            </a:r>
            <a:endParaRPr lang="en-US" sz="1160" dirty="0"/>
          </a:p>
          <a:p>
            <a:pPr marL="0" indent="0">
              <a:buNone/>
            </a:pPr>
            <a:r>
              <a:rPr lang="en-US" sz="2200" dirty="0">
                <a:solidFill>
                  <a:srgbClr val="374151"/>
                </a:solidFill>
                <a:latin typeface="Barlow" pitchFamily="34" charset="0"/>
                <a:ea typeface="Barlow" pitchFamily="34" charset="-122"/>
                <a:cs typeface="Barlow" pitchFamily="34" charset="-120"/>
              </a:rPr>
              <a:t>2. Prepare the page for copilot assistance.</a:t>
            </a:r>
            <a:endParaRPr lang="en-US" sz="1160" dirty="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73</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7 · Lesson 7.6</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500"/>
                                        <p:tgtEl>
                                          <p:spTgt spid="1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name="Slide 7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875520" cy="530352"/>
          </a:xfrm>
          <a:prstGeom prst="rect">
            <a:avLst/>
          </a:prstGeom>
          <a:noFill/>
          <a:ln/>
        </p:spPr>
        <p:txBody>
          <a:bodyPr wrap="square" lIns="254" tIns="254" rIns="254" bIns="254" rtlCol="0" anchor="ctr">
            <a:normAutofit fontScale="85000" lnSpcReduction="10000"/>
          </a:bodyPr>
          <a:lstStyle/>
          <a:p>
            <a:pPr marL="0" indent="0">
              <a:buNone/>
            </a:pPr>
            <a:r>
              <a:rPr lang="en-US" sz="3200" b="1" dirty="0">
                <a:solidFill>
                  <a:srgbClr val="007DB8"/>
                </a:solidFill>
                <a:latin typeface="Raleway" pitchFamily="34" charset="0"/>
                <a:ea typeface="Raleway" pitchFamily="34" charset="-122"/>
                <a:cs typeface="Raleway" pitchFamily="34" charset="-120"/>
              </a:rPr>
              <a:t>7.7 — Build a Context-Aware Portal Chat Assistant [Demo]</a:t>
            </a:r>
            <a:endParaRPr lang="en-US" sz="2700" dirty="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dirty="0">
                <a:solidFill>
                  <a:srgbClr val="374151"/>
                </a:solidFill>
                <a:latin typeface="Barlow" pitchFamily="34" charset="0"/>
                <a:ea typeface="Barlow" pitchFamily="34" charset="-122"/>
                <a:cs typeface="Barlow" pitchFamily="34" charset="-120"/>
              </a:rPr>
              <a:t>Add a contextual assistant chat to the website.</a:t>
            </a:r>
            <a:endParaRPr lang="en-US" sz="1260" dirty="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dirty="0">
                <a:solidFill>
                  <a:srgbClr val="374151"/>
                </a:solidFill>
                <a:latin typeface="Barlow" pitchFamily="34" charset="0"/>
                <a:ea typeface="Barlow" pitchFamily="34" charset="-122"/>
                <a:cs typeface="Barlow" pitchFamily="34" charset="-120"/>
              </a:rPr>
              <a:t>The assistant appears inside the business portal as an embedded copilot.</a:t>
            </a:r>
            <a:endParaRPr lang="en-US" sz="1160" dirty="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dirty="0">
                <a:solidFill>
                  <a:srgbClr val="374151"/>
                </a:solidFill>
                <a:latin typeface="Barlow" pitchFamily="34" charset="0"/>
                <a:ea typeface="Barlow" pitchFamily="34" charset="-122"/>
                <a:cs typeface="Barlow" pitchFamily="34" charset="-120"/>
              </a:rPr>
              <a:t>1. Create </a:t>
            </a:r>
            <a:r>
              <a:rPr lang="en-US" sz="2200">
                <a:solidFill>
                  <a:srgbClr val="374151"/>
                </a:solidFill>
                <a:latin typeface="Barlow" pitchFamily="34" charset="0"/>
                <a:ea typeface="Barlow" pitchFamily="34" charset="-122"/>
                <a:cs typeface="Barlow" pitchFamily="34" charset="-120"/>
              </a:rPr>
              <a:t>the markup </a:t>
            </a:r>
            <a:r>
              <a:rPr lang="en-US" sz="2200" dirty="0">
                <a:solidFill>
                  <a:srgbClr val="374151"/>
                </a:solidFill>
                <a:latin typeface="Barlow" pitchFamily="34" charset="0"/>
                <a:ea typeface="Barlow" pitchFamily="34" charset="-122"/>
                <a:cs typeface="Barlow" pitchFamily="34" charset="-120"/>
              </a:rPr>
              <a:t>and script hook.</a:t>
            </a:r>
            <a:endParaRPr lang="en-US" sz="1160" dirty="0"/>
          </a:p>
          <a:p>
            <a:pPr marL="0" indent="0">
              <a:buNone/>
            </a:pPr>
            <a:r>
              <a:rPr lang="en-US" sz="2200" dirty="0">
                <a:solidFill>
                  <a:srgbClr val="374151"/>
                </a:solidFill>
                <a:latin typeface="Barlow" pitchFamily="34" charset="0"/>
                <a:ea typeface="Barlow" pitchFamily="34" charset="-122"/>
                <a:cs typeface="Barlow" pitchFamily="34" charset="-120"/>
              </a:rPr>
              <a:t>2. Connect the panel to the copilot endpoint.</a:t>
            </a:r>
            <a:endParaRPr lang="en-US" sz="1160" dirty="0"/>
          </a:p>
          <a:p>
            <a:pPr marL="0" indent="0">
              <a:buNone/>
            </a:pPr>
            <a:r>
              <a:rPr lang="en-US" sz="2200" dirty="0">
                <a:solidFill>
                  <a:srgbClr val="374151"/>
                </a:solidFill>
                <a:latin typeface="Barlow" pitchFamily="34" charset="0"/>
                <a:ea typeface="Barlow" pitchFamily="34" charset="-122"/>
                <a:cs typeface="Barlow" pitchFamily="34" charset="-120"/>
              </a:rPr>
              <a:t>3. Pass current page metadata.</a:t>
            </a:r>
            <a:endParaRPr lang="en-US" sz="1160" dirty="0"/>
          </a:p>
          <a:p>
            <a:pPr marL="0" indent="0">
              <a:buNone/>
            </a:pPr>
            <a:r>
              <a:rPr lang="en-US" sz="2200" dirty="0">
                <a:solidFill>
                  <a:srgbClr val="374151"/>
                </a:solidFill>
                <a:latin typeface="Barlow" pitchFamily="34" charset="0"/>
                <a:ea typeface="Barlow" pitchFamily="34" charset="-122"/>
                <a:cs typeface="Barlow" pitchFamily="34" charset="-120"/>
              </a:rPr>
              <a:t>4. Render responses in context.</a:t>
            </a:r>
            <a:endParaRPr lang="en-US" sz="1160" dirty="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74</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7 · Lesson 7.7</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name="Slide 7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7.10 — Section Review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Key takeaways and transition to the next section.</a:t>
            </a:r>
            <a:endParaRPr lang="en-US" sz="1250"/>
          </a:p>
        </p:txBody>
      </p:sp>
      <p:sp>
        <p:nvSpPr>
          <p:cNvPr id="5" name="Shape 3"/>
          <p:cNvSpPr/>
          <p:nvPr/>
        </p:nvSpPr>
        <p:spPr>
          <a:xfrm>
            <a:off x="68580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6" name="Shape 4"/>
          <p:cNvSpPr/>
          <p:nvPr/>
        </p:nvSpPr>
        <p:spPr>
          <a:xfrm>
            <a:off x="685800" y="1572768"/>
            <a:ext cx="73152" cy="1325880"/>
          </a:xfrm>
          <a:prstGeom prst="rect">
            <a:avLst/>
          </a:prstGeom>
          <a:solidFill>
            <a:srgbClr val="00AED6"/>
          </a:solidFill>
          <a:ln w="12700">
            <a:solidFill>
              <a:srgbClr val="00AED6"/>
            </a:solidFill>
            <a:prstDash val="solid"/>
          </a:ln>
        </p:spPr>
        <p:txBody>
          <a:bodyPr/>
          <a:lstStyle/>
          <a:p>
            <a:endParaRPr/>
          </a:p>
        </p:txBody>
      </p:sp>
      <p:sp>
        <p:nvSpPr>
          <p:cNvPr id="7" name="Text 5"/>
          <p:cNvSpPr/>
          <p:nvPr/>
        </p:nvSpPr>
        <p:spPr>
          <a:xfrm>
            <a:off x="94183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1</a:t>
            </a:r>
            <a:endParaRPr lang="en-US" sz="1350"/>
          </a:p>
        </p:txBody>
      </p:sp>
      <p:sp>
        <p:nvSpPr>
          <p:cNvPr id="8" name="Text 6"/>
          <p:cNvSpPr/>
          <p:nvPr/>
        </p:nvSpPr>
        <p:spPr>
          <a:xfrm>
            <a:off x="941832" y="2084832"/>
            <a:ext cx="4507992" cy="667512"/>
          </a:xfrm>
          <a:prstGeom prst="rect">
            <a:avLst/>
          </a:prstGeom>
          <a:noFill/>
          <a:ln/>
        </p:spPr>
        <p:txBody>
          <a:bodyPr wrap="square" lIns="508" tIns="508" rIns="508" bIns="508" rtlCol="0" anchor="t">
            <a:normAutofit lnSpcReduction="10000"/>
          </a:bodyPr>
          <a:lstStyle/>
          <a:p>
            <a:pPr marL="0" indent="0">
              <a:buNone/>
            </a:pPr>
            <a:r>
              <a:rPr lang="en-US" sz="2200" dirty="0">
                <a:solidFill>
                  <a:srgbClr val="374151"/>
                </a:solidFill>
                <a:latin typeface="Barlow" pitchFamily="34" charset="0"/>
                <a:ea typeface="Barlow" pitchFamily="34" charset="-122"/>
                <a:cs typeface="Barlow" pitchFamily="34" charset="-120"/>
              </a:rPr>
              <a:t>Implemented Semantic Kernel functionality in ASP.NET Core</a:t>
            </a:r>
            <a:endParaRPr lang="en-US" sz="1100" dirty="0"/>
          </a:p>
        </p:txBody>
      </p:sp>
      <p:sp>
        <p:nvSpPr>
          <p:cNvPr id="9" name="Shape 7"/>
          <p:cNvSpPr/>
          <p:nvPr/>
        </p:nvSpPr>
        <p:spPr>
          <a:xfrm>
            <a:off x="612648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0" name="Shape 8"/>
          <p:cNvSpPr/>
          <p:nvPr/>
        </p:nvSpPr>
        <p:spPr>
          <a:xfrm>
            <a:off x="6126480" y="1572768"/>
            <a:ext cx="73152" cy="1325880"/>
          </a:xfrm>
          <a:prstGeom prst="rect">
            <a:avLst/>
          </a:prstGeom>
          <a:solidFill>
            <a:srgbClr val="007DB8"/>
          </a:solidFill>
          <a:ln w="12700">
            <a:solidFill>
              <a:srgbClr val="007DB8"/>
            </a:solidFill>
            <a:prstDash val="solid"/>
          </a:ln>
        </p:spPr>
        <p:txBody>
          <a:bodyPr/>
          <a:lstStyle/>
          <a:p>
            <a:endParaRPr/>
          </a:p>
        </p:txBody>
      </p:sp>
      <p:sp>
        <p:nvSpPr>
          <p:cNvPr id="11" name="Text 9"/>
          <p:cNvSpPr/>
          <p:nvPr/>
        </p:nvSpPr>
        <p:spPr>
          <a:xfrm>
            <a:off x="638251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2</a:t>
            </a:r>
            <a:endParaRPr lang="en-US" sz="1350"/>
          </a:p>
        </p:txBody>
      </p:sp>
      <p:sp>
        <p:nvSpPr>
          <p:cNvPr id="12" name="Text 10"/>
          <p:cNvSpPr/>
          <p:nvPr/>
        </p:nvSpPr>
        <p:spPr>
          <a:xfrm>
            <a:off x="6382512" y="2084832"/>
            <a:ext cx="4507992" cy="667512"/>
          </a:xfrm>
          <a:prstGeom prst="rect">
            <a:avLst/>
          </a:prstGeom>
          <a:noFill/>
          <a:ln/>
        </p:spPr>
        <p:txBody>
          <a:bodyPr wrap="square" lIns="508" tIns="508" rIns="508" bIns="508" rtlCol="0" anchor="t">
            <a:normAutofit fontScale="92500"/>
          </a:bodyPr>
          <a:lstStyle/>
          <a:p>
            <a:pPr marL="0" indent="0">
              <a:buNone/>
            </a:pPr>
            <a:r>
              <a:rPr lang="en-US" sz="2200" dirty="0">
                <a:solidFill>
                  <a:srgbClr val="374151"/>
                </a:solidFill>
                <a:latin typeface="Barlow" pitchFamily="34" charset="0"/>
                <a:ea typeface="Barlow" pitchFamily="34" charset="-122"/>
                <a:cs typeface="Barlow" pitchFamily="34" charset="-120"/>
              </a:rPr>
              <a:t>Created pages and assets to replicate a business operations portal </a:t>
            </a:r>
            <a:endParaRPr lang="en-US" sz="1100" dirty="0"/>
          </a:p>
        </p:txBody>
      </p:sp>
      <p:sp>
        <p:nvSpPr>
          <p:cNvPr id="13" name="Shape 11"/>
          <p:cNvSpPr/>
          <p:nvPr/>
        </p:nvSpPr>
        <p:spPr>
          <a:xfrm>
            <a:off x="68580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4" name="Shape 12"/>
          <p:cNvSpPr/>
          <p:nvPr/>
        </p:nvSpPr>
        <p:spPr>
          <a:xfrm>
            <a:off x="685800" y="3401568"/>
            <a:ext cx="73152" cy="1325880"/>
          </a:xfrm>
          <a:prstGeom prst="rect">
            <a:avLst/>
          </a:prstGeom>
          <a:solidFill>
            <a:srgbClr val="6251BD"/>
          </a:solidFill>
          <a:ln w="12700">
            <a:solidFill>
              <a:srgbClr val="6251BD"/>
            </a:solidFill>
            <a:prstDash val="solid"/>
          </a:ln>
        </p:spPr>
        <p:txBody>
          <a:bodyPr/>
          <a:lstStyle/>
          <a:p>
            <a:endParaRPr/>
          </a:p>
        </p:txBody>
      </p:sp>
      <p:sp>
        <p:nvSpPr>
          <p:cNvPr id="15" name="Text 13"/>
          <p:cNvSpPr/>
          <p:nvPr/>
        </p:nvSpPr>
        <p:spPr>
          <a:xfrm>
            <a:off x="94183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3</a:t>
            </a:r>
            <a:endParaRPr lang="en-US" sz="1350"/>
          </a:p>
        </p:txBody>
      </p:sp>
      <p:sp>
        <p:nvSpPr>
          <p:cNvPr id="16" name="Text 14"/>
          <p:cNvSpPr/>
          <p:nvPr/>
        </p:nvSpPr>
        <p:spPr>
          <a:xfrm>
            <a:off x="94183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dirty="0">
                <a:solidFill>
                  <a:srgbClr val="374151"/>
                </a:solidFill>
                <a:latin typeface="Barlow" pitchFamily="34" charset="0"/>
                <a:ea typeface="Barlow" pitchFamily="34" charset="-122"/>
                <a:cs typeface="Barlow" pitchFamily="34" charset="-120"/>
              </a:rPr>
              <a:t>Implemented a page context-aware chat assistant</a:t>
            </a:r>
            <a:endParaRPr lang="en-US" sz="1100" dirty="0"/>
          </a:p>
        </p:txBody>
      </p:sp>
      <p:sp>
        <p:nvSpPr>
          <p:cNvPr id="17" name="Shape 15"/>
          <p:cNvSpPr/>
          <p:nvPr/>
        </p:nvSpPr>
        <p:spPr>
          <a:xfrm>
            <a:off x="612648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8" name="Shape 16"/>
          <p:cNvSpPr/>
          <p:nvPr/>
        </p:nvSpPr>
        <p:spPr>
          <a:xfrm>
            <a:off x="6126480" y="3401568"/>
            <a:ext cx="73152" cy="1325880"/>
          </a:xfrm>
          <a:prstGeom prst="rect">
            <a:avLst/>
          </a:prstGeom>
          <a:solidFill>
            <a:srgbClr val="F6C344"/>
          </a:solidFill>
          <a:ln w="12700">
            <a:solidFill>
              <a:srgbClr val="F6C344"/>
            </a:solidFill>
            <a:prstDash val="solid"/>
          </a:ln>
        </p:spPr>
        <p:txBody>
          <a:bodyPr/>
          <a:lstStyle/>
          <a:p>
            <a:endParaRPr/>
          </a:p>
        </p:txBody>
      </p:sp>
      <p:sp>
        <p:nvSpPr>
          <p:cNvPr id="19" name="Text 17"/>
          <p:cNvSpPr/>
          <p:nvPr/>
        </p:nvSpPr>
        <p:spPr>
          <a:xfrm>
            <a:off x="638251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4</a:t>
            </a:r>
            <a:endParaRPr lang="en-US" sz="1350"/>
          </a:p>
        </p:txBody>
      </p:sp>
      <p:sp>
        <p:nvSpPr>
          <p:cNvPr id="20" name="Text 18"/>
          <p:cNvSpPr/>
          <p:nvPr/>
        </p:nvSpPr>
        <p:spPr>
          <a:xfrm>
            <a:off x="638251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dirty="0">
                <a:solidFill>
                  <a:srgbClr val="374151"/>
                </a:solidFill>
                <a:latin typeface="Barlow" pitchFamily="34" charset="0"/>
                <a:ea typeface="Barlow" pitchFamily="34" charset="-122"/>
                <a:cs typeface="Barlow" pitchFamily="34" charset="-120"/>
              </a:rPr>
              <a:t>Ensured security, reusability, and functionality. </a:t>
            </a:r>
            <a:endParaRPr lang="en-US" sz="1100" dirty="0"/>
          </a:p>
        </p:txBody>
      </p:sp>
      <p:sp>
        <p:nvSpPr>
          <p:cNvPr id="21" name="Shape 19"/>
          <p:cNvSpPr/>
          <p:nvPr/>
        </p:nvSpPr>
        <p:spPr>
          <a:xfrm>
            <a:off x="914400" y="5532120"/>
            <a:ext cx="73152" cy="502920"/>
          </a:xfrm>
          <a:prstGeom prst="rect">
            <a:avLst/>
          </a:prstGeom>
          <a:solidFill>
            <a:srgbClr val="00AED6"/>
          </a:solidFill>
          <a:ln w="12700">
            <a:solidFill>
              <a:srgbClr val="00AED6"/>
            </a:solidFill>
            <a:prstDash val="solid"/>
          </a:ln>
        </p:spPr>
        <p:txBody>
          <a:bodyPr/>
          <a:lstStyle/>
          <a:p>
            <a:endParaRPr/>
          </a:p>
        </p:txBody>
      </p:sp>
      <p:sp>
        <p:nvSpPr>
          <p:cNvPr id="22" name="Text 20"/>
          <p:cNvSpPr/>
          <p:nvPr/>
        </p:nvSpPr>
        <p:spPr>
          <a:xfrm>
            <a:off x="1115568" y="5532120"/>
            <a:ext cx="10222992" cy="502920"/>
          </a:xfrm>
          <a:prstGeom prst="rect">
            <a:avLst/>
          </a:prstGeom>
          <a:noFill/>
          <a:ln/>
        </p:spPr>
        <p:txBody>
          <a:bodyPr wrap="square" lIns="254" tIns="254" rIns="254" bIns="254" rtlCol="0" anchor="ctr">
            <a:normAutofit/>
          </a:bodyPr>
          <a:lstStyle/>
          <a:p>
            <a:pPr marL="0" indent="0">
              <a:buNone/>
            </a:pPr>
            <a:r>
              <a:rPr lang="en-US" sz="2200" i="1">
                <a:solidFill>
                  <a:srgbClr val="374151"/>
                </a:solidFill>
                <a:latin typeface="Barlow" pitchFamily="34" charset="0"/>
                <a:ea typeface="Barlow" pitchFamily="34" charset="-122"/>
                <a:cs typeface="Barlow" pitchFamily="34" charset="-120"/>
              </a:rPr>
              <a:t>Next: Contextual Assistance, History, and Grounding</a:t>
            </a:r>
            <a:endParaRPr lang="en-US" sz="1300"/>
          </a:p>
        </p:txBody>
      </p:sp>
      <p:sp>
        <p:nvSpPr>
          <p:cNvPr id="23" name="Shape 2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4" name="Text 2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77</a:t>
            </a:r>
            <a:endParaRPr lang="en-US" sz="900"/>
          </a:p>
        </p:txBody>
      </p:sp>
      <p:sp>
        <p:nvSpPr>
          <p:cNvPr id="25" name="Text 2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7 Review</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500"/>
                                        <p:tgtEl>
                                          <p:spTgt spid="14"/>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500"/>
                                        <p:tgtEl>
                                          <p:spTgt spid="15"/>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00"/>
                                        <p:tgtEl>
                                          <p:spTgt spid="16"/>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500"/>
                                        <p:tgtEl>
                                          <p:spTgt spid="17"/>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18"/>
                                        </p:tgtEl>
                                        <p:attrNameLst>
                                          <p:attrName>style.visibility</p:attrName>
                                        </p:attrNameLst>
                                      </p:cBhvr>
                                      <p:to>
                                        <p:strVal val="visible"/>
                                      </p:to>
                                    </p:set>
                                    <p:animEffect transition="in" filter="fade">
                                      <p:cBhvr>
                                        <p:cTn id="68" dur="500"/>
                                        <p:tgtEl>
                                          <p:spTgt spid="18"/>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19"/>
                                        </p:tgtEl>
                                        <p:attrNameLst>
                                          <p:attrName>style.visibility</p:attrName>
                                        </p:attrNameLst>
                                      </p:cBhvr>
                                      <p:to>
                                        <p:strVal val="visible"/>
                                      </p:to>
                                    </p:set>
                                    <p:animEffect transition="in" filter="fade">
                                      <p:cBhvr>
                                        <p:cTn id="73" dur="500"/>
                                        <p:tgtEl>
                                          <p:spTgt spid="19"/>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500"/>
                                        <p:tgtEl>
                                          <p:spTgt spid="20"/>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21"/>
                                        </p:tgtEl>
                                        <p:attrNameLst>
                                          <p:attrName>style.visibility</p:attrName>
                                        </p:attrNameLst>
                                      </p:cBhvr>
                                      <p:to>
                                        <p:strVal val="visible"/>
                                      </p:to>
                                    </p:set>
                                    <p:animEffect transition="in" filter="fade">
                                      <p:cBhvr>
                                        <p:cTn id="83" dur="500"/>
                                        <p:tgtEl>
                                          <p:spTgt spid="21"/>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name="Slide 7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Shape 1"/>
          <p:cNvSpPr/>
          <p:nvPr/>
        </p:nvSpPr>
        <p:spPr>
          <a:xfrm>
            <a:off x="0" y="0"/>
            <a:ext cx="12191695" cy="6858000"/>
          </a:xfrm>
          <a:prstGeom prst="rect">
            <a:avLst/>
          </a:prstGeom>
          <a:solidFill>
            <a:srgbClr val="F7F9FC"/>
          </a:solidFill>
          <a:ln w="12700">
            <a:solidFill>
              <a:srgbClr val="F7F9FC"/>
            </a:solidFill>
            <a:prstDash val="solid"/>
          </a:ln>
        </p:spPr>
        <p:txBody>
          <a:bodyPr/>
          <a:lstStyle/>
          <a:p>
            <a:endParaRPr/>
          </a:p>
        </p:txBody>
      </p:sp>
      <p:sp>
        <p:nvSpPr>
          <p:cNvPr id="4" name="Shape 2"/>
          <p:cNvSpPr/>
          <p:nvPr/>
        </p:nvSpPr>
        <p:spPr>
          <a:xfrm>
            <a:off x="0" y="2514600"/>
            <a:ext cx="960120" cy="1417320"/>
          </a:xfrm>
          <a:prstGeom prst="chevron">
            <a:avLst/>
          </a:prstGeom>
          <a:solidFill>
            <a:srgbClr val="00AED6"/>
          </a:solidFill>
          <a:ln w="12700">
            <a:solidFill>
              <a:srgbClr val="00AED6"/>
            </a:solidFill>
            <a:prstDash val="solid"/>
          </a:ln>
        </p:spPr>
        <p:txBody>
          <a:bodyPr/>
          <a:lstStyle/>
          <a:p>
            <a:endParaRPr/>
          </a:p>
        </p:txBody>
      </p:sp>
      <p:sp>
        <p:nvSpPr>
          <p:cNvPr id="5" name="Text 3"/>
          <p:cNvSpPr/>
          <p:nvPr/>
        </p:nvSpPr>
        <p:spPr>
          <a:xfrm>
            <a:off x="91440" y="2944368"/>
            <a:ext cx="457200" cy="402336"/>
          </a:xfrm>
          <a:prstGeom prst="rect">
            <a:avLst/>
          </a:prstGeom>
          <a:noFill/>
          <a:ln/>
        </p:spPr>
        <p:txBody>
          <a:bodyPr wrap="square" lIns="0" tIns="0" rIns="0" bIns="0" rtlCol="0" anchor="ctr"/>
          <a:lstStyle/>
          <a:p>
            <a:pPr marL="0" indent="0" algn="ctr">
              <a:buNone/>
            </a:pPr>
            <a:r>
              <a:rPr lang="en-US" sz="2200" b="1">
                <a:solidFill>
                  <a:srgbClr val="FFFFFF"/>
                </a:solidFill>
                <a:latin typeface="Raleway" pitchFamily="34" charset="0"/>
                <a:ea typeface="Raleway" pitchFamily="34" charset="-122"/>
                <a:cs typeface="Raleway" pitchFamily="34" charset="-120"/>
              </a:rPr>
              <a:t>8</a:t>
            </a:r>
            <a:endParaRPr lang="en-US" sz="2200"/>
          </a:p>
        </p:txBody>
      </p:sp>
      <p:sp>
        <p:nvSpPr>
          <p:cNvPr id="6" name="Text 4"/>
          <p:cNvSpPr/>
          <p:nvPr/>
        </p:nvSpPr>
        <p:spPr>
          <a:xfrm>
            <a:off x="1417320" y="2121408"/>
            <a:ext cx="3657600" cy="32004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a:t>
            </a:r>
            <a:endParaRPr lang="en-US" sz="1600"/>
          </a:p>
        </p:txBody>
      </p:sp>
      <p:sp>
        <p:nvSpPr>
          <p:cNvPr id="7" name="Text 5"/>
          <p:cNvSpPr/>
          <p:nvPr/>
        </p:nvSpPr>
        <p:spPr>
          <a:xfrm>
            <a:off x="1417320" y="2468880"/>
            <a:ext cx="6400800" cy="1097280"/>
          </a:xfrm>
          <a:prstGeom prst="rect">
            <a:avLst/>
          </a:prstGeom>
          <a:noFill/>
          <a:ln/>
        </p:spPr>
        <p:txBody>
          <a:bodyPr wrap="square" lIns="0" tIns="0" rIns="0" bIns="0" rtlCol="0" anchor="ctr">
            <a:normAutofit/>
          </a:bodyPr>
          <a:lstStyle/>
          <a:p>
            <a:pPr marL="0" indent="0">
              <a:buNone/>
            </a:pPr>
            <a:r>
              <a:rPr lang="en-US" sz="3600" b="1">
                <a:solidFill>
                  <a:srgbClr val="007DB8"/>
                </a:solidFill>
                <a:latin typeface="Raleway" pitchFamily="34" charset="0"/>
                <a:ea typeface="Raleway" pitchFamily="34" charset="-122"/>
                <a:cs typeface="Raleway" pitchFamily="34" charset="-120"/>
              </a:rPr>
              <a:t>Contextual Assistance, History, and Grounding</a:t>
            </a:r>
            <a:endParaRPr lang="en-US" sz="3600"/>
          </a:p>
        </p:txBody>
      </p:sp>
      <p:sp>
        <p:nvSpPr>
          <p:cNvPr id="8" name="Text 6"/>
          <p:cNvSpPr/>
          <p:nvPr/>
        </p:nvSpPr>
        <p:spPr>
          <a:xfrm>
            <a:off x="1463040" y="3794760"/>
            <a:ext cx="6217920" cy="658368"/>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Add persistence, document intelligence, RAG, citations, and memory to the portal.</a:t>
            </a:r>
            <a:endParaRPr lang="en-US" sz="1600"/>
          </a:p>
        </p:txBody>
      </p:sp>
      <p:sp>
        <p:nvSpPr>
          <p:cNvPr id="9" name="Shape 7"/>
          <p:cNvSpPr/>
          <p:nvPr/>
        </p:nvSpPr>
        <p:spPr>
          <a:xfrm>
            <a:off x="8321040" y="1783080"/>
            <a:ext cx="2468880" cy="1645920"/>
          </a:xfrm>
          <a:prstGeom prst="roundRect">
            <a:avLst>
              <a:gd name="adj" fmla="val 2778"/>
            </a:avLst>
          </a:prstGeom>
          <a:solidFill>
            <a:srgbClr val="FFFFFF"/>
          </a:solidFill>
          <a:ln w="12700">
            <a:solidFill>
              <a:srgbClr val="C9D4E2"/>
            </a:solidFill>
            <a:prstDash val="solid"/>
          </a:ln>
        </p:spPr>
        <p:txBody>
          <a:bodyPr/>
          <a:lstStyle/>
          <a:p>
            <a:endParaRPr/>
          </a:p>
        </p:txBody>
      </p:sp>
      <p:sp>
        <p:nvSpPr>
          <p:cNvPr id="10" name="Shape 8"/>
          <p:cNvSpPr/>
          <p:nvPr/>
        </p:nvSpPr>
        <p:spPr>
          <a:xfrm>
            <a:off x="8321040" y="1783080"/>
            <a:ext cx="2468880" cy="237744"/>
          </a:xfrm>
          <a:prstGeom prst="rect">
            <a:avLst/>
          </a:prstGeom>
          <a:solidFill>
            <a:srgbClr val="00AED6"/>
          </a:solidFill>
          <a:ln w="12700">
            <a:solidFill>
              <a:srgbClr val="00AED6"/>
            </a:solidFill>
            <a:prstDash val="solid"/>
          </a:ln>
        </p:spPr>
        <p:txBody>
          <a:bodyPr/>
          <a:lstStyle/>
          <a:p>
            <a:endParaRPr/>
          </a:p>
        </p:txBody>
      </p:sp>
      <p:sp>
        <p:nvSpPr>
          <p:cNvPr id="11" name="Shape 9"/>
          <p:cNvSpPr/>
          <p:nvPr/>
        </p:nvSpPr>
        <p:spPr>
          <a:xfrm>
            <a:off x="8577072" y="2331720"/>
            <a:ext cx="640080" cy="640080"/>
          </a:xfrm>
          <a:prstGeom prst="roundRect">
            <a:avLst>
              <a:gd name="adj" fmla="val 7143"/>
            </a:avLst>
          </a:prstGeom>
          <a:solidFill>
            <a:srgbClr val="E6F7FB"/>
          </a:solidFill>
          <a:ln w="12700">
            <a:solidFill>
              <a:srgbClr val="00AED6"/>
            </a:solidFill>
            <a:prstDash val="solid"/>
          </a:ln>
        </p:spPr>
        <p:txBody>
          <a:bodyPr/>
          <a:lstStyle/>
          <a:p>
            <a:endParaRPr/>
          </a:p>
        </p:txBody>
      </p:sp>
      <p:sp>
        <p:nvSpPr>
          <p:cNvPr id="12" name="Shape 10"/>
          <p:cNvSpPr/>
          <p:nvPr/>
        </p:nvSpPr>
        <p:spPr>
          <a:xfrm>
            <a:off x="9400032" y="2331720"/>
            <a:ext cx="109728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3" name="Shape 11"/>
          <p:cNvSpPr/>
          <p:nvPr/>
        </p:nvSpPr>
        <p:spPr>
          <a:xfrm>
            <a:off x="9400032" y="2633472"/>
            <a:ext cx="77724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4" name="Text 12"/>
          <p:cNvSpPr/>
          <p:nvPr/>
        </p:nvSpPr>
        <p:spPr>
          <a:xfrm>
            <a:off x="9189720" y="4114800"/>
            <a:ext cx="1097280" cy="548640"/>
          </a:xfrm>
          <a:prstGeom prst="rect">
            <a:avLst/>
          </a:prstGeom>
          <a:noFill/>
          <a:ln/>
        </p:spPr>
        <p:txBody>
          <a:bodyPr wrap="square" lIns="0" tIns="0" rIns="0" bIns="0" rtlCol="0" anchor="ctr"/>
          <a:lstStyle/>
          <a:p>
            <a:pPr marL="0" indent="0">
              <a:buNone/>
            </a:pPr>
            <a:r>
              <a:rPr lang="en-US" sz="3500" b="1">
                <a:solidFill>
                  <a:srgbClr val="00AED6"/>
                </a:solidFill>
                <a:latin typeface="Raleway" pitchFamily="34" charset="0"/>
                <a:ea typeface="Raleway" pitchFamily="34" charset="-122"/>
                <a:cs typeface="Raleway" pitchFamily="34" charset="-120"/>
              </a:rPr>
              <a:t>AI</a:t>
            </a:r>
            <a:endParaRPr lang="en-US" sz="3500"/>
          </a:p>
        </p:txBody>
      </p:sp>
      <p:sp>
        <p:nvSpPr>
          <p:cNvPr id="15" name="Shape 13"/>
          <p:cNvSpPr/>
          <p:nvPr/>
        </p:nvSpPr>
        <p:spPr>
          <a:xfrm>
            <a:off x="9473184" y="3474720"/>
            <a:ext cx="0" cy="502920"/>
          </a:xfrm>
          <a:prstGeom prst="line">
            <a:avLst/>
          </a:prstGeom>
          <a:noFill/>
          <a:ln w="25400">
            <a:solidFill>
              <a:srgbClr val="00AED6"/>
            </a:solidFill>
            <a:prstDash val="solid"/>
            <a:headEnd type="none"/>
            <a:tailEnd type="triangle"/>
          </a:ln>
        </p:spPr>
        <p:txBody>
          <a:bodyPr/>
          <a:lstStyle/>
          <a:p>
            <a:endParaRPr/>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78</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a:t>
            </a:r>
            <a:endParaRPr lang="en-US" sz="75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7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Contextual Assistance, History, and Grounding Roadmap</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How the lessons in this section fit together.</a:t>
            </a:r>
            <a:endParaRPr lang="en-US" sz="1250"/>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80</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a:t>
            </a:r>
            <a:endParaRPr lang="en-US" sz="750"/>
          </a:p>
        </p:txBody>
      </p:sp>
      <p:sp>
        <p:nvSpPr>
          <p:cNvPr id="5" name="TextBox 23"/>
          <p:cNvSpPr txBox="1"/>
          <p:nvPr/>
        </p:nvSpPr>
        <p:spPr>
          <a:xfrm>
            <a:off x="822959" y="1591056"/>
            <a:ext cx="9445647" cy="5878532"/>
          </a:xfrm>
          <a:prstGeom prst="rect">
            <a:avLst/>
          </a:prstGeom>
          <a:noFill/>
        </p:spPr>
        <p:txBody>
          <a:bodyPr wrap="square" lIns="0" tIns="0" rIns="0" bIns="0" anchor="t">
            <a:spAutoFit/>
          </a:bodyPr>
          <a:lstStyle/>
          <a:p>
            <a:pPr>
              <a:spcAft>
                <a:spcPts val="600"/>
              </a:spcAft>
            </a:pPr>
            <a:r>
              <a:rPr lang="en-US" sz="3200" dirty="0">
                <a:solidFill>
                  <a:srgbClr val="00AED6"/>
                </a:solidFill>
              </a:rPr>
              <a:t>▸ </a:t>
            </a:r>
            <a:r>
              <a:rPr lang="en-US" sz="2400" dirty="0">
                <a:solidFill>
                  <a:srgbClr val="374151"/>
                </a:solidFill>
              </a:rPr>
              <a:t>Add SQLite Database and Authentication [Demo]</a:t>
            </a:r>
          </a:p>
          <a:p>
            <a:pPr>
              <a:spcAft>
                <a:spcPts val="600"/>
              </a:spcAft>
            </a:pPr>
            <a:r>
              <a:rPr lang="en-US" sz="3200" dirty="0">
                <a:solidFill>
                  <a:srgbClr val="00AED6"/>
                </a:solidFill>
              </a:rPr>
              <a:t>▸ </a:t>
            </a:r>
            <a:r>
              <a:rPr lang="en-US" sz="2400" dirty="0">
                <a:solidFill>
                  <a:srgbClr val="374151"/>
                </a:solidFill>
              </a:rPr>
              <a:t>Persist Copilot Conversations [Demo]</a:t>
            </a:r>
          </a:p>
          <a:p>
            <a:pPr>
              <a:spcAft>
                <a:spcPts val="600"/>
              </a:spcAft>
            </a:pPr>
            <a:r>
              <a:rPr lang="en-US" sz="3200" dirty="0">
                <a:solidFill>
                  <a:srgbClr val="00AED6"/>
                </a:solidFill>
              </a:rPr>
              <a:t>▸ </a:t>
            </a:r>
            <a:r>
              <a:rPr lang="en-US" sz="2400" dirty="0">
                <a:solidFill>
                  <a:srgbClr val="374151"/>
                </a:solidFill>
              </a:rPr>
              <a:t>Reload Historical Context into Semantic Kernel [Demo]</a:t>
            </a:r>
          </a:p>
          <a:p>
            <a:pPr>
              <a:spcAft>
                <a:spcPts val="600"/>
              </a:spcAft>
            </a:pPr>
            <a:r>
              <a:rPr lang="en-US" sz="3200" dirty="0">
                <a:solidFill>
                  <a:srgbClr val="00AED6"/>
                </a:solidFill>
              </a:rPr>
              <a:t>▸ </a:t>
            </a:r>
            <a:r>
              <a:rPr lang="en-US" sz="2400" dirty="0">
                <a:solidFill>
                  <a:srgbClr val="374151"/>
                </a:solidFill>
              </a:rPr>
              <a:t>Add Document Upload Support [Demo]</a:t>
            </a:r>
          </a:p>
          <a:p>
            <a:pPr>
              <a:spcAft>
                <a:spcPts val="600"/>
              </a:spcAft>
            </a:pPr>
            <a:r>
              <a:rPr lang="en-US" sz="3200" dirty="0">
                <a:solidFill>
                  <a:srgbClr val="00AED6"/>
                </a:solidFill>
              </a:rPr>
              <a:t>▸ </a:t>
            </a:r>
            <a:r>
              <a:rPr lang="en-US" sz="2400" dirty="0">
                <a:solidFill>
                  <a:srgbClr val="374151"/>
                </a:solidFill>
              </a:rPr>
              <a:t>Extract Text from PDFs with </a:t>
            </a:r>
            <a:r>
              <a:rPr lang="en-US" sz="2400" dirty="0" err="1">
                <a:solidFill>
                  <a:srgbClr val="374151"/>
                </a:solidFill>
              </a:rPr>
              <a:t>IronPDF</a:t>
            </a:r>
            <a:r>
              <a:rPr lang="en-US" sz="2400" dirty="0">
                <a:solidFill>
                  <a:srgbClr val="374151"/>
                </a:solidFill>
              </a:rPr>
              <a:t> [Demo]</a:t>
            </a:r>
          </a:p>
          <a:p>
            <a:pPr>
              <a:spcAft>
                <a:spcPts val="600"/>
              </a:spcAft>
            </a:pPr>
            <a:r>
              <a:rPr lang="en-US" sz="3200" dirty="0">
                <a:solidFill>
                  <a:srgbClr val="00AED6"/>
                </a:solidFill>
              </a:rPr>
              <a:t>▸ </a:t>
            </a:r>
            <a:r>
              <a:rPr lang="en-US" sz="2400" dirty="0">
                <a:solidFill>
                  <a:srgbClr val="374151"/>
                </a:solidFill>
              </a:rPr>
              <a:t>Handle Scanned PDFs with OCR [Demo]</a:t>
            </a:r>
          </a:p>
          <a:p>
            <a:pPr>
              <a:spcAft>
                <a:spcPts val="600"/>
              </a:spcAft>
            </a:pPr>
            <a:r>
              <a:rPr lang="en-US" sz="3200" dirty="0">
                <a:solidFill>
                  <a:srgbClr val="00AED6"/>
                </a:solidFill>
              </a:rPr>
              <a:t>▸ </a:t>
            </a:r>
            <a:r>
              <a:rPr lang="en-US" sz="2400" dirty="0">
                <a:solidFill>
                  <a:srgbClr val="374151"/>
                </a:solidFill>
              </a:rPr>
              <a:t>Build a Document Preprocessing Pipeline [Demo]</a:t>
            </a:r>
          </a:p>
          <a:p>
            <a:pPr>
              <a:spcAft>
                <a:spcPts val="600"/>
              </a:spcAft>
            </a:pPr>
            <a:r>
              <a:rPr lang="en-US" sz="3200" dirty="0">
                <a:solidFill>
                  <a:srgbClr val="00AED6"/>
                </a:solidFill>
              </a:rPr>
              <a:t>▸ </a:t>
            </a:r>
            <a:r>
              <a:rPr lang="en-US" sz="2400" dirty="0">
                <a:solidFill>
                  <a:srgbClr val="374151"/>
                </a:solidFill>
              </a:rPr>
              <a:t>Core RAG Concepts</a:t>
            </a:r>
          </a:p>
          <a:p>
            <a:pPr>
              <a:spcAft>
                <a:spcPts val="600"/>
              </a:spcAft>
            </a:pPr>
            <a:r>
              <a:rPr lang="en-US" sz="3200" dirty="0">
                <a:solidFill>
                  <a:srgbClr val="00AED6"/>
                </a:solidFill>
              </a:rPr>
              <a:t>▸ </a:t>
            </a:r>
            <a:r>
              <a:rPr lang="en-US" sz="2400" dirty="0">
                <a:solidFill>
                  <a:srgbClr val="374151"/>
                </a:solidFill>
              </a:rPr>
              <a:t>Prepare Document Chunks and Metadata [Demo]</a:t>
            </a:r>
          </a:p>
          <a:p>
            <a:pPr>
              <a:spcAft>
                <a:spcPts val="600"/>
              </a:spcAft>
            </a:pPr>
            <a:endParaRPr lang="en-US" sz="2200" dirty="0">
              <a:solidFill>
                <a:srgbClr val="374151"/>
              </a:solidFill>
            </a:endParaRPr>
          </a:p>
          <a:p>
            <a:pPr algn="l">
              <a:spcBef>
                <a:spcPts val="0"/>
              </a:spcBef>
              <a:spcAft>
                <a:spcPts val="600"/>
              </a:spcAft>
            </a:pPr>
            <a:endParaRPr lang="en-US" sz="2200" b="0" i="0" dirty="0">
              <a:solidFill>
                <a:srgbClr val="374151"/>
              </a:solidFill>
              <a:latin typeface="Barlow"/>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5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fade">
                                      <p:cBhvr>
                                        <p:cTn id="42" dur="500"/>
                                        <p:tgtEl>
                                          <p:spTgt spid="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
                                            <p:txEl>
                                              <p:pRg st="8" end="8"/>
                                            </p:txEl>
                                          </p:spTgt>
                                        </p:tgtEl>
                                        <p:attrNameLst>
                                          <p:attrName>style.visibility</p:attrName>
                                        </p:attrNameLst>
                                      </p:cBhvr>
                                      <p:to>
                                        <p:strVal val="visible"/>
                                      </p:to>
                                    </p:set>
                                    <p:animEffect transition="in" filter="fade">
                                      <p:cBhvr>
                                        <p:cTn id="47"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name="Slide 2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7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Add Database Persistence with EF Core and SQLite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dirty="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dirty="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Configure EF Core with SQLite for lightweight, local database storage.</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portal uses a local SQLite database managed by EF Core migrations.</a:t>
            </a:r>
            <a:endParaRPr lang="en-US" sz="1160"/>
          </a:p>
        </p:txBody>
      </p:sp>
      <p:sp>
        <p:nvSpPr>
          <p:cNvPr id="10" name="Shape 8"/>
          <p:cNvSpPr/>
          <p:nvPr/>
        </p:nvSpPr>
        <p:spPr>
          <a:xfrm>
            <a:off x="4343400" y="1508760"/>
            <a:ext cx="6995160" cy="2057400"/>
          </a:xfrm>
          <a:prstGeom prst="roundRect">
            <a:avLst>
              <a:gd name="adj" fmla="val 2667"/>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205740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1399032"/>
          </a:xfrm>
          <a:prstGeom prst="rect">
            <a:avLst/>
          </a:prstGeom>
          <a:noFill/>
          <a:ln/>
        </p:spPr>
        <p:txBody>
          <a:bodyPr wrap="square" lIns="508" tIns="508" rIns="508" bIns="508" rtlCol="0" anchor="t">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1. Install EF Core and SQLite NuGet packages.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Define the application DbContext and connection string.</a:t>
            </a:r>
            <a:endParaRPr lang="en-US" sz="1160"/>
          </a:p>
          <a:p>
            <a:pPr marL="0" indent="0">
              <a:buNone/>
            </a:pPr>
            <a:r>
              <a:rPr lang="en-US" sz="2200">
                <a:solidFill>
                  <a:srgbClr val="374151"/>
                </a:solidFill>
                <a:latin typeface="Barlow" pitchFamily="34" charset="0"/>
                <a:ea typeface="Barlow" pitchFamily="34" charset="-122"/>
                <a:cs typeface="Barlow" pitchFamily="34" charset="-120"/>
              </a:rPr>
              <a:t>3. Create an initial migration and apply it.</a:t>
            </a:r>
            <a:endParaRPr lang="en-US" sz="1160"/>
          </a:p>
          <a:p>
            <a:pPr marL="0" indent="0">
              <a:buNone/>
            </a:pPr>
            <a:r>
              <a:rPr lang="en-US" sz="2200">
                <a:solidFill>
                  <a:srgbClr val="374151"/>
                </a:solidFill>
                <a:latin typeface="Barlow" pitchFamily="34" charset="0"/>
                <a:ea typeface="Barlow" pitchFamily="34" charset="-122"/>
                <a:cs typeface="Barlow" pitchFamily="34" charset="-120"/>
              </a:rPr>
              <a:t>4. Verify the database is created and accessible.</a:t>
            </a:r>
            <a:endParaRPr lang="en-US" sz="1160"/>
          </a:p>
        </p:txBody>
      </p:sp>
      <p:sp>
        <p:nvSpPr>
          <p:cNvPr id="15" name="Shape 13"/>
          <p:cNvSpPr/>
          <p:nvPr/>
        </p:nvSpPr>
        <p:spPr>
          <a:xfrm>
            <a:off x="4343400" y="3840480"/>
            <a:ext cx="6995160" cy="1737360"/>
          </a:xfrm>
          <a:prstGeom prst="roundRect">
            <a:avLst>
              <a:gd name="adj" fmla="val 2632"/>
            </a:avLst>
          </a:prstGeom>
          <a:solidFill>
            <a:srgbClr val="152233"/>
          </a:solidFill>
          <a:ln w="12700">
            <a:solidFill>
              <a:srgbClr val="152233"/>
            </a:solidFill>
            <a:prstDash val="solid"/>
          </a:ln>
        </p:spPr>
        <p:txBody>
          <a:bodyPr/>
          <a:lstStyle/>
          <a:p>
            <a:endParaRPr/>
          </a:p>
        </p:txBody>
      </p:sp>
      <p:sp>
        <p:nvSpPr>
          <p:cNvPr id="16" name="Text 14"/>
          <p:cNvSpPr/>
          <p:nvPr/>
        </p:nvSpPr>
        <p:spPr>
          <a:xfrm>
            <a:off x="4572000" y="4069080"/>
            <a:ext cx="6537960" cy="1325880"/>
          </a:xfrm>
          <a:prstGeom prst="rect">
            <a:avLst/>
          </a:prstGeom>
          <a:noFill/>
          <a:ln/>
        </p:spPr>
        <p:txBody>
          <a:bodyPr wrap="square" lIns="127" tIns="127" rIns="127" bIns="127" rtlCol="0" anchor="ctr">
            <a:normAutofit/>
          </a:bodyPr>
          <a:lstStyle/>
          <a:p>
            <a:pPr marL="0" indent="0">
              <a:buNone/>
            </a:pPr>
            <a:r>
              <a:rPr lang="en-US" sz="950">
                <a:solidFill>
                  <a:srgbClr val="E8F3FF"/>
                </a:solidFill>
                <a:latin typeface="Cascadia Code" pitchFamily="34" charset="0"/>
                <a:ea typeface="Cascadia Code" pitchFamily="34" charset="-122"/>
                <a:cs typeface="Cascadia Code" pitchFamily="34" charset="-120"/>
              </a:rPr>
              <a:t>dotnet add package Microsoft.EntityFrameworkCore.Sqlite</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dotnet ef migrations add InitialCreate</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dotnet ef database update</a:t>
            </a:r>
            <a:endParaRPr lang="en-US" sz="950"/>
          </a:p>
        </p:txBody>
      </p:sp>
      <p:sp>
        <p:nvSpPr>
          <p:cNvPr id="17" name="Shape 1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8" name="Text 1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79</a:t>
            </a:r>
            <a:endParaRPr lang="en-US" sz="900"/>
          </a:p>
        </p:txBody>
      </p:sp>
      <p:sp>
        <p:nvSpPr>
          <p:cNvPr id="19" name="Text 1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name="Slide 2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Implement User Authentication for Session Tracking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dirty="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dirty="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Add user identity so sessions and actions map to individual users.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Users can log in and their identity flows through to copilot interactions.</a:t>
            </a:r>
            <a:endParaRPr lang="en-US" sz="1160"/>
          </a:p>
        </p:txBody>
      </p:sp>
      <p:sp>
        <p:nvSpPr>
          <p:cNvPr id="10" name="Shape 8"/>
          <p:cNvSpPr/>
          <p:nvPr/>
        </p:nvSpPr>
        <p:spPr>
          <a:xfrm>
            <a:off x="4343400" y="1508760"/>
            <a:ext cx="6995160" cy="2057400"/>
          </a:xfrm>
          <a:prstGeom prst="roundRect">
            <a:avLst>
              <a:gd name="adj" fmla="val 2667"/>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205740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1399032"/>
          </a:xfrm>
          <a:prstGeom prst="rect">
            <a:avLst/>
          </a:prstGeom>
          <a:noFill/>
          <a:ln/>
        </p:spPr>
        <p:txBody>
          <a:bodyPr wrap="square" lIns="508" tIns="508" rIns="508" bIns="508" rtlCol="0" anchor="t">
            <a:normAutofit/>
          </a:bodyPr>
          <a:lstStyle/>
          <a:p>
            <a:pPr marL="0" indent="0">
              <a:buNone/>
            </a:pPr>
            <a:r>
              <a:rPr lang="en-US" sz="2200" dirty="0">
                <a:solidFill>
                  <a:srgbClr val="374151"/>
                </a:solidFill>
                <a:latin typeface="Barlow" pitchFamily="34" charset="0"/>
                <a:ea typeface="Barlow" pitchFamily="34" charset="-122"/>
                <a:cs typeface="Barlow" pitchFamily="34" charset="-120"/>
              </a:rPr>
              <a:t>1. Add ASP.NET Core Identity packages and services.</a:t>
            </a:r>
            <a:endParaRPr lang="en-US" sz="1160" dirty="0"/>
          </a:p>
          <a:p>
            <a:pPr marL="0" indent="0">
              <a:buNone/>
            </a:pPr>
            <a:r>
              <a:rPr lang="en-US" sz="2200" dirty="0">
                <a:solidFill>
                  <a:srgbClr val="374151"/>
                </a:solidFill>
                <a:latin typeface="Barlow" pitchFamily="34" charset="0"/>
                <a:ea typeface="Barlow" pitchFamily="34" charset="-122"/>
                <a:cs typeface="Barlow" pitchFamily="34" charset="-120"/>
              </a:rPr>
              <a:t>2. Configure the authentication middleware pipeline.</a:t>
            </a:r>
            <a:endParaRPr lang="en-US" sz="1160" dirty="0"/>
          </a:p>
          <a:p>
            <a:pPr marL="0" indent="0">
              <a:buNone/>
            </a:pPr>
            <a:r>
              <a:rPr lang="en-US" sz="2200" dirty="0">
                <a:solidFill>
                  <a:srgbClr val="374151"/>
                </a:solidFill>
                <a:latin typeface="Barlow" pitchFamily="34" charset="0"/>
                <a:ea typeface="Barlow" pitchFamily="34" charset="-122"/>
                <a:cs typeface="Barlow" pitchFamily="34" charset="-120"/>
              </a:rPr>
              <a:t>3. Create a login page and registration flow.</a:t>
            </a:r>
            <a:endParaRPr lang="en-US" sz="1160" dirty="0"/>
          </a:p>
        </p:txBody>
      </p:sp>
      <p:sp>
        <p:nvSpPr>
          <p:cNvPr id="15" name="Shape 13"/>
          <p:cNvSpPr/>
          <p:nvPr/>
        </p:nvSpPr>
        <p:spPr>
          <a:xfrm>
            <a:off x="4343400" y="3840480"/>
            <a:ext cx="6995160" cy="1737360"/>
          </a:xfrm>
          <a:prstGeom prst="roundRect">
            <a:avLst>
              <a:gd name="adj" fmla="val 2632"/>
            </a:avLst>
          </a:prstGeom>
          <a:solidFill>
            <a:srgbClr val="152233"/>
          </a:solidFill>
          <a:ln w="12700">
            <a:solidFill>
              <a:srgbClr val="152233"/>
            </a:solidFill>
            <a:prstDash val="solid"/>
          </a:ln>
        </p:spPr>
        <p:txBody>
          <a:bodyPr/>
          <a:lstStyle/>
          <a:p>
            <a:endParaRPr/>
          </a:p>
        </p:txBody>
      </p:sp>
      <p:sp>
        <p:nvSpPr>
          <p:cNvPr id="16" name="Text 14"/>
          <p:cNvSpPr/>
          <p:nvPr/>
        </p:nvSpPr>
        <p:spPr>
          <a:xfrm>
            <a:off x="4572000" y="4069080"/>
            <a:ext cx="6537960" cy="1325880"/>
          </a:xfrm>
          <a:prstGeom prst="rect">
            <a:avLst/>
          </a:prstGeom>
          <a:noFill/>
          <a:ln/>
        </p:spPr>
        <p:txBody>
          <a:bodyPr wrap="square" lIns="127" tIns="127" rIns="127" bIns="127" rtlCol="0" anchor="ctr">
            <a:normAutofit/>
          </a:bodyPr>
          <a:lstStyle/>
          <a:p>
            <a:pPr marL="0" indent="0">
              <a:buNone/>
            </a:pPr>
            <a:r>
              <a:rPr lang="en-US" sz="950" dirty="0" err="1">
                <a:solidFill>
                  <a:srgbClr val="E8F3FF"/>
                </a:solidFill>
                <a:latin typeface="Cascadia Code" pitchFamily="34" charset="0"/>
                <a:ea typeface="Cascadia Code" pitchFamily="34" charset="-122"/>
                <a:cs typeface="Cascadia Code" pitchFamily="34" charset="-120"/>
              </a:rPr>
              <a:t>builder.Services.AddAuthentication</a:t>
            </a:r>
            <a:r>
              <a:rPr lang="en-US" sz="950" dirty="0">
                <a:solidFill>
                  <a:srgbClr val="E8F3FF"/>
                </a:solidFill>
                <a:latin typeface="Cascadia Code" pitchFamily="34" charset="0"/>
                <a:ea typeface="Cascadia Code" pitchFamily="34" charset="-122"/>
                <a:cs typeface="Cascadia Code" pitchFamily="34" charset="-120"/>
              </a:rPr>
              <a:t>()</a:t>
            </a:r>
            <a:endParaRPr lang="en-US" sz="950" dirty="0"/>
          </a:p>
          <a:p>
            <a:pPr marL="0" indent="0">
              <a:buNone/>
            </a:pPr>
            <a:r>
              <a:rPr lang="en-US" sz="950" dirty="0" err="1">
                <a:solidFill>
                  <a:srgbClr val="E8F3FF"/>
                </a:solidFill>
                <a:latin typeface="Cascadia Code" pitchFamily="34" charset="0"/>
                <a:ea typeface="Cascadia Code" pitchFamily="34" charset="-122"/>
                <a:cs typeface="Cascadia Code" pitchFamily="34" charset="-120"/>
              </a:rPr>
              <a:t>app.UseAuthorization</a:t>
            </a:r>
            <a:r>
              <a:rPr lang="en-US" sz="950" dirty="0">
                <a:solidFill>
                  <a:srgbClr val="E8F3FF"/>
                </a:solidFill>
                <a:latin typeface="Cascadia Code" pitchFamily="34" charset="0"/>
                <a:ea typeface="Cascadia Code" pitchFamily="34" charset="-122"/>
                <a:cs typeface="Cascadia Code" pitchFamily="34" charset="-120"/>
              </a:rPr>
              <a:t>()</a:t>
            </a:r>
            <a:endParaRPr lang="en-US" sz="950" dirty="0"/>
          </a:p>
        </p:txBody>
      </p:sp>
      <p:sp>
        <p:nvSpPr>
          <p:cNvPr id="17" name="Shape 1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8" name="Text 1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80</a:t>
            </a:r>
            <a:endParaRPr lang="en-US" sz="900"/>
          </a:p>
        </p:txBody>
      </p:sp>
      <p:sp>
        <p:nvSpPr>
          <p:cNvPr id="19" name="Text 1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name="Slide 8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8.2 — Persist Copilot Conversations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Store user and assistant interactions per portal context.</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dirty="0">
                <a:solidFill>
                  <a:srgbClr val="374151"/>
                </a:solidFill>
                <a:latin typeface="Barlow" pitchFamily="34" charset="0"/>
                <a:ea typeface="Barlow" pitchFamily="34" charset="-122"/>
                <a:cs typeface="Barlow" pitchFamily="34" charset="-120"/>
              </a:rPr>
              <a:t>Copilot conversations survive page reloads and are scoped to business records.</a:t>
            </a:r>
            <a:endParaRPr lang="en-US" sz="1160" dirty="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dirty="0">
                <a:solidFill>
                  <a:srgbClr val="374151"/>
                </a:solidFill>
                <a:latin typeface="Barlow" pitchFamily="34" charset="0"/>
                <a:ea typeface="Barlow" pitchFamily="34" charset="-122"/>
                <a:cs typeface="Barlow" pitchFamily="34" charset="-120"/>
              </a:rPr>
              <a:t>1. Create conversation and message entities.</a:t>
            </a:r>
            <a:endParaRPr lang="en-US" sz="1160" dirty="0"/>
          </a:p>
          <a:p>
            <a:pPr marL="0" indent="0">
              <a:buNone/>
            </a:pPr>
            <a:r>
              <a:rPr lang="en-US" sz="2200" dirty="0">
                <a:solidFill>
                  <a:srgbClr val="374151"/>
                </a:solidFill>
                <a:latin typeface="Barlow" pitchFamily="34" charset="0"/>
                <a:ea typeface="Barlow" pitchFamily="34" charset="-122"/>
                <a:cs typeface="Barlow" pitchFamily="34" charset="-120"/>
              </a:rPr>
              <a:t>2. Store messages by user, record type, and record ID.</a:t>
            </a:r>
            <a:endParaRPr lang="en-US" sz="1160" dirty="0"/>
          </a:p>
          <a:p>
            <a:pPr marL="0" indent="0">
              <a:buNone/>
            </a:pPr>
            <a:r>
              <a:rPr lang="en-US" sz="2200" dirty="0">
                <a:solidFill>
                  <a:srgbClr val="374151"/>
                </a:solidFill>
                <a:latin typeface="Barlow" pitchFamily="34" charset="0"/>
                <a:ea typeface="Barlow" pitchFamily="34" charset="-122"/>
                <a:cs typeface="Barlow" pitchFamily="34" charset="-120"/>
              </a:rPr>
              <a:t>3. Save both user and assistant turns.</a:t>
            </a:r>
            <a:endParaRPr lang="en-US" sz="1160" dirty="0"/>
          </a:p>
          <a:p>
            <a:pPr marL="0" indent="0">
              <a:buNone/>
            </a:pPr>
            <a:r>
              <a:rPr lang="en-US" sz="2200" dirty="0">
                <a:solidFill>
                  <a:srgbClr val="374151"/>
                </a:solidFill>
                <a:latin typeface="Barlow" pitchFamily="34" charset="0"/>
                <a:ea typeface="Barlow" pitchFamily="34" charset="-122"/>
                <a:cs typeface="Barlow" pitchFamily="34" charset="-120"/>
              </a:rPr>
              <a:t>4. Inspect persisted messages in the database.</a:t>
            </a:r>
            <a:endParaRPr lang="en-US" sz="1160" dirty="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81</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Lesson 8.2</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name="Slide 8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8.3 — Reload Historical Context into Semantic Kernel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Rehydrate prior conversations for follow-up questions.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assistant can continue a conversation in the correct portal context.</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457200" indent="-457200">
              <a:buAutoNum type="arabicPeriod"/>
            </a:pPr>
            <a:r>
              <a:rPr lang="en-US" sz="2200" dirty="0">
                <a:solidFill>
                  <a:srgbClr val="374151"/>
                </a:solidFill>
                <a:latin typeface="Barlow" pitchFamily="34" charset="0"/>
                <a:ea typeface="Barlow" pitchFamily="34" charset="-122"/>
                <a:cs typeface="Barlow" pitchFamily="34" charset="-120"/>
              </a:rPr>
              <a:t>Load the current user’s saved conversation for the active portal context.</a:t>
            </a:r>
          </a:p>
          <a:p>
            <a:pPr marL="457200" indent="-457200">
              <a:buAutoNum type="arabicPeriod"/>
            </a:pPr>
            <a:r>
              <a:rPr lang="en-US" sz="2200" dirty="0">
                <a:solidFill>
                  <a:srgbClr val="374151"/>
                </a:solidFill>
                <a:latin typeface="Barlow" pitchFamily="34" charset="0"/>
                <a:ea typeface="Barlow" pitchFamily="34" charset="-122"/>
                <a:cs typeface="Barlow" pitchFamily="34" charset="-120"/>
              </a:rPr>
              <a:t>Restore prior messages in the Copilot chat window.</a:t>
            </a:r>
          </a:p>
          <a:p>
            <a:pPr marL="457200" indent="-457200">
              <a:buAutoNum type="arabicPeriod"/>
            </a:pPr>
            <a:r>
              <a:rPr lang="en-US" sz="2200" dirty="0">
                <a:solidFill>
                  <a:srgbClr val="374151"/>
                </a:solidFill>
                <a:latin typeface="Barlow" pitchFamily="34" charset="0"/>
                <a:ea typeface="Barlow" pitchFamily="34" charset="-122"/>
                <a:cs typeface="Barlow" pitchFamily="34" charset="-120"/>
              </a:rPr>
              <a:t>Summarize older turns to reduce token usage and cost.</a:t>
            </a:r>
          </a:p>
          <a:p>
            <a:pPr marL="457200" indent="-457200">
              <a:buAutoNum type="arabicPeriod"/>
            </a:pPr>
            <a:r>
              <a:rPr lang="en-US" sz="2200" dirty="0">
                <a:solidFill>
                  <a:srgbClr val="374151"/>
                </a:solidFill>
                <a:latin typeface="Barlow" pitchFamily="34" charset="0"/>
                <a:ea typeface="Barlow" pitchFamily="34" charset="-122"/>
                <a:cs typeface="Barlow" pitchFamily="34" charset="-120"/>
              </a:rPr>
              <a:t>Build Semantic Kernel chat history from summary plus recent messages.</a:t>
            </a:r>
          </a:p>
          <a:p>
            <a:pPr marL="457200" indent="-457200">
              <a:buAutoNum type="arabicPeriod"/>
            </a:pPr>
            <a:r>
              <a:rPr lang="en-US" sz="2200" dirty="0">
                <a:solidFill>
                  <a:srgbClr val="374151"/>
                </a:solidFill>
                <a:latin typeface="Barlow" pitchFamily="34" charset="0"/>
                <a:ea typeface="Barlow" pitchFamily="34" charset="-122"/>
                <a:cs typeface="Barlow" pitchFamily="34" charset="-120"/>
              </a:rPr>
              <a:t>Ask a follow-up question that depends on prior context.</a:t>
            </a:r>
          </a:p>
          <a:p>
            <a:pPr marL="457200" indent="-457200">
              <a:buAutoNum type="arabicPeriod"/>
            </a:pPr>
            <a:r>
              <a:rPr lang="en-US" sz="2200" dirty="0">
                <a:solidFill>
                  <a:srgbClr val="374151"/>
                </a:solidFill>
                <a:latin typeface="Barlow" pitchFamily="34" charset="0"/>
                <a:ea typeface="Barlow" pitchFamily="34" charset="-122"/>
                <a:cs typeface="Barlow" pitchFamily="34" charset="-120"/>
              </a:rPr>
              <a:t>Clear chat history or start fresh when needed.</a:t>
            </a:r>
            <a:endParaRPr lang="en-US" sz="1160" dirty="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82</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Lesson 8.3</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14">
                                            <p:txEl>
                                              <p:pRg st="4" end="4"/>
                                            </p:txEl>
                                          </p:spTgt>
                                        </p:tgtEl>
                                        <p:attrNameLst>
                                          <p:attrName>style.visibility</p:attrName>
                                        </p:attrNameLst>
                                      </p:cBhvr>
                                      <p:to>
                                        <p:strVal val="visible"/>
                                      </p:to>
                                    </p:set>
                                    <p:animEffect transition="in" filter="fade">
                                      <p:cBhvr>
                                        <p:cTn id="60" dur="500"/>
                                        <p:tgtEl>
                                          <p:spTgt spid="14">
                                            <p:txEl>
                                              <p:pRg st="4" end="4"/>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14">
                                            <p:txEl>
                                              <p:pRg st="5" end="5"/>
                                            </p:txEl>
                                          </p:spTgt>
                                        </p:tgtEl>
                                        <p:attrNameLst>
                                          <p:attrName>style.visibility</p:attrName>
                                        </p:attrNameLst>
                                      </p:cBhvr>
                                      <p:to>
                                        <p:strVal val="visible"/>
                                      </p:to>
                                    </p:set>
                                    <p:animEffect transition="in" filter="fade">
                                      <p:cBhvr>
                                        <p:cTn id="65" dur="500"/>
                                        <p:tgtEl>
                                          <p:spTgt spid="14">
                                            <p:txEl>
                                              <p:pRg st="5" end="5"/>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fade">
                                      <p:cBhvr>
                                        <p:cTn id="70" dur="500"/>
                                        <p:tgtEl>
                                          <p:spTgt spid="1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name="Slide 8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8.4 — Add Document Upload Support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Allow users to submit PDFs into the application workflow.</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portal accepts business documents for AI processing.</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Add upload form and validation.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2. Store uploaded file metadata.</a:t>
            </a:r>
            <a:endParaRPr lang="en-US" sz="1160"/>
          </a:p>
          <a:p>
            <a:pPr marL="0" indent="0">
              <a:buNone/>
            </a:pPr>
            <a:r>
              <a:rPr lang="en-US" sz="2200">
                <a:solidFill>
                  <a:srgbClr val="374151"/>
                </a:solidFill>
                <a:latin typeface="Barlow" pitchFamily="34" charset="0"/>
                <a:ea typeface="Barlow" pitchFamily="34" charset="-122"/>
                <a:cs typeface="Barlow" pitchFamily="34" charset="-120"/>
              </a:rPr>
              <a:t>3. Persist the document record.</a:t>
            </a:r>
            <a:endParaRPr lang="en-US" sz="1160"/>
          </a:p>
          <a:p>
            <a:pPr marL="0" indent="0">
              <a:buNone/>
            </a:pPr>
            <a:r>
              <a:rPr lang="en-US" sz="2200">
                <a:solidFill>
                  <a:srgbClr val="374151"/>
                </a:solidFill>
                <a:latin typeface="Barlow" pitchFamily="34" charset="0"/>
                <a:ea typeface="Barlow" pitchFamily="34" charset="-122"/>
                <a:cs typeface="Barlow" pitchFamily="34" charset="-120"/>
              </a:rPr>
              <a:t>4. Prepare the file for extraction.</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83</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Lesson 8.4</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1115568"/>
            <a:ext cx="365760" cy="658368"/>
          </a:xfrm>
          <a:prstGeom prst="chevron">
            <a:avLst/>
          </a:prstGeom>
          <a:solidFill>
            <a:srgbClr val="00A6CE"/>
          </a:solidFill>
          <a:ln w="12700">
            <a:solidFill>
              <a:srgbClr val="00A6CE"/>
            </a:solidFill>
            <a:prstDash val="solid"/>
          </a:ln>
        </p:spPr>
        <p:txBody>
          <a:bodyPr/>
          <a:lstStyle/>
          <a:p>
            <a:endParaRPr lang="en-US"/>
          </a:p>
        </p:txBody>
      </p:sp>
      <p:sp>
        <p:nvSpPr>
          <p:cNvPr id="3" name="Shape 1"/>
          <p:cNvSpPr/>
          <p:nvPr/>
        </p:nvSpPr>
        <p:spPr>
          <a:xfrm>
            <a:off x="11631168" y="6236208"/>
            <a:ext cx="548640" cy="621792"/>
          </a:xfrm>
          <a:prstGeom prst="rtTriangle">
            <a:avLst/>
          </a:prstGeom>
          <a:solidFill>
            <a:srgbClr val="00A6CE"/>
          </a:solidFill>
          <a:ln w="12700">
            <a:solidFill>
              <a:srgbClr val="00A6CE"/>
            </a:solidFill>
            <a:prstDash val="solid"/>
          </a:ln>
        </p:spPr>
        <p:txBody>
          <a:bodyPr/>
          <a:lstStyle/>
          <a:p>
            <a:endParaRPr lang="en-US"/>
          </a:p>
        </p:txBody>
      </p:sp>
      <p:sp>
        <p:nvSpPr>
          <p:cNvPr id="4" name="Text 2"/>
          <p:cNvSpPr/>
          <p:nvPr/>
        </p:nvSpPr>
        <p:spPr>
          <a:xfrm>
            <a:off x="11841480" y="6510528"/>
            <a:ext cx="201168" cy="182880"/>
          </a:xfrm>
          <a:prstGeom prst="rect">
            <a:avLst/>
          </a:prstGeom>
          <a:noFill/>
          <a:ln/>
        </p:spPr>
        <p:txBody>
          <a:bodyPr wrap="square" rtlCol="0" anchor="ctr"/>
          <a:lstStyle/>
          <a:p>
            <a:pPr marL="0" indent="0" algn="r">
              <a:buNone/>
            </a:pPr>
            <a:r>
              <a:rPr lang="en-US" sz="1400" dirty="0">
                <a:solidFill>
                  <a:srgbClr val="FFFFFF"/>
                </a:solidFill>
                <a:latin typeface="Arial" pitchFamily="34" charset="0"/>
                <a:ea typeface="Arial" pitchFamily="34" charset="-122"/>
                <a:cs typeface="Arial" pitchFamily="34" charset="-120"/>
              </a:rPr>
              <a:t>3</a:t>
            </a:r>
            <a:endParaRPr lang="en-US" sz="1400" dirty="0"/>
          </a:p>
        </p:txBody>
      </p:sp>
      <p:sp>
        <p:nvSpPr>
          <p:cNvPr id="5" name="Text 3"/>
          <p:cNvSpPr/>
          <p:nvPr/>
        </p:nvSpPr>
        <p:spPr>
          <a:xfrm>
            <a:off x="603504" y="594360"/>
            <a:ext cx="9784080" cy="640080"/>
          </a:xfrm>
          <a:prstGeom prst="rect">
            <a:avLst/>
          </a:prstGeom>
          <a:noFill/>
          <a:ln/>
        </p:spPr>
        <p:txBody>
          <a:bodyPr wrap="square" rtlCol="0" anchor="ctr">
            <a:normAutofit/>
          </a:bodyPr>
          <a:lstStyle/>
          <a:p>
            <a:pPr marL="0" indent="0">
              <a:buNone/>
            </a:pPr>
            <a:r>
              <a:rPr lang="en-US" sz="3400" dirty="0">
                <a:solidFill>
                  <a:srgbClr val="007DB3"/>
                </a:solidFill>
                <a:latin typeface="Arial" pitchFamily="34" charset="0"/>
                <a:ea typeface="Arial" pitchFamily="34" charset="-122"/>
                <a:cs typeface="Arial" pitchFamily="34" charset="-120"/>
              </a:rPr>
              <a:t>Why Documents Are Hard for AI Workflows</a:t>
            </a:r>
            <a:endParaRPr lang="en-US" sz="3400" dirty="0"/>
          </a:p>
        </p:txBody>
      </p:sp>
      <p:sp>
        <p:nvSpPr>
          <p:cNvPr id="6" name="Text 4"/>
          <p:cNvSpPr/>
          <p:nvPr/>
        </p:nvSpPr>
        <p:spPr>
          <a:xfrm>
            <a:off x="713232" y="1298448"/>
            <a:ext cx="10607040" cy="320040"/>
          </a:xfrm>
          <a:prstGeom prst="rect">
            <a:avLst/>
          </a:prstGeom>
          <a:noFill/>
          <a:ln/>
        </p:spPr>
        <p:txBody>
          <a:bodyPr wrap="square" rtlCol="0" anchor="ctr">
            <a:normAutofit fontScale="92500" lnSpcReduction="10000"/>
          </a:bodyPr>
          <a:lstStyle/>
          <a:p>
            <a:pPr marL="0" indent="0">
              <a:buNone/>
            </a:pPr>
            <a:r>
              <a:rPr lang="en-US" sz="1700" dirty="0">
                <a:solidFill>
                  <a:srgbClr val="5B6273"/>
                </a:solidFill>
              </a:rPr>
              <a:t>AI models reason over text, but business documents arrive in many imperfect formats.</a:t>
            </a:r>
            <a:endParaRPr lang="en-US" sz="1700" dirty="0"/>
          </a:p>
        </p:txBody>
      </p:sp>
      <p:sp>
        <p:nvSpPr>
          <p:cNvPr id="7" name="Shape 5"/>
          <p:cNvSpPr/>
          <p:nvPr/>
        </p:nvSpPr>
        <p:spPr>
          <a:xfrm>
            <a:off x="822960" y="1965960"/>
            <a:ext cx="713232" cy="713232"/>
          </a:xfrm>
          <a:prstGeom prst="ellipse">
            <a:avLst/>
          </a:prstGeom>
          <a:solidFill>
            <a:srgbClr val="EAF7FB"/>
          </a:solidFill>
          <a:ln w="12700">
            <a:solidFill>
              <a:srgbClr val="00A6CE"/>
            </a:solidFill>
            <a:prstDash val="solid"/>
          </a:ln>
        </p:spPr>
        <p:txBody>
          <a:bodyPr/>
          <a:lstStyle/>
          <a:p>
            <a:endParaRPr lang="en-US"/>
          </a:p>
        </p:txBody>
      </p:sp>
      <p:sp>
        <p:nvSpPr>
          <p:cNvPr id="8" name="Text 6"/>
          <p:cNvSpPr/>
          <p:nvPr/>
        </p:nvSpPr>
        <p:spPr>
          <a:xfrm>
            <a:off x="932688" y="2075688"/>
            <a:ext cx="493776" cy="402336"/>
          </a:xfrm>
          <a:prstGeom prst="rect">
            <a:avLst/>
          </a:prstGeom>
          <a:noFill/>
          <a:ln/>
        </p:spPr>
        <p:txBody>
          <a:bodyPr wrap="square" rtlCol="0" anchor="ctr"/>
          <a:lstStyle/>
          <a:p>
            <a:pPr marL="0" indent="0" algn="ctr">
              <a:buNone/>
            </a:pPr>
            <a:r>
              <a:rPr lang="en-US" sz="2400" dirty="0">
                <a:solidFill>
                  <a:srgbClr val="00A6CE"/>
                </a:solidFill>
              </a:rPr>
              <a:t>📄</a:t>
            </a:r>
            <a:endParaRPr lang="en-US" sz="2400" dirty="0"/>
          </a:p>
        </p:txBody>
      </p:sp>
      <p:sp>
        <p:nvSpPr>
          <p:cNvPr id="9" name="Text 7"/>
          <p:cNvSpPr/>
          <p:nvPr/>
        </p:nvSpPr>
        <p:spPr>
          <a:xfrm>
            <a:off x="676656" y="2752344"/>
            <a:ext cx="1005840" cy="274320"/>
          </a:xfrm>
          <a:prstGeom prst="rect">
            <a:avLst/>
          </a:prstGeom>
          <a:noFill/>
          <a:ln/>
        </p:spPr>
        <p:txBody>
          <a:bodyPr wrap="square" rtlCol="0" anchor="ctr">
            <a:normAutofit/>
          </a:bodyPr>
          <a:lstStyle/>
          <a:p>
            <a:pPr marL="0" indent="0" algn="ctr">
              <a:buNone/>
            </a:pPr>
            <a:r>
              <a:rPr lang="en-US" sz="1100" dirty="0">
                <a:solidFill>
                  <a:srgbClr val="5B6273"/>
                </a:solidFill>
              </a:rPr>
              <a:t>PDFs</a:t>
            </a:r>
            <a:endParaRPr lang="en-US" sz="1100" dirty="0"/>
          </a:p>
        </p:txBody>
      </p:sp>
      <p:sp>
        <p:nvSpPr>
          <p:cNvPr id="10" name="Shape 8"/>
          <p:cNvSpPr/>
          <p:nvPr/>
        </p:nvSpPr>
        <p:spPr>
          <a:xfrm>
            <a:off x="2240280" y="1965960"/>
            <a:ext cx="713232" cy="713232"/>
          </a:xfrm>
          <a:prstGeom prst="ellipse">
            <a:avLst/>
          </a:prstGeom>
          <a:solidFill>
            <a:srgbClr val="EAF7FB"/>
          </a:solidFill>
          <a:ln w="12700">
            <a:solidFill>
              <a:srgbClr val="00A6CE"/>
            </a:solidFill>
            <a:prstDash val="solid"/>
          </a:ln>
        </p:spPr>
        <p:txBody>
          <a:bodyPr/>
          <a:lstStyle/>
          <a:p>
            <a:endParaRPr lang="en-US"/>
          </a:p>
        </p:txBody>
      </p:sp>
      <p:sp>
        <p:nvSpPr>
          <p:cNvPr id="11" name="Text 9"/>
          <p:cNvSpPr/>
          <p:nvPr/>
        </p:nvSpPr>
        <p:spPr>
          <a:xfrm>
            <a:off x="2350008" y="2075688"/>
            <a:ext cx="493776" cy="402336"/>
          </a:xfrm>
          <a:prstGeom prst="rect">
            <a:avLst/>
          </a:prstGeom>
          <a:noFill/>
          <a:ln/>
        </p:spPr>
        <p:txBody>
          <a:bodyPr wrap="square" rtlCol="0" anchor="ctr"/>
          <a:lstStyle/>
          <a:p>
            <a:pPr marL="0" indent="0" algn="ctr">
              <a:buNone/>
            </a:pPr>
            <a:r>
              <a:rPr lang="en-US" sz="2400" dirty="0">
                <a:solidFill>
                  <a:srgbClr val="00A6CE"/>
                </a:solidFill>
              </a:rPr>
              <a:t>🔍</a:t>
            </a:r>
            <a:endParaRPr lang="en-US" sz="2400" dirty="0"/>
          </a:p>
        </p:txBody>
      </p:sp>
      <p:sp>
        <p:nvSpPr>
          <p:cNvPr id="12" name="Text 10"/>
          <p:cNvSpPr/>
          <p:nvPr/>
        </p:nvSpPr>
        <p:spPr>
          <a:xfrm>
            <a:off x="2093976" y="2752344"/>
            <a:ext cx="1005840" cy="274320"/>
          </a:xfrm>
          <a:prstGeom prst="rect">
            <a:avLst/>
          </a:prstGeom>
          <a:noFill/>
          <a:ln/>
        </p:spPr>
        <p:txBody>
          <a:bodyPr wrap="square" rtlCol="0" anchor="ctr">
            <a:normAutofit/>
          </a:bodyPr>
          <a:lstStyle/>
          <a:p>
            <a:pPr marL="0" indent="0" algn="ctr">
              <a:buNone/>
            </a:pPr>
            <a:r>
              <a:rPr lang="en-US" sz="1100" dirty="0">
                <a:solidFill>
                  <a:srgbClr val="5B6273"/>
                </a:solidFill>
              </a:rPr>
              <a:t>Scans</a:t>
            </a:r>
            <a:endParaRPr lang="en-US" sz="1100" dirty="0"/>
          </a:p>
        </p:txBody>
      </p:sp>
      <p:sp>
        <p:nvSpPr>
          <p:cNvPr id="13" name="Shape 11"/>
          <p:cNvSpPr/>
          <p:nvPr/>
        </p:nvSpPr>
        <p:spPr>
          <a:xfrm>
            <a:off x="3657600" y="1965960"/>
            <a:ext cx="713232" cy="713232"/>
          </a:xfrm>
          <a:prstGeom prst="ellipse">
            <a:avLst/>
          </a:prstGeom>
          <a:solidFill>
            <a:srgbClr val="EAF7FB"/>
          </a:solidFill>
          <a:ln w="12700">
            <a:solidFill>
              <a:srgbClr val="00A6CE"/>
            </a:solidFill>
            <a:prstDash val="solid"/>
          </a:ln>
        </p:spPr>
        <p:txBody>
          <a:bodyPr/>
          <a:lstStyle/>
          <a:p>
            <a:endParaRPr lang="en-US"/>
          </a:p>
        </p:txBody>
      </p:sp>
      <p:sp>
        <p:nvSpPr>
          <p:cNvPr id="14" name="Text 12"/>
          <p:cNvSpPr/>
          <p:nvPr/>
        </p:nvSpPr>
        <p:spPr>
          <a:xfrm>
            <a:off x="3767328" y="2075688"/>
            <a:ext cx="493776" cy="402336"/>
          </a:xfrm>
          <a:prstGeom prst="rect">
            <a:avLst/>
          </a:prstGeom>
          <a:noFill/>
          <a:ln/>
        </p:spPr>
        <p:txBody>
          <a:bodyPr wrap="square" rtlCol="0" anchor="ctr"/>
          <a:lstStyle/>
          <a:p>
            <a:pPr marL="0" indent="0" algn="ctr">
              <a:buNone/>
            </a:pPr>
            <a:r>
              <a:rPr lang="en-US" sz="2400" dirty="0">
                <a:solidFill>
                  <a:srgbClr val="00A6CE"/>
                </a:solidFill>
              </a:rPr>
              <a:t>▦</a:t>
            </a:r>
            <a:endParaRPr lang="en-US" sz="2400" dirty="0"/>
          </a:p>
        </p:txBody>
      </p:sp>
      <p:sp>
        <p:nvSpPr>
          <p:cNvPr id="15" name="Text 13"/>
          <p:cNvSpPr/>
          <p:nvPr/>
        </p:nvSpPr>
        <p:spPr>
          <a:xfrm>
            <a:off x="3511296" y="2752344"/>
            <a:ext cx="1005840" cy="274320"/>
          </a:xfrm>
          <a:prstGeom prst="rect">
            <a:avLst/>
          </a:prstGeom>
          <a:noFill/>
          <a:ln/>
        </p:spPr>
        <p:txBody>
          <a:bodyPr wrap="square" rtlCol="0" anchor="ctr">
            <a:normAutofit/>
          </a:bodyPr>
          <a:lstStyle/>
          <a:p>
            <a:pPr marL="0" indent="0" algn="ctr">
              <a:buNone/>
            </a:pPr>
            <a:r>
              <a:rPr lang="en-US" sz="1100" dirty="0">
                <a:solidFill>
                  <a:srgbClr val="5B6273"/>
                </a:solidFill>
              </a:rPr>
              <a:t>Tables</a:t>
            </a:r>
            <a:endParaRPr lang="en-US" sz="1100" dirty="0"/>
          </a:p>
        </p:txBody>
      </p:sp>
      <p:sp>
        <p:nvSpPr>
          <p:cNvPr id="16" name="Shape 14"/>
          <p:cNvSpPr/>
          <p:nvPr/>
        </p:nvSpPr>
        <p:spPr>
          <a:xfrm>
            <a:off x="5074920" y="1965960"/>
            <a:ext cx="713232" cy="713232"/>
          </a:xfrm>
          <a:prstGeom prst="ellipse">
            <a:avLst/>
          </a:prstGeom>
          <a:solidFill>
            <a:srgbClr val="EAF7FB"/>
          </a:solidFill>
          <a:ln w="12700">
            <a:solidFill>
              <a:srgbClr val="00A6CE"/>
            </a:solidFill>
            <a:prstDash val="solid"/>
          </a:ln>
        </p:spPr>
        <p:txBody>
          <a:bodyPr/>
          <a:lstStyle/>
          <a:p>
            <a:endParaRPr lang="en-US"/>
          </a:p>
        </p:txBody>
      </p:sp>
      <p:sp>
        <p:nvSpPr>
          <p:cNvPr id="17" name="Text 15"/>
          <p:cNvSpPr/>
          <p:nvPr/>
        </p:nvSpPr>
        <p:spPr>
          <a:xfrm>
            <a:off x="5184648" y="2075688"/>
            <a:ext cx="493776" cy="402336"/>
          </a:xfrm>
          <a:prstGeom prst="rect">
            <a:avLst/>
          </a:prstGeom>
          <a:noFill/>
          <a:ln/>
        </p:spPr>
        <p:txBody>
          <a:bodyPr wrap="square" rtlCol="0" anchor="ctr"/>
          <a:lstStyle/>
          <a:p>
            <a:pPr marL="0" indent="0" algn="ctr">
              <a:buNone/>
            </a:pPr>
            <a:r>
              <a:rPr lang="en-US" sz="2400" dirty="0">
                <a:solidFill>
                  <a:srgbClr val="00A6CE"/>
                </a:solidFill>
              </a:rPr>
              <a:t>☑</a:t>
            </a:r>
            <a:endParaRPr lang="en-US" sz="2400" dirty="0"/>
          </a:p>
        </p:txBody>
      </p:sp>
      <p:sp>
        <p:nvSpPr>
          <p:cNvPr id="18" name="Text 16"/>
          <p:cNvSpPr/>
          <p:nvPr/>
        </p:nvSpPr>
        <p:spPr>
          <a:xfrm>
            <a:off x="4928616" y="2752344"/>
            <a:ext cx="1005840" cy="274320"/>
          </a:xfrm>
          <a:prstGeom prst="rect">
            <a:avLst/>
          </a:prstGeom>
          <a:noFill/>
          <a:ln/>
        </p:spPr>
        <p:txBody>
          <a:bodyPr wrap="square" rtlCol="0" anchor="ctr">
            <a:normAutofit/>
          </a:bodyPr>
          <a:lstStyle/>
          <a:p>
            <a:pPr marL="0" indent="0" algn="ctr">
              <a:buNone/>
            </a:pPr>
            <a:r>
              <a:rPr lang="en-US" sz="1100" dirty="0">
                <a:solidFill>
                  <a:srgbClr val="5B6273"/>
                </a:solidFill>
              </a:rPr>
              <a:t>Forms</a:t>
            </a:r>
            <a:endParaRPr lang="en-US" sz="1100" dirty="0"/>
          </a:p>
        </p:txBody>
      </p:sp>
      <p:sp>
        <p:nvSpPr>
          <p:cNvPr id="19" name="Shape 17"/>
          <p:cNvSpPr/>
          <p:nvPr/>
        </p:nvSpPr>
        <p:spPr>
          <a:xfrm>
            <a:off x="6492240" y="1965960"/>
            <a:ext cx="713232" cy="713232"/>
          </a:xfrm>
          <a:prstGeom prst="ellipse">
            <a:avLst/>
          </a:prstGeom>
          <a:solidFill>
            <a:srgbClr val="EAF7FB"/>
          </a:solidFill>
          <a:ln w="12700">
            <a:solidFill>
              <a:srgbClr val="00A6CE"/>
            </a:solidFill>
            <a:prstDash val="solid"/>
          </a:ln>
        </p:spPr>
        <p:txBody>
          <a:bodyPr/>
          <a:lstStyle/>
          <a:p>
            <a:endParaRPr lang="en-US"/>
          </a:p>
        </p:txBody>
      </p:sp>
      <p:sp>
        <p:nvSpPr>
          <p:cNvPr id="20" name="Text 18"/>
          <p:cNvSpPr/>
          <p:nvPr/>
        </p:nvSpPr>
        <p:spPr>
          <a:xfrm>
            <a:off x="6601968" y="2075688"/>
            <a:ext cx="493776" cy="402336"/>
          </a:xfrm>
          <a:prstGeom prst="rect">
            <a:avLst/>
          </a:prstGeom>
          <a:noFill/>
          <a:ln/>
        </p:spPr>
        <p:txBody>
          <a:bodyPr wrap="square" rtlCol="0" anchor="ctr"/>
          <a:lstStyle/>
          <a:p>
            <a:pPr marL="0" indent="0" algn="ctr">
              <a:buNone/>
            </a:pPr>
            <a:r>
              <a:rPr lang="en-US" sz="2400" dirty="0">
                <a:solidFill>
                  <a:srgbClr val="00A6CE"/>
                </a:solidFill>
              </a:rPr>
              <a:t>▣</a:t>
            </a:r>
            <a:endParaRPr lang="en-US" sz="2400" dirty="0"/>
          </a:p>
        </p:txBody>
      </p:sp>
      <p:sp>
        <p:nvSpPr>
          <p:cNvPr id="21" name="Text 19"/>
          <p:cNvSpPr/>
          <p:nvPr/>
        </p:nvSpPr>
        <p:spPr>
          <a:xfrm>
            <a:off x="6345936" y="2752344"/>
            <a:ext cx="1005840" cy="274320"/>
          </a:xfrm>
          <a:prstGeom prst="rect">
            <a:avLst/>
          </a:prstGeom>
          <a:noFill/>
          <a:ln/>
        </p:spPr>
        <p:txBody>
          <a:bodyPr wrap="square" rtlCol="0" anchor="ctr">
            <a:normAutofit/>
          </a:bodyPr>
          <a:lstStyle/>
          <a:p>
            <a:pPr marL="0" indent="0" algn="ctr">
              <a:buNone/>
            </a:pPr>
            <a:r>
              <a:rPr lang="en-US" sz="1100" dirty="0">
                <a:solidFill>
                  <a:srgbClr val="5B6273"/>
                </a:solidFill>
              </a:rPr>
              <a:t>Images</a:t>
            </a:r>
            <a:endParaRPr lang="en-US" sz="1100" dirty="0"/>
          </a:p>
        </p:txBody>
      </p:sp>
      <p:sp>
        <p:nvSpPr>
          <p:cNvPr id="22" name="Shape 20"/>
          <p:cNvSpPr/>
          <p:nvPr/>
        </p:nvSpPr>
        <p:spPr>
          <a:xfrm>
            <a:off x="7909560" y="1965960"/>
            <a:ext cx="713232" cy="713232"/>
          </a:xfrm>
          <a:prstGeom prst="ellipse">
            <a:avLst/>
          </a:prstGeom>
          <a:solidFill>
            <a:srgbClr val="EAF7FB"/>
          </a:solidFill>
          <a:ln w="12700">
            <a:solidFill>
              <a:srgbClr val="00A6CE"/>
            </a:solidFill>
            <a:prstDash val="solid"/>
          </a:ln>
        </p:spPr>
        <p:txBody>
          <a:bodyPr/>
          <a:lstStyle/>
          <a:p>
            <a:endParaRPr lang="en-US"/>
          </a:p>
        </p:txBody>
      </p:sp>
      <p:sp>
        <p:nvSpPr>
          <p:cNvPr id="23" name="Text 21"/>
          <p:cNvSpPr/>
          <p:nvPr/>
        </p:nvSpPr>
        <p:spPr>
          <a:xfrm>
            <a:off x="8019288" y="2075688"/>
            <a:ext cx="493776" cy="402336"/>
          </a:xfrm>
          <a:prstGeom prst="rect">
            <a:avLst/>
          </a:prstGeom>
          <a:noFill/>
          <a:ln/>
        </p:spPr>
        <p:txBody>
          <a:bodyPr wrap="square" rtlCol="0" anchor="ctr"/>
          <a:lstStyle/>
          <a:p>
            <a:pPr marL="0" indent="0" algn="ctr">
              <a:buNone/>
            </a:pPr>
            <a:r>
              <a:rPr lang="en-US" sz="2400" dirty="0">
                <a:solidFill>
                  <a:srgbClr val="00A6CE"/>
                </a:solidFill>
              </a:rPr>
              <a:t>▤</a:t>
            </a:r>
            <a:endParaRPr lang="en-US" sz="2400" dirty="0"/>
          </a:p>
        </p:txBody>
      </p:sp>
      <p:sp>
        <p:nvSpPr>
          <p:cNvPr id="24" name="Text 22"/>
          <p:cNvSpPr/>
          <p:nvPr/>
        </p:nvSpPr>
        <p:spPr>
          <a:xfrm>
            <a:off x="7763256" y="2752344"/>
            <a:ext cx="1005840" cy="274320"/>
          </a:xfrm>
          <a:prstGeom prst="rect">
            <a:avLst/>
          </a:prstGeom>
          <a:noFill/>
          <a:ln/>
        </p:spPr>
        <p:txBody>
          <a:bodyPr wrap="square" rtlCol="0" anchor="ctr">
            <a:normAutofit/>
          </a:bodyPr>
          <a:lstStyle/>
          <a:p>
            <a:pPr marL="0" indent="0" algn="ctr">
              <a:buNone/>
            </a:pPr>
            <a:r>
              <a:rPr lang="en-US" sz="1100" dirty="0">
                <a:solidFill>
                  <a:srgbClr val="5B6273"/>
                </a:solidFill>
              </a:rPr>
              <a:t>Office files</a:t>
            </a:r>
            <a:endParaRPr lang="en-US" sz="1100" dirty="0"/>
          </a:p>
        </p:txBody>
      </p:sp>
      <p:sp>
        <p:nvSpPr>
          <p:cNvPr id="25" name="Shape 23"/>
          <p:cNvSpPr/>
          <p:nvPr/>
        </p:nvSpPr>
        <p:spPr>
          <a:xfrm>
            <a:off x="9326880" y="1965960"/>
            <a:ext cx="713232" cy="713232"/>
          </a:xfrm>
          <a:prstGeom prst="ellipse">
            <a:avLst/>
          </a:prstGeom>
          <a:solidFill>
            <a:srgbClr val="EAF7FB"/>
          </a:solidFill>
          <a:ln w="12700">
            <a:solidFill>
              <a:srgbClr val="00A6CE"/>
            </a:solidFill>
            <a:prstDash val="solid"/>
          </a:ln>
        </p:spPr>
        <p:txBody>
          <a:bodyPr/>
          <a:lstStyle/>
          <a:p>
            <a:endParaRPr lang="en-US"/>
          </a:p>
        </p:txBody>
      </p:sp>
      <p:sp>
        <p:nvSpPr>
          <p:cNvPr id="26" name="Text 24"/>
          <p:cNvSpPr/>
          <p:nvPr/>
        </p:nvSpPr>
        <p:spPr>
          <a:xfrm>
            <a:off x="9436608" y="2075688"/>
            <a:ext cx="493776" cy="402336"/>
          </a:xfrm>
          <a:prstGeom prst="rect">
            <a:avLst/>
          </a:prstGeom>
          <a:noFill/>
          <a:ln/>
        </p:spPr>
        <p:txBody>
          <a:bodyPr wrap="square" rtlCol="0" anchor="ctr"/>
          <a:lstStyle/>
          <a:p>
            <a:pPr marL="0" indent="0" algn="ctr">
              <a:buNone/>
            </a:pPr>
            <a:r>
              <a:rPr lang="en-US" sz="2400" dirty="0">
                <a:solidFill>
                  <a:srgbClr val="00A6CE"/>
                </a:solidFill>
              </a:rPr>
              <a:t>🌐</a:t>
            </a:r>
            <a:endParaRPr lang="en-US" sz="2400" dirty="0"/>
          </a:p>
        </p:txBody>
      </p:sp>
      <p:sp>
        <p:nvSpPr>
          <p:cNvPr id="27" name="Text 25"/>
          <p:cNvSpPr/>
          <p:nvPr/>
        </p:nvSpPr>
        <p:spPr>
          <a:xfrm>
            <a:off x="9180576" y="2752344"/>
            <a:ext cx="1005840" cy="274320"/>
          </a:xfrm>
          <a:prstGeom prst="rect">
            <a:avLst/>
          </a:prstGeom>
          <a:noFill/>
          <a:ln/>
        </p:spPr>
        <p:txBody>
          <a:bodyPr wrap="square" rtlCol="0" anchor="ctr">
            <a:normAutofit/>
          </a:bodyPr>
          <a:lstStyle/>
          <a:p>
            <a:pPr marL="0" indent="0" algn="ctr">
              <a:buNone/>
            </a:pPr>
            <a:r>
              <a:rPr lang="en-US" sz="1100" dirty="0">
                <a:solidFill>
                  <a:srgbClr val="5B6273"/>
                </a:solidFill>
              </a:rPr>
              <a:t>Web pages</a:t>
            </a:r>
            <a:endParaRPr lang="en-US" sz="1100" dirty="0"/>
          </a:p>
        </p:txBody>
      </p:sp>
      <p:sp>
        <p:nvSpPr>
          <p:cNvPr id="28" name="Shape 26"/>
          <p:cNvSpPr/>
          <p:nvPr/>
        </p:nvSpPr>
        <p:spPr>
          <a:xfrm>
            <a:off x="909915" y="3446181"/>
            <a:ext cx="9326880" cy="0"/>
          </a:xfrm>
          <a:prstGeom prst="line">
            <a:avLst/>
          </a:prstGeom>
          <a:noFill/>
          <a:ln w="25400">
            <a:solidFill>
              <a:srgbClr val="DDE2EC"/>
            </a:solidFill>
            <a:prstDash val="solid"/>
          </a:ln>
        </p:spPr>
        <p:txBody>
          <a:bodyPr/>
          <a:lstStyle/>
          <a:p>
            <a:endParaRPr lang="en-US"/>
          </a:p>
        </p:txBody>
      </p:sp>
      <p:sp>
        <p:nvSpPr>
          <p:cNvPr id="29" name="Text 27"/>
          <p:cNvSpPr/>
          <p:nvPr/>
        </p:nvSpPr>
        <p:spPr>
          <a:xfrm>
            <a:off x="822960" y="4178808"/>
            <a:ext cx="228600" cy="201168"/>
          </a:xfrm>
          <a:prstGeom prst="rect">
            <a:avLst/>
          </a:prstGeom>
          <a:noFill/>
          <a:ln/>
        </p:spPr>
        <p:txBody>
          <a:bodyPr wrap="square" rtlCol="0" anchor="ctr"/>
          <a:lstStyle/>
          <a:p>
            <a:pPr marL="0" indent="0">
              <a:buNone/>
            </a:pPr>
            <a:r>
              <a:rPr lang="en-US" sz="1800" b="1" dirty="0">
                <a:solidFill>
                  <a:srgbClr val="00A6CE"/>
                </a:solidFill>
              </a:rPr>
              <a:t>▸</a:t>
            </a:r>
            <a:endParaRPr lang="en-US" sz="1800" dirty="0"/>
          </a:p>
        </p:txBody>
      </p:sp>
      <p:sp>
        <p:nvSpPr>
          <p:cNvPr id="30" name="Text 28"/>
          <p:cNvSpPr/>
          <p:nvPr/>
        </p:nvSpPr>
        <p:spPr>
          <a:xfrm>
            <a:off x="1234440" y="4160520"/>
            <a:ext cx="10424160" cy="310896"/>
          </a:xfrm>
          <a:prstGeom prst="rect">
            <a:avLst/>
          </a:prstGeom>
          <a:noFill/>
          <a:ln/>
        </p:spPr>
        <p:txBody>
          <a:bodyPr wrap="square" rtlCol="0" anchor="ctr">
            <a:normAutofit fontScale="85000" lnSpcReduction="20000"/>
          </a:bodyPr>
          <a:lstStyle/>
          <a:p>
            <a:pPr marL="0" indent="0">
              <a:buNone/>
            </a:pPr>
            <a:r>
              <a:rPr lang="en-US" sz="2000" b="1" dirty="0">
                <a:solidFill>
                  <a:srgbClr val="394052"/>
                </a:solidFill>
              </a:rPr>
              <a:t>The assistant needs clean, retrievable text</a:t>
            </a:r>
            <a:endParaRPr lang="en-US" sz="2000" dirty="0"/>
          </a:p>
        </p:txBody>
      </p:sp>
      <p:sp>
        <p:nvSpPr>
          <p:cNvPr id="31" name="Text 29"/>
          <p:cNvSpPr/>
          <p:nvPr/>
        </p:nvSpPr>
        <p:spPr>
          <a:xfrm>
            <a:off x="1481328" y="4553712"/>
            <a:ext cx="9966960" cy="566928"/>
          </a:xfrm>
          <a:prstGeom prst="rect">
            <a:avLst/>
          </a:prstGeom>
          <a:noFill/>
          <a:ln/>
        </p:spPr>
        <p:txBody>
          <a:bodyPr wrap="square" rtlCol="0" anchor="ctr">
            <a:normAutofit lnSpcReduction="10000"/>
          </a:bodyPr>
          <a:lstStyle/>
          <a:p>
            <a:pPr marL="0" indent="0">
              <a:buNone/>
            </a:pPr>
            <a:r>
              <a:rPr lang="en-US" sz="1700" dirty="0">
                <a:solidFill>
                  <a:srgbClr val="394052"/>
                </a:solidFill>
              </a:rPr>
              <a:t>Raw files are not enough. We need extraction, OCR when necessary, metadata, chunking, embeddings, and source references.</a:t>
            </a:r>
            <a:endParaRPr lang="en-US" sz="1700" dirty="0"/>
          </a:p>
        </p:txBody>
      </p:sp>
      <p:sp>
        <p:nvSpPr>
          <p:cNvPr id="32" name="Text 30"/>
          <p:cNvSpPr/>
          <p:nvPr/>
        </p:nvSpPr>
        <p:spPr>
          <a:xfrm>
            <a:off x="822960" y="5413248"/>
            <a:ext cx="228600" cy="201168"/>
          </a:xfrm>
          <a:prstGeom prst="rect">
            <a:avLst/>
          </a:prstGeom>
          <a:noFill/>
          <a:ln/>
        </p:spPr>
        <p:txBody>
          <a:bodyPr wrap="square" rtlCol="0" anchor="ctr"/>
          <a:lstStyle/>
          <a:p>
            <a:pPr marL="0" indent="0">
              <a:buNone/>
            </a:pPr>
            <a:r>
              <a:rPr lang="en-US" sz="1800" b="1" dirty="0">
                <a:solidFill>
                  <a:srgbClr val="00A6CE"/>
                </a:solidFill>
              </a:rPr>
              <a:t>▸</a:t>
            </a:r>
            <a:endParaRPr lang="en-US" sz="1800" dirty="0"/>
          </a:p>
        </p:txBody>
      </p:sp>
      <p:sp>
        <p:nvSpPr>
          <p:cNvPr id="33" name="Text 31"/>
          <p:cNvSpPr/>
          <p:nvPr/>
        </p:nvSpPr>
        <p:spPr>
          <a:xfrm>
            <a:off x="1234440" y="5394960"/>
            <a:ext cx="10424160" cy="310896"/>
          </a:xfrm>
          <a:prstGeom prst="rect">
            <a:avLst/>
          </a:prstGeom>
          <a:noFill/>
          <a:ln/>
        </p:spPr>
        <p:txBody>
          <a:bodyPr wrap="square" rtlCol="0" anchor="ctr">
            <a:normAutofit fontScale="85000" lnSpcReduction="20000"/>
          </a:bodyPr>
          <a:lstStyle/>
          <a:p>
            <a:pPr marL="0" indent="0">
              <a:buNone/>
            </a:pPr>
            <a:r>
              <a:rPr lang="en-US" sz="2000" b="1" dirty="0">
                <a:solidFill>
                  <a:srgbClr val="394052"/>
                </a:solidFill>
              </a:rPr>
              <a:t>This is where document tooling matters</a:t>
            </a:r>
            <a:endParaRPr lang="en-US" sz="2000" dirty="0"/>
          </a:p>
        </p:txBody>
      </p:sp>
      <p:sp>
        <p:nvSpPr>
          <p:cNvPr id="34" name="Text 32"/>
          <p:cNvSpPr/>
          <p:nvPr/>
        </p:nvSpPr>
        <p:spPr>
          <a:xfrm>
            <a:off x="1481328" y="5788152"/>
            <a:ext cx="9966960" cy="566928"/>
          </a:xfrm>
          <a:prstGeom prst="rect">
            <a:avLst/>
          </a:prstGeom>
          <a:noFill/>
          <a:ln/>
        </p:spPr>
        <p:txBody>
          <a:bodyPr wrap="square" rtlCol="0" anchor="ctr">
            <a:normAutofit lnSpcReduction="10000"/>
          </a:bodyPr>
          <a:lstStyle/>
          <a:p>
            <a:pPr marL="0" indent="0">
              <a:buNone/>
            </a:pPr>
            <a:r>
              <a:rPr lang="en-US" sz="1700" dirty="0">
                <a:solidFill>
                  <a:srgbClr val="394052"/>
                </a:solidFill>
              </a:rPr>
              <a:t>A reliable AI workflow depends on deterministic preprocessing before the model is asked to summarize or answer questions.</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500"/>
                                        <p:tgtEl>
                                          <p:spTgt spid="1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500"/>
                                        <p:tgtEl>
                                          <p:spTgt spid="2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500"/>
                                        <p:tgtEl>
                                          <p:spTgt spid="2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500"/>
                                        <p:tgtEl>
                                          <p:spTgt spid="2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500"/>
                                        <p:tgtEl>
                                          <p:spTgt spid="2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500"/>
                                        <p:tgtEl>
                                          <p:spTgt spid="24"/>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500"/>
                                        <p:tgtEl>
                                          <p:spTgt spid="2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500"/>
                                        <p:tgtEl>
                                          <p:spTgt spid="2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500"/>
                                        <p:tgtEl>
                                          <p:spTgt spid="27"/>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9"/>
                                        </p:tgtEl>
                                        <p:attrNameLst>
                                          <p:attrName>style.visibility</p:attrName>
                                        </p:attrNameLst>
                                      </p:cBhvr>
                                      <p:to>
                                        <p:strVal val="visible"/>
                                      </p:to>
                                    </p:set>
                                    <p:animEffect transition="in" filter="fade">
                                      <p:cBhvr>
                                        <p:cTn id="67" dur="500"/>
                                        <p:tgtEl>
                                          <p:spTgt spid="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fade">
                                      <p:cBhvr>
                                        <p:cTn id="70" dur="500"/>
                                        <p:tgtEl>
                                          <p:spTgt spid="28"/>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5" dur="500"/>
                                        <p:tgtEl>
                                          <p:spTgt spid="30"/>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1"/>
                                        </p:tgtEl>
                                        <p:attrNameLst>
                                          <p:attrName>style.visibility</p:attrName>
                                        </p:attrNameLst>
                                      </p:cBhvr>
                                      <p:to>
                                        <p:strVal val="visible"/>
                                      </p:to>
                                    </p:set>
                                    <p:animEffect transition="in" filter="fade">
                                      <p:cBhvr>
                                        <p:cTn id="78" dur="500"/>
                                        <p:tgtEl>
                                          <p:spTgt spid="31"/>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500"/>
                                        <p:tgtEl>
                                          <p:spTgt spid="29"/>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33"/>
                                        </p:tgtEl>
                                        <p:attrNameLst>
                                          <p:attrName>style.visibility</p:attrName>
                                        </p:attrNameLst>
                                      </p:cBhvr>
                                      <p:to>
                                        <p:strVal val="visible"/>
                                      </p:to>
                                    </p:set>
                                    <p:animEffect transition="in" filter="fade">
                                      <p:cBhvr>
                                        <p:cTn id="86" dur="500"/>
                                        <p:tgtEl>
                                          <p:spTgt spid="33"/>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4"/>
                                        </p:tgtEl>
                                        <p:attrNameLst>
                                          <p:attrName>style.visibility</p:attrName>
                                        </p:attrNameLst>
                                      </p:cBhvr>
                                      <p:to>
                                        <p:strVal val="visible"/>
                                      </p:to>
                                    </p:set>
                                    <p:animEffect transition="in" filter="fade">
                                      <p:cBhvr>
                                        <p:cTn id="89" dur="500"/>
                                        <p:tgtEl>
                                          <p:spTgt spid="34"/>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fade">
                                      <p:cBhvr>
                                        <p:cTn id="9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1115568"/>
            <a:ext cx="365760" cy="658368"/>
          </a:xfrm>
          <a:prstGeom prst="chevron">
            <a:avLst/>
          </a:prstGeom>
          <a:solidFill>
            <a:srgbClr val="00A6CE"/>
          </a:solidFill>
          <a:ln w="12700">
            <a:solidFill>
              <a:srgbClr val="00A6CE"/>
            </a:solidFill>
            <a:prstDash val="solid"/>
          </a:ln>
        </p:spPr>
        <p:txBody>
          <a:bodyPr/>
          <a:lstStyle/>
          <a:p>
            <a:endParaRPr lang="en-US"/>
          </a:p>
        </p:txBody>
      </p:sp>
      <p:sp>
        <p:nvSpPr>
          <p:cNvPr id="3" name="Shape 1"/>
          <p:cNvSpPr/>
          <p:nvPr/>
        </p:nvSpPr>
        <p:spPr>
          <a:xfrm>
            <a:off x="11631168" y="6236208"/>
            <a:ext cx="548640" cy="621792"/>
          </a:xfrm>
          <a:prstGeom prst="rtTriangle">
            <a:avLst/>
          </a:prstGeom>
          <a:solidFill>
            <a:srgbClr val="00A6CE"/>
          </a:solidFill>
          <a:ln w="12700">
            <a:solidFill>
              <a:srgbClr val="00A6CE"/>
            </a:solidFill>
            <a:prstDash val="solid"/>
          </a:ln>
        </p:spPr>
        <p:txBody>
          <a:bodyPr/>
          <a:lstStyle/>
          <a:p>
            <a:endParaRPr lang="en-US"/>
          </a:p>
        </p:txBody>
      </p:sp>
      <p:sp>
        <p:nvSpPr>
          <p:cNvPr id="4" name="Text 2"/>
          <p:cNvSpPr/>
          <p:nvPr/>
        </p:nvSpPr>
        <p:spPr>
          <a:xfrm>
            <a:off x="11841480" y="6510528"/>
            <a:ext cx="201168" cy="182880"/>
          </a:xfrm>
          <a:prstGeom prst="rect">
            <a:avLst/>
          </a:prstGeom>
          <a:noFill/>
          <a:ln/>
        </p:spPr>
        <p:txBody>
          <a:bodyPr wrap="square" rtlCol="0" anchor="ctr"/>
          <a:lstStyle/>
          <a:p>
            <a:pPr marL="0" indent="0" algn="r">
              <a:buNone/>
            </a:pPr>
            <a:r>
              <a:rPr lang="en-US" sz="1400" dirty="0">
                <a:solidFill>
                  <a:srgbClr val="FFFFFF"/>
                </a:solidFill>
                <a:latin typeface="Arial" pitchFamily="34" charset="0"/>
                <a:ea typeface="Arial" pitchFamily="34" charset="-122"/>
                <a:cs typeface="Arial" pitchFamily="34" charset="-120"/>
              </a:rPr>
              <a:t>4</a:t>
            </a:r>
            <a:endParaRPr lang="en-US" sz="1400" dirty="0"/>
          </a:p>
        </p:txBody>
      </p:sp>
      <p:sp>
        <p:nvSpPr>
          <p:cNvPr id="5" name="Text 3"/>
          <p:cNvSpPr/>
          <p:nvPr/>
        </p:nvSpPr>
        <p:spPr>
          <a:xfrm>
            <a:off x="603504" y="594360"/>
            <a:ext cx="9784080" cy="640080"/>
          </a:xfrm>
          <a:prstGeom prst="rect">
            <a:avLst/>
          </a:prstGeom>
          <a:noFill/>
          <a:ln/>
        </p:spPr>
        <p:txBody>
          <a:bodyPr wrap="square" rtlCol="0" anchor="ctr">
            <a:normAutofit/>
          </a:bodyPr>
          <a:lstStyle/>
          <a:p>
            <a:pPr marL="0" indent="0">
              <a:buNone/>
            </a:pPr>
            <a:r>
              <a:rPr lang="en-US" sz="3400" dirty="0">
                <a:solidFill>
                  <a:srgbClr val="007DB3"/>
                </a:solidFill>
                <a:latin typeface="Arial" pitchFamily="34" charset="0"/>
                <a:ea typeface="Arial" pitchFamily="34" charset="-122"/>
                <a:cs typeface="Arial" pitchFamily="34" charset="-120"/>
              </a:rPr>
              <a:t>Where IronPDF Fits</a:t>
            </a:r>
            <a:endParaRPr lang="en-US" sz="3400" dirty="0"/>
          </a:p>
        </p:txBody>
      </p:sp>
      <p:sp>
        <p:nvSpPr>
          <p:cNvPr id="6" name="Text 4"/>
          <p:cNvSpPr/>
          <p:nvPr/>
        </p:nvSpPr>
        <p:spPr>
          <a:xfrm>
            <a:off x="713232" y="1298448"/>
            <a:ext cx="10607040" cy="320040"/>
          </a:xfrm>
          <a:prstGeom prst="rect">
            <a:avLst/>
          </a:prstGeom>
          <a:noFill/>
          <a:ln/>
        </p:spPr>
        <p:txBody>
          <a:bodyPr wrap="square" rtlCol="0" anchor="ctr">
            <a:normAutofit fontScale="92500" lnSpcReduction="10000"/>
          </a:bodyPr>
          <a:lstStyle/>
          <a:p>
            <a:pPr marL="0" indent="0">
              <a:buNone/>
            </a:pPr>
            <a:r>
              <a:rPr lang="en-US" sz="1700" dirty="0">
                <a:solidFill>
                  <a:srgbClr val="5B6273"/>
                </a:solidFill>
              </a:rPr>
              <a:t>IronPDF serves as the PDF handling layer before Semantic Kernel sees the content.</a:t>
            </a:r>
            <a:endParaRPr lang="en-US" sz="1700" dirty="0"/>
          </a:p>
        </p:txBody>
      </p:sp>
      <p:sp>
        <p:nvSpPr>
          <p:cNvPr id="7" name="Shape 5"/>
          <p:cNvSpPr/>
          <p:nvPr/>
        </p:nvSpPr>
        <p:spPr>
          <a:xfrm>
            <a:off x="658368" y="2057400"/>
            <a:ext cx="1261872" cy="713232"/>
          </a:xfrm>
          <a:prstGeom prst="roundRect">
            <a:avLst>
              <a:gd name="adj" fmla="val 10256"/>
            </a:avLst>
          </a:prstGeom>
          <a:solidFill>
            <a:srgbClr val="FFFFFF"/>
          </a:solidFill>
          <a:ln w="15240">
            <a:solidFill>
              <a:srgbClr val="DDE2EC"/>
            </a:solidFill>
            <a:prstDash val="solid"/>
          </a:ln>
        </p:spPr>
        <p:txBody>
          <a:bodyPr/>
          <a:lstStyle/>
          <a:p>
            <a:endParaRPr lang="en-US"/>
          </a:p>
        </p:txBody>
      </p:sp>
      <p:sp>
        <p:nvSpPr>
          <p:cNvPr id="8" name="Text 6"/>
          <p:cNvSpPr/>
          <p:nvPr/>
        </p:nvSpPr>
        <p:spPr>
          <a:xfrm>
            <a:off x="731520" y="2185416"/>
            <a:ext cx="1115568" cy="210312"/>
          </a:xfrm>
          <a:prstGeom prst="rect">
            <a:avLst/>
          </a:prstGeom>
          <a:noFill/>
          <a:ln/>
        </p:spPr>
        <p:txBody>
          <a:bodyPr wrap="square" rtlCol="0" anchor="ctr"/>
          <a:lstStyle/>
          <a:p>
            <a:pPr marL="0" indent="0" algn="ctr">
              <a:buNone/>
            </a:pPr>
            <a:r>
              <a:rPr lang="en-US" sz="1350" b="1" dirty="0">
                <a:solidFill>
                  <a:srgbClr val="394052"/>
                </a:solidFill>
              </a:rPr>
              <a:t>Upload</a:t>
            </a:r>
            <a:endParaRPr lang="en-US" sz="1350" dirty="0"/>
          </a:p>
        </p:txBody>
      </p:sp>
      <p:sp>
        <p:nvSpPr>
          <p:cNvPr id="9" name="Text 7"/>
          <p:cNvSpPr/>
          <p:nvPr/>
        </p:nvSpPr>
        <p:spPr>
          <a:xfrm>
            <a:off x="731520" y="2450592"/>
            <a:ext cx="1115568" cy="228600"/>
          </a:xfrm>
          <a:prstGeom prst="rect">
            <a:avLst/>
          </a:prstGeom>
          <a:noFill/>
          <a:ln/>
        </p:spPr>
        <p:txBody>
          <a:bodyPr wrap="square" rtlCol="0" anchor="ctr">
            <a:normAutofit fontScale="85000" lnSpcReduction="10000"/>
          </a:bodyPr>
          <a:lstStyle/>
          <a:p>
            <a:pPr marL="0" indent="0" algn="ctr">
              <a:buNone/>
            </a:pPr>
            <a:r>
              <a:rPr lang="en-US" sz="850" dirty="0">
                <a:solidFill>
                  <a:srgbClr val="5B6273"/>
                </a:solidFill>
              </a:rPr>
              <a:t>User adds a document</a:t>
            </a:r>
            <a:endParaRPr lang="en-US" sz="850" dirty="0"/>
          </a:p>
        </p:txBody>
      </p:sp>
      <p:sp>
        <p:nvSpPr>
          <p:cNvPr id="10" name="Shape 8"/>
          <p:cNvSpPr/>
          <p:nvPr/>
        </p:nvSpPr>
        <p:spPr>
          <a:xfrm>
            <a:off x="2002536" y="2295144"/>
            <a:ext cx="292608" cy="256032"/>
          </a:xfrm>
          <a:prstGeom prst="rightArrow">
            <a:avLst/>
          </a:prstGeom>
          <a:solidFill>
            <a:srgbClr val="00A6CE"/>
          </a:solidFill>
          <a:ln w="12700">
            <a:solidFill>
              <a:srgbClr val="00A6CE"/>
            </a:solidFill>
            <a:prstDash val="solid"/>
          </a:ln>
        </p:spPr>
        <p:txBody>
          <a:bodyPr/>
          <a:lstStyle/>
          <a:p>
            <a:endParaRPr lang="en-US"/>
          </a:p>
        </p:txBody>
      </p:sp>
      <p:sp>
        <p:nvSpPr>
          <p:cNvPr id="11" name="Shape 9"/>
          <p:cNvSpPr/>
          <p:nvPr/>
        </p:nvSpPr>
        <p:spPr>
          <a:xfrm>
            <a:off x="2423160" y="2057400"/>
            <a:ext cx="1261872" cy="713232"/>
          </a:xfrm>
          <a:prstGeom prst="roundRect">
            <a:avLst>
              <a:gd name="adj" fmla="val 10256"/>
            </a:avLst>
          </a:prstGeom>
          <a:solidFill>
            <a:srgbClr val="EAF7FB"/>
          </a:solidFill>
          <a:ln w="15240">
            <a:solidFill>
              <a:srgbClr val="00A6CE"/>
            </a:solidFill>
            <a:prstDash val="solid"/>
          </a:ln>
        </p:spPr>
        <p:txBody>
          <a:bodyPr/>
          <a:lstStyle/>
          <a:p>
            <a:endParaRPr lang="en-US"/>
          </a:p>
        </p:txBody>
      </p:sp>
      <p:sp>
        <p:nvSpPr>
          <p:cNvPr id="12" name="Text 10"/>
          <p:cNvSpPr/>
          <p:nvPr/>
        </p:nvSpPr>
        <p:spPr>
          <a:xfrm>
            <a:off x="2496312" y="2185416"/>
            <a:ext cx="1115568" cy="210312"/>
          </a:xfrm>
          <a:prstGeom prst="rect">
            <a:avLst/>
          </a:prstGeom>
          <a:noFill/>
          <a:ln/>
        </p:spPr>
        <p:txBody>
          <a:bodyPr wrap="square" rtlCol="0" anchor="ctr"/>
          <a:lstStyle/>
          <a:p>
            <a:pPr marL="0" indent="0" algn="ctr">
              <a:buNone/>
            </a:pPr>
            <a:r>
              <a:rPr lang="en-US" sz="1350" b="1" dirty="0">
                <a:solidFill>
                  <a:srgbClr val="394052"/>
                </a:solidFill>
              </a:rPr>
              <a:t>Load PDF</a:t>
            </a:r>
            <a:endParaRPr lang="en-US" sz="1350" dirty="0"/>
          </a:p>
        </p:txBody>
      </p:sp>
      <p:sp>
        <p:nvSpPr>
          <p:cNvPr id="13" name="Text 11"/>
          <p:cNvSpPr/>
          <p:nvPr/>
        </p:nvSpPr>
        <p:spPr>
          <a:xfrm>
            <a:off x="2496312" y="2450592"/>
            <a:ext cx="1115568" cy="228600"/>
          </a:xfrm>
          <a:prstGeom prst="rect">
            <a:avLst/>
          </a:prstGeom>
          <a:noFill/>
          <a:ln/>
        </p:spPr>
        <p:txBody>
          <a:bodyPr wrap="square" rtlCol="0" anchor="ctr">
            <a:normAutofit fontScale="85000" lnSpcReduction="10000"/>
          </a:bodyPr>
          <a:lstStyle/>
          <a:p>
            <a:pPr marL="0" indent="0" algn="ctr">
              <a:buNone/>
            </a:pPr>
            <a:r>
              <a:rPr lang="en-US" sz="850" dirty="0">
                <a:solidFill>
                  <a:srgbClr val="5B6273"/>
                </a:solidFill>
              </a:rPr>
              <a:t>Open and inspect PDF</a:t>
            </a:r>
            <a:endParaRPr lang="en-US" sz="850" dirty="0"/>
          </a:p>
        </p:txBody>
      </p:sp>
      <p:sp>
        <p:nvSpPr>
          <p:cNvPr id="14" name="Shape 12"/>
          <p:cNvSpPr/>
          <p:nvPr/>
        </p:nvSpPr>
        <p:spPr>
          <a:xfrm>
            <a:off x="3767328" y="2295144"/>
            <a:ext cx="292608" cy="256032"/>
          </a:xfrm>
          <a:prstGeom prst="rightArrow">
            <a:avLst/>
          </a:prstGeom>
          <a:solidFill>
            <a:srgbClr val="00A6CE"/>
          </a:solidFill>
          <a:ln w="12700">
            <a:solidFill>
              <a:srgbClr val="00A6CE"/>
            </a:solidFill>
            <a:prstDash val="solid"/>
          </a:ln>
        </p:spPr>
        <p:txBody>
          <a:bodyPr/>
          <a:lstStyle/>
          <a:p>
            <a:endParaRPr lang="en-US"/>
          </a:p>
        </p:txBody>
      </p:sp>
      <p:sp>
        <p:nvSpPr>
          <p:cNvPr id="15" name="Shape 13"/>
          <p:cNvSpPr/>
          <p:nvPr/>
        </p:nvSpPr>
        <p:spPr>
          <a:xfrm>
            <a:off x="4187952" y="2057400"/>
            <a:ext cx="1261872" cy="713232"/>
          </a:xfrm>
          <a:prstGeom prst="roundRect">
            <a:avLst>
              <a:gd name="adj" fmla="val 10256"/>
            </a:avLst>
          </a:prstGeom>
          <a:solidFill>
            <a:srgbClr val="EAF7FB"/>
          </a:solidFill>
          <a:ln w="15240">
            <a:solidFill>
              <a:srgbClr val="00A6CE"/>
            </a:solidFill>
            <a:prstDash val="solid"/>
          </a:ln>
        </p:spPr>
        <p:txBody>
          <a:bodyPr/>
          <a:lstStyle/>
          <a:p>
            <a:endParaRPr lang="en-US"/>
          </a:p>
        </p:txBody>
      </p:sp>
      <p:sp>
        <p:nvSpPr>
          <p:cNvPr id="16" name="Text 14"/>
          <p:cNvSpPr/>
          <p:nvPr/>
        </p:nvSpPr>
        <p:spPr>
          <a:xfrm>
            <a:off x="4261104" y="2185416"/>
            <a:ext cx="1115568" cy="210312"/>
          </a:xfrm>
          <a:prstGeom prst="rect">
            <a:avLst/>
          </a:prstGeom>
          <a:noFill/>
          <a:ln/>
        </p:spPr>
        <p:txBody>
          <a:bodyPr wrap="square" rtlCol="0" anchor="ctr"/>
          <a:lstStyle/>
          <a:p>
            <a:pPr marL="0" indent="0" algn="ctr">
              <a:buNone/>
            </a:pPr>
            <a:r>
              <a:rPr lang="en-US" sz="1350" b="1" dirty="0">
                <a:solidFill>
                  <a:srgbClr val="394052"/>
                </a:solidFill>
              </a:rPr>
              <a:t>Extract</a:t>
            </a:r>
            <a:endParaRPr lang="en-US" sz="1350" dirty="0"/>
          </a:p>
        </p:txBody>
      </p:sp>
      <p:sp>
        <p:nvSpPr>
          <p:cNvPr id="17" name="Text 15"/>
          <p:cNvSpPr/>
          <p:nvPr/>
        </p:nvSpPr>
        <p:spPr>
          <a:xfrm>
            <a:off x="4261104" y="2450592"/>
            <a:ext cx="1115568" cy="228600"/>
          </a:xfrm>
          <a:prstGeom prst="rect">
            <a:avLst/>
          </a:prstGeom>
          <a:noFill/>
          <a:ln/>
        </p:spPr>
        <p:txBody>
          <a:bodyPr wrap="square" rtlCol="0" anchor="ctr">
            <a:normAutofit/>
          </a:bodyPr>
          <a:lstStyle/>
          <a:p>
            <a:pPr marL="0" indent="0" algn="ctr">
              <a:buNone/>
            </a:pPr>
            <a:r>
              <a:rPr lang="en-US" sz="850" dirty="0">
                <a:solidFill>
                  <a:srgbClr val="5B6273"/>
                </a:solidFill>
              </a:rPr>
              <a:t>Text, images, forms</a:t>
            </a:r>
            <a:endParaRPr lang="en-US" sz="850" dirty="0"/>
          </a:p>
        </p:txBody>
      </p:sp>
      <p:sp>
        <p:nvSpPr>
          <p:cNvPr id="18" name="Shape 16"/>
          <p:cNvSpPr/>
          <p:nvPr/>
        </p:nvSpPr>
        <p:spPr>
          <a:xfrm>
            <a:off x="5532120" y="2295144"/>
            <a:ext cx="292608" cy="256032"/>
          </a:xfrm>
          <a:prstGeom prst="rightArrow">
            <a:avLst/>
          </a:prstGeom>
          <a:solidFill>
            <a:srgbClr val="00A6CE"/>
          </a:solidFill>
          <a:ln w="12700">
            <a:solidFill>
              <a:srgbClr val="00A6CE"/>
            </a:solidFill>
            <a:prstDash val="solid"/>
          </a:ln>
        </p:spPr>
        <p:txBody>
          <a:bodyPr/>
          <a:lstStyle/>
          <a:p>
            <a:endParaRPr lang="en-US"/>
          </a:p>
        </p:txBody>
      </p:sp>
      <p:sp>
        <p:nvSpPr>
          <p:cNvPr id="19" name="Shape 17"/>
          <p:cNvSpPr/>
          <p:nvPr/>
        </p:nvSpPr>
        <p:spPr>
          <a:xfrm>
            <a:off x="5952744" y="2057400"/>
            <a:ext cx="1261872" cy="713232"/>
          </a:xfrm>
          <a:prstGeom prst="roundRect">
            <a:avLst>
              <a:gd name="adj" fmla="val 10256"/>
            </a:avLst>
          </a:prstGeom>
          <a:solidFill>
            <a:srgbClr val="FFFFFF"/>
          </a:solidFill>
          <a:ln w="15240">
            <a:solidFill>
              <a:srgbClr val="DDE2EC"/>
            </a:solidFill>
            <a:prstDash val="solid"/>
          </a:ln>
        </p:spPr>
        <p:txBody>
          <a:bodyPr/>
          <a:lstStyle/>
          <a:p>
            <a:endParaRPr lang="en-US"/>
          </a:p>
        </p:txBody>
      </p:sp>
      <p:sp>
        <p:nvSpPr>
          <p:cNvPr id="20" name="Text 18"/>
          <p:cNvSpPr/>
          <p:nvPr/>
        </p:nvSpPr>
        <p:spPr>
          <a:xfrm>
            <a:off x="6025896" y="2185416"/>
            <a:ext cx="1115568" cy="210312"/>
          </a:xfrm>
          <a:prstGeom prst="rect">
            <a:avLst/>
          </a:prstGeom>
          <a:noFill/>
          <a:ln/>
        </p:spPr>
        <p:txBody>
          <a:bodyPr wrap="square" rtlCol="0" anchor="ctr"/>
          <a:lstStyle/>
          <a:p>
            <a:pPr marL="0" indent="0" algn="ctr">
              <a:buNone/>
            </a:pPr>
            <a:r>
              <a:rPr lang="en-US" sz="1350" b="1" dirty="0">
                <a:solidFill>
                  <a:srgbClr val="394052"/>
                </a:solidFill>
              </a:rPr>
              <a:t>Normalize</a:t>
            </a:r>
            <a:endParaRPr lang="en-US" sz="1350" dirty="0"/>
          </a:p>
        </p:txBody>
      </p:sp>
      <p:sp>
        <p:nvSpPr>
          <p:cNvPr id="21" name="Text 19"/>
          <p:cNvSpPr/>
          <p:nvPr/>
        </p:nvSpPr>
        <p:spPr>
          <a:xfrm>
            <a:off x="6025896" y="2450592"/>
            <a:ext cx="1115568" cy="228600"/>
          </a:xfrm>
          <a:prstGeom prst="rect">
            <a:avLst/>
          </a:prstGeom>
          <a:noFill/>
          <a:ln/>
        </p:spPr>
        <p:txBody>
          <a:bodyPr wrap="square" rtlCol="0" anchor="ctr">
            <a:normAutofit fontScale="85000" lnSpcReduction="10000"/>
          </a:bodyPr>
          <a:lstStyle/>
          <a:p>
            <a:pPr marL="0" indent="0" algn="ctr">
              <a:buNone/>
            </a:pPr>
            <a:r>
              <a:rPr lang="en-US" sz="850" dirty="0">
                <a:solidFill>
                  <a:srgbClr val="5B6273"/>
                </a:solidFill>
              </a:rPr>
              <a:t>Clean and tag content</a:t>
            </a:r>
            <a:endParaRPr lang="en-US" sz="850" dirty="0"/>
          </a:p>
        </p:txBody>
      </p:sp>
      <p:sp>
        <p:nvSpPr>
          <p:cNvPr id="22" name="Shape 20"/>
          <p:cNvSpPr/>
          <p:nvPr/>
        </p:nvSpPr>
        <p:spPr>
          <a:xfrm>
            <a:off x="7296912" y="2295144"/>
            <a:ext cx="292608" cy="256032"/>
          </a:xfrm>
          <a:prstGeom prst="rightArrow">
            <a:avLst/>
          </a:prstGeom>
          <a:solidFill>
            <a:srgbClr val="00A6CE"/>
          </a:solidFill>
          <a:ln w="12700">
            <a:solidFill>
              <a:srgbClr val="00A6CE"/>
            </a:solidFill>
            <a:prstDash val="solid"/>
          </a:ln>
        </p:spPr>
        <p:txBody>
          <a:bodyPr/>
          <a:lstStyle/>
          <a:p>
            <a:endParaRPr lang="en-US"/>
          </a:p>
        </p:txBody>
      </p:sp>
      <p:sp>
        <p:nvSpPr>
          <p:cNvPr id="23" name="Shape 21"/>
          <p:cNvSpPr/>
          <p:nvPr/>
        </p:nvSpPr>
        <p:spPr>
          <a:xfrm>
            <a:off x="7717536" y="2057400"/>
            <a:ext cx="1261872" cy="713232"/>
          </a:xfrm>
          <a:prstGeom prst="roundRect">
            <a:avLst>
              <a:gd name="adj" fmla="val 10256"/>
            </a:avLst>
          </a:prstGeom>
          <a:solidFill>
            <a:srgbClr val="FFFFFF"/>
          </a:solidFill>
          <a:ln w="15240">
            <a:solidFill>
              <a:srgbClr val="DDE2EC"/>
            </a:solidFill>
            <a:prstDash val="solid"/>
          </a:ln>
        </p:spPr>
        <p:txBody>
          <a:bodyPr/>
          <a:lstStyle/>
          <a:p>
            <a:endParaRPr lang="en-US"/>
          </a:p>
        </p:txBody>
      </p:sp>
      <p:sp>
        <p:nvSpPr>
          <p:cNvPr id="24" name="Text 22"/>
          <p:cNvSpPr/>
          <p:nvPr/>
        </p:nvSpPr>
        <p:spPr>
          <a:xfrm>
            <a:off x="7790688" y="2185416"/>
            <a:ext cx="1115568" cy="210312"/>
          </a:xfrm>
          <a:prstGeom prst="rect">
            <a:avLst/>
          </a:prstGeom>
          <a:noFill/>
          <a:ln/>
        </p:spPr>
        <p:txBody>
          <a:bodyPr wrap="square" rtlCol="0" anchor="ctr"/>
          <a:lstStyle/>
          <a:p>
            <a:pPr marL="0" indent="0" algn="ctr">
              <a:buNone/>
            </a:pPr>
            <a:r>
              <a:rPr lang="en-US" sz="1350" b="1" dirty="0">
                <a:solidFill>
                  <a:srgbClr val="394052"/>
                </a:solidFill>
              </a:rPr>
              <a:t>Embed</a:t>
            </a:r>
            <a:endParaRPr lang="en-US" sz="1350" dirty="0"/>
          </a:p>
        </p:txBody>
      </p:sp>
      <p:sp>
        <p:nvSpPr>
          <p:cNvPr id="25" name="Text 23"/>
          <p:cNvSpPr/>
          <p:nvPr/>
        </p:nvSpPr>
        <p:spPr>
          <a:xfrm>
            <a:off x="7790688" y="2450592"/>
            <a:ext cx="1115568" cy="228600"/>
          </a:xfrm>
          <a:prstGeom prst="rect">
            <a:avLst/>
          </a:prstGeom>
          <a:noFill/>
          <a:ln/>
        </p:spPr>
        <p:txBody>
          <a:bodyPr wrap="square" rtlCol="0" anchor="ctr">
            <a:normAutofit fontScale="85000" lnSpcReduction="10000"/>
          </a:bodyPr>
          <a:lstStyle/>
          <a:p>
            <a:pPr marL="0" indent="0" algn="ctr">
              <a:buNone/>
            </a:pPr>
            <a:r>
              <a:rPr lang="en-US" sz="850" dirty="0">
                <a:solidFill>
                  <a:srgbClr val="5B6273"/>
                </a:solidFill>
              </a:rPr>
              <a:t>Create vector records</a:t>
            </a:r>
            <a:endParaRPr lang="en-US" sz="850" dirty="0"/>
          </a:p>
        </p:txBody>
      </p:sp>
      <p:sp>
        <p:nvSpPr>
          <p:cNvPr id="26" name="Shape 24"/>
          <p:cNvSpPr/>
          <p:nvPr/>
        </p:nvSpPr>
        <p:spPr>
          <a:xfrm>
            <a:off x="9061704" y="2295144"/>
            <a:ext cx="292608" cy="256032"/>
          </a:xfrm>
          <a:prstGeom prst="rightArrow">
            <a:avLst/>
          </a:prstGeom>
          <a:solidFill>
            <a:srgbClr val="00A6CE"/>
          </a:solidFill>
          <a:ln w="12700">
            <a:solidFill>
              <a:srgbClr val="00A6CE"/>
            </a:solidFill>
            <a:prstDash val="solid"/>
          </a:ln>
        </p:spPr>
        <p:txBody>
          <a:bodyPr/>
          <a:lstStyle/>
          <a:p>
            <a:endParaRPr lang="en-US"/>
          </a:p>
        </p:txBody>
      </p:sp>
      <p:sp>
        <p:nvSpPr>
          <p:cNvPr id="27" name="Shape 25"/>
          <p:cNvSpPr/>
          <p:nvPr/>
        </p:nvSpPr>
        <p:spPr>
          <a:xfrm>
            <a:off x="9482328" y="2057400"/>
            <a:ext cx="1261872" cy="713232"/>
          </a:xfrm>
          <a:prstGeom prst="roundRect">
            <a:avLst>
              <a:gd name="adj" fmla="val 10256"/>
            </a:avLst>
          </a:prstGeom>
          <a:solidFill>
            <a:srgbClr val="FFFFFF"/>
          </a:solidFill>
          <a:ln w="15240">
            <a:solidFill>
              <a:srgbClr val="DDE2EC"/>
            </a:solidFill>
            <a:prstDash val="solid"/>
          </a:ln>
        </p:spPr>
        <p:txBody>
          <a:bodyPr/>
          <a:lstStyle/>
          <a:p>
            <a:endParaRPr lang="en-US"/>
          </a:p>
        </p:txBody>
      </p:sp>
      <p:sp>
        <p:nvSpPr>
          <p:cNvPr id="28" name="Text 26"/>
          <p:cNvSpPr/>
          <p:nvPr/>
        </p:nvSpPr>
        <p:spPr>
          <a:xfrm>
            <a:off x="9555480" y="2185416"/>
            <a:ext cx="1115568" cy="210312"/>
          </a:xfrm>
          <a:prstGeom prst="rect">
            <a:avLst/>
          </a:prstGeom>
          <a:noFill/>
          <a:ln/>
        </p:spPr>
        <p:txBody>
          <a:bodyPr wrap="square" rtlCol="0" anchor="ctr"/>
          <a:lstStyle/>
          <a:p>
            <a:pPr marL="0" indent="0" algn="ctr">
              <a:buNone/>
            </a:pPr>
            <a:r>
              <a:rPr lang="en-US" sz="1350" b="1" dirty="0">
                <a:solidFill>
                  <a:srgbClr val="394052"/>
                </a:solidFill>
              </a:rPr>
              <a:t>Ground</a:t>
            </a:r>
            <a:endParaRPr lang="en-US" sz="1350" dirty="0"/>
          </a:p>
        </p:txBody>
      </p:sp>
      <p:sp>
        <p:nvSpPr>
          <p:cNvPr id="29" name="Text 27"/>
          <p:cNvSpPr/>
          <p:nvPr/>
        </p:nvSpPr>
        <p:spPr>
          <a:xfrm>
            <a:off x="9555480" y="2450592"/>
            <a:ext cx="1115568" cy="228600"/>
          </a:xfrm>
          <a:prstGeom prst="rect">
            <a:avLst/>
          </a:prstGeom>
          <a:noFill/>
          <a:ln/>
        </p:spPr>
        <p:txBody>
          <a:bodyPr wrap="square" rtlCol="0" anchor="ctr">
            <a:normAutofit fontScale="92500"/>
          </a:bodyPr>
          <a:lstStyle/>
          <a:p>
            <a:pPr marL="0" indent="0" algn="ctr">
              <a:buNone/>
            </a:pPr>
            <a:r>
              <a:rPr lang="en-US" sz="850" dirty="0">
                <a:solidFill>
                  <a:srgbClr val="5B6273"/>
                </a:solidFill>
              </a:rPr>
              <a:t>Answer with sources</a:t>
            </a:r>
            <a:endParaRPr lang="en-US" sz="850" dirty="0"/>
          </a:p>
        </p:txBody>
      </p:sp>
      <p:sp>
        <p:nvSpPr>
          <p:cNvPr id="30" name="Text 28"/>
          <p:cNvSpPr/>
          <p:nvPr/>
        </p:nvSpPr>
        <p:spPr>
          <a:xfrm>
            <a:off x="868680" y="3675888"/>
            <a:ext cx="228600" cy="201168"/>
          </a:xfrm>
          <a:prstGeom prst="rect">
            <a:avLst/>
          </a:prstGeom>
          <a:noFill/>
          <a:ln/>
        </p:spPr>
        <p:txBody>
          <a:bodyPr wrap="square" rtlCol="0" anchor="ctr"/>
          <a:lstStyle/>
          <a:p>
            <a:pPr marL="0" indent="0">
              <a:buNone/>
            </a:pPr>
            <a:r>
              <a:rPr lang="en-US" sz="1800" b="1" dirty="0">
                <a:solidFill>
                  <a:srgbClr val="00A6CE"/>
                </a:solidFill>
              </a:rPr>
              <a:t>▸</a:t>
            </a:r>
            <a:endParaRPr lang="en-US" sz="1800" dirty="0"/>
          </a:p>
        </p:txBody>
      </p:sp>
      <p:sp>
        <p:nvSpPr>
          <p:cNvPr id="31" name="Text 29"/>
          <p:cNvSpPr/>
          <p:nvPr/>
        </p:nvSpPr>
        <p:spPr>
          <a:xfrm>
            <a:off x="1280160" y="3657600"/>
            <a:ext cx="10424160" cy="310896"/>
          </a:xfrm>
          <a:prstGeom prst="rect">
            <a:avLst/>
          </a:prstGeom>
          <a:noFill/>
          <a:ln/>
        </p:spPr>
        <p:txBody>
          <a:bodyPr wrap="square" rtlCol="0" anchor="ctr">
            <a:normAutofit fontScale="85000" lnSpcReduction="20000"/>
          </a:bodyPr>
          <a:lstStyle/>
          <a:p>
            <a:pPr marL="0" indent="0">
              <a:buNone/>
            </a:pPr>
            <a:r>
              <a:rPr lang="en-US" sz="2000" b="1" dirty="0">
                <a:solidFill>
                  <a:srgbClr val="394052"/>
                </a:solidFill>
              </a:rPr>
              <a:t>IronPDF is not the LLM</a:t>
            </a:r>
            <a:endParaRPr lang="en-US" sz="2000" dirty="0"/>
          </a:p>
        </p:txBody>
      </p:sp>
      <p:sp>
        <p:nvSpPr>
          <p:cNvPr id="32" name="Text 30"/>
          <p:cNvSpPr/>
          <p:nvPr/>
        </p:nvSpPr>
        <p:spPr>
          <a:xfrm>
            <a:off x="1527048" y="4050792"/>
            <a:ext cx="9966960" cy="566928"/>
          </a:xfrm>
          <a:prstGeom prst="rect">
            <a:avLst/>
          </a:prstGeom>
          <a:noFill/>
          <a:ln/>
        </p:spPr>
        <p:txBody>
          <a:bodyPr wrap="square" rtlCol="0" anchor="ctr">
            <a:normAutofit lnSpcReduction="10000"/>
          </a:bodyPr>
          <a:lstStyle/>
          <a:p>
            <a:pPr marL="0" indent="0">
              <a:buNone/>
            </a:pPr>
            <a:r>
              <a:rPr lang="en-US" sz="1700" dirty="0">
                <a:solidFill>
                  <a:srgbClr val="394052"/>
                </a:solidFill>
              </a:rPr>
              <a:t>It does deterministic document work: PDF generation, reading, editing, conversion, extraction, forms, signing, stamping, merging, and splitting.</a:t>
            </a:r>
            <a:endParaRPr lang="en-US" sz="1700" dirty="0"/>
          </a:p>
        </p:txBody>
      </p:sp>
      <p:sp>
        <p:nvSpPr>
          <p:cNvPr id="33" name="Text 31"/>
          <p:cNvSpPr/>
          <p:nvPr/>
        </p:nvSpPr>
        <p:spPr>
          <a:xfrm>
            <a:off x="868680" y="4663440"/>
            <a:ext cx="228600" cy="201168"/>
          </a:xfrm>
          <a:prstGeom prst="rect">
            <a:avLst/>
          </a:prstGeom>
          <a:noFill/>
          <a:ln/>
        </p:spPr>
        <p:txBody>
          <a:bodyPr wrap="square" rtlCol="0" anchor="ctr"/>
          <a:lstStyle/>
          <a:p>
            <a:pPr marL="0" indent="0">
              <a:buNone/>
            </a:pPr>
            <a:r>
              <a:rPr lang="en-US" sz="1800" b="1" dirty="0">
                <a:solidFill>
                  <a:srgbClr val="00A6CE"/>
                </a:solidFill>
              </a:rPr>
              <a:t>▸</a:t>
            </a:r>
            <a:endParaRPr lang="en-US" sz="1800" dirty="0"/>
          </a:p>
        </p:txBody>
      </p:sp>
      <p:sp>
        <p:nvSpPr>
          <p:cNvPr id="34" name="Text 32"/>
          <p:cNvSpPr/>
          <p:nvPr/>
        </p:nvSpPr>
        <p:spPr>
          <a:xfrm>
            <a:off x="1280160" y="4645152"/>
            <a:ext cx="10424160" cy="310896"/>
          </a:xfrm>
          <a:prstGeom prst="rect">
            <a:avLst/>
          </a:prstGeom>
          <a:noFill/>
          <a:ln/>
        </p:spPr>
        <p:txBody>
          <a:bodyPr wrap="square" rtlCol="0" anchor="ctr">
            <a:normAutofit fontScale="85000" lnSpcReduction="20000"/>
          </a:bodyPr>
          <a:lstStyle/>
          <a:p>
            <a:pPr marL="0" indent="0">
              <a:buNone/>
            </a:pPr>
            <a:r>
              <a:rPr lang="en-US" sz="2000" b="1" dirty="0">
                <a:solidFill>
                  <a:srgbClr val="394052"/>
                </a:solidFill>
              </a:rPr>
              <a:t>Semantic Kernel orchestrates the AI interaction</a:t>
            </a:r>
            <a:endParaRPr lang="en-US" sz="2000" dirty="0"/>
          </a:p>
        </p:txBody>
      </p:sp>
      <p:sp>
        <p:nvSpPr>
          <p:cNvPr id="35" name="Text 33"/>
          <p:cNvSpPr/>
          <p:nvPr/>
        </p:nvSpPr>
        <p:spPr>
          <a:xfrm>
            <a:off x="1527048" y="5038344"/>
            <a:ext cx="9966960" cy="566928"/>
          </a:xfrm>
          <a:prstGeom prst="rect">
            <a:avLst/>
          </a:prstGeom>
          <a:noFill/>
          <a:ln/>
        </p:spPr>
        <p:txBody>
          <a:bodyPr wrap="square" rtlCol="0" anchor="ctr">
            <a:normAutofit lnSpcReduction="10000"/>
          </a:bodyPr>
          <a:lstStyle/>
          <a:p>
            <a:pPr marL="0" indent="0">
              <a:buNone/>
            </a:pPr>
            <a:r>
              <a:rPr lang="en-US" sz="1700" dirty="0">
                <a:solidFill>
                  <a:srgbClr val="394052"/>
                </a:solidFill>
              </a:rPr>
              <a:t>After document text is prepared, SK can pass retrieved context into Azure OpenAI for grounded summaries and answers.</a:t>
            </a:r>
            <a:endParaRPr lang="en-US" sz="1700" dirty="0"/>
          </a:p>
        </p:txBody>
      </p:sp>
      <p:sp>
        <p:nvSpPr>
          <p:cNvPr id="37" name="Text 34"/>
          <p:cNvSpPr/>
          <p:nvPr/>
        </p:nvSpPr>
        <p:spPr>
          <a:xfrm>
            <a:off x="685800" y="6355080"/>
            <a:ext cx="10424160" cy="228600"/>
          </a:xfrm>
          <a:prstGeom prst="rect">
            <a:avLst/>
          </a:prstGeom>
          <a:noFill/>
          <a:ln/>
        </p:spPr>
        <p:txBody>
          <a:bodyPr wrap="square" rtlCol="0" anchor="ctr">
            <a:normAutofit/>
          </a:bodyPr>
          <a:lstStyle/>
          <a:p>
            <a:pPr marL="0" indent="0">
              <a:buNone/>
            </a:pPr>
            <a:r>
              <a:rPr lang="en-US" sz="750" i="1" dirty="0">
                <a:solidFill>
                  <a:srgbClr val="7A8090"/>
                </a:solidFill>
              </a:rPr>
              <a:t>IronPDF docs and NuGet describe PDF creation, conversion, extraction, editing, forms, merge/split, stamping, and signing.</a:t>
            </a:r>
            <a:endParaRPr lang="en-US" sz="7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500"/>
                                        <p:tgtEl>
                                          <p:spTgt spid="1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500"/>
                                        <p:tgtEl>
                                          <p:spTgt spid="2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500"/>
                                        <p:tgtEl>
                                          <p:spTgt spid="2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500"/>
                                        <p:tgtEl>
                                          <p:spTgt spid="2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500"/>
                                        <p:tgtEl>
                                          <p:spTgt spid="25"/>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500"/>
                                        <p:tgtEl>
                                          <p:spTgt spid="2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500"/>
                                        <p:tgtEl>
                                          <p:spTgt spid="27"/>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fade">
                                      <p:cBhvr>
                                        <p:cTn id="70" dur="500"/>
                                        <p:tgtEl>
                                          <p:spTgt spid="28"/>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fade">
                                      <p:cBhvr>
                                        <p:cTn id="73" dur="500"/>
                                        <p:tgtEl>
                                          <p:spTgt spid="29"/>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30"/>
                                        </p:tgtEl>
                                        <p:attrNameLst>
                                          <p:attrName>style.visibility</p:attrName>
                                        </p:attrNameLst>
                                      </p:cBhvr>
                                      <p:to>
                                        <p:strVal val="visible"/>
                                      </p:to>
                                    </p:set>
                                    <p:animEffect transition="in" filter="fade">
                                      <p:cBhvr>
                                        <p:cTn id="78" dur="500"/>
                                        <p:tgtEl>
                                          <p:spTgt spid="30"/>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1"/>
                                        </p:tgtEl>
                                        <p:attrNameLst>
                                          <p:attrName>style.visibility</p:attrName>
                                        </p:attrNameLst>
                                      </p:cBhvr>
                                      <p:to>
                                        <p:strVal val="visible"/>
                                      </p:to>
                                    </p:set>
                                    <p:animEffect transition="in" filter="fade">
                                      <p:cBhvr>
                                        <p:cTn id="81" dur="500"/>
                                        <p:tgtEl>
                                          <p:spTgt spid="31"/>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2"/>
                                        </p:tgtEl>
                                        <p:attrNameLst>
                                          <p:attrName>style.visibility</p:attrName>
                                        </p:attrNameLst>
                                      </p:cBhvr>
                                      <p:to>
                                        <p:strVal val="visible"/>
                                      </p:to>
                                    </p:set>
                                    <p:animEffect transition="in" filter="fade">
                                      <p:cBhvr>
                                        <p:cTn id="84" dur="500"/>
                                        <p:tgtEl>
                                          <p:spTgt spid="32"/>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33"/>
                                        </p:tgtEl>
                                        <p:attrNameLst>
                                          <p:attrName>style.visibility</p:attrName>
                                        </p:attrNameLst>
                                      </p:cBhvr>
                                      <p:to>
                                        <p:strVal val="visible"/>
                                      </p:to>
                                    </p:set>
                                    <p:animEffect transition="in" filter="fade">
                                      <p:cBhvr>
                                        <p:cTn id="89" dur="500"/>
                                        <p:tgtEl>
                                          <p:spTgt spid="33"/>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4"/>
                                        </p:tgtEl>
                                        <p:attrNameLst>
                                          <p:attrName>style.visibility</p:attrName>
                                        </p:attrNameLst>
                                      </p:cBhvr>
                                      <p:to>
                                        <p:strVal val="visible"/>
                                      </p:to>
                                    </p:set>
                                    <p:animEffect transition="in" filter="fade">
                                      <p:cBhvr>
                                        <p:cTn id="92" dur="500"/>
                                        <p:tgtEl>
                                          <p:spTgt spid="34"/>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5"/>
                                        </p:tgtEl>
                                        <p:attrNameLst>
                                          <p:attrName>style.visibility</p:attrName>
                                        </p:attrNameLst>
                                      </p:cBhvr>
                                      <p:to>
                                        <p:strVal val="visible"/>
                                      </p:to>
                                    </p:set>
                                    <p:animEffect transition="in" filter="fade">
                                      <p:cBhvr>
                                        <p:cTn id="95"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1115568"/>
            <a:ext cx="365760" cy="658368"/>
          </a:xfrm>
          <a:prstGeom prst="chevron">
            <a:avLst/>
          </a:prstGeom>
          <a:solidFill>
            <a:srgbClr val="00A6CE"/>
          </a:solidFill>
          <a:ln w="12700">
            <a:solidFill>
              <a:srgbClr val="00A6CE"/>
            </a:solidFill>
            <a:prstDash val="solid"/>
          </a:ln>
        </p:spPr>
        <p:txBody>
          <a:bodyPr/>
          <a:lstStyle/>
          <a:p>
            <a:endParaRPr lang="en-US"/>
          </a:p>
        </p:txBody>
      </p:sp>
      <p:sp>
        <p:nvSpPr>
          <p:cNvPr id="3" name="Shape 1"/>
          <p:cNvSpPr/>
          <p:nvPr/>
        </p:nvSpPr>
        <p:spPr>
          <a:xfrm>
            <a:off x="11631168" y="6236208"/>
            <a:ext cx="548640" cy="621792"/>
          </a:xfrm>
          <a:prstGeom prst="rtTriangle">
            <a:avLst/>
          </a:prstGeom>
          <a:solidFill>
            <a:srgbClr val="00A6CE"/>
          </a:solidFill>
          <a:ln w="12700">
            <a:solidFill>
              <a:srgbClr val="00A6CE"/>
            </a:solidFill>
            <a:prstDash val="solid"/>
          </a:ln>
        </p:spPr>
        <p:txBody>
          <a:bodyPr/>
          <a:lstStyle/>
          <a:p>
            <a:endParaRPr lang="en-US"/>
          </a:p>
        </p:txBody>
      </p:sp>
      <p:sp>
        <p:nvSpPr>
          <p:cNvPr id="4" name="Text 2"/>
          <p:cNvSpPr/>
          <p:nvPr/>
        </p:nvSpPr>
        <p:spPr>
          <a:xfrm>
            <a:off x="11841480" y="6510528"/>
            <a:ext cx="201168" cy="182880"/>
          </a:xfrm>
          <a:prstGeom prst="rect">
            <a:avLst/>
          </a:prstGeom>
          <a:noFill/>
          <a:ln/>
        </p:spPr>
        <p:txBody>
          <a:bodyPr wrap="square" rtlCol="0" anchor="ctr"/>
          <a:lstStyle/>
          <a:p>
            <a:pPr marL="0" indent="0" algn="r">
              <a:buNone/>
            </a:pPr>
            <a:r>
              <a:rPr lang="en-US" sz="1400" dirty="0">
                <a:solidFill>
                  <a:srgbClr val="FFFFFF"/>
                </a:solidFill>
                <a:latin typeface="Arial" pitchFamily="34" charset="0"/>
                <a:ea typeface="Arial" pitchFamily="34" charset="-122"/>
                <a:cs typeface="Arial" pitchFamily="34" charset="-120"/>
              </a:rPr>
              <a:t>5</a:t>
            </a:r>
            <a:endParaRPr lang="en-US" sz="1400" dirty="0"/>
          </a:p>
        </p:txBody>
      </p:sp>
      <p:sp>
        <p:nvSpPr>
          <p:cNvPr id="5" name="Text 3"/>
          <p:cNvSpPr/>
          <p:nvPr/>
        </p:nvSpPr>
        <p:spPr>
          <a:xfrm>
            <a:off x="603504" y="594360"/>
            <a:ext cx="9784080" cy="640080"/>
          </a:xfrm>
          <a:prstGeom prst="rect">
            <a:avLst/>
          </a:prstGeom>
          <a:noFill/>
          <a:ln/>
        </p:spPr>
        <p:txBody>
          <a:bodyPr wrap="square" rtlCol="0" anchor="ctr">
            <a:normAutofit/>
          </a:bodyPr>
          <a:lstStyle/>
          <a:p>
            <a:pPr marL="0" indent="0">
              <a:buNone/>
            </a:pPr>
            <a:r>
              <a:rPr lang="en-US" sz="3400" dirty="0">
                <a:solidFill>
                  <a:srgbClr val="007DB3"/>
                </a:solidFill>
                <a:latin typeface="Arial" pitchFamily="34" charset="0"/>
                <a:ea typeface="Arial" pitchFamily="34" charset="-122"/>
                <a:cs typeface="Arial" pitchFamily="34" charset="-120"/>
              </a:rPr>
              <a:t>Why IronPDF Is a Strong Fit for This Portal</a:t>
            </a:r>
            <a:endParaRPr lang="en-US" sz="3400" dirty="0"/>
          </a:p>
        </p:txBody>
      </p:sp>
      <p:sp>
        <p:nvSpPr>
          <p:cNvPr id="6" name="Text 4"/>
          <p:cNvSpPr/>
          <p:nvPr/>
        </p:nvSpPr>
        <p:spPr>
          <a:xfrm>
            <a:off x="731520" y="1435608"/>
            <a:ext cx="228600" cy="201168"/>
          </a:xfrm>
          <a:prstGeom prst="rect">
            <a:avLst/>
          </a:prstGeom>
          <a:noFill/>
          <a:ln/>
        </p:spPr>
        <p:txBody>
          <a:bodyPr wrap="square" rtlCol="0" anchor="ctr"/>
          <a:lstStyle/>
          <a:p>
            <a:pPr marL="0" indent="0">
              <a:buNone/>
            </a:pPr>
            <a:r>
              <a:rPr lang="en-US" sz="1800" b="1" dirty="0">
                <a:solidFill>
                  <a:srgbClr val="00A6CE"/>
                </a:solidFill>
              </a:rPr>
              <a:t>▸</a:t>
            </a:r>
            <a:endParaRPr lang="en-US" sz="1800" dirty="0"/>
          </a:p>
        </p:txBody>
      </p:sp>
      <p:sp>
        <p:nvSpPr>
          <p:cNvPr id="7" name="Text 5"/>
          <p:cNvSpPr/>
          <p:nvPr/>
        </p:nvSpPr>
        <p:spPr>
          <a:xfrm>
            <a:off x="1143000" y="1417320"/>
            <a:ext cx="10424160" cy="310896"/>
          </a:xfrm>
          <a:prstGeom prst="rect">
            <a:avLst/>
          </a:prstGeom>
          <a:noFill/>
          <a:ln/>
        </p:spPr>
        <p:txBody>
          <a:bodyPr wrap="square" rtlCol="0" anchor="ctr">
            <a:normAutofit fontScale="85000" lnSpcReduction="20000"/>
          </a:bodyPr>
          <a:lstStyle/>
          <a:p>
            <a:pPr marL="0" indent="0">
              <a:buNone/>
            </a:pPr>
            <a:r>
              <a:rPr lang="en-US" sz="2000" b="1" dirty="0">
                <a:solidFill>
                  <a:srgbClr val="394052"/>
                </a:solidFill>
              </a:rPr>
              <a:t>Native .NET integration</a:t>
            </a:r>
            <a:endParaRPr lang="en-US" sz="2000" dirty="0"/>
          </a:p>
        </p:txBody>
      </p:sp>
      <p:sp>
        <p:nvSpPr>
          <p:cNvPr id="8" name="Text 6"/>
          <p:cNvSpPr/>
          <p:nvPr/>
        </p:nvSpPr>
        <p:spPr>
          <a:xfrm>
            <a:off x="1389888" y="1810512"/>
            <a:ext cx="9966960" cy="566928"/>
          </a:xfrm>
          <a:prstGeom prst="rect">
            <a:avLst/>
          </a:prstGeom>
          <a:noFill/>
          <a:ln/>
        </p:spPr>
        <p:txBody>
          <a:bodyPr wrap="square" rtlCol="0" anchor="ctr">
            <a:normAutofit lnSpcReduction="10000"/>
          </a:bodyPr>
          <a:lstStyle/>
          <a:p>
            <a:pPr marL="0" indent="0">
              <a:buNone/>
            </a:pPr>
            <a:r>
              <a:rPr lang="en-US" sz="1700" dirty="0">
                <a:solidFill>
                  <a:srgbClr val="394052"/>
                </a:solidFill>
              </a:rPr>
              <a:t>Distributed as a NuGet package and documented for C#/.NET application models such as console, web, MVC, Blazor, MAUI, and Razor Pages.</a:t>
            </a:r>
            <a:endParaRPr lang="en-US" sz="1700" dirty="0"/>
          </a:p>
        </p:txBody>
      </p:sp>
      <p:sp>
        <p:nvSpPr>
          <p:cNvPr id="9" name="Text 7"/>
          <p:cNvSpPr/>
          <p:nvPr/>
        </p:nvSpPr>
        <p:spPr>
          <a:xfrm>
            <a:off x="731520" y="2624328"/>
            <a:ext cx="228600" cy="201168"/>
          </a:xfrm>
          <a:prstGeom prst="rect">
            <a:avLst/>
          </a:prstGeom>
          <a:noFill/>
          <a:ln/>
        </p:spPr>
        <p:txBody>
          <a:bodyPr wrap="square" rtlCol="0" anchor="ctr"/>
          <a:lstStyle/>
          <a:p>
            <a:pPr marL="0" indent="0">
              <a:buNone/>
            </a:pPr>
            <a:r>
              <a:rPr lang="en-US" sz="1800" b="1" dirty="0">
                <a:solidFill>
                  <a:srgbClr val="00A6CE"/>
                </a:solidFill>
              </a:rPr>
              <a:t>▸</a:t>
            </a:r>
            <a:endParaRPr lang="en-US" sz="1800" dirty="0"/>
          </a:p>
        </p:txBody>
      </p:sp>
      <p:sp>
        <p:nvSpPr>
          <p:cNvPr id="10" name="Text 8"/>
          <p:cNvSpPr/>
          <p:nvPr/>
        </p:nvSpPr>
        <p:spPr>
          <a:xfrm>
            <a:off x="1143000" y="2606040"/>
            <a:ext cx="10424160" cy="310896"/>
          </a:xfrm>
          <a:prstGeom prst="rect">
            <a:avLst/>
          </a:prstGeom>
          <a:noFill/>
          <a:ln/>
        </p:spPr>
        <p:txBody>
          <a:bodyPr wrap="square" rtlCol="0" anchor="ctr">
            <a:normAutofit fontScale="85000" lnSpcReduction="20000"/>
          </a:bodyPr>
          <a:lstStyle/>
          <a:p>
            <a:pPr marL="0" indent="0">
              <a:buNone/>
            </a:pPr>
            <a:r>
              <a:rPr lang="en-US" sz="2000" b="1" dirty="0">
                <a:solidFill>
                  <a:srgbClr val="394052"/>
                </a:solidFill>
              </a:rPr>
              <a:t>Modern platform coverage</a:t>
            </a:r>
            <a:endParaRPr lang="en-US" sz="2000" dirty="0"/>
          </a:p>
        </p:txBody>
      </p:sp>
      <p:sp>
        <p:nvSpPr>
          <p:cNvPr id="11" name="Text 9"/>
          <p:cNvSpPr/>
          <p:nvPr/>
        </p:nvSpPr>
        <p:spPr>
          <a:xfrm>
            <a:off x="1389888" y="2999232"/>
            <a:ext cx="9966960" cy="566928"/>
          </a:xfrm>
          <a:prstGeom prst="rect">
            <a:avLst/>
          </a:prstGeom>
          <a:noFill/>
          <a:ln/>
        </p:spPr>
        <p:txBody>
          <a:bodyPr wrap="square" rtlCol="0" anchor="ctr">
            <a:normAutofit lnSpcReduction="10000"/>
          </a:bodyPr>
          <a:lstStyle/>
          <a:p>
            <a:pPr marL="0" indent="0">
              <a:buNone/>
            </a:pPr>
            <a:r>
              <a:rPr lang="en-US" sz="1700" dirty="0">
                <a:solidFill>
                  <a:srgbClr val="394052"/>
                </a:solidFill>
              </a:rPr>
              <a:t>Official documentation lists support across .NET 10, .NET 9, .NET 8 LTS, Windows, Linux, macOS, Docker, Azure, AWS, and cloud/container environments.</a:t>
            </a:r>
            <a:endParaRPr lang="en-US" sz="1700" dirty="0"/>
          </a:p>
        </p:txBody>
      </p:sp>
      <p:sp>
        <p:nvSpPr>
          <p:cNvPr id="12" name="Text 10"/>
          <p:cNvSpPr/>
          <p:nvPr/>
        </p:nvSpPr>
        <p:spPr>
          <a:xfrm>
            <a:off x="731520" y="3813048"/>
            <a:ext cx="228600" cy="201168"/>
          </a:xfrm>
          <a:prstGeom prst="rect">
            <a:avLst/>
          </a:prstGeom>
          <a:noFill/>
          <a:ln/>
        </p:spPr>
        <p:txBody>
          <a:bodyPr wrap="square" rtlCol="0" anchor="ctr"/>
          <a:lstStyle/>
          <a:p>
            <a:pPr marL="0" indent="0">
              <a:buNone/>
            </a:pPr>
            <a:r>
              <a:rPr lang="en-US" sz="1800" b="1" dirty="0">
                <a:solidFill>
                  <a:srgbClr val="00A6CE"/>
                </a:solidFill>
              </a:rPr>
              <a:t>▸</a:t>
            </a:r>
            <a:endParaRPr lang="en-US" sz="1800" dirty="0"/>
          </a:p>
        </p:txBody>
      </p:sp>
      <p:sp>
        <p:nvSpPr>
          <p:cNvPr id="13" name="Text 11"/>
          <p:cNvSpPr/>
          <p:nvPr/>
        </p:nvSpPr>
        <p:spPr>
          <a:xfrm>
            <a:off x="1143000" y="3794760"/>
            <a:ext cx="10424160" cy="310896"/>
          </a:xfrm>
          <a:prstGeom prst="rect">
            <a:avLst/>
          </a:prstGeom>
          <a:noFill/>
          <a:ln/>
        </p:spPr>
        <p:txBody>
          <a:bodyPr wrap="square" rtlCol="0" anchor="ctr">
            <a:normAutofit fontScale="85000" lnSpcReduction="20000"/>
          </a:bodyPr>
          <a:lstStyle/>
          <a:p>
            <a:pPr marL="0" indent="0">
              <a:buNone/>
            </a:pPr>
            <a:r>
              <a:rPr lang="en-US" sz="2000" b="1" dirty="0">
                <a:solidFill>
                  <a:srgbClr val="394052"/>
                </a:solidFill>
              </a:rPr>
              <a:t>PDF operations beyond extraction</a:t>
            </a:r>
            <a:endParaRPr lang="en-US" sz="2000" dirty="0"/>
          </a:p>
        </p:txBody>
      </p:sp>
      <p:sp>
        <p:nvSpPr>
          <p:cNvPr id="14" name="Text 12"/>
          <p:cNvSpPr/>
          <p:nvPr/>
        </p:nvSpPr>
        <p:spPr>
          <a:xfrm>
            <a:off x="1389888" y="4187952"/>
            <a:ext cx="9966960" cy="566928"/>
          </a:xfrm>
          <a:prstGeom prst="rect">
            <a:avLst/>
          </a:prstGeom>
          <a:noFill/>
          <a:ln/>
        </p:spPr>
        <p:txBody>
          <a:bodyPr wrap="square" rtlCol="0" anchor="ctr">
            <a:normAutofit lnSpcReduction="10000"/>
          </a:bodyPr>
          <a:lstStyle/>
          <a:p>
            <a:pPr marL="0" indent="0">
              <a:buNone/>
            </a:pPr>
            <a:r>
              <a:rPr lang="en-US" sz="1700" dirty="0">
                <a:solidFill>
                  <a:srgbClr val="394052"/>
                </a:solidFill>
              </a:rPr>
              <a:t>The same library family supports PDF creation, reading, editing, conversion, image rendering, forms, merging, splitting, compression, security, and signing scenarios.</a:t>
            </a:r>
            <a:endParaRPr lang="en-US" sz="1700" dirty="0"/>
          </a:p>
        </p:txBody>
      </p:sp>
      <p:sp>
        <p:nvSpPr>
          <p:cNvPr id="15" name="Text 13"/>
          <p:cNvSpPr/>
          <p:nvPr/>
        </p:nvSpPr>
        <p:spPr>
          <a:xfrm>
            <a:off x="731520" y="5001768"/>
            <a:ext cx="228600" cy="201168"/>
          </a:xfrm>
          <a:prstGeom prst="rect">
            <a:avLst/>
          </a:prstGeom>
          <a:noFill/>
          <a:ln/>
        </p:spPr>
        <p:txBody>
          <a:bodyPr wrap="square" rtlCol="0" anchor="ctr"/>
          <a:lstStyle/>
          <a:p>
            <a:pPr marL="0" indent="0">
              <a:buNone/>
            </a:pPr>
            <a:r>
              <a:rPr lang="en-US" sz="1800" b="1" dirty="0">
                <a:solidFill>
                  <a:srgbClr val="00A6CE"/>
                </a:solidFill>
              </a:rPr>
              <a:t>▸</a:t>
            </a:r>
            <a:endParaRPr lang="en-US" sz="1800" dirty="0"/>
          </a:p>
        </p:txBody>
      </p:sp>
      <p:sp>
        <p:nvSpPr>
          <p:cNvPr id="16" name="Text 14"/>
          <p:cNvSpPr/>
          <p:nvPr/>
        </p:nvSpPr>
        <p:spPr>
          <a:xfrm>
            <a:off x="1143000" y="4983480"/>
            <a:ext cx="10424160" cy="310896"/>
          </a:xfrm>
          <a:prstGeom prst="rect">
            <a:avLst/>
          </a:prstGeom>
          <a:noFill/>
          <a:ln/>
        </p:spPr>
        <p:txBody>
          <a:bodyPr wrap="square" rtlCol="0" anchor="ctr">
            <a:normAutofit fontScale="85000" lnSpcReduction="20000"/>
          </a:bodyPr>
          <a:lstStyle/>
          <a:p>
            <a:pPr marL="0" indent="0">
              <a:buNone/>
            </a:pPr>
            <a:r>
              <a:rPr lang="en-US" sz="2000" b="1" dirty="0">
                <a:solidFill>
                  <a:srgbClr val="394052"/>
                </a:solidFill>
              </a:rPr>
              <a:t>Commercial support posture</a:t>
            </a:r>
            <a:endParaRPr lang="en-US" sz="2000" dirty="0"/>
          </a:p>
        </p:txBody>
      </p:sp>
      <p:sp>
        <p:nvSpPr>
          <p:cNvPr id="17" name="Text 15"/>
          <p:cNvSpPr/>
          <p:nvPr/>
        </p:nvSpPr>
        <p:spPr>
          <a:xfrm>
            <a:off x="1389888" y="5376672"/>
            <a:ext cx="9966960" cy="566928"/>
          </a:xfrm>
          <a:prstGeom prst="rect">
            <a:avLst/>
          </a:prstGeom>
          <a:noFill/>
          <a:ln/>
        </p:spPr>
        <p:txBody>
          <a:bodyPr wrap="square" rtlCol="0" anchor="ctr">
            <a:normAutofit lnSpcReduction="10000"/>
          </a:bodyPr>
          <a:lstStyle/>
          <a:p>
            <a:pPr marL="0" indent="0">
              <a:buNone/>
            </a:pPr>
            <a:r>
              <a:rPr lang="en-US" sz="1700" dirty="0">
                <a:solidFill>
                  <a:srgbClr val="394052"/>
                </a:solidFill>
              </a:rPr>
              <a:t>Iron Software positions the suite as a commercial option with documentation, trial evaluation, and engineer support rather than a do-it-yourself wrapper strategy.</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1115568"/>
            <a:ext cx="365760" cy="658368"/>
          </a:xfrm>
          <a:prstGeom prst="chevron">
            <a:avLst/>
          </a:prstGeom>
          <a:solidFill>
            <a:srgbClr val="00A6CE"/>
          </a:solidFill>
          <a:ln w="12700">
            <a:solidFill>
              <a:srgbClr val="00A6CE"/>
            </a:solidFill>
            <a:prstDash val="solid"/>
          </a:ln>
        </p:spPr>
        <p:txBody>
          <a:bodyPr/>
          <a:lstStyle/>
          <a:p>
            <a:endParaRPr lang="en-US"/>
          </a:p>
        </p:txBody>
      </p:sp>
      <p:sp>
        <p:nvSpPr>
          <p:cNvPr id="3" name="Shape 1"/>
          <p:cNvSpPr/>
          <p:nvPr/>
        </p:nvSpPr>
        <p:spPr>
          <a:xfrm>
            <a:off x="11631168" y="6236208"/>
            <a:ext cx="548640" cy="621792"/>
          </a:xfrm>
          <a:prstGeom prst="rtTriangle">
            <a:avLst/>
          </a:prstGeom>
          <a:solidFill>
            <a:srgbClr val="00A6CE"/>
          </a:solidFill>
          <a:ln w="12700">
            <a:solidFill>
              <a:srgbClr val="00A6CE"/>
            </a:solidFill>
            <a:prstDash val="solid"/>
          </a:ln>
        </p:spPr>
        <p:txBody>
          <a:bodyPr/>
          <a:lstStyle/>
          <a:p>
            <a:endParaRPr lang="en-US"/>
          </a:p>
        </p:txBody>
      </p:sp>
      <p:sp>
        <p:nvSpPr>
          <p:cNvPr id="4" name="Text 2"/>
          <p:cNvSpPr/>
          <p:nvPr/>
        </p:nvSpPr>
        <p:spPr>
          <a:xfrm>
            <a:off x="11841480" y="6510528"/>
            <a:ext cx="201168" cy="182880"/>
          </a:xfrm>
          <a:prstGeom prst="rect">
            <a:avLst/>
          </a:prstGeom>
          <a:noFill/>
          <a:ln/>
        </p:spPr>
        <p:txBody>
          <a:bodyPr wrap="square" rtlCol="0" anchor="ctr"/>
          <a:lstStyle/>
          <a:p>
            <a:pPr marL="0" indent="0" algn="r">
              <a:buNone/>
            </a:pPr>
            <a:r>
              <a:rPr lang="en-US" sz="1400" dirty="0">
                <a:solidFill>
                  <a:srgbClr val="FFFFFF"/>
                </a:solidFill>
                <a:latin typeface="Arial" pitchFamily="34" charset="0"/>
                <a:ea typeface="Arial" pitchFamily="34" charset="-122"/>
                <a:cs typeface="Arial" pitchFamily="34" charset="-120"/>
              </a:rPr>
              <a:t>6</a:t>
            </a:r>
            <a:endParaRPr lang="en-US" sz="1400" dirty="0"/>
          </a:p>
        </p:txBody>
      </p:sp>
      <p:sp>
        <p:nvSpPr>
          <p:cNvPr id="5" name="Text 3"/>
          <p:cNvSpPr/>
          <p:nvPr/>
        </p:nvSpPr>
        <p:spPr>
          <a:xfrm>
            <a:off x="603504" y="594360"/>
            <a:ext cx="9784080" cy="640080"/>
          </a:xfrm>
          <a:prstGeom prst="rect">
            <a:avLst/>
          </a:prstGeom>
          <a:noFill/>
          <a:ln/>
        </p:spPr>
        <p:txBody>
          <a:bodyPr wrap="square" rtlCol="0" anchor="ctr">
            <a:normAutofit/>
          </a:bodyPr>
          <a:lstStyle/>
          <a:p>
            <a:pPr marL="0" indent="0">
              <a:buNone/>
            </a:pPr>
            <a:r>
              <a:rPr lang="en-US" sz="3400" dirty="0">
                <a:solidFill>
                  <a:srgbClr val="007DB3"/>
                </a:solidFill>
                <a:latin typeface="Arial" pitchFamily="34" charset="0"/>
                <a:ea typeface="Arial" pitchFamily="34" charset="-122"/>
                <a:cs typeface="Arial" pitchFamily="34" charset="-120"/>
              </a:rPr>
              <a:t>IronSuite Broadens the Document Story</a:t>
            </a:r>
            <a:endParaRPr lang="en-US" sz="3400" dirty="0"/>
          </a:p>
        </p:txBody>
      </p:sp>
      <p:sp>
        <p:nvSpPr>
          <p:cNvPr id="6" name="Text 4"/>
          <p:cNvSpPr/>
          <p:nvPr/>
        </p:nvSpPr>
        <p:spPr>
          <a:xfrm>
            <a:off x="713232" y="1298448"/>
            <a:ext cx="10607040" cy="320040"/>
          </a:xfrm>
          <a:prstGeom prst="rect">
            <a:avLst/>
          </a:prstGeom>
          <a:noFill/>
          <a:ln/>
        </p:spPr>
        <p:txBody>
          <a:bodyPr wrap="square" rtlCol="0" anchor="ctr">
            <a:normAutofit fontScale="92500" lnSpcReduction="10000"/>
          </a:bodyPr>
          <a:lstStyle/>
          <a:p>
            <a:pPr marL="0" indent="0">
              <a:buNone/>
            </a:pPr>
            <a:r>
              <a:rPr lang="en-US" sz="1700" dirty="0">
                <a:solidFill>
                  <a:srgbClr val="5B6273"/>
                </a:solidFill>
              </a:rPr>
              <a:t>IronSuite is a commercial .NET library bundle; each library is installed independently as needed.</a:t>
            </a:r>
            <a:endParaRPr lang="en-US" sz="1700" dirty="0"/>
          </a:p>
        </p:txBody>
      </p:sp>
      <p:sp>
        <p:nvSpPr>
          <p:cNvPr id="7" name="Text 5"/>
          <p:cNvSpPr/>
          <p:nvPr/>
        </p:nvSpPr>
        <p:spPr>
          <a:xfrm>
            <a:off x="868680" y="1965960"/>
            <a:ext cx="182880" cy="182880"/>
          </a:xfrm>
          <a:prstGeom prst="rect">
            <a:avLst/>
          </a:prstGeom>
          <a:noFill/>
          <a:ln/>
        </p:spPr>
        <p:txBody>
          <a:bodyPr wrap="square" rtlCol="0" anchor="ctr"/>
          <a:lstStyle/>
          <a:p>
            <a:pPr marL="0" indent="0">
              <a:buNone/>
            </a:pPr>
            <a:r>
              <a:rPr lang="en-US" sz="1400" b="1" dirty="0">
                <a:solidFill>
                  <a:srgbClr val="00A6CE"/>
                </a:solidFill>
              </a:rPr>
              <a:t>▸</a:t>
            </a:r>
            <a:endParaRPr lang="en-US" sz="1400" dirty="0"/>
          </a:p>
        </p:txBody>
      </p:sp>
      <p:sp>
        <p:nvSpPr>
          <p:cNvPr id="8" name="Text 6"/>
          <p:cNvSpPr/>
          <p:nvPr/>
        </p:nvSpPr>
        <p:spPr>
          <a:xfrm>
            <a:off x="1124712" y="1938528"/>
            <a:ext cx="1188720" cy="201168"/>
          </a:xfrm>
          <a:prstGeom prst="rect">
            <a:avLst/>
          </a:prstGeom>
          <a:noFill/>
          <a:ln/>
        </p:spPr>
        <p:txBody>
          <a:bodyPr wrap="square" rtlCol="0" anchor="ctr">
            <a:normAutofit fontScale="70000" lnSpcReduction="20000"/>
          </a:bodyPr>
          <a:lstStyle/>
          <a:p>
            <a:pPr marL="0" indent="0">
              <a:buNone/>
            </a:pPr>
            <a:r>
              <a:rPr lang="en-US" sz="1350" b="1" dirty="0">
                <a:solidFill>
                  <a:srgbClr val="394052"/>
                </a:solidFill>
              </a:rPr>
              <a:t>IronPDF</a:t>
            </a:r>
            <a:endParaRPr lang="en-US" sz="1350" dirty="0"/>
          </a:p>
        </p:txBody>
      </p:sp>
      <p:sp>
        <p:nvSpPr>
          <p:cNvPr id="9" name="Text 7"/>
          <p:cNvSpPr/>
          <p:nvPr/>
        </p:nvSpPr>
        <p:spPr>
          <a:xfrm>
            <a:off x="1124712" y="2194560"/>
            <a:ext cx="1417320" cy="201168"/>
          </a:xfrm>
          <a:prstGeom prst="rect">
            <a:avLst/>
          </a:prstGeom>
          <a:noFill/>
          <a:ln/>
        </p:spPr>
        <p:txBody>
          <a:bodyPr wrap="square" rtlCol="0" anchor="ctr">
            <a:normAutofit fontScale="92500" lnSpcReduction="20000"/>
          </a:bodyPr>
          <a:lstStyle/>
          <a:p>
            <a:pPr marL="0" indent="0">
              <a:buNone/>
            </a:pPr>
            <a:r>
              <a:rPr lang="en-US" sz="960" dirty="0">
                <a:solidFill>
                  <a:srgbClr val="5B6273"/>
                </a:solidFill>
              </a:rPr>
              <a:t>PDF create/read/edit</a:t>
            </a:r>
            <a:endParaRPr lang="en-US" sz="960" dirty="0"/>
          </a:p>
        </p:txBody>
      </p:sp>
      <p:sp>
        <p:nvSpPr>
          <p:cNvPr id="10" name="Text 8"/>
          <p:cNvSpPr/>
          <p:nvPr/>
        </p:nvSpPr>
        <p:spPr>
          <a:xfrm>
            <a:off x="3017520" y="1965960"/>
            <a:ext cx="182880" cy="182880"/>
          </a:xfrm>
          <a:prstGeom prst="rect">
            <a:avLst/>
          </a:prstGeom>
          <a:noFill/>
          <a:ln/>
        </p:spPr>
        <p:txBody>
          <a:bodyPr wrap="square" rtlCol="0" anchor="ctr"/>
          <a:lstStyle/>
          <a:p>
            <a:pPr marL="0" indent="0">
              <a:buNone/>
            </a:pPr>
            <a:r>
              <a:rPr lang="en-US" sz="1400" b="1" dirty="0">
                <a:solidFill>
                  <a:srgbClr val="00A6CE"/>
                </a:solidFill>
              </a:rPr>
              <a:t>▸</a:t>
            </a:r>
            <a:endParaRPr lang="en-US" sz="1400" dirty="0"/>
          </a:p>
        </p:txBody>
      </p:sp>
      <p:sp>
        <p:nvSpPr>
          <p:cNvPr id="11" name="Text 9"/>
          <p:cNvSpPr/>
          <p:nvPr/>
        </p:nvSpPr>
        <p:spPr>
          <a:xfrm>
            <a:off x="3273552" y="1938528"/>
            <a:ext cx="1188720" cy="201168"/>
          </a:xfrm>
          <a:prstGeom prst="rect">
            <a:avLst/>
          </a:prstGeom>
          <a:noFill/>
          <a:ln/>
        </p:spPr>
        <p:txBody>
          <a:bodyPr wrap="square" rtlCol="0" anchor="ctr">
            <a:normAutofit fontScale="70000" lnSpcReduction="20000"/>
          </a:bodyPr>
          <a:lstStyle/>
          <a:p>
            <a:pPr marL="0" indent="0">
              <a:buNone/>
            </a:pPr>
            <a:r>
              <a:rPr lang="en-US" sz="1350" b="1" dirty="0">
                <a:solidFill>
                  <a:srgbClr val="394052"/>
                </a:solidFill>
              </a:rPr>
              <a:t>IronOCR</a:t>
            </a:r>
            <a:endParaRPr lang="en-US" sz="1350" dirty="0"/>
          </a:p>
        </p:txBody>
      </p:sp>
      <p:sp>
        <p:nvSpPr>
          <p:cNvPr id="12" name="Text 10"/>
          <p:cNvSpPr/>
          <p:nvPr/>
        </p:nvSpPr>
        <p:spPr>
          <a:xfrm>
            <a:off x="3273552" y="2194560"/>
            <a:ext cx="1417320" cy="201168"/>
          </a:xfrm>
          <a:prstGeom prst="rect">
            <a:avLst/>
          </a:prstGeom>
          <a:noFill/>
          <a:ln/>
        </p:spPr>
        <p:txBody>
          <a:bodyPr wrap="square" rtlCol="0" anchor="ctr">
            <a:normAutofit fontScale="92500" lnSpcReduction="20000"/>
          </a:bodyPr>
          <a:lstStyle/>
          <a:p>
            <a:pPr marL="0" indent="0">
              <a:buNone/>
            </a:pPr>
            <a:r>
              <a:rPr lang="en-US" sz="960" dirty="0">
                <a:solidFill>
                  <a:srgbClr val="5B6273"/>
                </a:solidFill>
              </a:rPr>
              <a:t>OCR from scans/images</a:t>
            </a:r>
            <a:endParaRPr lang="en-US" sz="960" dirty="0"/>
          </a:p>
        </p:txBody>
      </p:sp>
      <p:sp>
        <p:nvSpPr>
          <p:cNvPr id="13" name="Text 11"/>
          <p:cNvSpPr/>
          <p:nvPr/>
        </p:nvSpPr>
        <p:spPr>
          <a:xfrm>
            <a:off x="5166360" y="1965960"/>
            <a:ext cx="182880" cy="182880"/>
          </a:xfrm>
          <a:prstGeom prst="rect">
            <a:avLst/>
          </a:prstGeom>
          <a:noFill/>
          <a:ln/>
        </p:spPr>
        <p:txBody>
          <a:bodyPr wrap="square" rtlCol="0" anchor="ctr"/>
          <a:lstStyle/>
          <a:p>
            <a:pPr marL="0" indent="0">
              <a:buNone/>
            </a:pPr>
            <a:r>
              <a:rPr lang="en-US" sz="1400" b="1" dirty="0">
                <a:solidFill>
                  <a:srgbClr val="00A6CE"/>
                </a:solidFill>
              </a:rPr>
              <a:t>▸</a:t>
            </a:r>
            <a:endParaRPr lang="en-US" sz="1400" dirty="0"/>
          </a:p>
        </p:txBody>
      </p:sp>
      <p:sp>
        <p:nvSpPr>
          <p:cNvPr id="14" name="Text 12"/>
          <p:cNvSpPr/>
          <p:nvPr/>
        </p:nvSpPr>
        <p:spPr>
          <a:xfrm>
            <a:off x="5422392" y="1938528"/>
            <a:ext cx="1188720" cy="201168"/>
          </a:xfrm>
          <a:prstGeom prst="rect">
            <a:avLst/>
          </a:prstGeom>
          <a:noFill/>
          <a:ln/>
        </p:spPr>
        <p:txBody>
          <a:bodyPr wrap="square" rtlCol="0" anchor="ctr">
            <a:normAutofit fontScale="70000" lnSpcReduction="20000"/>
          </a:bodyPr>
          <a:lstStyle/>
          <a:p>
            <a:pPr marL="0" indent="0">
              <a:buNone/>
            </a:pPr>
            <a:r>
              <a:rPr lang="en-US" sz="1350" b="1" dirty="0">
                <a:solidFill>
                  <a:srgbClr val="394052"/>
                </a:solidFill>
              </a:rPr>
              <a:t>IronXL</a:t>
            </a:r>
            <a:endParaRPr lang="en-US" sz="1350" dirty="0"/>
          </a:p>
        </p:txBody>
      </p:sp>
      <p:sp>
        <p:nvSpPr>
          <p:cNvPr id="15" name="Text 13"/>
          <p:cNvSpPr/>
          <p:nvPr/>
        </p:nvSpPr>
        <p:spPr>
          <a:xfrm>
            <a:off x="5422392" y="2194560"/>
            <a:ext cx="1417320" cy="201168"/>
          </a:xfrm>
          <a:prstGeom prst="rect">
            <a:avLst/>
          </a:prstGeom>
          <a:noFill/>
          <a:ln/>
        </p:spPr>
        <p:txBody>
          <a:bodyPr wrap="square" rtlCol="0" anchor="ctr">
            <a:normAutofit fontScale="92500" lnSpcReduction="20000"/>
          </a:bodyPr>
          <a:lstStyle/>
          <a:p>
            <a:pPr marL="0" indent="0">
              <a:buNone/>
            </a:pPr>
            <a:r>
              <a:rPr lang="en-US" sz="960" dirty="0">
                <a:solidFill>
                  <a:srgbClr val="5B6273"/>
                </a:solidFill>
              </a:rPr>
              <a:t>Excel/CSV files</a:t>
            </a:r>
            <a:endParaRPr lang="en-US" sz="960" dirty="0"/>
          </a:p>
        </p:txBody>
      </p:sp>
      <p:sp>
        <p:nvSpPr>
          <p:cNvPr id="16" name="Text 14"/>
          <p:cNvSpPr/>
          <p:nvPr/>
        </p:nvSpPr>
        <p:spPr>
          <a:xfrm>
            <a:off x="7315200" y="1965960"/>
            <a:ext cx="182880" cy="182880"/>
          </a:xfrm>
          <a:prstGeom prst="rect">
            <a:avLst/>
          </a:prstGeom>
          <a:noFill/>
          <a:ln/>
        </p:spPr>
        <p:txBody>
          <a:bodyPr wrap="square" rtlCol="0" anchor="ctr"/>
          <a:lstStyle/>
          <a:p>
            <a:pPr marL="0" indent="0">
              <a:buNone/>
            </a:pPr>
            <a:r>
              <a:rPr lang="en-US" sz="1400" b="1" dirty="0">
                <a:solidFill>
                  <a:srgbClr val="00A6CE"/>
                </a:solidFill>
              </a:rPr>
              <a:t>▸</a:t>
            </a:r>
            <a:endParaRPr lang="en-US" sz="1400" dirty="0"/>
          </a:p>
        </p:txBody>
      </p:sp>
      <p:sp>
        <p:nvSpPr>
          <p:cNvPr id="17" name="Text 15"/>
          <p:cNvSpPr/>
          <p:nvPr/>
        </p:nvSpPr>
        <p:spPr>
          <a:xfrm>
            <a:off x="7571232" y="1938528"/>
            <a:ext cx="1188720" cy="201168"/>
          </a:xfrm>
          <a:prstGeom prst="rect">
            <a:avLst/>
          </a:prstGeom>
          <a:noFill/>
          <a:ln/>
        </p:spPr>
        <p:txBody>
          <a:bodyPr wrap="square" rtlCol="0" anchor="ctr">
            <a:normAutofit fontScale="70000" lnSpcReduction="20000"/>
          </a:bodyPr>
          <a:lstStyle/>
          <a:p>
            <a:pPr marL="0" indent="0">
              <a:buNone/>
            </a:pPr>
            <a:r>
              <a:rPr lang="en-US" sz="1350" b="1" dirty="0">
                <a:solidFill>
                  <a:srgbClr val="394052"/>
                </a:solidFill>
              </a:rPr>
              <a:t>IronWord</a:t>
            </a:r>
            <a:endParaRPr lang="en-US" sz="1350" dirty="0"/>
          </a:p>
        </p:txBody>
      </p:sp>
      <p:sp>
        <p:nvSpPr>
          <p:cNvPr id="18" name="Text 16"/>
          <p:cNvSpPr/>
          <p:nvPr/>
        </p:nvSpPr>
        <p:spPr>
          <a:xfrm>
            <a:off x="7571232" y="2194560"/>
            <a:ext cx="1417320" cy="201168"/>
          </a:xfrm>
          <a:prstGeom prst="rect">
            <a:avLst/>
          </a:prstGeom>
          <a:noFill/>
          <a:ln/>
        </p:spPr>
        <p:txBody>
          <a:bodyPr wrap="square" rtlCol="0" anchor="ctr">
            <a:normAutofit fontScale="92500" lnSpcReduction="20000"/>
          </a:bodyPr>
          <a:lstStyle/>
          <a:p>
            <a:pPr marL="0" indent="0">
              <a:buNone/>
            </a:pPr>
            <a:r>
              <a:rPr lang="en-US" sz="960" dirty="0">
                <a:solidFill>
                  <a:srgbClr val="5B6273"/>
                </a:solidFill>
              </a:rPr>
              <a:t>DOCX files</a:t>
            </a:r>
            <a:endParaRPr lang="en-US" sz="960" dirty="0"/>
          </a:p>
        </p:txBody>
      </p:sp>
      <p:sp>
        <p:nvSpPr>
          <p:cNvPr id="19" name="Text 17"/>
          <p:cNvSpPr/>
          <p:nvPr/>
        </p:nvSpPr>
        <p:spPr>
          <a:xfrm>
            <a:off x="9464040" y="1965960"/>
            <a:ext cx="182880" cy="182880"/>
          </a:xfrm>
          <a:prstGeom prst="rect">
            <a:avLst/>
          </a:prstGeom>
          <a:noFill/>
          <a:ln/>
        </p:spPr>
        <p:txBody>
          <a:bodyPr wrap="square" rtlCol="0" anchor="ctr"/>
          <a:lstStyle/>
          <a:p>
            <a:pPr marL="0" indent="0">
              <a:buNone/>
            </a:pPr>
            <a:r>
              <a:rPr lang="en-US" sz="1400" b="1" dirty="0">
                <a:solidFill>
                  <a:srgbClr val="00A6CE"/>
                </a:solidFill>
              </a:rPr>
              <a:t>▸</a:t>
            </a:r>
            <a:endParaRPr lang="en-US" sz="1400" dirty="0"/>
          </a:p>
        </p:txBody>
      </p:sp>
      <p:sp>
        <p:nvSpPr>
          <p:cNvPr id="20" name="Text 18"/>
          <p:cNvSpPr/>
          <p:nvPr/>
        </p:nvSpPr>
        <p:spPr>
          <a:xfrm>
            <a:off x="9720072" y="1938528"/>
            <a:ext cx="1188720" cy="201168"/>
          </a:xfrm>
          <a:prstGeom prst="rect">
            <a:avLst/>
          </a:prstGeom>
          <a:noFill/>
          <a:ln/>
        </p:spPr>
        <p:txBody>
          <a:bodyPr wrap="square" rtlCol="0" anchor="ctr">
            <a:normAutofit fontScale="70000" lnSpcReduction="20000"/>
          </a:bodyPr>
          <a:lstStyle/>
          <a:p>
            <a:pPr marL="0" indent="0">
              <a:buNone/>
            </a:pPr>
            <a:r>
              <a:rPr lang="en-US" sz="1350" b="1" dirty="0">
                <a:solidFill>
                  <a:srgbClr val="394052"/>
                </a:solidFill>
              </a:rPr>
              <a:t>IronPPT</a:t>
            </a:r>
            <a:endParaRPr lang="en-US" sz="1350" dirty="0"/>
          </a:p>
        </p:txBody>
      </p:sp>
      <p:sp>
        <p:nvSpPr>
          <p:cNvPr id="21" name="Text 19"/>
          <p:cNvSpPr/>
          <p:nvPr/>
        </p:nvSpPr>
        <p:spPr>
          <a:xfrm>
            <a:off x="9720072" y="2194560"/>
            <a:ext cx="1417320" cy="201168"/>
          </a:xfrm>
          <a:prstGeom prst="rect">
            <a:avLst/>
          </a:prstGeom>
          <a:noFill/>
          <a:ln/>
        </p:spPr>
        <p:txBody>
          <a:bodyPr wrap="square" rtlCol="0" anchor="ctr">
            <a:normAutofit fontScale="92500" lnSpcReduction="20000"/>
          </a:bodyPr>
          <a:lstStyle/>
          <a:p>
            <a:pPr marL="0" indent="0">
              <a:buNone/>
            </a:pPr>
            <a:r>
              <a:rPr lang="en-US" sz="960" dirty="0">
                <a:solidFill>
                  <a:srgbClr val="5B6273"/>
                </a:solidFill>
              </a:rPr>
              <a:t>PowerPoint files</a:t>
            </a:r>
            <a:endParaRPr lang="en-US" sz="960" dirty="0"/>
          </a:p>
        </p:txBody>
      </p:sp>
      <p:sp>
        <p:nvSpPr>
          <p:cNvPr id="22" name="Text 20"/>
          <p:cNvSpPr/>
          <p:nvPr/>
        </p:nvSpPr>
        <p:spPr>
          <a:xfrm>
            <a:off x="868680" y="2724912"/>
            <a:ext cx="182880" cy="182880"/>
          </a:xfrm>
          <a:prstGeom prst="rect">
            <a:avLst/>
          </a:prstGeom>
          <a:noFill/>
          <a:ln/>
        </p:spPr>
        <p:txBody>
          <a:bodyPr wrap="square" rtlCol="0" anchor="ctr"/>
          <a:lstStyle/>
          <a:p>
            <a:pPr marL="0" indent="0">
              <a:buNone/>
            </a:pPr>
            <a:r>
              <a:rPr lang="en-US" sz="1400" b="1" dirty="0">
                <a:solidFill>
                  <a:srgbClr val="00A6CE"/>
                </a:solidFill>
              </a:rPr>
              <a:t>▸</a:t>
            </a:r>
            <a:endParaRPr lang="en-US" sz="1400" dirty="0"/>
          </a:p>
        </p:txBody>
      </p:sp>
      <p:sp>
        <p:nvSpPr>
          <p:cNvPr id="23" name="Text 21"/>
          <p:cNvSpPr/>
          <p:nvPr/>
        </p:nvSpPr>
        <p:spPr>
          <a:xfrm>
            <a:off x="1124712" y="2697480"/>
            <a:ext cx="1188720" cy="201168"/>
          </a:xfrm>
          <a:prstGeom prst="rect">
            <a:avLst/>
          </a:prstGeom>
          <a:noFill/>
          <a:ln/>
        </p:spPr>
        <p:txBody>
          <a:bodyPr wrap="square" rtlCol="0" anchor="ctr">
            <a:normAutofit fontScale="70000" lnSpcReduction="20000"/>
          </a:bodyPr>
          <a:lstStyle/>
          <a:p>
            <a:pPr marL="0" indent="0">
              <a:buNone/>
            </a:pPr>
            <a:r>
              <a:rPr lang="en-US" sz="1350" b="1" dirty="0">
                <a:solidFill>
                  <a:srgbClr val="394052"/>
                </a:solidFill>
              </a:rPr>
              <a:t>IronBarcode</a:t>
            </a:r>
            <a:endParaRPr lang="en-US" sz="1350" dirty="0"/>
          </a:p>
        </p:txBody>
      </p:sp>
      <p:sp>
        <p:nvSpPr>
          <p:cNvPr id="24" name="Text 22"/>
          <p:cNvSpPr/>
          <p:nvPr/>
        </p:nvSpPr>
        <p:spPr>
          <a:xfrm>
            <a:off x="1124712" y="2953512"/>
            <a:ext cx="1417320" cy="201168"/>
          </a:xfrm>
          <a:prstGeom prst="rect">
            <a:avLst/>
          </a:prstGeom>
          <a:noFill/>
          <a:ln/>
        </p:spPr>
        <p:txBody>
          <a:bodyPr wrap="square" rtlCol="0" anchor="ctr">
            <a:normAutofit fontScale="92500" lnSpcReduction="20000"/>
          </a:bodyPr>
          <a:lstStyle/>
          <a:p>
            <a:pPr marL="0" indent="0">
              <a:buNone/>
            </a:pPr>
            <a:r>
              <a:rPr lang="en-US" sz="960" dirty="0">
                <a:solidFill>
                  <a:srgbClr val="5B6273"/>
                </a:solidFill>
              </a:rPr>
              <a:t>Barcodes</a:t>
            </a:r>
            <a:endParaRPr lang="en-US" sz="960" dirty="0"/>
          </a:p>
        </p:txBody>
      </p:sp>
      <p:sp>
        <p:nvSpPr>
          <p:cNvPr id="25" name="Text 23"/>
          <p:cNvSpPr/>
          <p:nvPr/>
        </p:nvSpPr>
        <p:spPr>
          <a:xfrm>
            <a:off x="3017520" y="2724912"/>
            <a:ext cx="182880" cy="182880"/>
          </a:xfrm>
          <a:prstGeom prst="rect">
            <a:avLst/>
          </a:prstGeom>
          <a:noFill/>
          <a:ln/>
        </p:spPr>
        <p:txBody>
          <a:bodyPr wrap="square" rtlCol="0" anchor="ctr"/>
          <a:lstStyle/>
          <a:p>
            <a:pPr marL="0" indent="0">
              <a:buNone/>
            </a:pPr>
            <a:r>
              <a:rPr lang="en-US" sz="1400" b="1" dirty="0">
                <a:solidFill>
                  <a:srgbClr val="00A6CE"/>
                </a:solidFill>
              </a:rPr>
              <a:t>▸</a:t>
            </a:r>
            <a:endParaRPr lang="en-US" sz="1400" dirty="0"/>
          </a:p>
        </p:txBody>
      </p:sp>
      <p:sp>
        <p:nvSpPr>
          <p:cNvPr id="26" name="Text 24"/>
          <p:cNvSpPr/>
          <p:nvPr/>
        </p:nvSpPr>
        <p:spPr>
          <a:xfrm>
            <a:off x="3273552" y="2697480"/>
            <a:ext cx="1188720" cy="201168"/>
          </a:xfrm>
          <a:prstGeom prst="rect">
            <a:avLst/>
          </a:prstGeom>
          <a:noFill/>
          <a:ln/>
        </p:spPr>
        <p:txBody>
          <a:bodyPr wrap="square" rtlCol="0" anchor="ctr">
            <a:normAutofit fontScale="70000" lnSpcReduction="20000"/>
          </a:bodyPr>
          <a:lstStyle/>
          <a:p>
            <a:pPr marL="0" indent="0">
              <a:buNone/>
            </a:pPr>
            <a:r>
              <a:rPr lang="en-US" sz="1350" b="1" dirty="0">
                <a:solidFill>
                  <a:srgbClr val="394052"/>
                </a:solidFill>
              </a:rPr>
              <a:t>IronQR</a:t>
            </a:r>
            <a:endParaRPr lang="en-US" sz="1350" dirty="0"/>
          </a:p>
        </p:txBody>
      </p:sp>
      <p:sp>
        <p:nvSpPr>
          <p:cNvPr id="27" name="Text 25"/>
          <p:cNvSpPr/>
          <p:nvPr/>
        </p:nvSpPr>
        <p:spPr>
          <a:xfrm>
            <a:off x="3273552" y="2953512"/>
            <a:ext cx="1417320" cy="201168"/>
          </a:xfrm>
          <a:prstGeom prst="rect">
            <a:avLst/>
          </a:prstGeom>
          <a:noFill/>
          <a:ln/>
        </p:spPr>
        <p:txBody>
          <a:bodyPr wrap="square" rtlCol="0" anchor="ctr">
            <a:normAutofit fontScale="92500" lnSpcReduction="20000"/>
          </a:bodyPr>
          <a:lstStyle/>
          <a:p>
            <a:pPr marL="0" indent="0">
              <a:buNone/>
            </a:pPr>
            <a:r>
              <a:rPr lang="en-US" sz="960" dirty="0">
                <a:solidFill>
                  <a:srgbClr val="5B6273"/>
                </a:solidFill>
              </a:rPr>
              <a:t>QR codes</a:t>
            </a:r>
            <a:endParaRPr lang="en-US" sz="960" dirty="0"/>
          </a:p>
        </p:txBody>
      </p:sp>
      <p:sp>
        <p:nvSpPr>
          <p:cNvPr id="28" name="Text 26"/>
          <p:cNvSpPr/>
          <p:nvPr/>
        </p:nvSpPr>
        <p:spPr>
          <a:xfrm>
            <a:off x="5166360" y="2724912"/>
            <a:ext cx="182880" cy="182880"/>
          </a:xfrm>
          <a:prstGeom prst="rect">
            <a:avLst/>
          </a:prstGeom>
          <a:noFill/>
          <a:ln/>
        </p:spPr>
        <p:txBody>
          <a:bodyPr wrap="square" rtlCol="0" anchor="ctr"/>
          <a:lstStyle/>
          <a:p>
            <a:pPr marL="0" indent="0">
              <a:buNone/>
            </a:pPr>
            <a:r>
              <a:rPr lang="en-US" sz="1400" b="1" dirty="0">
                <a:solidFill>
                  <a:srgbClr val="00A6CE"/>
                </a:solidFill>
              </a:rPr>
              <a:t>▸</a:t>
            </a:r>
            <a:endParaRPr lang="en-US" sz="1400" dirty="0"/>
          </a:p>
        </p:txBody>
      </p:sp>
      <p:sp>
        <p:nvSpPr>
          <p:cNvPr id="29" name="Text 27"/>
          <p:cNvSpPr/>
          <p:nvPr/>
        </p:nvSpPr>
        <p:spPr>
          <a:xfrm>
            <a:off x="5422392" y="2697480"/>
            <a:ext cx="1188720" cy="201168"/>
          </a:xfrm>
          <a:prstGeom prst="rect">
            <a:avLst/>
          </a:prstGeom>
          <a:noFill/>
          <a:ln/>
        </p:spPr>
        <p:txBody>
          <a:bodyPr wrap="square" rtlCol="0" anchor="ctr">
            <a:normAutofit fontScale="70000" lnSpcReduction="20000"/>
          </a:bodyPr>
          <a:lstStyle/>
          <a:p>
            <a:pPr marL="0" indent="0">
              <a:buNone/>
            </a:pPr>
            <a:r>
              <a:rPr lang="en-US" sz="1350" b="1" dirty="0">
                <a:solidFill>
                  <a:srgbClr val="394052"/>
                </a:solidFill>
              </a:rPr>
              <a:t>IronZIP</a:t>
            </a:r>
            <a:endParaRPr lang="en-US" sz="1350" dirty="0"/>
          </a:p>
        </p:txBody>
      </p:sp>
      <p:sp>
        <p:nvSpPr>
          <p:cNvPr id="30" name="Text 28"/>
          <p:cNvSpPr/>
          <p:nvPr/>
        </p:nvSpPr>
        <p:spPr>
          <a:xfrm>
            <a:off x="5422392" y="2953512"/>
            <a:ext cx="1417320" cy="201168"/>
          </a:xfrm>
          <a:prstGeom prst="rect">
            <a:avLst/>
          </a:prstGeom>
          <a:noFill/>
          <a:ln/>
        </p:spPr>
        <p:txBody>
          <a:bodyPr wrap="square" rtlCol="0" anchor="ctr">
            <a:normAutofit fontScale="92500" lnSpcReduction="20000"/>
          </a:bodyPr>
          <a:lstStyle/>
          <a:p>
            <a:pPr marL="0" indent="0">
              <a:buNone/>
            </a:pPr>
            <a:r>
              <a:rPr lang="en-US" sz="960" dirty="0">
                <a:solidFill>
                  <a:srgbClr val="5B6273"/>
                </a:solidFill>
              </a:rPr>
              <a:t>Archive files</a:t>
            </a:r>
            <a:endParaRPr lang="en-US" sz="960" dirty="0"/>
          </a:p>
        </p:txBody>
      </p:sp>
      <p:sp>
        <p:nvSpPr>
          <p:cNvPr id="31" name="Text 29"/>
          <p:cNvSpPr/>
          <p:nvPr/>
        </p:nvSpPr>
        <p:spPr>
          <a:xfrm>
            <a:off x="7315200" y="2724912"/>
            <a:ext cx="182880" cy="182880"/>
          </a:xfrm>
          <a:prstGeom prst="rect">
            <a:avLst/>
          </a:prstGeom>
          <a:noFill/>
          <a:ln/>
        </p:spPr>
        <p:txBody>
          <a:bodyPr wrap="square" rtlCol="0" anchor="ctr"/>
          <a:lstStyle/>
          <a:p>
            <a:pPr marL="0" indent="0">
              <a:buNone/>
            </a:pPr>
            <a:r>
              <a:rPr lang="en-US" sz="1400" b="1" dirty="0">
                <a:solidFill>
                  <a:srgbClr val="00A6CE"/>
                </a:solidFill>
              </a:rPr>
              <a:t>▸</a:t>
            </a:r>
            <a:endParaRPr lang="en-US" sz="1400" dirty="0"/>
          </a:p>
        </p:txBody>
      </p:sp>
      <p:sp>
        <p:nvSpPr>
          <p:cNvPr id="32" name="Text 30"/>
          <p:cNvSpPr/>
          <p:nvPr/>
        </p:nvSpPr>
        <p:spPr>
          <a:xfrm>
            <a:off x="7571232" y="2697480"/>
            <a:ext cx="1188720" cy="201168"/>
          </a:xfrm>
          <a:prstGeom prst="rect">
            <a:avLst/>
          </a:prstGeom>
          <a:noFill/>
          <a:ln/>
        </p:spPr>
        <p:txBody>
          <a:bodyPr wrap="square" rtlCol="0" anchor="ctr">
            <a:normAutofit fontScale="70000" lnSpcReduction="20000"/>
          </a:bodyPr>
          <a:lstStyle/>
          <a:p>
            <a:pPr marL="0" indent="0">
              <a:buNone/>
            </a:pPr>
            <a:r>
              <a:rPr lang="en-US" sz="1350" b="1" dirty="0">
                <a:solidFill>
                  <a:srgbClr val="394052"/>
                </a:solidFill>
              </a:rPr>
              <a:t>IronPrint</a:t>
            </a:r>
            <a:endParaRPr lang="en-US" sz="1350" dirty="0"/>
          </a:p>
        </p:txBody>
      </p:sp>
      <p:sp>
        <p:nvSpPr>
          <p:cNvPr id="33" name="Text 31"/>
          <p:cNvSpPr/>
          <p:nvPr/>
        </p:nvSpPr>
        <p:spPr>
          <a:xfrm>
            <a:off x="7571232" y="2953512"/>
            <a:ext cx="1417320" cy="201168"/>
          </a:xfrm>
          <a:prstGeom prst="rect">
            <a:avLst/>
          </a:prstGeom>
          <a:noFill/>
          <a:ln/>
        </p:spPr>
        <p:txBody>
          <a:bodyPr wrap="square" rtlCol="0" anchor="ctr">
            <a:normAutofit fontScale="92500" lnSpcReduction="20000"/>
          </a:bodyPr>
          <a:lstStyle/>
          <a:p>
            <a:pPr marL="0" indent="0">
              <a:buNone/>
            </a:pPr>
            <a:r>
              <a:rPr lang="en-US" sz="960" dirty="0">
                <a:solidFill>
                  <a:srgbClr val="5B6273"/>
                </a:solidFill>
              </a:rPr>
              <a:t>Printing</a:t>
            </a:r>
            <a:endParaRPr lang="en-US" sz="960" dirty="0"/>
          </a:p>
        </p:txBody>
      </p:sp>
      <p:sp>
        <p:nvSpPr>
          <p:cNvPr id="34" name="Text 32"/>
          <p:cNvSpPr/>
          <p:nvPr/>
        </p:nvSpPr>
        <p:spPr>
          <a:xfrm>
            <a:off x="9464040" y="2724912"/>
            <a:ext cx="182880" cy="182880"/>
          </a:xfrm>
          <a:prstGeom prst="rect">
            <a:avLst/>
          </a:prstGeom>
          <a:noFill/>
          <a:ln/>
        </p:spPr>
        <p:txBody>
          <a:bodyPr wrap="square" rtlCol="0" anchor="ctr"/>
          <a:lstStyle/>
          <a:p>
            <a:pPr marL="0" indent="0">
              <a:buNone/>
            </a:pPr>
            <a:r>
              <a:rPr lang="en-US" sz="1400" b="1" dirty="0">
                <a:solidFill>
                  <a:srgbClr val="00A6CE"/>
                </a:solidFill>
              </a:rPr>
              <a:t>▸</a:t>
            </a:r>
            <a:endParaRPr lang="en-US" sz="1400" dirty="0"/>
          </a:p>
        </p:txBody>
      </p:sp>
      <p:sp>
        <p:nvSpPr>
          <p:cNvPr id="35" name="Text 33"/>
          <p:cNvSpPr/>
          <p:nvPr/>
        </p:nvSpPr>
        <p:spPr>
          <a:xfrm>
            <a:off x="9720072" y="2697480"/>
            <a:ext cx="1188720" cy="201168"/>
          </a:xfrm>
          <a:prstGeom prst="rect">
            <a:avLst/>
          </a:prstGeom>
          <a:noFill/>
          <a:ln/>
        </p:spPr>
        <p:txBody>
          <a:bodyPr wrap="square" rtlCol="0" anchor="ctr">
            <a:normAutofit fontScale="70000" lnSpcReduction="20000"/>
          </a:bodyPr>
          <a:lstStyle/>
          <a:p>
            <a:pPr marL="0" indent="0">
              <a:buNone/>
            </a:pPr>
            <a:r>
              <a:rPr lang="en-US" sz="1350" b="1" dirty="0">
                <a:solidFill>
                  <a:srgbClr val="394052"/>
                </a:solidFill>
              </a:rPr>
              <a:t>IronWebScraper</a:t>
            </a:r>
            <a:endParaRPr lang="en-US" sz="1350" dirty="0"/>
          </a:p>
        </p:txBody>
      </p:sp>
      <p:sp>
        <p:nvSpPr>
          <p:cNvPr id="36" name="Text 34"/>
          <p:cNvSpPr/>
          <p:nvPr/>
        </p:nvSpPr>
        <p:spPr>
          <a:xfrm>
            <a:off x="9720072" y="2953512"/>
            <a:ext cx="1417320" cy="201168"/>
          </a:xfrm>
          <a:prstGeom prst="rect">
            <a:avLst/>
          </a:prstGeom>
          <a:noFill/>
          <a:ln/>
        </p:spPr>
        <p:txBody>
          <a:bodyPr wrap="square" rtlCol="0" anchor="ctr">
            <a:normAutofit fontScale="92500" lnSpcReduction="20000"/>
          </a:bodyPr>
          <a:lstStyle/>
          <a:p>
            <a:pPr marL="0" indent="0">
              <a:buNone/>
            </a:pPr>
            <a:r>
              <a:rPr lang="en-US" sz="960" dirty="0">
                <a:solidFill>
                  <a:srgbClr val="5B6273"/>
                </a:solidFill>
              </a:rPr>
              <a:t>Web data</a:t>
            </a:r>
            <a:endParaRPr lang="en-US" sz="960" dirty="0"/>
          </a:p>
        </p:txBody>
      </p:sp>
      <p:sp>
        <p:nvSpPr>
          <p:cNvPr id="37" name="Text 35"/>
          <p:cNvSpPr/>
          <p:nvPr/>
        </p:nvSpPr>
        <p:spPr>
          <a:xfrm>
            <a:off x="777240" y="4087368"/>
            <a:ext cx="228600" cy="201168"/>
          </a:xfrm>
          <a:prstGeom prst="rect">
            <a:avLst/>
          </a:prstGeom>
          <a:noFill/>
          <a:ln/>
        </p:spPr>
        <p:txBody>
          <a:bodyPr wrap="square" rtlCol="0" anchor="ctr"/>
          <a:lstStyle/>
          <a:p>
            <a:pPr marL="0" indent="0">
              <a:buNone/>
            </a:pPr>
            <a:r>
              <a:rPr lang="en-US" sz="1800" b="1" dirty="0">
                <a:solidFill>
                  <a:srgbClr val="00A6CE"/>
                </a:solidFill>
              </a:rPr>
              <a:t>▸</a:t>
            </a:r>
            <a:endParaRPr lang="en-US" sz="1800" dirty="0"/>
          </a:p>
        </p:txBody>
      </p:sp>
      <p:sp>
        <p:nvSpPr>
          <p:cNvPr id="38" name="Text 36"/>
          <p:cNvSpPr/>
          <p:nvPr/>
        </p:nvSpPr>
        <p:spPr>
          <a:xfrm>
            <a:off x="1188720" y="4069080"/>
            <a:ext cx="10424160" cy="310896"/>
          </a:xfrm>
          <a:prstGeom prst="rect">
            <a:avLst/>
          </a:prstGeom>
          <a:noFill/>
          <a:ln/>
        </p:spPr>
        <p:txBody>
          <a:bodyPr wrap="square" rtlCol="0" anchor="ctr">
            <a:normAutofit fontScale="85000" lnSpcReduction="20000"/>
          </a:bodyPr>
          <a:lstStyle/>
          <a:p>
            <a:pPr marL="0" indent="0">
              <a:buNone/>
            </a:pPr>
            <a:r>
              <a:rPr lang="en-US" sz="2000" b="1" dirty="0">
                <a:solidFill>
                  <a:srgbClr val="394052"/>
                </a:solidFill>
              </a:rPr>
              <a:t>AI ingestion rarely stops at PDFs</a:t>
            </a:r>
            <a:endParaRPr lang="en-US" sz="2000" dirty="0"/>
          </a:p>
        </p:txBody>
      </p:sp>
      <p:sp>
        <p:nvSpPr>
          <p:cNvPr id="39" name="Text 37"/>
          <p:cNvSpPr/>
          <p:nvPr/>
        </p:nvSpPr>
        <p:spPr>
          <a:xfrm>
            <a:off x="1435608" y="4462272"/>
            <a:ext cx="9966960" cy="566928"/>
          </a:xfrm>
          <a:prstGeom prst="rect">
            <a:avLst/>
          </a:prstGeom>
          <a:noFill/>
          <a:ln/>
        </p:spPr>
        <p:txBody>
          <a:bodyPr wrap="square" rtlCol="0" anchor="ctr">
            <a:normAutofit lnSpcReduction="10000"/>
          </a:bodyPr>
          <a:lstStyle/>
          <a:p>
            <a:pPr marL="0" indent="0">
              <a:buNone/>
            </a:pPr>
            <a:r>
              <a:rPr lang="en-US" sz="1700" dirty="0">
                <a:solidFill>
                  <a:srgbClr val="394052"/>
                </a:solidFill>
              </a:rPr>
              <a:t>Enterprise portals may need to process contracts, spreadsheets, presentations, forms, barcodes, QR codes, ZIP uploads, and web content.</a:t>
            </a:r>
            <a:endParaRPr lang="en-US" sz="1700" dirty="0"/>
          </a:p>
        </p:txBody>
      </p:sp>
      <p:sp>
        <p:nvSpPr>
          <p:cNvPr id="40" name="Text 38"/>
          <p:cNvSpPr/>
          <p:nvPr/>
        </p:nvSpPr>
        <p:spPr>
          <a:xfrm>
            <a:off x="777240" y="5367528"/>
            <a:ext cx="228600" cy="201168"/>
          </a:xfrm>
          <a:prstGeom prst="rect">
            <a:avLst/>
          </a:prstGeom>
          <a:noFill/>
          <a:ln/>
        </p:spPr>
        <p:txBody>
          <a:bodyPr wrap="square" rtlCol="0" anchor="ctr"/>
          <a:lstStyle/>
          <a:p>
            <a:pPr marL="0" indent="0">
              <a:buNone/>
            </a:pPr>
            <a:r>
              <a:rPr lang="en-US" sz="1800" b="1" dirty="0">
                <a:solidFill>
                  <a:srgbClr val="00A6CE"/>
                </a:solidFill>
              </a:rPr>
              <a:t>▸</a:t>
            </a:r>
            <a:endParaRPr lang="en-US" sz="1800" dirty="0"/>
          </a:p>
        </p:txBody>
      </p:sp>
      <p:sp>
        <p:nvSpPr>
          <p:cNvPr id="41" name="Text 39"/>
          <p:cNvSpPr/>
          <p:nvPr/>
        </p:nvSpPr>
        <p:spPr>
          <a:xfrm>
            <a:off x="1188720" y="5349240"/>
            <a:ext cx="10424160" cy="310896"/>
          </a:xfrm>
          <a:prstGeom prst="rect">
            <a:avLst/>
          </a:prstGeom>
          <a:noFill/>
          <a:ln/>
        </p:spPr>
        <p:txBody>
          <a:bodyPr wrap="square" rtlCol="0" anchor="ctr">
            <a:normAutofit fontScale="85000" lnSpcReduction="20000"/>
          </a:bodyPr>
          <a:lstStyle/>
          <a:p>
            <a:pPr marL="0" indent="0">
              <a:buNone/>
            </a:pPr>
            <a:r>
              <a:rPr lang="en-US" sz="2000" b="1" dirty="0">
                <a:solidFill>
                  <a:srgbClr val="394052"/>
                </a:solidFill>
              </a:rPr>
              <a:t>Use the smallest toolset that solves the workflow</a:t>
            </a:r>
            <a:endParaRPr lang="en-US" sz="2000" dirty="0"/>
          </a:p>
        </p:txBody>
      </p:sp>
      <p:sp>
        <p:nvSpPr>
          <p:cNvPr id="42" name="Text 40"/>
          <p:cNvSpPr/>
          <p:nvPr/>
        </p:nvSpPr>
        <p:spPr>
          <a:xfrm>
            <a:off x="1435608" y="5742432"/>
            <a:ext cx="9966960" cy="566928"/>
          </a:xfrm>
          <a:prstGeom prst="rect">
            <a:avLst/>
          </a:prstGeom>
          <a:noFill/>
          <a:ln/>
        </p:spPr>
        <p:txBody>
          <a:bodyPr wrap="square" rtlCol="0" anchor="ctr">
            <a:normAutofit lnSpcReduction="10000"/>
          </a:bodyPr>
          <a:lstStyle/>
          <a:p>
            <a:pPr marL="0" indent="0">
              <a:buNone/>
            </a:pPr>
            <a:r>
              <a:rPr lang="en-US" sz="1700" dirty="0">
                <a:solidFill>
                  <a:srgbClr val="394052"/>
                </a:solidFill>
              </a:rPr>
              <a:t>For this course we start with IronPDF and add OCR support where scanned PDFs require it; other IronSuite libraries are introduced as extensibility options.</a:t>
            </a:r>
            <a:endParaRPr lang="en-US" sz="1700" dirty="0"/>
          </a:p>
        </p:txBody>
      </p:sp>
      <p:sp>
        <p:nvSpPr>
          <p:cNvPr id="44" name="Text 41"/>
          <p:cNvSpPr/>
          <p:nvPr/>
        </p:nvSpPr>
        <p:spPr>
          <a:xfrm>
            <a:off x="685800" y="6355080"/>
            <a:ext cx="10424160" cy="228600"/>
          </a:xfrm>
          <a:prstGeom prst="rect">
            <a:avLst/>
          </a:prstGeom>
          <a:noFill/>
          <a:ln/>
        </p:spPr>
        <p:txBody>
          <a:bodyPr wrap="square" rtlCol="0" anchor="ctr">
            <a:normAutofit/>
          </a:bodyPr>
          <a:lstStyle/>
          <a:p>
            <a:pPr marL="0" indent="0">
              <a:buNone/>
            </a:pPr>
            <a:r>
              <a:rPr lang="en-US" sz="750" i="1" dirty="0">
                <a:solidFill>
                  <a:srgbClr val="7A8090"/>
                </a:solidFill>
              </a:rPr>
              <a:t>Iron Software AI info page: IronSuite bundles ten .NET libraries; no single monolithic IronSuite NuGet package.</a:t>
            </a:r>
            <a:endParaRPr lang="en-US" sz="7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500"/>
                                        <p:tgtEl>
                                          <p:spTgt spid="1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500"/>
                                        <p:tgtEl>
                                          <p:spTgt spid="2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500"/>
                                        <p:tgtEl>
                                          <p:spTgt spid="2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500"/>
                                        <p:tgtEl>
                                          <p:spTgt spid="24"/>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500"/>
                                        <p:tgtEl>
                                          <p:spTgt spid="2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500"/>
                                        <p:tgtEl>
                                          <p:spTgt spid="2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500"/>
                                        <p:tgtEl>
                                          <p:spTgt spid="27"/>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500"/>
                                        <p:tgtEl>
                                          <p:spTgt spid="28"/>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500"/>
                                        <p:tgtEl>
                                          <p:spTgt spid="29"/>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0"/>
                                        </p:tgtEl>
                                        <p:attrNameLst>
                                          <p:attrName>style.visibility</p:attrName>
                                        </p:attrNameLst>
                                      </p:cBhvr>
                                      <p:to>
                                        <p:strVal val="visible"/>
                                      </p:to>
                                    </p:set>
                                    <p:animEffect transition="in" filter="fade">
                                      <p:cBhvr>
                                        <p:cTn id="73" dur="500"/>
                                        <p:tgtEl>
                                          <p:spTgt spid="30"/>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fade">
                                      <p:cBhvr>
                                        <p:cTn id="76" dur="500"/>
                                        <p:tgtEl>
                                          <p:spTgt spid="31"/>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2"/>
                                        </p:tgtEl>
                                        <p:attrNameLst>
                                          <p:attrName>style.visibility</p:attrName>
                                        </p:attrNameLst>
                                      </p:cBhvr>
                                      <p:to>
                                        <p:strVal val="visible"/>
                                      </p:to>
                                    </p:set>
                                    <p:animEffect transition="in" filter="fade">
                                      <p:cBhvr>
                                        <p:cTn id="79" dur="500"/>
                                        <p:tgtEl>
                                          <p:spTgt spid="32"/>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fade">
                                      <p:cBhvr>
                                        <p:cTn id="82" dur="500"/>
                                        <p:tgtEl>
                                          <p:spTgt spid="33"/>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4"/>
                                        </p:tgtEl>
                                        <p:attrNameLst>
                                          <p:attrName>style.visibility</p:attrName>
                                        </p:attrNameLst>
                                      </p:cBhvr>
                                      <p:to>
                                        <p:strVal val="visible"/>
                                      </p:to>
                                    </p:set>
                                    <p:animEffect transition="in" filter="fade">
                                      <p:cBhvr>
                                        <p:cTn id="85" dur="500"/>
                                        <p:tgtEl>
                                          <p:spTgt spid="34"/>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5"/>
                                        </p:tgtEl>
                                        <p:attrNameLst>
                                          <p:attrName>style.visibility</p:attrName>
                                        </p:attrNameLst>
                                      </p:cBhvr>
                                      <p:to>
                                        <p:strVal val="visible"/>
                                      </p:to>
                                    </p:set>
                                    <p:animEffect transition="in" filter="fade">
                                      <p:cBhvr>
                                        <p:cTn id="88" dur="500"/>
                                        <p:tgtEl>
                                          <p:spTgt spid="35"/>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6"/>
                                        </p:tgtEl>
                                        <p:attrNameLst>
                                          <p:attrName>style.visibility</p:attrName>
                                        </p:attrNameLst>
                                      </p:cBhvr>
                                      <p:to>
                                        <p:strVal val="visible"/>
                                      </p:to>
                                    </p:set>
                                    <p:animEffect transition="in" filter="fade">
                                      <p:cBhvr>
                                        <p:cTn id="91" dur="500"/>
                                        <p:tgtEl>
                                          <p:spTgt spid="36"/>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500"/>
                                        <p:tgtEl>
                                          <p:spTgt spid="21"/>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37"/>
                                        </p:tgtEl>
                                        <p:attrNameLst>
                                          <p:attrName>style.visibility</p:attrName>
                                        </p:attrNameLst>
                                      </p:cBhvr>
                                      <p:to>
                                        <p:strVal val="visible"/>
                                      </p:to>
                                    </p:set>
                                    <p:animEffect transition="in" filter="fade">
                                      <p:cBhvr>
                                        <p:cTn id="99" dur="500"/>
                                        <p:tgtEl>
                                          <p:spTgt spid="37"/>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8"/>
                                        </p:tgtEl>
                                        <p:attrNameLst>
                                          <p:attrName>style.visibility</p:attrName>
                                        </p:attrNameLst>
                                      </p:cBhvr>
                                      <p:to>
                                        <p:strVal val="visible"/>
                                      </p:to>
                                    </p:set>
                                    <p:animEffect transition="in" filter="fade">
                                      <p:cBhvr>
                                        <p:cTn id="102" dur="500"/>
                                        <p:tgtEl>
                                          <p:spTgt spid="38"/>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9"/>
                                        </p:tgtEl>
                                        <p:attrNameLst>
                                          <p:attrName>style.visibility</p:attrName>
                                        </p:attrNameLst>
                                      </p:cBhvr>
                                      <p:to>
                                        <p:strVal val="visible"/>
                                      </p:to>
                                    </p:set>
                                    <p:animEffect transition="in" filter="fade">
                                      <p:cBhvr>
                                        <p:cTn id="105" dur="500"/>
                                        <p:tgtEl>
                                          <p:spTgt spid="39"/>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grpId="0" nodeType="clickEffect">
                                  <p:stCondLst>
                                    <p:cond delay="0"/>
                                  </p:stCondLst>
                                  <p:childTnLst>
                                    <p:set>
                                      <p:cBhvr>
                                        <p:cTn id="109" dur="1" fill="hold">
                                          <p:stCondLst>
                                            <p:cond delay="0"/>
                                          </p:stCondLst>
                                        </p:cTn>
                                        <p:tgtEl>
                                          <p:spTgt spid="40"/>
                                        </p:tgtEl>
                                        <p:attrNameLst>
                                          <p:attrName>style.visibility</p:attrName>
                                        </p:attrNameLst>
                                      </p:cBhvr>
                                      <p:to>
                                        <p:strVal val="visible"/>
                                      </p:to>
                                    </p:set>
                                    <p:animEffect transition="in" filter="fade">
                                      <p:cBhvr>
                                        <p:cTn id="110" dur="500"/>
                                        <p:tgtEl>
                                          <p:spTgt spid="40"/>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41"/>
                                        </p:tgtEl>
                                        <p:attrNameLst>
                                          <p:attrName>style.visibility</p:attrName>
                                        </p:attrNameLst>
                                      </p:cBhvr>
                                      <p:to>
                                        <p:strVal val="visible"/>
                                      </p:to>
                                    </p:set>
                                    <p:animEffect transition="in" filter="fade">
                                      <p:cBhvr>
                                        <p:cTn id="113" dur="500"/>
                                        <p:tgtEl>
                                          <p:spTgt spid="41"/>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2"/>
                                        </p:tgtEl>
                                        <p:attrNameLst>
                                          <p:attrName>style.visibility</p:attrName>
                                        </p:attrNameLst>
                                      </p:cBhvr>
                                      <p:to>
                                        <p:strVal val="visible"/>
                                      </p:to>
                                    </p:set>
                                    <p:animEffect transition="in" filter="fade">
                                      <p:cBhvr>
                                        <p:cTn id="116"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1115568"/>
            <a:ext cx="365760" cy="658368"/>
          </a:xfrm>
          <a:prstGeom prst="chevron">
            <a:avLst/>
          </a:prstGeom>
          <a:solidFill>
            <a:srgbClr val="00A6CE"/>
          </a:solidFill>
          <a:ln w="12700">
            <a:solidFill>
              <a:srgbClr val="00A6CE"/>
            </a:solidFill>
            <a:prstDash val="solid"/>
          </a:ln>
        </p:spPr>
        <p:txBody>
          <a:bodyPr/>
          <a:lstStyle/>
          <a:p>
            <a:endParaRPr lang="en-US"/>
          </a:p>
        </p:txBody>
      </p:sp>
      <p:sp>
        <p:nvSpPr>
          <p:cNvPr id="3" name="Shape 1"/>
          <p:cNvSpPr/>
          <p:nvPr/>
        </p:nvSpPr>
        <p:spPr>
          <a:xfrm>
            <a:off x="11631168" y="6236208"/>
            <a:ext cx="548640" cy="621792"/>
          </a:xfrm>
          <a:prstGeom prst="rtTriangle">
            <a:avLst/>
          </a:prstGeom>
          <a:solidFill>
            <a:srgbClr val="00A6CE"/>
          </a:solidFill>
          <a:ln w="12700">
            <a:solidFill>
              <a:srgbClr val="00A6CE"/>
            </a:solidFill>
            <a:prstDash val="solid"/>
          </a:ln>
        </p:spPr>
        <p:txBody>
          <a:bodyPr/>
          <a:lstStyle/>
          <a:p>
            <a:endParaRPr lang="en-US"/>
          </a:p>
        </p:txBody>
      </p:sp>
      <p:sp>
        <p:nvSpPr>
          <p:cNvPr id="4" name="Text 2"/>
          <p:cNvSpPr/>
          <p:nvPr/>
        </p:nvSpPr>
        <p:spPr>
          <a:xfrm>
            <a:off x="11841480" y="6510528"/>
            <a:ext cx="201168" cy="182880"/>
          </a:xfrm>
          <a:prstGeom prst="rect">
            <a:avLst/>
          </a:prstGeom>
          <a:noFill/>
          <a:ln/>
        </p:spPr>
        <p:txBody>
          <a:bodyPr wrap="square" rtlCol="0" anchor="ctr"/>
          <a:lstStyle/>
          <a:p>
            <a:pPr marL="0" indent="0" algn="r">
              <a:buNone/>
            </a:pPr>
            <a:r>
              <a:rPr lang="en-US" sz="1400" dirty="0">
                <a:solidFill>
                  <a:srgbClr val="FFFFFF"/>
                </a:solidFill>
                <a:latin typeface="Arial" pitchFamily="34" charset="0"/>
                <a:ea typeface="Arial" pitchFamily="34" charset="-122"/>
                <a:cs typeface="Arial" pitchFamily="34" charset="-120"/>
              </a:rPr>
              <a:t>7</a:t>
            </a:r>
            <a:endParaRPr lang="en-US" sz="1400" dirty="0"/>
          </a:p>
        </p:txBody>
      </p:sp>
      <p:sp>
        <p:nvSpPr>
          <p:cNvPr id="5" name="Text 3"/>
          <p:cNvSpPr/>
          <p:nvPr/>
        </p:nvSpPr>
        <p:spPr>
          <a:xfrm>
            <a:off x="603504" y="594360"/>
            <a:ext cx="9784080" cy="640080"/>
          </a:xfrm>
          <a:prstGeom prst="rect">
            <a:avLst/>
          </a:prstGeom>
          <a:noFill/>
          <a:ln/>
        </p:spPr>
        <p:txBody>
          <a:bodyPr wrap="square" rtlCol="0" anchor="ctr">
            <a:normAutofit/>
          </a:bodyPr>
          <a:lstStyle/>
          <a:p>
            <a:pPr marL="0" indent="0">
              <a:buNone/>
            </a:pPr>
            <a:r>
              <a:rPr lang="en-US" sz="3400" dirty="0">
                <a:solidFill>
                  <a:srgbClr val="007DB3"/>
                </a:solidFill>
                <a:latin typeface="Arial" pitchFamily="34" charset="0"/>
                <a:ea typeface="Arial" pitchFamily="34" charset="-122"/>
                <a:cs typeface="Arial" pitchFamily="34" charset="-120"/>
              </a:rPr>
              <a:t>Ideal AI Document Workflow Pattern</a:t>
            </a:r>
            <a:endParaRPr lang="en-US" sz="3400" dirty="0"/>
          </a:p>
        </p:txBody>
      </p:sp>
      <p:sp>
        <p:nvSpPr>
          <p:cNvPr id="6" name="Text 4"/>
          <p:cNvSpPr/>
          <p:nvPr/>
        </p:nvSpPr>
        <p:spPr>
          <a:xfrm>
            <a:off x="713232" y="1298448"/>
            <a:ext cx="10607040" cy="320040"/>
          </a:xfrm>
          <a:prstGeom prst="rect">
            <a:avLst/>
          </a:prstGeom>
          <a:noFill/>
          <a:ln/>
        </p:spPr>
        <p:txBody>
          <a:bodyPr wrap="square" rtlCol="0" anchor="ctr">
            <a:normAutofit fontScale="92500" lnSpcReduction="10000"/>
          </a:bodyPr>
          <a:lstStyle/>
          <a:p>
            <a:pPr marL="0" indent="0">
              <a:buNone/>
            </a:pPr>
            <a:r>
              <a:rPr lang="en-US" sz="1700" dirty="0">
                <a:solidFill>
                  <a:srgbClr val="5B6273"/>
                </a:solidFill>
              </a:rPr>
              <a:t>Keep deterministic processing, retrieval, and generation as separate responsibilities.</a:t>
            </a:r>
            <a:endParaRPr lang="en-US" sz="1700" dirty="0"/>
          </a:p>
        </p:txBody>
      </p:sp>
      <p:sp>
        <p:nvSpPr>
          <p:cNvPr id="7" name="Shape 5"/>
          <p:cNvSpPr/>
          <p:nvPr/>
        </p:nvSpPr>
        <p:spPr>
          <a:xfrm>
            <a:off x="777240" y="1847088"/>
            <a:ext cx="384048" cy="384048"/>
          </a:xfrm>
          <a:prstGeom prst="ellipse">
            <a:avLst/>
          </a:prstGeom>
          <a:solidFill>
            <a:srgbClr val="00A6CE"/>
          </a:solidFill>
          <a:ln w="12700">
            <a:solidFill>
              <a:srgbClr val="00A6CE"/>
            </a:solidFill>
            <a:prstDash val="solid"/>
          </a:ln>
        </p:spPr>
        <p:txBody>
          <a:bodyPr/>
          <a:lstStyle/>
          <a:p>
            <a:endParaRPr lang="en-US"/>
          </a:p>
        </p:txBody>
      </p:sp>
      <p:sp>
        <p:nvSpPr>
          <p:cNvPr id="8" name="Text 6"/>
          <p:cNvSpPr/>
          <p:nvPr/>
        </p:nvSpPr>
        <p:spPr>
          <a:xfrm>
            <a:off x="777240" y="1938528"/>
            <a:ext cx="384048" cy="164592"/>
          </a:xfrm>
          <a:prstGeom prst="rect">
            <a:avLst/>
          </a:prstGeom>
          <a:noFill/>
          <a:ln/>
        </p:spPr>
        <p:txBody>
          <a:bodyPr wrap="square" rtlCol="0" anchor="ctr"/>
          <a:lstStyle/>
          <a:p>
            <a:pPr marL="0" indent="0" algn="ctr">
              <a:buNone/>
            </a:pPr>
            <a:r>
              <a:rPr lang="en-US" sz="1100" b="1" dirty="0">
                <a:solidFill>
                  <a:srgbClr val="FFFFFF"/>
                </a:solidFill>
              </a:rPr>
              <a:t>1</a:t>
            </a:r>
            <a:endParaRPr lang="en-US" sz="1100" dirty="0"/>
          </a:p>
        </p:txBody>
      </p:sp>
      <p:sp>
        <p:nvSpPr>
          <p:cNvPr id="9" name="Text 7"/>
          <p:cNvSpPr/>
          <p:nvPr/>
        </p:nvSpPr>
        <p:spPr>
          <a:xfrm>
            <a:off x="1325880" y="1828800"/>
            <a:ext cx="1389888" cy="274320"/>
          </a:xfrm>
          <a:prstGeom prst="rect">
            <a:avLst/>
          </a:prstGeom>
          <a:noFill/>
          <a:ln/>
        </p:spPr>
        <p:txBody>
          <a:bodyPr wrap="square" rtlCol="0" anchor="ctr"/>
          <a:lstStyle/>
          <a:p>
            <a:pPr marL="0" indent="0">
              <a:buNone/>
            </a:pPr>
            <a:r>
              <a:rPr lang="en-US" sz="1800" b="1" dirty="0">
                <a:solidFill>
                  <a:srgbClr val="394052"/>
                </a:solidFill>
              </a:rPr>
              <a:t>Ingest</a:t>
            </a:r>
            <a:endParaRPr lang="en-US" sz="1800" dirty="0"/>
          </a:p>
        </p:txBody>
      </p:sp>
      <p:sp>
        <p:nvSpPr>
          <p:cNvPr id="10" name="Text 8"/>
          <p:cNvSpPr/>
          <p:nvPr/>
        </p:nvSpPr>
        <p:spPr>
          <a:xfrm>
            <a:off x="2834640" y="1828800"/>
            <a:ext cx="8046720" cy="301752"/>
          </a:xfrm>
          <a:prstGeom prst="rect">
            <a:avLst/>
          </a:prstGeom>
          <a:noFill/>
          <a:ln/>
        </p:spPr>
        <p:txBody>
          <a:bodyPr wrap="square" rtlCol="0" anchor="ctr">
            <a:normAutofit fontScale="92500" lnSpcReduction="10000"/>
          </a:bodyPr>
          <a:lstStyle/>
          <a:p>
            <a:pPr marL="0" indent="0">
              <a:buNone/>
            </a:pPr>
            <a:r>
              <a:rPr lang="en-US" sz="1600" dirty="0">
                <a:solidFill>
                  <a:srgbClr val="394052"/>
                </a:solidFill>
              </a:rPr>
              <a:t>Upload and store original files with user, tenant, and document metadata.</a:t>
            </a:r>
            <a:endParaRPr lang="en-US" sz="1600" dirty="0"/>
          </a:p>
        </p:txBody>
      </p:sp>
      <p:sp>
        <p:nvSpPr>
          <p:cNvPr id="11" name="Shape 9"/>
          <p:cNvSpPr/>
          <p:nvPr/>
        </p:nvSpPr>
        <p:spPr>
          <a:xfrm>
            <a:off x="777240" y="2670048"/>
            <a:ext cx="384048" cy="384048"/>
          </a:xfrm>
          <a:prstGeom prst="ellipse">
            <a:avLst/>
          </a:prstGeom>
          <a:solidFill>
            <a:srgbClr val="00A6CE"/>
          </a:solidFill>
          <a:ln w="12700">
            <a:solidFill>
              <a:srgbClr val="00A6CE"/>
            </a:solidFill>
            <a:prstDash val="solid"/>
          </a:ln>
        </p:spPr>
        <p:txBody>
          <a:bodyPr/>
          <a:lstStyle/>
          <a:p>
            <a:endParaRPr lang="en-US"/>
          </a:p>
        </p:txBody>
      </p:sp>
      <p:sp>
        <p:nvSpPr>
          <p:cNvPr id="12" name="Text 10"/>
          <p:cNvSpPr/>
          <p:nvPr/>
        </p:nvSpPr>
        <p:spPr>
          <a:xfrm>
            <a:off x="777240" y="2761488"/>
            <a:ext cx="384048" cy="164592"/>
          </a:xfrm>
          <a:prstGeom prst="rect">
            <a:avLst/>
          </a:prstGeom>
          <a:noFill/>
          <a:ln/>
        </p:spPr>
        <p:txBody>
          <a:bodyPr wrap="square" rtlCol="0" anchor="ctr"/>
          <a:lstStyle/>
          <a:p>
            <a:pPr marL="0" indent="0" algn="ctr">
              <a:buNone/>
            </a:pPr>
            <a:r>
              <a:rPr lang="en-US" sz="1100" b="1" dirty="0">
                <a:solidFill>
                  <a:srgbClr val="FFFFFF"/>
                </a:solidFill>
              </a:rPr>
              <a:t>2</a:t>
            </a:r>
            <a:endParaRPr lang="en-US" sz="1100" dirty="0"/>
          </a:p>
        </p:txBody>
      </p:sp>
      <p:sp>
        <p:nvSpPr>
          <p:cNvPr id="13" name="Text 11"/>
          <p:cNvSpPr/>
          <p:nvPr/>
        </p:nvSpPr>
        <p:spPr>
          <a:xfrm>
            <a:off x="1325880" y="2651760"/>
            <a:ext cx="1389888" cy="274320"/>
          </a:xfrm>
          <a:prstGeom prst="rect">
            <a:avLst/>
          </a:prstGeom>
          <a:noFill/>
          <a:ln/>
        </p:spPr>
        <p:txBody>
          <a:bodyPr wrap="square" rtlCol="0" anchor="ctr"/>
          <a:lstStyle/>
          <a:p>
            <a:pPr marL="0" indent="0">
              <a:buNone/>
            </a:pPr>
            <a:r>
              <a:rPr lang="en-US" sz="1800" b="1" dirty="0">
                <a:solidFill>
                  <a:srgbClr val="394052"/>
                </a:solidFill>
              </a:rPr>
              <a:t>Extract</a:t>
            </a:r>
            <a:endParaRPr lang="en-US" sz="1800" dirty="0"/>
          </a:p>
        </p:txBody>
      </p:sp>
      <p:sp>
        <p:nvSpPr>
          <p:cNvPr id="14" name="Text 12"/>
          <p:cNvSpPr/>
          <p:nvPr/>
        </p:nvSpPr>
        <p:spPr>
          <a:xfrm>
            <a:off x="2834640" y="2651760"/>
            <a:ext cx="8046720" cy="301752"/>
          </a:xfrm>
          <a:prstGeom prst="rect">
            <a:avLst/>
          </a:prstGeom>
          <a:noFill/>
          <a:ln/>
        </p:spPr>
        <p:txBody>
          <a:bodyPr wrap="square" rtlCol="0" anchor="ctr">
            <a:normAutofit fontScale="92500" lnSpcReduction="10000"/>
          </a:bodyPr>
          <a:lstStyle/>
          <a:p>
            <a:pPr marL="0" indent="0">
              <a:buNone/>
            </a:pPr>
            <a:r>
              <a:rPr lang="en-US" sz="1600" dirty="0">
                <a:solidFill>
                  <a:srgbClr val="394052"/>
                </a:solidFill>
              </a:rPr>
              <a:t>Use IronPDF for machine-readable PDFs; use OCR support when pages are image-based.</a:t>
            </a:r>
            <a:endParaRPr lang="en-US" sz="1600" dirty="0"/>
          </a:p>
        </p:txBody>
      </p:sp>
      <p:sp>
        <p:nvSpPr>
          <p:cNvPr id="15" name="Shape 13"/>
          <p:cNvSpPr/>
          <p:nvPr/>
        </p:nvSpPr>
        <p:spPr>
          <a:xfrm>
            <a:off x="777240" y="3493008"/>
            <a:ext cx="384048" cy="384048"/>
          </a:xfrm>
          <a:prstGeom prst="ellipse">
            <a:avLst/>
          </a:prstGeom>
          <a:solidFill>
            <a:srgbClr val="00A6CE"/>
          </a:solidFill>
          <a:ln w="12700">
            <a:solidFill>
              <a:srgbClr val="00A6CE"/>
            </a:solidFill>
            <a:prstDash val="solid"/>
          </a:ln>
        </p:spPr>
        <p:txBody>
          <a:bodyPr/>
          <a:lstStyle/>
          <a:p>
            <a:endParaRPr lang="en-US"/>
          </a:p>
        </p:txBody>
      </p:sp>
      <p:sp>
        <p:nvSpPr>
          <p:cNvPr id="16" name="Text 14"/>
          <p:cNvSpPr/>
          <p:nvPr/>
        </p:nvSpPr>
        <p:spPr>
          <a:xfrm>
            <a:off x="777240" y="3584448"/>
            <a:ext cx="384048" cy="164592"/>
          </a:xfrm>
          <a:prstGeom prst="rect">
            <a:avLst/>
          </a:prstGeom>
          <a:noFill/>
          <a:ln/>
        </p:spPr>
        <p:txBody>
          <a:bodyPr wrap="square" rtlCol="0" anchor="ctr"/>
          <a:lstStyle/>
          <a:p>
            <a:pPr marL="0" indent="0" algn="ctr">
              <a:buNone/>
            </a:pPr>
            <a:r>
              <a:rPr lang="en-US" sz="1100" b="1" dirty="0">
                <a:solidFill>
                  <a:srgbClr val="FFFFFF"/>
                </a:solidFill>
              </a:rPr>
              <a:t>3</a:t>
            </a:r>
            <a:endParaRPr lang="en-US" sz="1100" dirty="0"/>
          </a:p>
        </p:txBody>
      </p:sp>
      <p:sp>
        <p:nvSpPr>
          <p:cNvPr id="17" name="Text 15"/>
          <p:cNvSpPr/>
          <p:nvPr/>
        </p:nvSpPr>
        <p:spPr>
          <a:xfrm>
            <a:off x="1325880" y="3474720"/>
            <a:ext cx="1389888" cy="274320"/>
          </a:xfrm>
          <a:prstGeom prst="rect">
            <a:avLst/>
          </a:prstGeom>
          <a:noFill/>
          <a:ln/>
        </p:spPr>
        <p:txBody>
          <a:bodyPr wrap="square" rtlCol="0" anchor="ctr"/>
          <a:lstStyle/>
          <a:p>
            <a:pPr marL="0" indent="0">
              <a:buNone/>
            </a:pPr>
            <a:r>
              <a:rPr lang="en-US" sz="1800" b="1" dirty="0">
                <a:solidFill>
                  <a:srgbClr val="394052"/>
                </a:solidFill>
              </a:rPr>
              <a:t>Prepare</a:t>
            </a:r>
            <a:endParaRPr lang="en-US" sz="1800" dirty="0"/>
          </a:p>
        </p:txBody>
      </p:sp>
      <p:sp>
        <p:nvSpPr>
          <p:cNvPr id="18" name="Text 16"/>
          <p:cNvSpPr/>
          <p:nvPr/>
        </p:nvSpPr>
        <p:spPr>
          <a:xfrm>
            <a:off x="2834640" y="3474720"/>
            <a:ext cx="8046720" cy="301752"/>
          </a:xfrm>
          <a:prstGeom prst="rect">
            <a:avLst/>
          </a:prstGeom>
          <a:noFill/>
          <a:ln/>
        </p:spPr>
        <p:txBody>
          <a:bodyPr wrap="square" rtlCol="0" anchor="ctr">
            <a:normAutofit fontScale="92500" lnSpcReduction="10000"/>
          </a:bodyPr>
          <a:lstStyle/>
          <a:p>
            <a:pPr marL="0" indent="0">
              <a:buNone/>
            </a:pPr>
            <a:r>
              <a:rPr lang="en-US" sz="1600" dirty="0">
                <a:solidFill>
                  <a:srgbClr val="394052"/>
                </a:solidFill>
              </a:rPr>
              <a:t>Clean text, split by sections/pages, attach metadata, and remove noise.</a:t>
            </a:r>
            <a:endParaRPr lang="en-US" sz="1600" dirty="0"/>
          </a:p>
        </p:txBody>
      </p:sp>
      <p:sp>
        <p:nvSpPr>
          <p:cNvPr id="19" name="Shape 17"/>
          <p:cNvSpPr/>
          <p:nvPr/>
        </p:nvSpPr>
        <p:spPr>
          <a:xfrm>
            <a:off x="777240" y="4315968"/>
            <a:ext cx="384048" cy="384048"/>
          </a:xfrm>
          <a:prstGeom prst="ellipse">
            <a:avLst/>
          </a:prstGeom>
          <a:solidFill>
            <a:srgbClr val="00A6CE"/>
          </a:solidFill>
          <a:ln w="12700">
            <a:solidFill>
              <a:srgbClr val="00A6CE"/>
            </a:solidFill>
            <a:prstDash val="solid"/>
          </a:ln>
        </p:spPr>
        <p:txBody>
          <a:bodyPr/>
          <a:lstStyle/>
          <a:p>
            <a:endParaRPr lang="en-US"/>
          </a:p>
        </p:txBody>
      </p:sp>
      <p:sp>
        <p:nvSpPr>
          <p:cNvPr id="20" name="Text 18"/>
          <p:cNvSpPr/>
          <p:nvPr/>
        </p:nvSpPr>
        <p:spPr>
          <a:xfrm>
            <a:off x="777240" y="4407408"/>
            <a:ext cx="384048" cy="164592"/>
          </a:xfrm>
          <a:prstGeom prst="rect">
            <a:avLst/>
          </a:prstGeom>
          <a:noFill/>
          <a:ln/>
        </p:spPr>
        <p:txBody>
          <a:bodyPr wrap="square" rtlCol="0" anchor="ctr"/>
          <a:lstStyle/>
          <a:p>
            <a:pPr marL="0" indent="0" algn="ctr">
              <a:buNone/>
            </a:pPr>
            <a:r>
              <a:rPr lang="en-US" sz="1100" b="1" dirty="0">
                <a:solidFill>
                  <a:srgbClr val="FFFFFF"/>
                </a:solidFill>
              </a:rPr>
              <a:t>4</a:t>
            </a:r>
            <a:endParaRPr lang="en-US" sz="1100" dirty="0"/>
          </a:p>
        </p:txBody>
      </p:sp>
      <p:sp>
        <p:nvSpPr>
          <p:cNvPr id="21" name="Text 19"/>
          <p:cNvSpPr/>
          <p:nvPr/>
        </p:nvSpPr>
        <p:spPr>
          <a:xfrm>
            <a:off x="1325880" y="4297680"/>
            <a:ext cx="1389888" cy="274320"/>
          </a:xfrm>
          <a:prstGeom prst="rect">
            <a:avLst/>
          </a:prstGeom>
          <a:noFill/>
          <a:ln/>
        </p:spPr>
        <p:txBody>
          <a:bodyPr wrap="square" rtlCol="0" anchor="ctr"/>
          <a:lstStyle/>
          <a:p>
            <a:pPr marL="0" indent="0">
              <a:buNone/>
            </a:pPr>
            <a:r>
              <a:rPr lang="en-US" sz="1800" b="1" dirty="0">
                <a:solidFill>
                  <a:srgbClr val="394052"/>
                </a:solidFill>
              </a:rPr>
              <a:t>Retrieve</a:t>
            </a:r>
            <a:endParaRPr lang="en-US" sz="1800" dirty="0"/>
          </a:p>
        </p:txBody>
      </p:sp>
      <p:sp>
        <p:nvSpPr>
          <p:cNvPr id="22" name="Text 20"/>
          <p:cNvSpPr/>
          <p:nvPr/>
        </p:nvSpPr>
        <p:spPr>
          <a:xfrm>
            <a:off x="2834640" y="4297680"/>
            <a:ext cx="8046720" cy="301752"/>
          </a:xfrm>
          <a:prstGeom prst="rect">
            <a:avLst/>
          </a:prstGeom>
          <a:noFill/>
          <a:ln/>
        </p:spPr>
        <p:txBody>
          <a:bodyPr wrap="square" rtlCol="0" anchor="ctr">
            <a:normAutofit fontScale="92500" lnSpcReduction="10000"/>
          </a:bodyPr>
          <a:lstStyle/>
          <a:p>
            <a:pPr marL="0" indent="0">
              <a:buNone/>
            </a:pPr>
            <a:r>
              <a:rPr lang="en-US" sz="1600" dirty="0">
                <a:solidFill>
                  <a:srgbClr val="394052"/>
                </a:solidFill>
              </a:rPr>
              <a:t>Embed chunks and search only the content relevant to the current question.</a:t>
            </a:r>
            <a:endParaRPr lang="en-US" sz="1600" dirty="0"/>
          </a:p>
        </p:txBody>
      </p:sp>
      <p:sp>
        <p:nvSpPr>
          <p:cNvPr id="23" name="Shape 21"/>
          <p:cNvSpPr/>
          <p:nvPr/>
        </p:nvSpPr>
        <p:spPr>
          <a:xfrm>
            <a:off x="777240" y="5138928"/>
            <a:ext cx="384048" cy="384048"/>
          </a:xfrm>
          <a:prstGeom prst="ellipse">
            <a:avLst/>
          </a:prstGeom>
          <a:solidFill>
            <a:srgbClr val="00A6CE"/>
          </a:solidFill>
          <a:ln w="12700">
            <a:solidFill>
              <a:srgbClr val="00A6CE"/>
            </a:solidFill>
            <a:prstDash val="solid"/>
          </a:ln>
        </p:spPr>
        <p:txBody>
          <a:bodyPr/>
          <a:lstStyle/>
          <a:p>
            <a:endParaRPr lang="en-US"/>
          </a:p>
        </p:txBody>
      </p:sp>
      <p:sp>
        <p:nvSpPr>
          <p:cNvPr id="24" name="Text 22"/>
          <p:cNvSpPr/>
          <p:nvPr/>
        </p:nvSpPr>
        <p:spPr>
          <a:xfrm>
            <a:off x="777240" y="5230368"/>
            <a:ext cx="384048" cy="164592"/>
          </a:xfrm>
          <a:prstGeom prst="rect">
            <a:avLst/>
          </a:prstGeom>
          <a:noFill/>
          <a:ln/>
        </p:spPr>
        <p:txBody>
          <a:bodyPr wrap="square" rtlCol="0" anchor="ctr"/>
          <a:lstStyle/>
          <a:p>
            <a:pPr marL="0" indent="0" algn="ctr">
              <a:buNone/>
            </a:pPr>
            <a:r>
              <a:rPr lang="en-US" sz="1100" b="1" dirty="0">
                <a:solidFill>
                  <a:srgbClr val="FFFFFF"/>
                </a:solidFill>
              </a:rPr>
              <a:t>5</a:t>
            </a:r>
            <a:endParaRPr lang="en-US" sz="1100" dirty="0"/>
          </a:p>
        </p:txBody>
      </p:sp>
      <p:sp>
        <p:nvSpPr>
          <p:cNvPr id="25" name="Text 23"/>
          <p:cNvSpPr/>
          <p:nvPr/>
        </p:nvSpPr>
        <p:spPr>
          <a:xfrm>
            <a:off x="1325880" y="5120640"/>
            <a:ext cx="1389888" cy="274320"/>
          </a:xfrm>
          <a:prstGeom prst="rect">
            <a:avLst/>
          </a:prstGeom>
          <a:noFill/>
          <a:ln/>
        </p:spPr>
        <p:txBody>
          <a:bodyPr wrap="square" rtlCol="0" anchor="ctr"/>
          <a:lstStyle/>
          <a:p>
            <a:pPr marL="0" indent="0">
              <a:buNone/>
            </a:pPr>
            <a:r>
              <a:rPr lang="en-US" sz="1800" b="1" dirty="0">
                <a:solidFill>
                  <a:srgbClr val="394052"/>
                </a:solidFill>
              </a:rPr>
              <a:t>Generate</a:t>
            </a:r>
            <a:endParaRPr lang="en-US" sz="1800" dirty="0"/>
          </a:p>
        </p:txBody>
      </p:sp>
      <p:sp>
        <p:nvSpPr>
          <p:cNvPr id="26" name="Text 24"/>
          <p:cNvSpPr/>
          <p:nvPr/>
        </p:nvSpPr>
        <p:spPr>
          <a:xfrm>
            <a:off x="2834640" y="5120640"/>
            <a:ext cx="8046720" cy="301752"/>
          </a:xfrm>
          <a:prstGeom prst="rect">
            <a:avLst/>
          </a:prstGeom>
          <a:noFill/>
          <a:ln/>
        </p:spPr>
        <p:txBody>
          <a:bodyPr wrap="square" rtlCol="0" anchor="ctr">
            <a:normAutofit fontScale="92500" lnSpcReduction="10000"/>
          </a:bodyPr>
          <a:lstStyle/>
          <a:p>
            <a:pPr marL="0" indent="0">
              <a:buNone/>
            </a:pPr>
            <a:r>
              <a:rPr lang="en-US" sz="1600" dirty="0">
                <a:solidFill>
                  <a:srgbClr val="394052"/>
                </a:solidFill>
              </a:rPr>
              <a:t>Use Semantic Kernel + Azure OpenAI to answer with grounded context and citations.</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00"/>
                                        <p:tgtEl>
                                          <p:spTgt spid="1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500"/>
                                        <p:tgtEl>
                                          <p:spTgt spid="1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500"/>
                                        <p:tgtEl>
                                          <p:spTgt spid="2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50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500"/>
                                        <p:tgtEl>
                                          <p:spTgt spid="2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500"/>
                                        <p:tgtEl>
                                          <p:spTgt spid="25"/>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P spid="13" grpId="0" animBg="1"/>
      <p:bldP spid="14" grpId="0" animBg="1"/>
      <p:bldP spid="16" grpId="0" animBg="1"/>
      <p:bldP spid="17" grpId="0" animBg="1"/>
      <p:bldP spid="18" grpId="0" animBg="1"/>
      <p:bldP spid="19" grpId="0" animBg="1"/>
      <p:bldP spid="21" grpId="0" animBg="1"/>
      <p:bldP spid="22" grpId="0" animBg="1"/>
      <p:bldP spid="23" grpId="0" animBg="1"/>
      <p:bldP spid="25" grpId="0" animBg="1"/>
      <p:bldP spid="26"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1115568"/>
            <a:ext cx="365760" cy="658368"/>
          </a:xfrm>
          <a:prstGeom prst="chevron">
            <a:avLst/>
          </a:prstGeom>
          <a:solidFill>
            <a:srgbClr val="00A6CE"/>
          </a:solidFill>
          <a:ln w="12700">
            <a:solidFill>
              <a:srgbClr val="00A6CE"/>
            </a:solidFill>
            <a:prstDash val="solid"/>
          </a:ln>
        </p:spPr>
        <p:txBody>
          <a:bodyPr/>
          <a:lstStyle/>
          <a:p>
            <a:endParaRPr lang="en-US"/>
          </a:p>
        </p:txBody>
      </p:sp>
      <p:sp>
        <p:nvSpPr>
          <p:cNvPr id="3" name="Shape 1"/>
          <p:cNvSpPr/>
          <p:nvPr/>
        </p:nvSpPr>
        <p:spPr>
          <a:xfrm>
            <a:off x="11631168" y="6236208"/>
            <a:ext cx="548640" cy="621792"/>
          </a:xfrm>
          <a:prstGeom prst="rtTriangle">
            <a:avLst/>
          </a:prstGeom>
          <a:solidFill>
            <a:srgbClr val="00A6CE"/>
          </a:solidFill>
          <a:ln w="12700">
            <a:solidFill>
              <a:srgbClr val="00A6CE"/>
            </a:solidFill>
            <a:prstDash val="solid"/>
          </a:ln>
        </p:spPr>
        <p:txBody>
          <a:bodyPr/>
          <a:lstStyle/>
          <a:p>
            <a:endParaRPr lang="en-US"/>
          </a:p>
        </p:txBody>
      </p:sp>
      <p:sp>
        <p:nvSpPr>
          <p:cNvPr id="4" name="Text 2"/>
          <p:cNvSpPr/>
          <p:nvPr/>
        </p:nvSpPr>
        <p:spPr>
          <a:xfrm>
            <a:off x="11841480" y="6510528"/>
            <a:ext cx="201168" cy="182880"/>
          </a:xfrm>
          <a:prstGeom prst="rect">
            <a:avLst/>
          </a:prstGeom>
          <a:noFill/>
          <a:ln/>
        </p:spPr>
        <p:txBody>
          <a:bodyPr wrap="square" rtlCol="0" anchor="ctr"/>
          <a:lstStyle/>
          <a:p>
            <a:pPr marL="0" indent="0" algn="r">
              <a:buNone/>
            </a:pPr>
            <a:r>
              <a:rPr lang="en-US" sz="1400" dirty="0">
                <a:solidFill>
                  <a:srgbClr val="FFFFFF"/>
                </a:solidFill>
                <a:latin typeface="Arial" pitchFamily="34" charset="0"/>
                <a:ea typeface="Arial" pitchFamily="34" charset="-122"/>
                <a:cs typeface="Arial" pitchFamily="34" charset="-120"/>
              </a:rPr>
              <a:t>9</a:t>
            </a:r>
            <a:endParaRPr lang="en-US" sz="1400" dirty="0"/>
          </a:p>
        </p:txBody>
      </p:sp>
      <p:sp>
        <p:nvSpPr>
          <p:cNvPr id="5" name="Text 3"/>
          <p:cNvSpPr/>
          <p:nvPr/>
        </p:nvSpPr>
        <p:spPr>
          <a:xfrm>
            <a:off x="603504" y="594360"/>
            <a:ext cx="9784080" cy="640080"/>
          </a:xfrm>
          <a:prstGeom prst="rect">
            <a:avLst/>
          </a:prstGeom>
          <a:noFill/>
          <a:ln/>
        </p:spPr>
        <p:txBody>
          <a:bodyPr wrap="square" rtlCol="0" anchor="ctr">
            <a:normAutofit/>
          </a:bodyPr>
          <a:lstStyle/>
          <a:p>
            <a:pPr marL="0" indent="0">
              <a:buNone/>
            </a:pPr>
            <a:r>
              <a:rPr lang="en-US" sz="3400" dirty="0">
                <a:solidFill>
                  <a:srgbClr val="007DB3"/>
                </a:solidFill>
                <a:latin typeface="Arial" pitchFamily="34" charset="0"/>
                <a:ea typeface="Arial" pitchFamily="34" charset="-122"/>
                <a:cs typeface="Arial" pitchFamily="34" charset="-120"/>
              </a:rPr>
              <a:t>How This Feeds the Next Demos</a:t>
            </a:r>
            <a:endParaRPr lang="en-US" sz="3400" dirty="0"/>
          </a:p>
        </p:txBody>
      </p:sp>
      <p:sp>
        <p:nvSpPr>
          <p:cNvPr id="6" name="Text 4"/>
          <p:cNvSpPr/>
          <p:nvPr/>
        </p:nvSpPr>
        <p:spPr>
          <a:xfrm>
            <a:off x="822960" y="1709928"/>
            <a:ext cx="228600" cy="201168"/>
          </a:xfrm>
          <a:prstGeom prst="rect">
            <a:avLst/>
          </a:prstGeom>
          <a:noFill/>
          <a:ln/>
        </p:spPr>
        <p:txBody>
          <a:bodyPr wrap="square" rtlCol="0" anchor="ctr"/>
          <a:lstStyle/>
          <a:p>
            <a:pPr marL="0" indent="0">
              <a:buNone/>
            </a:pPr>
            <a:r>
              <a:rPr lang="en-US" sz="1800" b="1" dirty="0">
                <a:solidFill>
                  <a:srgbClr val="00A6CE"/>
                </a:solidFill>
              </a:rPr>
              <a:t>▸</a:t>
            </a:r>
            <a:endParaRPr lang="en-US" sz="1800" dirty="0"/>
          </a:p>
        </p:txBody>
      </p:sp>
      <p:sp>
        <p:nvSpPr>
          <p:cNvPr id="7" name="Text 5"/>
          <p:cNvSpPr/>
          <p:nvPr/>
        </p:nvSpPr>
        <p:spPr>
          <a:xfrm>
            <a:off x="1234440" y="1691640"/>
            <a:ext cx="10424160" cy="310896"/>
          </a:xfrm>
          <a:prstGeom prst="rect">
            <a:avLst/>
          </a:prstGeom>
          <a:noFill/>
          <a:ln/>
        </p:spPr>
        <p:txBody>
          <a:bodyPr wrap="square" rtlCol="0" anchor="ctr">
            <a:normAutofit fontScale="85000" lnSpcReduction="20000"/>
          </a:bodyPr>
          <a:lstStyle/>
          <a:p>
            <a:pPr marL="0" indent="0">
              <a:buNone/>
            </a:pPr>
            <a:r>
              <a:rPr lang="en-US" sz="2000" b="1" dirty="0">
                <a:solidFill>
                  <a:srgbClr val="394052"/>
                </a:solidFill>
              </a:rPr>
              <a:t>Next: Extract Text from PDFs with IronPDF</a:t>
            </a:r>
            <a:endParaRPr lang="en-US" sz="2000" dirty="0"/>
          </a:p>
        </p:txBody>
      </p:sp>
      <p:sp>
        <p:nvSpPr>
          <p:cNvPr id="8" name="Text 6"/>
          <p:cNvSpPr/>
          <p:nvPr/>
        </p:nvSpPr>
        <p:spPr>
          <a:xfrm>
            <a:off x="1481328" y="2084832"/>
            <a:ext cx="9966960" cy="566928"/>
          </a:xfrm>
          <a:prstGeom prst="rect">
            <a:avLst/>
          </a:prstGeom>
          <a:noFill/>
          <a:ln/>
        </p:spPr>
        <p:txBody>
          <a:bodyPr wrap="square" rtlCol="0" anchor="ctr">
            <a:normAutofit/>
          </a:bodyPr>
          <a:lstStyle/>
          <a:p>
            <a:pPr marL="0" indent="0">
              <a:buNone/>
            </a:pPr>
            <a:r>
              <a:rPr lang="en-US" sz="1700" dirty="0">
                <a:solidFill>
                  <a:srgbClr val="394052"/>
                </a:solidFill>
              </a:rPr>
              <a:t>Load a PDF, extract readable text, store extracted content, and make it available to the portal workflow.</a:t>
            </a:r>
            <a:endParaRPr lang="en-US" sz="1700" dirty="0"/>
          </a:p>
        </p:txBody>
      </p:sp>
      <p:sp>
        <p:nvSpPr>
          <p:cNvPr id="9" name="Text 7"/>
          <p:cNvSpPr/>
          <p:nvPr/>
        </p:nvSpPr>
        <p:spPr>
          <a:xfrm>
            <a:off x="822960" y="2715768"/>
            <a:ext cx="228600" cy="201168"/>
          </a:xfrm>
          <a:prstGeom prst="rect">
            <a:avLst/>
          </a:prstGeom>
          <a:noFill/>
          <a:ln/>
        </p:spPr>
        <p:txBody>
          <a:bodyPr wrap="square" rtlCol="0" anchor="ctr"/>
          <a:lstStyle/>
          <a:p>
            <a:pPr marL="0" indent="0">
              <a:buNone/>
            </a:pPr>
            <a:r>
              <a:rPr lang="en-US" sz="1800" b="1" dirty="0">
                <a:solidFill>
                  <a:srgbClr val="00A6CE"/>
                </a:solidFill>
              </a:rPr>
              <a:t>▸</a:t>
            </a:r>
            <a:endParaRPr lang="en-US" sz="1800" dirty="0"/>
          </a:p>
        </p:txBody>
      </p:sp>
      <p:sp>
        <p:nvSpPr>
          <p:cNvPr id="10" name="Text 8"/>
          <p:cNvSpPr/>
          <p:nvPr/>
        </p:nvSpPr>
        <p:spPr>
          <a:xfrm>
            <a:off x="1234440" y="2697480"/>
            <a:ext cx="10424160" cy="310896"/>
          </a:xfrm>
          <a:prstGeom prst="rect">
            <a:avLst/>
          </a:prstGeom>
          <a:noFill/>
          <a:ln/>
        </p:spPr>
        <p:txBody>
          <a:bodyPr wrap="square" rtlCol="0" anchor="ctr">
            <a:normAutofit fontScale="85000" lnSpcReduction="20000"/>
          </a:bodyPr>
          <a:lstStyle/>
          <a:p>
            <a:pPr marL="0" indent="0">
              <a:buNone/>
            </a:pPr>
            <a:r>
              <a:rPr lang="en-US" sz="2000" b="1" dirty="0">
                <a:solidFill>
                  <a:srgbClr val="394052"/>
                </a:solidFill>
              </a:rPr>
              <a:t>Then: Handle Scanned PDFs with OCR / IronSuite Support</a:t>
            </a:r>
            <a:endParaRPr lang="en-US" sz="2000" dirty="0"/>
          </a:p>
        </p:txBody>
      </p:sp>
      <p:sp>
        <p:nvSpPr>
          <p:cNvPr id="11" name="Text 9"/>
          <p:cNvSpPr/>
          <p:nvPr/>
        </p:nvSpPr>
        <p:spPr>
          <a:xfrm>
            <a:off x="1481328" y="3090672"/>
            <a:ext cx="9966960" cy="566928"/>
          </a:xfrm>
          <a:prstGeom prst="rect">
            <a:avLst/>
          </a:prstGeom>
          <a:noFill/>
          <a:ln/>
        </p:spPr>
        <p:txBody>
          <a:bodyPr wrap="square" rtlCol="0" anchor="ctr">
            <a:normAutofit lnSpcReduction="10000"/>
          </a:bodyPr>
          <a:lstStyle/>
          <a:p>
            <a:pPr marL="0" indent="0">
              <a:buNone/>
            </a:pPr>
            <a:r>
              <a:rPr lang="en-US" sz="1700" dirty="0">
                <a:solidFill>
                  <a:srgbClr val="394052"/>
                </a:solidFill>
              </a:rPr>
              <a:t>Identify when embedded text extraction is insufficient and introduce OCR handling for image-based documents.</a:t>
            </a:r>
            <a:endParaRPr lang="en-US" sz="1700" dirty="0"/>
          </a:p>
        </p:txBody>
      </p:sp>
      <p:sp>
        <p:nvSpPr>
          <p:cNvPr id="12" name="Text 10"/>
          <p:cNvSpPr/>
          <p:nvPr/>
        </p:nvSpPr>
        <p:spPr>
          <a:xfrm>
            <a:off x="822960" y="3721608"/>
            <a:ext cx="228600" cy="201168"/>
          </a:xfrm>
          <a:prstGeom prst="rect">
            <a:avLst/>
          </a:prstGeom>
          <a:noFill/>
          <a:ln/>
        </p:spPr>
        <p:txBody>
          <a:bodyPr wrap="square" rtlCol="0" anchor="ctr"/>
          <a:lstStyle/>
          <a:p>
            <a:pPr marL="0" indent="0">
              <a:buNone/>
            </a:pPr>
            <a:r>
              <a:rPr lang="en-US" sz="1800" b="1" dirty="0">
                <a:solidFill>
                  <a:srgbClr val="00A6CE"/>
                </a:solidFill>
              </a:rPr>
              <a:t>▸</a:t>
            </a:r>
            <a:endParaRPr lang="en-US" sz="1800" dirty="0"/>
          </a:p>
        </p:txBody>
      </p:sp>
      <p:sp>
        <p:nvSpPr>
          <p:cNvPr id="13" name="Text 11"/>
          <p:cNvSpPr/>
          <p:nvPr/>
        </p:nvSpPr>
        <p:spPr>
          <a:xfrm>
            <a:off x="1234440" y="3703320"/>
            <a:ext cx="10424160" cy="310896"/>
          </a:xfrm>
          <a:prstGeom prst="rect">
            <a:avLst/>
          </a:prstGeom>
          <a:noFill/>
          <a:ln/>
        </p:spPr>
        <p:txBody>
          <a:bodyPr wrap="square" rtlCol="0" anchor="ctr">
            <a:normAutofit fontScale="85000" lnSpcReduction="20000"/>
          </a:bodyPr>
          <a:lstStyle/>
          <a:p>
            <a:pPr marL="0" indent="0">
              <a:buNone/>
            </a:pPr>
            <a:r>
              <a:rPr lang="en-US" sz="2000" b="1" dirty="0">
                <a:solidFill>
                  <a:srgbClr val="394052"/>
                </a:solidFill>
              </a:rPr>
              <a:t>Then: Build a Document Preprocessing Pipeline</a:t>
            </a:r>
            <a:endParaRPr lang="en-US" sz="2000" dirty="0"/>
          </a:p>
        </p:txBody>
      </p:sp>
      <p:sp>
        <p:nvSpPr>
          <p:cNvPr id="14" name="Text 12"/>
          <p:cNvSpPr/>
          <p:nvPr/>
        </p:nvSpPr>
        <p:spPr>
          <a:xfrm>
            <a:off x="1481328" y="4096512"/>
            <a:ext cx="9966960" cy="566928"/>
          </a:xfrm>
          <a:prstGeom prst="rect">
            <a:avLst/>
          </a:prstGeom>
          <a:noFill/>
          <a:ln/>
        </p:spPr>
        <p:txBody>
          <a:bodyPr wrap="square" rtlCol="0" anchor="ctr">
            <a:normAutofit lnSpcReduction="10000"/>
          </a:bodyPr>
          <a:lstStyle/>
          <a:p>
            <a:pPr marL="0" indent="0">
              <a:buNone/>
            </a:pPr>
            <a:r>
              <a:rPr lang="en-US" sz="1700" dirty="0">
                <a:solidFill>
                  <a:srgbClr val="394052"/>
                </a:solidFill>
              </a:rPr>
              <a:t>Normalize content, attach metadata, prepare chunks, and get the data ready for embeddings and retrieval.</a:t>
            </a:r>
            <a:endParaRPr lang="en-US" sz="1700" dirty="0"/>
          </a:p>
        </p:txBody>
      </p:sp>
      <p:sp>
        <p:nvSpPr>
          <p:cNvPr id="15" name="Text 13"/>
          <p:cNvSpPr/>
          <p:nvPr/>
        </p:nvSpPr>
        <p:spPr>
          <a:xfrm>
            <a:off x="822960" y="4727448"/>
            <a:ext cx="228600" cy="201168"/>
          </a:xfrm>
          <a:prstGeom prst="rect">
            <a:avLst/>
          </a:prstGeom>
          <a:noFill/>
          <a:ln/>
        </p:spPr>
        <p:txBody>
          <a:bodyPr wrap="square" rtlCol="0" anchor="ctr"/>
          <a:lstStyle/>
          <a:p>
            <a:pPr marL="0" indent="0">
              <a:buNone/>
            </a:pPr>
            <a:r>
              <a:rPr lang="en-US" sz="1800" b="1" dirty="0">
                <a:solidFill>
                  <a:srgbClr val="00A6CE"/>
                </a:solidFill>
              </a:rPr>
              <a:t>▸</a:t>
            </a:r>
            <a:endParaRPr lang="en-US" sz="1800" dirty="0"/>
          </a:p>
        </p:txBody>
      </p:sp>
      <p:sp>
        <p:nvSpPr>
          <p:cNvPr id="16" name="Text 14"/>
          <p:cNvSpPr/>
          <p:nvPr/>
        </p:nvSpPr>
        <p:spPr>
          <a:xfrm>
            <a:off x="1234440" y="4709160"/>
            <a:ext cx="10424160" cy="310896"/>
          </a:xfrm>
          <a:prstGeom prst="rect">
            <a:avLst/>
          </a:prstGeom>
          <a:noFill/>
          <a:ln/>
        </p:spPr>
        <p:txBody>
          <a:bodyPr wrap="square" rtlCol="0" anchor="ctr">
            <a:normAutofit fontScale="85000" lnSpcReduction="20000"/>
          </a:bodyPr>
          <a:lstStyle/>
          <a:p>
            <a:pPr marL="0" indent="0">
              <a:buNone/>
            </a:pPr>
            <a:r>
              <a:rPr lang="en-US" sz="2000" b="1" dirty="0">
                <a:solidFill>
                  <a:srgbClr val="394052"/>
                </a:solidFill>
              </a:rPr>
              <a:t>Finally: Ground the Copilot with Retrieved Knowledge</a:t>
            </a:r>
            <a:endParaRPr lang="en-US" sz="2000" dirty="0"/>
          </a:p>
        </p:txBody>
      </p:sp>
      <p:sp>
        <p:nvSpPr>
          <p:cNvPr id="17" name="Text 15"/>
          <p:cNvSpPr/>
          <p:nvPr/>
        </p:nvSpPr>
        <p:spPr>
          <a:xfrm>
            <a:off x="1481328" y="5102352"/>
            <a:ext cx="9966960" cy="566928"/>
          </a:xfrm>
          <a:prstGeom prst="rect">
            <a:avLst/>
          </a:prstGeom>
          <a:noFill/>
          <a:ln/>
        </p:spPr>
        <p:txBody>
          <a:bodyPr wrap="square" rtlCol="0" anchor="ctr">
            <a:normAutofit lnSpcReduction="10000"/>
          </a:bodyPr>
          <a:lstStyle/>
          <a:p>
            <a:pPr marL="0" indent="0">
              <a:buNone/>
            </a:pPr>
            <a:r>
              <a:rPr lang="en-US" sz="1700" dirty="0">
                <a:solidFill>
                  <a:srgbClr val="394052"/>
                </a:solidFill>
              </a:rPr>
              <a:t>Use Semantic Kernel and Azure OpenAI with retrieved document context, source references, and summarized history.</a:t>
            </a:r>
            <a:endParaRPr lang="en-US" sz="17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8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92500"/>
          </a:bodyPr>
          <a:lstStyle/>
          <a:p>
            <a:pPr marL="0" indent="0">
              <a:buNone/>
            </a:pPr>
            <a:r>
              <a:rPr lang="en-US" sz="3200" b="1">
                <a:solidFill>
                  <a:srgbClr val="007DB8"/>
                </a:solidFill>
                <a:latin typeface="Raleway" pitchFamily="34" charset="0"/>
                <a:ea typeface="Raleway" pitchFamily="34" charset="-122"/>
                <a:cs typeface="Raleway" pitchFamily="34" charset="-120"/>
              </a:rPr>
              <a:t>8.5 — Extract Text from PDFs with IronPDF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Pull machine-readable text from uploaded documents.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PDF content is available to the AI pipeline as text.</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Load the uploaded PDF.</a:t>
            </a:r>
            <a:endParaRPr lang="en-US" sz="1160"/>
          </a:p>
          <a:p>
            <a:pPr marL="0" indent="0">
              <a:buNone/>
            </a:pPr>
            <a:r>
              <a:rPr lang="en-US" sz="2200">
                <a:solidFill>
                  <a:srgbClr val="374151"/>
                </a:solidFill>
                <a:latin typeface="Barlow" pitchFamily="34" charset="0"/>
                <a:ea typeface="Barlow" pitchFamily="34" charset="-122"/>
                <a:cs typeface="Barlow" pitchFamily="34" charset="-120"/>
              </a:rPr>
              <a:t>2. Extract text using IronPDF.</a:t>
            </a:r>
            <a:endParaRPr lang="en-US" sz="1160"/>
          </a:p>
          <a:p>
            <a:pPr marL="0" indent="0">
              <a:buNone/>
            </a:pPr>
            <a:r>
              <a:rPr lang="en-US" sz="2200">
                <a:solidFill>
                  <a:srgbClr val="374151"/>
                </a:solidFill>
                <a:latin typeface="Barlow" pitchFamily="34" charset="0"/>
                <a:ea typeface="Barlow" pitchFamily="34" charset="-122"/>
                <a:cs typeface="Barlow" pitchFamily="34" charset="-120"/>
              </a:rPr>
              <a:t>3. Store extracted text or document segments.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Handle extraction failures gracefully.</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84</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Lesson 8.5</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name="Slide 8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8.6 — Handle Scanned PDFs with OCR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Process image-based PDFs that do not already contain readable text.</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Scanned documents can be included in the same AI processing pipeline.</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Identify an image-based PDF.</a:t>
            </a:r>
            <a:endParaRPr lang="en-US" sz="1160"/>
          </a:p>
          <a:p>
            <a:pPr marL="0" indent="0">
              <a:buNone/>
            </a:pPr>
            <a:r>
              <a:rPr lang="en-US" sz="2200">
                <a:solidFill>
                  <a:srgbClr val="374151"/>
                </a:solidFill>
                <a:latin typeface="Barlow" pitchFamily="34" charset="0"/>
                <a:ea typeface="Barlow" pitchFamily="34" charset="-122"/>
                <a:cs typeface="Barlow" pitchFamily="34" charset="-120"/>
              </a:rPr>
              <a:t>2. Run OCR extraction.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3. Store OCR output with source metadata.</a:t>
            </a:r>
            <a:endParaRPr lang="en-US" sz="1160"/>
          </a:p>
          <a:p>
            <a:pPr marL="0" indent="0">
              <a:buNone/>
            </a:pPr>
            <a:r>
              <a:rPr lang="en-US" sz="2200">
                <a:solidFill>
                  <a:srgbClr val="374151"/>
                </a:solidFill>
                <a:latin typeface="Barlow" pitchFamily="34" charset="0"/>
                <a:ea typeface="Barlow" pitchFamily="34" charset="-122"/>
                <a:cs typeface="Barlow" pitchFamily="34" charset="-120"/>
              </a:rPr>
              <a:t>4. Compare results with text-based extraction.</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85</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Lesson 8.6</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name="Slide 8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dirty="0">
                <a:solidFill>
                  <a:srgbClr val="007DB8"/>
                </a:solidFill>
                <a:latin typeface="Raleway" pitchFamily="34" charset="0"/>
                <a:ea typeface="Raleway" pitchFamily="34" charset="-122"/>
                <a:cs typeface="Raleway" pitchFamily="34" charset="-120"/>
              </a:rPr>
              <a:t>8.7 — Build a Document Preprocessing Pipeline [Demo]</a:t>
            </a:r>
            <a:endParaRPr lang="en-US" sz="2700" dirty="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dirty="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dirty="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dirty="0">
                <a:solidFill>
                  <a:srgbClr val="374151"/>
                </a:solidFill>
                <a:latin typeface="Barlow" pitchFamily="34" charset="0"/>
                <a:ea typeface="Barlow" pitchFamily="34" charset="-122"/>
                <a:cs typeface="Barlow" pitchFamily="34" charset="-120"/>
              </a:rPr>
              <a:t>Setup Automated extraction process</a:t>
            </a:r>
            <a:endParaRPr lang="en-US" sz="1260" dirty="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1408176"/>
          </a:xfrm>
          <a:prstGeom prst="rect">
            <a:avLst/>
          </a:prstGeom>
          <a:noFill/>
          <a:ln/>
        </p:spPr>
        <p:txBody>
          <a:bodyPr wrap="square" lIns="254" tIns="254" rIns="254" bIns="254" rtlCol="0" anchor="ctr">
            <a:normAutofit/>
          </a:bodyPr>
          <a:lstStyle/>
          <a:p>
            <a:pPr marL="0" indent="0">
              <a:buNone/>
            </a:pPr>
            <a:r>
              <a:rPr lang="en-US" sz="2200" dirty="0">
                <a:solidFill>
                  <a:srgbClr val="374151"/>
                </a:solidFill>
                <a:latin typeface="Barlow" pitchFamily="34" charset="0"/>
                <a:ea typeface="Barlow" pitchFamily="34" charset="-122"/>
                <a:cs typeface="Barlow" pitchFamily="34" charset="-120"/>
              </a:rPr>
              <a:t>An automated worker services processes documents as they are uploaded.</a:t>
            </a:r>
            <a:endParaRPr lang="en-US" sz="1160" dirty="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dirty="0">
                <a:solidFill>
                  <a:srgbClr val="374151"/>
                </a:solidFill>
                <a:latin typeface="Barlow" pitchFamily="34" charset="0"/>
                <a:ea typeface="Barlow" pitchFamily="34" charset="-122"/>
                <a:cs typeface="Barlow" pitchFamily="34" charset="-120"/>
              </a:rPr>
              <a:t>1. Create a background worker service.</a:t>
            </a:r>
            <a:endParaRPr lang="en-US" sz="1160" dirty="0"/>
          </a:p>
          <a:p>
            <a:pPr marL="0" indent="0">
              <a:buNone/>
            </a:pPr>
            <a:r>
              <a:rPr lang="en-US" sz="2200" dirty="0">
                <a:solidFill>
                  <a:srgbClr val="374151"/>
                </a:solidFill>
                <a:latin typeface="Barlow" pitchFamily="34" charset="0"/>
                <a:ea typeface="Barlow" pitchFamily="34" charset="-122"/>
                <a:cs typeface="Barlow" pitchFamily="34" charset="-120"/>
              </a:rPr>
              <a:t>2. Improve the text normalization process.</a:t>
            </a:r>
            <a:endParaRPr lang="en-US" sz="1160" dirty="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86</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Lesson 8.7</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500"/>
                                        <p:tgtEl>
                                          <p:spTgt spid="1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name="Slide 8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8.8 — Core RAG Concepts</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chunking, embeddings, retrieval, and grounded response generation.</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RAG design lens</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RAG is not just vector search.</a:t>
            </a:r>
            <a:endParaRPr lang="en-US" sz="1120"/>
          </a:p>
          <a:p>
            <a:pPr marL="0" indent="0">
              <a:buNone/>
            </a:pPr>
            <a:r>
              <a:rPr lang="en-US" sz="2200">
                <a:solidFill>
                  <a:srgbClr val="374151"/>
                </a:solidFill>
                <a:latin typeface="Barlow" pitchFamily="34" charset="0"/>
                <a:ea typeface="Barlow" pitchFamily="34" charset="-122"/>
                <a:cs typeface="Barlow" pitchFamily="34" charset="-120"/>
              </a:rPr>
              <a:t>The answer still needs prompt design, source tracking, and UI transparency.</a:t>
            </a:r>
            <a:endParaRPr lang="en-US" sz="1120"/>
          </a:p>
          <a:p>
            <a:pPr marL="0" indent="0">
              <a:buNone/>
            </a:pPr>
            <a:r>
              <a:rPr lang="en-US" sz="2200">
                <a:solidFill>
                  <a:srgbClr val="374151"/>
                </a:solidFill>
                <a:latin typeface="Barlow" pitchFamily="34" charset="0"/>
                <a:ea typeface="Barlow" pitchFamily="34" charset="-122"/>
                <a:cs typeface="Barlow" pitchFamily="34" charset="-120"/>
              </a:rPr>
              <a:t>Enterprise value comes from auditable answers over business documents.</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87</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Lesson 8.8</a:t>
            </a:r>
            <a:endParaRPr lang="en-US" sz="750"/>
          </a:p>
        </p:txBody>
      </p:sp>
      <p:sp>
        <p:nvSpPr>
          <p:cNvPr id="21" name="TextBox 20"/>
          <p:cNvSpPr txBox="1"/>
          <p:nvPr/>
        </p:nvSpPr>
        <p:spPr>
          <a:xfrm>
            <a:off x="822960" y="1682496"/>
            <a:ext cx="5257800" cy="2939266"/>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RAG retrieves relevant knowledge before asking the model to answer.</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standard flow is ingest → chunk → embed → search → ground → answer.</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Metadata controls traceability, filtering, and source references.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Grounding reduces unsupported answers and helps with domain-specific knowledge.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17697-6655-58FD-6363-DC4D1622AA5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E81DA73-57F7-BFD8-3DD1-59CADEE135A2}"/>
              </a:ext>
            </a:extLst>
          </p:cNvPr>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a:extLst>
              <a:ext uri="{FF2B5EF4-FFF2-40B4-BE49-F238E27FC236}">
                <a16:creationId xmlns:a16="http://schemas.microsoft.com/office/drawing/2014/main" id="{FDFA8C57-C51D-990E-87EB-C6BFC8A3C375}"/>
              </a:ext>
            </a:extLst>
          </p:cNvPr>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8.8 — Core RAG Concepts</a:t>
            </a:r>
            <a:endParaRPr lang="en-US" sz="2700"/>
          </a:p>
        </p:txBody>
      </p:sp>
      <p:sp>
        <p:nvSpPr>
          <p:cNvPr id="4" name="Text 2">
            <a:extLst>
              <a:ext uri="{FF2B5EF4-FFF2-40B4-BE49-F238E27FC236}">
                <a16:creationId xmlns:a16="http://schemas.microsoft.com/office/drawing/2014/main" id="{C9921585-5159-505B-DEF1-B32598E9CD7E}"/>
              </a:ext>
            </a:extLst>
          </p:cNvPr>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chunking, embeddings, retrieval, and grounded response generation.</a:t>
            </a:r>
            <a:endParaRPr lang="en-US" sz="1250"/>
          </a:p>
        </p:txBody>
      </p:sp>
      <p:sp>
        <p:nvSpPr>
          <p:cNvPr id="13" name="Shape 11">
            <a:extLst>
              <a:ext uri="{FF2B5EF4-FFF2-40B4-BE49-F238E27FC236}">
                <a16:creationId xmlns:a16="http://schemas.microsoft.com/office/drawing/2014/main" id="{0D3C9E27-DBB0-67E1-09A3-5AE4A2B10AEE}"/>
              </a:ext>
            </a:extLst>
          </p:cNvPr>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a:extLst>
              <a:ext uri="{FF2B5EF4-FFF2-40B4-BE49-F238E27FC236}">
                <a16:creationId xmlns:a16="http://schemas.microsoft.com/office/drawing/2014/main" id="{8A574065-2B3A-BD9A-8F49-B3412EF3E006}"/>
              </a:ext>
            </a:extLst>
          </p:cNvPr>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a:extLst>
              <a:ext uri="{FF2B5EF4-FFF2-40B4-BE49-F238E27FC236}">
                <a16:creationId xmlns:a16="http://schemas.microsoft.com/office/drawing/2014/main" id="{D520967F-13B2-BD34-EDAD-1A7CB41EBF9B}"/>
              </a:ext>
            </a:extLst>
          </p:cNvPr>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a:extLst>
              <a:ext uri="{FF2B5EF4-FFF2-40B4-BE49-F238E27FC236}">
                <a16:creationId xmlns:a16="http://schemas.microsoft.com/office/drawing/2014/main" id="{88A2D04A-A5B1-46B1-F94A-5346CAC7D8C0}"/>
              </a:ext>
            </a:extLst>
          </p:cNvPr>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RAG design lens</a:t>
            </a:r>
            <a:endParaRPr lang="en-US" sz="1350"/>
          </a:p>
        </p:txBody>
      </p:sp>
      <p:sp>
        <p:nvSpPr>
          <p:cNvPr id="17" name="Text 15">
            <a:extLst>
              <a:ext uri="{FF2B5EF4-FFF2-40B4-BE49-F238E27FC236}">
                <a16:creationId xmlns:a16="http://schemas.microsoft.com/office/drawing/2014/main" id="{CFEBF432-C69D-5432-DA17-E3ADAF6E72BB}"/>
              </a:ext>
            </a:extLst>
          </p:cNvPr>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RAG is not just vector search.</a:t>
            </a:r>
            <a:endParaRPr lang="en-US" sz="1120"/>
          </a:p>
          <a:p>
            <a:pPr marL="0" indent="0">
              <a:buNone/>
            </a:pPr>
            <a:r>
              <a:rPr lang="en-US" sz="2200">
                <a:solidFill>
                  <a:srgbClr val="374151"/>
                </a:solidFill>
                <a:latin typeface="Barlow" pitchFamily="34" charset="0"/>
                <a:ea typeface="Barlow" pitchFamily="34" charset="-122"/>
                <a:cs typeface="Barlow" pitchFamily="34" charset="-120"/>
              </a:rPr>
              <a:t>The answer still needs prompt design, source tracking, and UI transparency.</a:t>
            </a:r>
            <a:endParaRPr lang="en-US" sz="1120"/>
          </a:p>
          <a:p>
            <a:pPr marL="0" indent="0">
              <a:buNone/>
            </a:pPr>
            <a:r>
              <a:rPr lang="en-US" sz="2200">
                <a:solidFill>
                  <a:srgbClr val="374151"/>
                </a:solidFill>
                <a:latin typeface="Barlow" pitchFamily="34" charset="0"/>
                <a:ea typeface="Barlow" pitchFamily="34" charset="-122"/>
                <a:cs typeface="Barlow" pitchFamily="34" charset="-120"/>
              </a:rPr>
              <a:t>Enterprise value comes from auditable answers over business documents.</a:t>
            </a:r>
            <a:endParaRPr lang="en-US" sz="1120"/>
          </a:p>
        </p:txBody>
      </p:sp>
      <p:sp>
        <p:nvSpPr>
          <p:cNvPr id="18" name="Shape 16">
            <a:extLst>
              <a:ext uri="{FF2B5EF4-FFF2-40B4-BE49-F238E27FC236}">
                <a16:creationId xmlns:a16="http://schemas.microsoft.com/office/drawing/2014/main" id="{C4BBC3FB-FA68-6EA2-A2BB-62FE665D81BA}"/>
              </a:ext>
            </a:extLst>
          </p:cNvPr>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a:extLst>
              <a:ext uri="{FF2B5EF4-FFF2-40B4-BE49-F238E27FC236}">
                <a16:creationId xmlns:a16="http://schemas.microsoft.com/office/drawing/2014/main" id="{ED57EA30-4941-55DA-AD9C-C59E930044B3}"/>
              </a:ext>
            </a:extLst>
          </p:cNvPr>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87</a:t>
            </a:r>
            <a:endParaRPr lang="en-US" sz="900"/>
          </a:p>
        </p:txBody>
      </p:sp>
      <p:sp>
        <p:nvSpPr>
          <p:cNvPr id="20" name="Text 18">
            <a:extLst>
              <a:ext uri="{FF2B5EF4-FFF2-40B4-BE49-F238E27FC236}">
                <a16:creationId xmlns:a16="http://schemas.microsoft.com/office/drawing/2014/main" id="{8BC6B61C-8425-8AB0-E858-E00544092070}"/>
              </a:ext>
            </a:extLst>
          </p:cNvPr>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Lesson 8.8| Image Source: Microsoft Learn</a:t>
            </a:r>
            <a:endParaRPr lang="en-US" sz="750"/>
          </a:p>
        </p:txBody>
      </p:sp>
      <p:pic>
        <p:nvPicPr>
          <p:cNvPr id="1026" name="Picture 2" descr="RAG (Retrieval Augmented Generation) on Azure Databricks - Azure Databricks | Microsoft Learn">
            <a:extLst>
              <a:ext uri="{FF2B5EF4-FFF2-40B4-BE49-F238E27FC236}">
                <a16:creationId xmlns:a16="http://schemas.microsoft.com/office/drawing/2014/main" id="{6D433937-9ACD-F1C3-9111-08AB650103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2878" y="1353311"/>
            <a:ext cx="6905625" cy="4893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7222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867" dirty="0">
                <a:solidFill>
                  <a:srgbClr val="007EB5"/>
                </a:solidFill>
                <a:latin typeface="Aptos Display"/>
              </a:rPr>
              <a:t>Why We Need Document Chunking</a:t>
            </a:r>
          </a:p>
        </p:txBody>
      </p:sp>
      <p:sp>
        <p:nvSpPr>
          <p:cNvPr id="3" name="Text Placeholder 2"/>
          <p:cNvSpPr>
            <a:spLocks noGrp="1"/>
          </p:cNvSpPr>
          <p:nvPr>
            <p:ph type="body" idx="1"/>
          </p:nvPr>
        </p:nvSpPr>
        <p:spPr/>
        <p:txBody>
          <a:bodyPr/>
          <a:lstStyle/>
          <a:p>
            <a:endParaRPr/>
          </a:p>
        </p:txBody>
      </p:sp>
      <p:sp>
        <p:nvSpPr>
          <p:cNvPr id="4" name="TextBox 3"/>
          <p:cNvSpPr txBox="1"/>
          <p:nvPr/>
        </p:nvSpPr>
        <p:spPr>
          <a:xfrm>
            <a:off x="949035" y="1395983"/>
            <a:ext cx="5739713" cy="379656"/>
          </a:xfrm>
          <a:prstGeom prst="rect">
            <a:avLst/>
          </a:prstGeom>
          <a:noFill/>
        </p:spPr>
        <p:txBody>
          <a:bodyPr wrap="none" lIns="0">
            <a:spAutoFit/>
          </a:bodyPr>
          <a:lstStyle/>
          <a:p>
            <a:r>
              <a:rPr sz="1867" b="1" dirty="0">
                <a:solidFill>
                  <a:srgbClr val="00AECC"/>
                </a:solidFill>
                <a:latin typeface="Aptos"/>
              </a:rPr>
              <a:t>Turning large documents into searchable knowledge</a:t>
            </a:r>
          </a:p>
        </p:txBody>
      </p:sp>
      <p:sp>
        <p:nvSpPr>
          <p:cNvPr id="5" name="TextBox 4"/>
          <p:cNvSpPr txBox="1"/>
          <p:nvPr/>
        </p:nvSpPr>
        <p:spPr>
          <a:xfrm>
            <a:off x="792481" y="1889760"/>
            <a:ext cx="9997439" cy="2092561"/>
          </a:xfrm>
          <a:prstGeom prst="rect">
            <a:avLst/>
          </a:prstGeom>
          <a:noFill/>
        </p:spPr>
        <p:txBody>
          <a:bodyPr wrap="square" lIns="0" rIns="0">
            <a:spAutoFit/>
          </a:bodyPr>
          <a:lstStyle/>
          <a:p>
            <a:pPr>
              <a:spcAft>
                <a:spcPts val="667"/>
              </a:spcAft>
            </a:pPr>
            <a:r>
              <a:rPr sz="2133" b="1" dirty="0">
                <a:solidFill>
                  <a:srgbClr val="00AECC"/>
                </a:solidFill>
                <a:latin typeface="Aptos"/>
              </a:rPr>
              <a:t>▸ </a:t>
            </a:r>
            <a:r>
              <a:rPr sz="2133" dirty="0">
                <a:solidFill>
                  <a:srgbClr val="303740"/>
                </a:solidFill>
                <a:latin typeface="Aptos"/>
              </a:rPr>
              <a:t>Large documents often contain more information than the user’s question needs.</a:t>
            </a:r>
          </a:p>
          <a:p>
            <a:pPr>
              <a:spcAft>
                <a:spcPts val="667"/>
              </a:spcAft>
            </a:pPr>
            <a:r>
              <a:rPr sz="2133" b="1" dirty="0">
                <a:solidFill>
                  <a:srgbClr val="00AECC"/>
                </a:solidFill>
                <a:latin typeface="Aptos"/>
              </a:rPr>
              <a:t>▸ </a:t>
            </a:r>
            <a:r>
              <a:rPr sz="2133" dirty="0">
                <a:solidFill>
                  <a:srgbClr val="303740"/>
                </a:solidFill>
                <a:latin typeface="Aptos"/>
              </a:rPr>
              <a:t>Sending the full document to the model increases token usage, cost, and latency.</a:t>
            </a:r>
          </a:p>
          <a:p>
            <a:pPr>
              <a:spcAft>
                <a:spcPts val="667"/>
              </a:spcAft>
            </a:pPr>
            <a:r>
              <a:rPr sz="2133" b="1" dirty="0">
                <a:solidFill>
                  <a:srgbClr val="00AECC"/>
                </a:solidFill>
                <a:latin typeface="Aptos"/>
              </a:rPr>
              <a:t>▸ </a:t>
            </a:r>
            <a:r>
              <a:rPr sz="2133" dirty="0">
                <a:solidFill>
                  <a:srgbClr val="303740"/>
                </a:solidFill>
                <a:latin typeface="Aptos"/>
              </a:rPr>
              <a:t>Retrieval works better when the system searches focused document sections.</a:t>
            </a:r>
          </a:p>
          <a:p>
            <a:pPr>
              <a:spcAft>
                <a:spcPts val="667"/>
              </a:spcAft>
            </a:pPr>
            <a:r>
              <a:rPr sz="2133" b="1" dirty="0">
                <a:solidFill>
                  <a:srgbClr val="00AECC"/>
                </a:solidFill>
                <a:latin typeface="Aptos"/>
              </a:rPr>
              <a:t>▸ </a:t>
            </a:r>
            <a:r>
              <a:rPr sz="2133" dirty="0">
                <a:solidFill>
                  <a:srgbClr val="303740"/>
                </a:solidFill>
                <a:latin typeface="Aptos"/>
              </a:rPr>
              <a:t>Smaller chunks make it easier to trace an answer back to its source.</a:t>
            </a:r>
          </a:p>
          <a:p>
            <a:pPr>
              <a:spcAft>
                <a:spcPts val="667"/>
              </a:spcAft>
            </a:pPr>
            <a:r>
              <a:rPr sz="2133" b="1" dirty="0">
                <a:solidFill>
                  <a:srgbClr val="00AECC"/>
                </a:solidFill>
                <a:latin typeface="Aptos"/>
              </a:rPr>
              <a:t>▸ </a:t>
            </a:r>
            <a:r>
              <a:rPr sz="2133" dirty="0">
                <a:solidFill>
                  <a:srgbClr val="303740"/>
                </a:solidFill>
                <a:latin typeface="Aptos"/>
              </a:rPr>
              <a:t>Chunking prepares extracted text for embeddings and semantic search.</a:t>
            </a:r>
          </a:p>
        </p:txBody>
      </p:sp>
      <p:sp>
        <p:nvSpPr>
          <p:cNvPr id="6" name="Rounded Rectangle 5"/>
          <p:cNvSpPr/>
          <p:nvPr/>
        </p:nvSpPr>
        <p:spPr>
          <a:xfrm>
            <a:off x="1280160" y="5181600"/>
            <a:ext cx="1828800" cy="548640"/>
          </a:xfrm>
          <a:prstGeom prst="roundRect">
            <a:avLst/>
          </a:prstGeom>
          <a:solidFill>
            <a:srgbClr val="FFFFFF"/>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600" b="1">
                <a:solidFill>
                  <a:srgbClr val="007EB5"/>
                </a:solidFill>
                <a:latin typeface="Aptos"/>
              </a:rPr>
              <a:t>Full PDF</a:t>
            </a:r>
          </a:p>
        </p:txBody>
      </p:sp>
      <p:cxnSp>
        <p:nvCxnSpPr>
          <p:cNvPr id="7" name="Connector 6"/>
          <p:cNvCxnSpPr/>
          <p:nvPr/>
        </p:nvCxnSpPr>
        <p:spPr>
          <a:xfrm>
            <a:off x="3230880" y="5462016"/>
            <a:ext cx="731520" cy="0"/>
          </a:xfrm>
          <a:prstGeom prst="line">
            <a:avLst/>
          </a:prstGeom>
          <a:ln w="25400">
            <a:solidFill>
              <a:srgbClr val="00AECC"/>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084320" y="5181600"/>
            <a:ext cx="1280160" cy="548640"/>
          </a:xfrm>
          <a:prstGeom prst="roundRect">
            <a:avLst/>
          </a:prstGeom>
          <a:solidFill>
            <a:srgbClr val="E2F6FB"/>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333" b="1">
                <a:solidFill>
                  <a:srgbClr val="007EB5"/>
                </a:solidFill>
                <a:latin typeface="Aptos"/>
              </a:rPr>
              <a:t>Chunk 1</a:t>
            </a:r>
          </a:p>
        </p:txBody>
      </p:sp>
      <p:sp>
        <p:nvSpPr>
          <p:cNvPr id="9" name="Rounded Rectangle 8"/>
          <p:cNvSpPr/>
          <p:nvPr/>
        </p:nvSpPr>
        <p:spPr>
          <a:xfrm>
            <a:off x="5705856" y="5181600"/>
            <a:ext cx="1280160" cy="548640"/>
          </a:xfrm>
          <a:prstGeom prst="roundRect">
            <a:avLst/>
          </a:prstGeom>
          <a:solidFill>
            <a:srgbClr val="E2F6FB"/>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333" b="1">
                <a:solidFill>
                  <a:srgbClr val="007EB5"/>
                </a:solidFill>
                <a:latin typeface="Aptos"/>
              </a:rPr>
              <a:t>Chunk 2</a:t>
            </a:r>
          </a:p>
        </p:txBody>
      </p:sp>
      <p:sp>
        <p:nvSpPr>
          <p:cNvPr id="10" name="Rounded Rectangle 9"/>
          <p:cNvSpPr/>
          <p:nvPr/>
        </p:nvSpPr>
        <p:spPr>
          <a:xfrm>
            <a:off x="7327392" y="5181600"/>
            <a:ext cx="1280160" cy="548640"/>
          </a:xfrm>
          <a:prstGeom prst="roundRect">
            <a:avLst/>
          </a:prstGeom>
          <a:solidFill>
            <a:srgbClr val="E2F6FB"/>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333" b="1">
                <a:solidFill>
                  <a:srgbClr val="007EB5"/>
                </a:solidFill>
                <a:latin typeface="Aptos"/>
              </a:rPr>
              <a:t>Chunk 3</a:t>
            </a:r>
          </a:p>
        </p:txBody>
      </p:sp>
      <p:sp>
        <p:nvSpPr>
          <p:cNvPr id="11" name="Rounded Rectangle 10"/>
          <p:cNvSpPr/>
          <p:nvPr/>
        </p:nvSpPr>
        <p:spPr>
          <a:xfrm>
            <a:off x="8948928" y="5181600"/>
            <a:ext cx="1280160" cy="548640"/>
          </a:xfrm>
          <a:prstGeom prst="roundRect">
            <a:avLst/>
          </a:prstGeom>
          <a:solidFill>
            <a:srgbClr val="E2F6FB"/>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333" b="1">
                <a:solidFill>
                  <a:srgbClr val="007EB5"/>
                </a:solidFill>
                <a:latin typeface="Aptos"/>
              </a:rPr>
              <a:t>Chunk 4</a:t>
            </a:r>
          </a:p>
        </p:txBody>
      </p:sp>
      <p:sp>
        <p:nvSpPr>
          <p:cNvPr id="12" name="TextBox 11"/>
          <p:cNvSpPr txBox="1"/>
          <p:nvPr/>
        </p:nvSpPr>
        <p:spPr>
          <a:xfrm>
            <a:off x="11394574" y="6291072"/>
            <a:ext cx="248786" cy="235898"/>
          </a:xfrm>
          <a:prstGeom prst="rect">
            <a:avLst/>
          </a:prstGeom>
          <a:noFill/>
        </p:spPr>
        <p:txBody>
          <a:bodyPr wrap="none">
            <a:spAutoFit/>
          </a:bodyPr>
          <a:lstStyle/>
          <a:p>
            <a:pPr algn="r"/>
            <a:r>
              <a:rPr sz="933">
                <a:solidFill>
                  <a:srgbClr val="FFFFFF"/>
                </a:solidFill>
                <a:latin typeface="Aptos"/>
              </a:rPr>
              <a:t>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1" y="512064"/>
            <a:ext cx="8180445" cy="687432"/>
          </a:xfrm>
          <a:prstGeom prst="rect">
            <a:avLst/>
          </a:prstGeom>
          <a:noFill/>
        </p:spPr>
        <p:txBody>
          <a:bodyPr wrap="none">
            <a:spAutoFit/>
          </a:bodyPr>
          <a:lstStyle/>
          <a:p>
            <a:r>
              <a:rPr sz="3867">
                <a:solidFill>
                  <a:srgbClr val="007EB5"/>
                </a:solidFill>
                <a:latin typeface="Aptos Display"/>
              </a:rPr>
              <a:t>Where Chunking Fits in the RAG Pipeline</a:t>
            </a:r>
          </a:p>
        </p:txBody>
      </p:sp>
      <p:sp>
        <p:nvSpPr>
          <p:cNvPr id="3" name="TextBox 2"/>
          <p:cNvSpPr txBox="1"/>
          <p:nvPr/>
        </p:nvSpPr>
        <p:spPr>
          <a:xfrm>
            <a:off x="646176" y="1194816"/>
            <a:ext cx="5215530" cy="379656"/>
          </a:xfrm>
          <a:prstGeom prst="rect">
            <a:avLst/>
          </a:prstGeom>
          <a:noFill/>
        </p:spPr>
        <p:txBody>
          <a:bodyPr wrap="none" lIns="0">
            <a:spAutoFit/>
          </a:bodyPr>
          <a:lstStyle/>
          <a:p>
            <a:r>
              <a:rPr sz="1867" b="1">
                <a:solidFill>
                  <a:srgbClr val="00AECC"/>
                </a:solidFill>
                <a:latin typeface="Aptos"/>
              </a:rPr>
              <a:t>The bridge between extraction and embeddings</a:t>
            </a:r>
          </a:p>
        </p:txBody>
      </p:sp>
      <p:sp>
        <p:nvSpPr>
          <p:cNvPr id="4" name="Rounded Rectangle 3"/>
          <p:cNvSpPr/>
          <p:nvPr/>
        </p:nvSpPr>
        <p:spPr>
          <a:xfrm>
            <a:off x="792480" y="2621280"/>
            <a:ext cx="1158240" cy="902208"/>
          </a:xfrm>
          <a:prstGeom prst="roundRect">
            <a:avLst/>
          </a:prstGeom>
          <a:solidFill>
            <a:srgbClr val="E2F6FB"/>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267">
                <a:solidFill>
                  <a:srgbClr val="303740"/>
                </a:solidFill>
                <a:latin typeface="Aptos"/>
              </a:rPr>
              <a:t>PDF
Upload</a:t>
            </a:r>
          </a:p>
        </p:txBody>
      </p:sp>
      <p:cxnSp>
        <p:nvCxnSpPr>
          <p:cNvPr id="5" name="Connector 4"/>
          <p:cNvCxnSpPr/>
          <p:nvPr/>
        </p:nvCxnSpPr>
        <p:spPr>
          <a:xfrm>
            <a:off x="1987297" y="3072384"/>
            <a:ext cx="170687" cy="0"/>
          </a:xfrm>
          <a:prstGeom prst="line">
            <a:avLst/>
          </a:prstGeom>
          <a:ln w="19050">
            <a:solidFill>
              <a:srgbClr val="00AECC"/>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218943" y="2621280"/>
            <a:ext cx="1158240" cy="902208"/>
          </a:xfrm>
          <a:prstGeom prst="roundRect">
            <a:avLst/>
          </a:prstGeom>
          <a:solidFill>
            <a:srgbClr val="E2F6FB"/>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267">
                <a:solidFill>
                  <a:srgbClr val="303740"/>
                </a:solidFill>
                <a:latin typeface="Aptos"/>
              </a:rPr>
              <a:t>Text
Extraction</a:t>
            </a:r>
          </a:p>
        </p:txBody>
      </p:sp>
      <p:cxnSp>
        <p:nvCxnSpPr>
          <p:cNvPr id="7" name="Connector 6"/>
          <p:cNvCxnSpPr/>
          <p:nvPr/>
        </p:nvCxnSpPr>
        <p:spPr>
          <a:xfrm>
            <a:off x="3413760" y="3072384"/>
            <a:ext cx="170689" cy="0"/>
          </a:xfrm>
          <a:prstGeom prst="line">
            <a:avLst/>
          </a:prstGeom>
          <a:ln w="19050">
            <a:solidFill>
              <a:srgbClr val="00AECC"/>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645408" y="2621280"/>
            <a:ext cx="1158240" cy="902208"/>
          </a:xfrm>
          <a:prstGeom prst="roundRect">
            <a:avLst/>
          </a:prstGeom>
          <a:solidFill>
            <a:srgbClr val="E2F6FB"/>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267">
                <a:solidFill>
                  <a:srgbClr val="303740"/>
                </a:solidFill>
                <a:latin typeface="Aptos"/>
              </a:rPr>
              <a:t>Text
Cleanup</a:t>
            </a:r>
          </a:p>
        </p:txBody>
      </p:sp>
      <p:cxnSp>
        <p:nvCxnSpPr>
          <p:cNvPr id="9" name="Connector 8"/>
          <p:cNvCxnSpPr/>
          <p:nvPr/>
        </p:nvCxnSpPr>
        <p:spPr>
          <a:xfrm>
            <a:off x="4840224" y="3072384"/>
            <a:ext cx="170689" cy="0"/>
          </a:xfrm>
          <a:prstGeom prst="line">
            <a:avLst/>
          </a:prstGeom>
          <a:ln w="19050">
            <a:solidFill>
              <a:srgbClr val="00AECC"/>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071872" y="2621280"/>
            <a:ext cx="1158240" cy="902208"/>
          </a:xfrm>
          <a:prstGeom prst="roundRect">
            <a:avLst/>
          </a:prstGeom>
          <a:solidFill>
            <a:srgbClr val="D5F2F8"/>
          </a:solidFill>
          <a:ln w="12700">
            <a:solidFill>
              <a:srgbClr val="007EB5"/>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267" b="1">
                <a:solidFill>
                  <a:srgbClr val="007EB5"/>
                </a:solidFill>
                <a:latin typeface="Aptos"/>
              </a:rPr>
              <a:t>Document
Chunking</a:t>
            </a:r>
          </a:p>
        </p:txBody>
      </p:sp>
      <p:cxnSp>
        <p:nvCxnSpPr>
          <p:cNvPr id="11" name="Connector 10"/>
          <p:cNvCxnSpPr/>
          <p:nvPr/>
        </p:nvCxnSpPr>
        <p:spPr>
          <a:xfrm>
            <a:off x="6266688" y="3072384"/>
            <a:ext cx="170688" cy="0"/>
          </a:xfrm>
          <a:prstGeom prst="line">
            <a:avLst/>
          </a:prstGeom>
          <a:ln w="19050">
            <a:solidFill>
              <a:srgbClr val="00AECC"/>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498336" y="2621280"/>
            <a:ext cx="1158240" cy="902208"/>
          </a:xfrm>
          <a:prstGeom prst="roundRect">
            <a:avLst/>
          </a:prstGeom>
          <a:solidFill>
            <a:srgbClr val="E2F6FB"/>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267">
                <a:solidFill>
                  <a:srgbClr val="303740"/>
                </a:solidFill>
                <a:latin typeface="Aptos"/>
              </a:rPr>
              <a:t>Embedding
Generation</a:t>
            </a:r>
          </a:p>
        </p:txBody>
      </p:sp>
      <p:cxnSp>
        <p:nvCxnSpPr>
          <p:cNvPr id="13" name="Connector 12"/>
          <p:cNvCxnSpPr/>
          <p:nvPr/>
        </p:nvCxnSpPr>
        <p:spPr>
          <a:xfrm>
            <a:off x="7693152" y="3072384"/>
            <a:ext cx="170688" cy="0"/>
          </a:xfrm>
          <a:prstGeom prst="line">
            <a:avLst/>
          </a:prstGeom>
          <a:ln w="19050">
            <a:solidFill>
              <a:srgbClr val="00AECC"/>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924800" y="2621280"/>
            <a:ext cx="1158240" cy="902208"/>
          </a:xfrm>
          <a:prstGeom prst="roundRect">
            <a:avLst/>
          </a:prstGeom>
          <a:solidFill>
            <a:srgbClr val="E2F6FB"/>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267">
                <a:solidFill>
                  <a:srgbClr val="303740"/>
                </a:solidFill>
                <a:latin typeface="Aptos"/>
              </a:rPr>
              <a:t>Vector
Storage</a:t>
            </a:r>
          </a:p>
        </p:txBody>
      </p:sp>
      <p:cxnSp>
        <p:nvCxnSpPr>
          <p:cNvPr id="15" name="Connector 14"/>
          <p:cNvCxnSpPr/>
          <p:nvPr/>
        </p:nvCxnSpPr>
        <p:spPr>
          <a:xfrm>
            <a:off x="9119616" y="3072384"/>
            <a:ext cx="170688" cy="0"/>
          </a:xfrm>
          <a:prstGeom prst="line">
            <a:avLst/>
          </a:prstGeom>
          <a:ln w="19050">
            <a:solidFill>
              <a:srgbClr val="00AECC"/>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351264" y="2621280"/>
            <a:ext cx="1158240" cy="902208"/>
          </a:xfrm>
          <a:prstGeom prst="roundRect">
            <a:avLst/>
          </a:prstGeom>
          <a:solidFill>
            <a:srgbClr val="E2F6FB"/>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267">
                <a:solidFill>
                  <a:srgbClr val="303740"/>
                </a:solidFill>
                <a:latin typeface="Aptos"/>
              </a:rPr>
              <a:t>Retrieval</a:t>
            </a:r>
          </a:p>
        </p:txBody>
      </p:sp>
      <p:cxnSp>
        <p:nvCxnSpPr>
          <p:cNvPr id="17" name="Connector 16"/>
          <p:cNvCxnSpPr/>
          <p:nvPr/>
        </p:nvCxnSpPr>
        <p:spPr>
          <a:xfrm>
            <a:off x="10546079" y="3072384"/>
            <a:ext cx="170688" cy="0"/>
          </a:xfrm>
          <a:prstGeom prst="line">
            <a:avLst/>
          </a:prstGeom>
          <a:ln w="19050">
            <a:solidFill>
              <a:srgbClr val="00AECC"/>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10777728" y="2621280"/>
            <a:ext cx="1158240" cy="902208"/>
          </a:xfrm>
          <a:prstGeom prst="roundRect">
            <a:avLst/>
          </a:prstGeom>
          <a:solidFill>
            <a:srgbClr val="E2F6FB"/>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267">
                <a:solidFill>
                  <a:srgbClr val="303740"/>
                </a:solidFill>
                <a:latin typeface="Aptos"/>
              </a:rPr>
              <a:t>Grounded
Response</a:t>
            </a:r>
          </a:p>
        </p:txBody>
      </p:sp>
      <p:sp>
        <p:nvSpPr>
          <p:cNvPr id="19" name="TextBox 18"/>
          <p:cNvSpPr txBox="1"/>
          <p:nvPr/>
        </p:nvSpPr>
        <p:spPr>
          <a:xfrm>
            <a:off x="1280160" y="4206240"/>
            <a:ext cx="9509760" cy="1195199"/>
          </a:xfrm>
          <a:prstGeom prst="rect">
            <a:avLst/>
          </a:prstGeom>
          <a:noFill/>
        </p:spPr>
        <p:txBody>
          <a:bodyPr wrap="square" lIns="0" rIns="0">
            <a:spAutoFit/>
          </a:bodyPr>
          <a:lstStyle/>
          <a:p>
            <a:pPr>
              <a:spcAft>
                <a:spcPts val="667"/>
              </a:spcAft>
            </a:pPr>
            <a:r>
              <a:rPr sz="2000" b="1" dirty="0">
                <a:solidFill>
                  <a:srgbClr val="00AECC"/>
                </a:solidFill>
                <a:latin typeface="Aptos"/>
              </a:rPr>
              <a:t>▸ </a:t>
            </a:r>
            <a:r>
              <a:rPr sz="2000" dirty="0">
                <a:solidFill>
                  <a:srgbClr val="303740"/>
                </a:solidFill>
                <a:latin typeface="Aptos"/>
              </a:rPr>
              <a:t>Chunking happens after text has been extracted and cleaned.</a:t>
            </a:r>
          </a:p>
          <a:p>
            <a:pPr>
              <a:spcAft>
                <a:spcPts val="667"/>
              </a:spcAft>
            </a:pPr>
            <a:r>
              <a:rPr sz="2000" b="1" dirty="0">
                <a:solidFill>
                  <a:srgbClr val="00AECC"/>
                </a:solidFill>
                <a:latin typeface="Aptos"/>
              </a:rPr>
              <a:t>▸ </a:t>
            </a:r>
            <a:r>
              <a:rPr sz="2000" dirty="0">
                <a:solidFill>
                  <a:srgbClr val="303740"/>
                </a:solidFill>
                <a:latin typeface="Aptos"/>
              </a:rPr>
              <a:t>Each chunk becomes the unit that will later be embedded and searched.</a:t>
            </a:r>
          </a:p>
          <a:p>
            <a:pPr>
              <a:spcAft>
                <a:spcPts val="667"/>
              </a:spcAft>
            </a:pPr>
            <a:r>
              <a:rPr sz="2000" b="1" dirty="0">
                <a:solidFill>
                  <a:srgbClr val="00AECC"/>
                </a:solidFill>
                <a:latin typeface="Aptos"/>
              </a:rPr>
              <a:t>▸ </a:t>
            </a:r>
            <a:r>
              <a:rPr sz="2000" dirty="0">
                <a:solidFill>
                  <a:srgbClr val="303740"/>
                </a:solidFill>
                <a:latin typeface="Aptos"/>
              </a:rPr>
              <a:t>The next lesson uses these chunks to generate embeddings.</a:t>
            </a:r>
          </a:p>
        </p:txBody>
      </p:sp>
      <p:sp>
        <p:nvSpPr>
          <p:cNvPr id="20" name="TextBox 19"/>
          <p:cNvSpPr txBox="1"/>
          <p:nvPr/>
        </p:nvSpPr>
        <p:spPr>
          <a:xfrm>
            <a:off x="11394574" y="6291072"/>
            <a:ext cx="248786" cy="235898"/>
          </a:xfrm>
          <a:prstGeom prst="rect">
            <a:avLst/>
          </a:prstGeom>
          <a:noFill/>
        </p:spPr>
        <p:txBody>
          <a:bodyPr wrap="none">
            <a:spAutoFit/>
          </a:bodyPr>
          <a:lstStyle/>
          <a:p>
            <a:pPr algn="r"/>
            <a:r>
              <a:rPr sz="933">
                <a:solidFill>
                  <a:srgbClr val="FFFFFF"/>
                </a:solidFill>
                <a:latin typeface="Aptos"/>
              </a:rPr>
              <a:t>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fade">
                                      <p:cBhvr>
                                        <p:cTn id="7" dur="500"/>
                                        <p:tgtEl>
                                          <p:spTgt spid="19">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9">
                                            <p:txEl>
                                              <p:pRg st="1" end="1"/>
                                            </p:txEl>
                                          </p:spTgt>
                                        </p:tgtEl>
                                        <p:attrNameLst>
                                          <p:attrName>style.visibility</p:attrName>
                                        </p:attrNameLst>
                                      </p:cBhvr>
                                      <p:to>
                                        <p:strVal val="visible"/>
                                      </p:to>
                                    </p:set>
                                    <p:animEffect transition="in" filter="fade">
                                      <p:cBhvr>
                                        <p:cTn id="10" dur="500"/>
                                        <p:tgtEl>
                                          <p:spTgt spid="19">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xEl>
                                              <p:pRg st="2" end="2"/>
                                            </p:txEl>
                                          </p:spTgt>
                                        </p:tgtEl>
                                        <p:attrNameLst>
                                          <p:attrName>style.visibility</p:attrName>
                                        </p:attrNameLst>
                                      </p:cBhvr>
                                      <p:to>
                                        <p:strVal val="visible"/>
                                      </p:to>
                                    </p:set>
                                    <p:animEffect transition="in" filter="fade">
                                      <p:cBhvr>
                                        <p:cTn id="13" dur="500"/>
                                        <p:tgtEl>
                                          <p:spTgt spid="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512064"/>
            <a:ext cx="5888150" cy="687432"/>
          </a:xfrm>
          <a:prstGeom prst="rect">
            <a:avLst/>
          </a:prstGeom>
          <a:noFill/>
        </p:spPr>
        <p:txBody>
          <a:bodyPr wrap="none">
            <a:spAutoFit/>
          </a:bodyPr>
          <a:lstStyle/>
          <a:p>
            <a:r>
              <a:rPr sz="3867">
                <a:solidFill>
                  <a:srgbClr val="007EB5"/>
                </a:solidFill>
                <a:latin typeface="Aptos Display"/>
              </a:rPr>
              <a:t>What Is a Document Chunk?</a:t>
            </a:r>
          </a:p>
        </p:txBody>
      </p:sp>
      <p:sp>
        <p:nvSpPr>
          <p:cNvPr id="3" name="TextBox 2"/>
          <p:cNvSpPr txBox="1"/>
          <p:nvPr/>
        </p:nvSpPr>
        <p:spPr>
          <a:xfrm>
            <a:off x="646176" y="1194816"/>
            <a:ext cx="5199500" cy="379656"/>
          </a:xfrm>
          <a:prstGeom prst="rect">
            <a:avLst/>
          </a:prstGeom>
          <a:noFill/>
        </p:spPr>
        <p:txBody>
          <a:bodyPr wrap="none" lIns="0">
            <a:spAutoFit/>
          </a:bodyPr>
          <a:lstStyle/>
          <a:p>
            <a:r>
              <a:rPr sz="1867" b="1">
                <a:solidFill>
                  <a:srgbClr val="00AECC"/>
                </a:solidFill>
                <a:latin typeface="Aptos"/>
              </a:rPr>
              <a:t>A focused unit of retrievable document content</a:t>
            </a:r>
          </a:p>
        </p:txBody>
      </p:sp>
      <p:sp>
        <p:nvSpPr>
          <p:cNvPr id="4" name="TextBox 3"/>
          <p:cNvSpPr txBox="1"/>
          <p:nvPr/>
        </p:nvSpPr>
        <p:spPr>
          <a:xfrm>
            <a:off x="792480" y="1645921"/>
            <a:ext cx="4876800" cy="1798249"/>
          </a:xfrm>
          <a:prstGeom prst="rect">
            <a:avLst/>
          </a:prstGeom>
          <a:noFill/>
        </p:spPr>
        <p:txBody>
          <a:bodyPr wrap="square" lIns="0" rIns="0">
            <a:spAutoFit/>
          </a:bodyPr>
          <a:lstStyle/>
          <a:p>
            <a:pPr>
              <a:spcAft>
                <a:spcPts val="667"/>
              </a:spcAft>
            </a:pPr>
            <a:r>
              <a:rPr sz="1867" b="1" dirty="0">
                <a:solidFill>
                  <a:srgbClr val="00AECC"/>
                </a:solidFill>
                <a:latin typeface="Aptos"/>
              </a:rPr>
              <a:t>▸ </a:t>
            </a:r>
            <a:r>
              <a:rPr sz="1867" dirty="0">
                <a:solidFill>
                  <a:srgbClr val="303740"/>
                </a:solidFill>
                <a:latin typeface="Aptos"/>
              </a:rPr>
              <a:t>A smaller section of extracted text.</a:t>
            </a:r>
          </a:p>
          <a:p>
            <a:pPr>
              <a:spcAft>
                <a:spcPts val="667"/>
              </a:spcAft>
            </a:pPr>
            <a:r>
              <a:rPr sz="1867" b="1" dirty="0">
                <a:solidFill>
                  <a:srgbClr val="00AECC"/>
                </a:solidFill>
                <a:latin typeface="Aptos"/>
              </a:rPr>
              <a:t>▸ </a:t>
            </a:r>
            <a:r>
              <a:rPr sz="1867" dirty="0">
                <a:solidFill>
                  <a:srgbClr val="303740"/>
                </a:solidFill>
                <a:latin typeface="Aptos"/>
              </a:rPr>
              <a:t>Large enough to preserve meaning.</a:t>
            </a:r>
          </a:p>
          <a:p>
            <a:pPr>
              <a:spcAft>
                <a:spcPts val="667"/>
              </a:spcAft>
            </a:pPr>
            <a:r>
              <a:rPr sz="1867" b="1" dirty="0">
                <a:solidFill>
                  <a:srgbClr val="00AECC"/>
                </a:solidFill>
                <a:latin typeface="Aptos"/>
              </a:rPr>
              <a:t>▸ </a:t>
            </a:r>
            <a:r>
              <a:rPr sz="1867" dirty="0">
                <a:solidFill>
                  <a:srgbClr val="303740"/>
                </a:solidFill>
                <a:latin typeface="Aptos"/>
              </a:rPr>
              <a:t>Small enough to retrieve efficiently.</a:t>
            </a:r>
          </a:p>
          <a:p>
            <a:pPr>
              <a:spcAft>
                <a:spcPts val="667"/>
              </a:spcAft>
            </a:pPr>
            <a:r>
              <a:rPr sz="1867" b="1" dirty="0">
                <a:solidFill>
                  <a:srgbClr val="00AECC"/>
                </a:solidFill>
                <a:latin typeface="Aptos"/>
              </a:rPr>
              <a:t>▸ </a:t>
            </a:r>
            <a:r>
              <a:rPr sz="1867" dirty="0">
                <a:solidFill>
                  <a:srgbClr val="303740"/>
                </a:solidFill>
                <a:latin typeface="Aptos"/>
              </a:rPr>
              <a:t>Stored with metadata that identifies its source and position.</a:t>
            </a:r>
          </a:p>
        </p:txBody>
      </p:sp>
      <p:sp>
        <p:nvSpPr>
          <p:cNvPr id="5" name="TextBox 4"/>
          <p:cNvSpPr txBox="1"/>
          <p:nvPr/>
        </p:nvSpPr>
        <p:spPr>
          <a:xfrm>
            <a:off x="7575599" y="1682496"/>
            <a:ext cx="1795683" cy="297454"/>
          </a:xfrm>
          <a:prstGeom prst="rect">
            <a:avLst/>
          </a:prstGeom>
          <a:noFill/>
        </p:spPr>
        <p:txBody>
          <a:bodyPr wrap="none">
            <a:spAutoFit/>
          </a:bodyPr>
          <a:lstStyle/>
          <a:p>
            <a:pPr algn="ctr"/>
            <a:r>
              <a:rPr sz="1333">
                <a:solidFill>
                  <a:srgbClr val="5F6872"/>
                </a:solidFill>
                <a:latin typeface="Aptos"/>
              </a:rPr>
              <a:t>Original extracted text</a:t>
            </a:r>
          </a:p>
        </p:txBody>
      </p:sp>
      <p:sp>
        <p:nvSpPr>
          <p:cNvPr id="6" name="Rounded Rectangle 5"/>
          <p:cNvSpPr/>
          <p:nvPr/>
        </p:nvSpPr>
        <p:spPr>
          <a:xfrm>
            <a:off x="6156960" y="2048256"/>
            <a:ext cx="1048512" cy="512064"/>
          </a:xfrm>
          <a:prstGeom prst="roundRect">
            <a:avLst/>
          </a:prstGeom>
          <a:solidFill>
            <a:srgbClr val="FFFFFF"/>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133" b="1">
                <a:solidFill>
                  <a:srgbClr val="007EB5"/>
                </a:solidFill>
                <a:latin typeface="Aptos"/>
              </a:rPr>
              <a:t>Intro</a:t>
            </a:r>
          </a:p>
        </p:txBody>
      </p:sp>
      <p:sp>
        <p:nvSpPr>
          <p:cNvPr id="7" name="Rounded Rectangle 6"/>
          <p:cNvSpPr/>
          <p:nvPr/>
        </p:nvSpPr>
        <p:spPr>
          <a:xfrm>
            <a:off x="7278624" y="2048256"/>
            <a:ext cx="1048512" cy="512064"/>
          </a:xfrm>
          <a:prstGeom prst="roundRect">
            <a:avLst/>
          </a:prstGeom>
          <a:solidFill>
            <a:srgbClr val="FFFFFF"/>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133" b="1">
                <a:solidFill>
                  <a:srgbClr val="007EB5"/>
                </a:solidFill>
                <a:latin typeface="Aptos"/>
              </a:rPr>
              <a:t>Policy Rules</a:t>
            </a:r>
          </a:p>
        </p:txBody>
      </p:sp>
      <p:sp>
        <p:nvSpPr>
          <p:cNvPr id="8" name="Rounded Rectangle 7"/>
          <p:cNvSpPr/>
          <p:nvPr/>
        </p:nvSpPr>
        <p:spPr>
          <a:xfrm>
            <a:off x="8400288" y="2048256"/>
            <a:ext cx="1048512" cy="512064"/>
          </a:xfrm>
          <a:prstGeom prst="roundRect">
            <a:avLst/>
          </a:prstGeom>
          <a:solidFill>
            <a:srgbClr val="FFFFFF"/>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133" b="1">
                <a:solidFill>
                  <a:srgbClr val="007EB5"/>
                </a:solidFill>
                <a:latin typeface="Aptos"/>
              </a:rPr>
              <a:t>Examples</a:t>
            </a:r>
          </a:p>
        </p:txBody>
      </p:sp>
      <p:sp>
        <p:nvSpPr>
          <p:cNvPr id="9" name="Rounded Rectangle 8"/>
          <p:cNvSpPr/>
          <p:nvPr/>
        </p:nvSpPr>
        <p:spPr>
          <a:xfrm>
            <a:off x="9521952" y="2048256"/>
            <a:ext cx="1048512" cy="512064"/>
          </a:xfrm>
          <a:prstGeom prst="roundRect">
            <a:avLst/>
          </a:prstGeom>
          <a:solidFill>
            <a:srgbClr val="FFFFFF"/>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133" b="1">
                <a:solidFill>
                  <a:srgbClr val="007EB5"/>
                </a:solidFill>
                <a:latin typeface="Aptos"/>
              </a:rPr>
              <a:t>FAQ</a:t>
            </a:r>
          </a:p>
        </p:txBody>
      </p:sp>
      <p:cxnSp>
        <p:nvCxnSpPr>
          <p:cNvPr id="10" name="Connector 9"/>
          <p:cNvCxnSpPr/>
          <p:nvPr/>
        </p:nvCxnSpPr>
        <p:spPr>
          <a:xfrm>
            <a:off x="8351520" y="2657856"/>
            <a:ext cx="0" cy="548640"/>
          </a:xfrm>
          <a:prstGeom prst="line">
            <a:avLst/>
          </a:prstGeom>
          <a:ln w="25400">
            <a:solidFill>
              <a:srgbClr val="00AECC"/>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536325" y="3352800"/>
            <a:ext cx="1874231" cy="297454"/>
          </a:xfrm>
          <a:prstGeom prst="rect">
            <a:avLst/>
          </a:prstGeom>
          <a:noFill/>
        </p:spPr>
        <p:txBody>
          <a:bodyPr wrap="none">
            <a:spAutoFit/>
          </a:bodyPr>
          <a:lstStyle/>
          <a:p>
            <a:pPr algn="ctr"/>
            <a:r>
              <a:rPr sz="1333">
                <a:solidFill>
                  <a:srgbClr val="5F6872"/>
                </a:solidFill>
                <a:latin typeface="Aptos"/>
              </a:rPr>
              <a:t>Retrieval-ready chunks</a:t>
            </a:r>
          </a:p>
        </p:txBody>
      </p:sp>
      <p:sp>
        <p:nvSpPr>
          <p:cNvPr id="12" name="Rounded Rectangle 11"/>
          <p:cNvSpPr/>
          <p:nvPr/>
        </p:nvSpPr>
        <p:spPr>
          <a:xfrm>
            <a:off x="6193536" y="3779520"/>
            <a:ext cx="1280160" cy="877824"/>
          </a:xfrm>
          <a:prstGeom prst="roundRect">
            <a:avLst/>
          </a:prstGeom>
          <a:solidFill>
            <a:srgbClr val="E2F6FB"/>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133" b="1">
                <a:solidFill>
                  <a:srgbClr val="007EB5"/>
                </a:solidFill>
                <a:latin typeface="Aptos"/>
              </a:rPr>
              <a:t>Chunk 0
Intro + Policy</a:t>
            </a:r>
          </a:p>
        </p:txBody>
      </p:sp>
      <p:sp>
        <p:nvSpPr>
          <p:cNvPr id="13" name="Rounded Rectangle 12"/>
          <p:cNvSpPr/>
          <p:nvPr/>
        </p:nvSpPr>
        <p:spPr>
          <a:xfrm>
            <a:off x="7632192" y="3779520"/>
            <a:ext cx="1280160" cy="877824"/>
          </a:xfrm>
          <a:prstGeom prst="roundRect">
            <a:avLst/>
          </a:prstGeom>
          <a:solidFill>
            <a:srgbClr val="E2F6FB"/>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133" b="1">
                <a:solidFill>
                  <a:srgbClr val="007EB5"/>
                </a:solidFill>
                <a:latin typeface="Aptos"/>
              </a:rPr>
              <a:t>Chunk 1
Policy + Examples</a:t>
            </a:r>
          </a:p>
        </p:txBody>
      </p:sp>
      <p:sp>
        <p:nvSpPr>
          <p:cNvPr id="14" name="Rounded Rectangle 13"/>
          <p:cNvSpPr/>
          <p:nvPr/>
        </p:nvSpPr>
        <p:spPr>
          <a:xfrm>
            <a:off x="9070848" y="3779520"/>
            <a:ext cx="1280160" cy="877824"/>
          </a:xfrm>
          <a:prstGeom prst="roundRect">
            <a:avLst/>
          </a:prstGeom>
          <a:solidFill>
            <a:srgbClr val="E2F6FB"/>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133" b="1">
                <a:solidFill>
                  <a:srgbClr val="007EB5"/>
                </a:solidFill>
                <a:latin typeface="Aptos"/>
              </a:rPr>
              <a:t>Chunk 2
Examples + FAQ</a:t>
            </a:r>
          </a:p>
        </p:txBody>
      </p:sp>
      <p:sp>
        <p:nvSpPr>
          <p:cNvPr id="15" name="TextBox 14"/>
          <p:cNvSpPr txBox="1"/>
          <p:nvPr/>
        </p:nvSpPr>
        <p:spPr>
          <a:xfrm>
            <a:off x="11394574" y="6291072"/>
            <a:ext cx="248786" cy="235898"/>
          </a:xfrm>
          <a:prstGeom prst="rect">
            <a:avLst/>
          </a:prstGeom>
          <a:noFill/>
        </p:spPr>
        <p:txBody>
          <a:bodyPr wrap="none">
            <a:spAutoFit/>
          </a:bodyPr>
          <a:lstStyle/>
          <a:p>
            <a:pPr algn="r"/>
            <a:r>
              <a:rPr sz="933">
                <a:solidFill>
                  <a:srgbClr val="FFFFFF"/>
                </a:solidFill>
                <a:latin typeface="Aptos"/>
              </a:rPr>
              <a:t>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500"/>
                                        <p:tgtEl>
                                          <p:spTgt spid="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500"/>
                                        <p:tgtEl>
                                          <p:spTgt spid="9"/>
                                        </p:tgtEl>
                                      </p:cBhvr>
                                    </p:animEffect>
                                  </p:childTnLst>
                                </p:cTn>
                              </p:par>
                              <p:par>
                                <p:cTn id="40" presetID="10" presetClass="entr" presetSubtype="0" fill="hold" nodeType="with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500"/>
                                        <p:tgtEl>
                                          <p:spTgt spid="1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500"/>
                                        <p:tgtEl>
                                          <p:spTgt spid="1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500"/>
                                        <p:tgtEl>
                                          <p:spTgt spid="1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8" grpId="0" animBg="1"/>
      <p:bldP spid="9" grpId="0" animBg="1"/>
      <p:bldP spid="11" grpId="0"/>
      <p:bldP spid="12" grpId="0" animBg="1"/>
      <p:bldP spid="13" grpId="0" animBg="1"/>
      <p:bldP spid="14"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867">
                <a:solidFill>
                  <a:srgbClr val="007EB5"/>
                </a:solidFill>
                <a:latin typeface="Aptos Display"/>
              </a:rPr>
              <a:t>Why Not Send the Whole Document?</a:t>
            </a:r>
          </a:p>
        </p:txBody>
      </p:sp>
      <p:sp>
        <p:nvSpPr>
          <p:cNvPr id="3" name="Text Placeholder 2"/>
          <p:cNvSpPr>
            <a:spLocks noGrp="1"/>
          </p:cNvSpPr>
          <p:nvPr>
            <p:ph type="body" idx="1"/>
          </p:nvPr>
        </p:nvSpPr>
        <p:spPr/>
        <p:txBody>
          <a:bodyPr/>
          <a:lstStyle/>
          <a:p>
            <a:endParaRPr/>
          </a:p>
        </p:txBody>
      </p:sp>
      <p:sp>
        <p:nvSpPr>
          <p:cNvPr id="4" name="Text Placeholder 3"/>
          <p:cNvSpPr>
            <a:spLocks noGrp="1"/>
          </p:cNvSpPr>
          <p:nvPr>
            <p:ph type="body" idx="2"/>
          </p:nvPr>
        </p:nvSpPr>
        <p:spPr/>
        <p:txBody>
          <a:bodyPr/>
          <a:lstStyle/>
          <a:p>
            <a:endParaRPr/>
          </a:p>
        </p:txBody>
      </p:sp>
      <p:sp>
        <p:nvSpPr>
          <p:cNvPr id="5" name="TextBox 4"/>
          <p:cNvSpPr txBox="1"/>
          <p:nvPr/>
        </p:nvSpPr>
        <p:spPr>
          <a:xfrm>
            <a:off x="646176" y="1194816"/>
            <a:ext cx="4997522" cy="379656"/>
          </a:xfrm>
          <a:prstGeom prst="rect">
            <a:avLst/>
          </a:prstGeom>
          <a:noFill/>
        </p:spPr>
        <p:txBody>
          <a:bodyPr wrap="none" lIns="0">
            <a:spAutoFit/>
          </a:bodyPr>
          <a:lstStyle/>
          <a:p>
            <a:r>
              <a:rPr sz="1867" b="1">
                <a:solidFill>
                  <a:srgbClr val="00AECC"/>
                </a:solidFill>
                <a:latin typeface="Aptos"/>
              </a:rPr>
              <a:t>Full-document prompting does not scale well</a:t>
            </a:r>
          </a:p>
        </p:txBody>
      </p:sp>
      <p:sp>
        <p:nvSpPr>
          <p:cNvPr id="6" name="Rounded Rectangle 5"/>
          <p:cNvSpPr/>
          <p:nvPr/>
        </p:nvSpPr>
        <p:spPr>
          <a:xfrm>
            <a:off x="853440" y="1889760"/>
            <a:ext cx="4632960" cy="548640"/>
          </a:xfrm>
          <a:prstGeom prst="roundRect">
            <a:avLst/>
          </a:prstGeom>
          <a:solidFill>
            <a:srgbClr val="FFFFFF"/>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2000" b="1">
                <a:solidFill>
                  <a:srgbClr val="007EB5"/>
                </a:solidFill>
                <a:latin typeface="Aptos"/>
              </a:rPr>
              <a:t>Whole Document Approach</a:t>
            </a:r>
          </a:p>
        </p:txBody>
      </p:sp>
      <p:sp>
        <p:nvSpPr>
          <p:cNvPr id="7" name="TextBox 6"/>
          <p:cNvSpPr txBox="1"/>
          <p:nvPr/>
        </p:nvSpPr>
        <p:spPr>
          <a:xfrm>
            <a:off x="1072896" y="2621280"/>
            <a:ext cx="4145280" cy="1428340"/>
          </a:xfrm>
          <a:prstGeom prst="rect">
            <a:avLst/>
          </a:prstGeom>
          <a:noFill/>
        </p:spPr>
        <p:txBody>
          <a:bodyPr wrap="square" lIns="0" rIns="0">
            <a:spAutoFit/>
          </a:bodyPr>
          <a:lstStyle/>
          <a:p>
            <a:pPr>
              <a:spcAft>
                <a:spcPts val="667"/>
              </a:spcAft>
            </a:pPr>
            <a:r>
              <a:rPr sz="1733" b="1">
                <a:solidFill>
                  <a:srgbClr val="00AECC"/>
                </a:solidFill>
                <a:latin typeface="Aptos"/>
              </a:rPr>
              <a:t>▸ </a:t>
            </a:r>
            <a:r>
              <a:rPr sz="1733">
                <a:solidFill>
                  <a:srgbClr val="303740"/>
                </a:solidFill>
                <a:latin typeface="Aptos"/>
              </a:rPr>
              <a:t>Higher token usage</a:t>
            </a:r>
          </a:p>
          <a:p>
            <a:pPr>
              <a:spcAft>
                <a:spcPts val="667"/>
              </a:spcAft>
            </a:pPr>
            <a:r>
              <a:rPr sz="1733" b="1">
                <a:solidFill>
                  <a:srgbClr val="00AECC"/>
                </a:solidFill>
                <a:latin typeface="Aptos"/>
              </a:rPr>
              <a:t>▸ </a:t>
            </a:r>
            <a:r>
              <a:rPr sz="1733">
                <a:solidFill>
                  <a:srgbClr val="303740"/>
                </a:solidFill>
                <a:latin typeface="Aptos"/>
              </a:rPr>
              <a:t>Slower responses</a:t>
            </a:r>
          </a:p>
          <a:p>
            <a:pPr>
              <a:spcAft>
                <a:spcPts val="667"/>
              </a:spcAft>
            </a:pPr>
            <a:r>
              <a:rPr sz="1733" b="1">
                <a:solidFill>
                  <a:srgbClr val="00AECC"/>
                </a:solidFill>
                <a:latin typeface="Aptos"/>
              </a:rPr>
              <a:t>▸ </a:t>
            </a:r>
            <a:r>
              <a:rPr sz="1733">
                <a:solidFill>
                  <a:srgbClr val="303740"/>
                </a:solidFill>
                <a:latin typeface="Aptos"/>
              </a:rPr>
              <a:t>More irrelevant context</a:t>
            </a:r>
          </a:p>
          <a:p>
            <a:pPr>
              <a:spcAft>
                <a:spcPts val="667"/>
              </a:spcAft>
            </a:pPr>
            <a:r>
              <a:rPr sz="1733" b="1">
                <a:solidFill>
                  <a:srgbClr val="00AECC"/>
                </a:solidFill>
                <a:latin typeface="Aptos"/>
              </a:rPr>
              <a:t>▸ </a:t>
            </a:r>
            <a:r>
              <a:rPr sz="1733">
                <a:solidFill>
                  <a:srgbClr val="303740"/>
                </a:solidFill>
                <a:latin typeface="Aptos"/>
              </a:rPr>
              <a:t>Harder source citation</a:t>
            </a:r>
          </a:p>
        </p:txBody>
      </p:sp>
      <p:sp>
        <p:nvSpPr>
          <p:cNvPr id="8" name="Rounded Rectangle 7"/>
          <p:cNvSpPr/>
          <p:nvPr/>
        </p:nvSpPr>
        <p:spPr>
          <a:xfrm>
            <a:off x="6156960" y="1889760"/>
            <a:ext cx="4632960" cy="548640"/>
          </a:xfrm>
          <a:prstGeom prst="roundRect">
            <a:avLst/>
          </a:prstGeom>
          <a:solidFill>
            <a:srgbClr val="E2F6FB"/>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2000" b="1">
                <a:solidFill>
                  <a:srgbClr val="007EB5"/>
                </a:solidFill>
                <a:latin typeface="Aptos"/>
              </a:rPr>
              <a:t>Chunked Retrieval Approach</a:t>
            </a:r>
          </a:p>
        </p:txBody>
      </p:sp>
      <p:sp>
        <p:nvSpPr>
          <p:cNvPr id="9" name="TextBox 8"/>
          <p:cNvSpPr txBox="1"/>
          <p:nvPr/>
        </p:nvSpPr>
        <p:spPr>
          <a:xfrm>
            <a:off x="6376416" y="2621280"/>
            <a:ext cx="4145280" cy="1428340"/>
          </a:xfrm>
          <a:prstGeom prst="rect">
            <a:avLst/>
          </a:prstGeom>
          <a:noFill/>
        </p:spPr>
        <p:txBody>
          <a:bodyPr wrap="square" lIns="0" rIns="0">
            <a:spAutoFit/>
          </a:bodyPr>
          <a:lstStyle/>
          <a:p>
            <a:pPr>
              <a:spcAft>
                <a:spcPts val="667"/>
              </a:spcAft>
            </a:pPr>
            <a:r>
              <a:rPr sz="1733" b="1">
                <a:solidFill>
                  <a:srgbClr val="00AECC"/>
                </a:solidFill>
                <a:latin typeface="Aptos"/>
              </a:rPr>
              <a:t>▸ </a:t>
            </a:r>
            <a:r>
              <a:rPr sz="1733">
                <a:solidFill>
                  <a:srgbClr val="303740"/>
                </a:solidFill>
                <a:latin typeface="Aptos"/>
              </a:rPr>
              <a:t>Retrieves only useful sections</a:t>
            </a:r>
          </a:p>
          <a:p>
            <a:pPr>
              <a:spcAft>
                <a:spcPts val="667"/>
              </a:spcAft>
            </a:pPr>
            <a:r>
              <a:rPr sz="1733" b="1">
                <a:solidFill>
                  <a:srgbClr val="00AECC"/>
                </a:solidFill>
                <a:latin typeface="Aptos"/>
              </a:rPr>
              <a:t>▸ </a:t>
            </a:r>
            <a:r>
              <a:rPr sz="1733">
                <a:solidFill>
                  <a:srgbClr val="303740"/>
                </a:solidFill>
                <a:latin typeface="Aptos"/>
              </a:rPr>
              <a:t>Reduces context noise</a:t>
            </a:r>
          </a:p>
          <a:p>
            <a:pPr>
              <a:spcAft>
                <a:spcPts val="667"/>
              </a:spcAft>
            </a:pPr>
            <a:r>
              <a:rPr sz="1733" b="1">
                <a:solidFill>
                  <a:srgbClr val="00AECC"/>
                </a:solidFill>
                <a:latin typeface="Aptos"/>
              </a:rPr>
              <a:t>▸ </a:t>
            </a:r>
            <a:r>
              <a:rPr sz="1733">
                <a:solidFill>
                  <a:srgbClr val="303740"/>
                </a:solidFill>
                <a:latin typeface="Aptos"/>
              </a:rPr>
              <a:t>Improves response focus</a:t>
            </a:r>
          </a:p>
          <a:p>
            <a:pPr>
              <a:spcAft>
                <a:spcPts val="667"/>
              </a:spcAft>
            </a:pPr>
            <a:r>
              <a:rPr sz="1733" b="1">
                <a:solidFill>
                  <a:srgbClr val="00AECC"/>
                </a:solidFill>
                <a:latin typeface="Aptos"/>
              </a:rPr>
              <a:t>▸ </a:t>
            </a:r>
            <a:r>
              <a:rPr sz="1733">
                <a:solidFill>
                  <a:srgbClr val="303740"/>
                </a:solidFill>
                <a:latin typeface="Aptos"/>
              </a:rPr>
              <a:t>Supports traceable citations</a:t>
            </a:r>
          </a:p>
        </p:txBody>
      </p:sp>
      <p:cxnSp>
        <p:nvCxnSpPr>
          <p:cNvPr id="10" name="Connector 9"/>
          <p:cNvCxnSpPr/>
          <p:nvPr/>
        </p:nvCxnSpPr>
        <p:spPr>
          <a:xfrm>
            <a:off x="5547360" y="3291840"/>
            <a:ext cx="512064" cy="0"/>
          </a:xfrm>
          <a:prstGeom prst="line">
            <a:avLst/>
          </a:prstGeom>
          <a:ln w="38100">
            <a:solidFill>
              <a:srgbClr val="00AECC"/>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419535" y="5303519"/>
            <a:ext cx="5109091" cy="359009"/>
          </a:xfrm>
          <a:prstGeom prst="rect">
            <a:avLst/>
          </a:prstGeom>
          <a:noFill/>
        </p:spPr>
        <p:txBody>
          <a:bodyPr wrap="none">
            <a:spAutoFit/>
          </a:bodyPr>
          <a:lstStyle/>
          <a:p>
            <a:pPr algn="ctr"/>
            <a:r>
              <a:rPr sz="1733">
                <a:solidFill>
                  <a:srgbClr val="5F6872"/>
                </a:solidFill>
                <a:latin typeface="Aptos"/>
              </a:rPr>
              <a:t>Better retrieval starts with better chunk preparation.</a:t>
            </a:r>
          </a:p>
        </p:txBody>
      </p:sp>
      <p:sp>
        <p:nvSpPr>
          <p:cNvPr id="12" name="TextBox 11"/>
          <p:cNvSpPr txBox="1"/>
          <p:nvPr/>
        </p:nvSpPr>
        <p:spPr>
          <a:xfrm>
            <a:off x="11394574" y="6291072"/>
            <a:ext cx="248786" cy="235898"/>
          </a:xfrm>
          <a:prstGeom prst="rect">
            <a:avLst/>
          </a:prstGeom>
          <a:noFill/>
        </p:spPr>
        <p:txBody>
          <a:bodyPr wrap="none">
            <a:spAutoFit/>
          </a:bodyPr>
          <a:lstStyle/>
          <a:p>
            <a:pPr algn="r"/>
            <a:r>
              <a:rPr sz="933">
                <a:solidFill>
                  <a:srgbClr val="FFFFFF"/>
                </a:solidFill>
                <a:latin typeface="Aptos"/>
              </a:rPr>
              <a:t>5</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1" y="512064"/>
            <a:ext cx="4916731" cy="687432"/>
          </a:xfrm>
          <a:prstGeom prst="rect">
            <a:avLst/>
          </a:prstGeom>
          <a:noFill/>
        </p:spPr>
        <p:txBody>
          <a:bodyPr wrap="none">
            <a:spAutoFit/>
          </a:bodyPr>
          <a:lstStyle/>
          <a:p>
            <a:r>
              <a:rPr sz="3867">
                <a:solidFill>
                  <a:srgbClr val="007EB5"/>
                </a:solidFill>
                <a:latin typeface="Aptos Display"/>
              </a:rPr>
              <a:t>Chunk Size and Overlap</a:t>
            </a:r>
          </a:p>
        </p:txBody>
      </p:sp>
      <p:sp>
        <p:nvSpPr>
          <p:cNvPr id="3" name="TextBox 2"/>
          <p:cNvSpPr txBox="1"/>
          <p:nvPr/>
        </p:nvSpPr>
        <p:spPr>
          <a:xfrm>
            <a:off x="646176" y="1194816"/>
            <a:ext cx="4280980" cy="379656"/>
          </a:xfrm>
          <a:prstGeom prst="rect">
            <a:avLst/>
          </a:prstGeom>
          <a:noFill/>
        </p:spPr>
        <p:txBody>
          <a:bodyPr wrap="none" lIns="0">
            <a:spAutoFit/>
          </a:bodyPr>
          <a:lstStyle/>
          <a:p>
            <a:r>
              <a:rPr sz="1867" b="1" dirty="0">
                <a:solidFill>
                  <a:srgbClr val="00AECC"/>
                </a:solidFill>
                <a:latin typeface="Aptos"/>
              </a:rPr>
              <a:t>Preserving meaning across boundaries</a:t>
            </a:r>
          </a:p>
        </p:txBody>
      </p:sp>
      <p:sp>
        <p:nvSpPr>
          <p:cNvPr id="4" name="Rounded Rectangle 3"/>
          <p:cNvSpPr/>
          <p:nvPr/>
        </p:nvSpPr>
        <p:spPr>
          <a:xfrm>
            <a:off x="1036320" y="1645920"/>
            <a:ext cx="4023360" cy="1097280"/>
          </a:xfrm>
          <a:prstGeom prst="roundRect">
            <a:avLst/>
          </a:prstGeom>
          <a:solidFill>
            <a:srgbClr val="F5F8FA"/>
          </a:solidFill>
          <a:ln w="12700">
            <a:solidFill>
              <a:srgbClr val="C9D6DE"/>
            </a:solidFill>
          </a:ln>
        </p:spPr>
        <p:style>
          <a:lnRef idx="1">
            <a:schemeClr val="accent1"/>
          </a:lnRef>
          <a:fillRef idx="3">
            <a:schemeClr val="accent1"/>
          </a:fillRef>
          <a:effectRef idx="2">
            <a:schemeClr val="accent1"/>
          </a:effectRef>
          <a:fontRef idx="minor">
            <a:schemeClr val="lt1"/>
          </a:fontRef>
        </p:style>
        <p:txBody>
          <a:bodyPr lIns="146304" tIns="97536" rIns="146304" rtlCol="0" anchor="ctr"/>
          <a:lstStyle/>
          <a:p>
            <a:pPr algn="ctr"/>
            <a:r>
              <a:rPr sz="1867" dirty="0">
                <a:solidFill>
                  <a:srgbClr val="303740"/>
                </a:solidFill>
                <a:latin typeface="Cascadia Mono"/>
              </a:rPr>
              <a:t>Chunk Size: 1,200 characters
Overlap:       200 characters</a:t>
            </a:r>
          </a:p>
        </p:txBody>
      </p:sp>
      <p:sp>
        <p:nvSpPr>
          <p:cNvPr id="5" name="TextBox 4"/>
          <p:cNvSpPr txBox="1"/>
          <p:nvPr/>
        </p:nvSpPr>
        <p:spPr>
          <a:xfrm>
            <a:off x="7460800" y="1524000"/>
            <a:ext cx="1537600" cy="297454"/>
          </a:xfrm>
          <a:prstGeom prst="rect">
            <a:avLst/>
          </a:prstGeom>
          <a:noFill/>
        </p:spPr>
        <p:txBody>
          <a:bodyPr wrap="none">
            <a:spAutoFit/>
          </a:bodyPr>
          <a:lstStyle/>
          <a:p>
            <a:pPr algn="ctr"/>
            <a:r>
              <a:rPr sz="1333">
                <a:solidFill>
                  <a:srgbClr val="5F6872"/>
                </a:solidFill>
                <a:latin typeface="Aptos"/>
              </a:rPr>
              <a:t>Raw extracted text</a:t>
            </a:r>
          </a:p>
        </p:txBody>
      </p:sp>
      <p:sp>
        <p:nvSpPr>
          <p:cNvPr id="6" name="Rectangle 5"/>
          <p:cNvSpPr/>
          <p:nvPr/>
        </p:nvSpPr>
        <p:spPr>
          <a:xfrm>
            <a:off x="5730241" y="2011680"/>
            <a:ext cx="4998719" cy="195072"/>
          </a:xfrm>
          <a:prstGeom prst="rect">
            <a:avLst/>
          </a:prstGeom>
          <a:solidFill>
            <a:srgbClr val="DCE0E6"/>
          </a:solidFill>
          <a:ln>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Rounded Rectangle 6"/>
          <p:cNvSpPr/>
          <p:nvPr/>
        </p:nvSpPr>
        <p:spPr>
          <a:xfrm>
            <a:off x="5754624" y="2865120"/>
            <a:ext cx="3352800" cy="670560"/>
          </a:xfrm>
          <a:prstGeom prst="roundRect">
            <a:avLst/>
          </a:prstGeom>
          <a:solidFill>
            <a:srgbClr val="E2F6FB"/>
          </a:solidFill>
          <a:ln>
            <a:solidFill>
              <a:srgbClr val="00AECC"/>
            </a:solidFill>
          </a:ln>
        </p:spPr>
        <p:style>
          <a:lnRef idx="1">
            <a:schemeClr val="accent1"/>
          </a:lnRef>
          <a:fillRef idx="3">
            <a:schemeClr val="accent1"/>
          </a:fillRef>
          <a:effectRef idx="2">
            <a:schemeClr val="accent1"/>
          </a:effectRef>
          <a:fontRef idx="minor">
            <a:schemeClr val="lt1"/>
          </a:fontRef>
        </p:style>
        <p:txBody>
          <a:bodyPr rtlCol="0" anchor="ctr"/>
          <a:lstStyle/>
          <a:p>
            <a:r>
              <a:rPr sz="1600" b="1">
                <a:solidFill>
                  <a:srgbClr val="007EB5"/>
                </a:solidFill>
              </a:rPr>
              <a:t>Chunk 1</a:t>
            </a:r>
          </a:p>
        </p:txBody>
      </p:sp>
      <p:sp>
        <p:nvSpPr>
          <p:cNvPr id="8" name="Rounded Rectangle 7"/>
          <p:cNvSpPr/>
          <p:nvPr/>
        </p:nvSpPr>
        <p:spPr>
          <a:xfrm>
            <a:off x="8022336" y="3657600"/>
            <a:ext cx="2682240" cy="670560"/>
          </a:xfrm>
          <a:prstGeom prst="roundRect">
            <a:avLst/>
          </a:prstGeom>
          <a:solidFill>
            <a:srgbClr val="EAF9FC"/>
          </a:solidFill>
          <a:ln>
            <a:solidFill>
              <a:srgbClr val="00AECC"/>
            </a:solidFill>
          </a:ln>
        </p:spPr>
        <p:style>
          <a:lnRef idx="1">
            <a:schemeClr val="accent1"/>
          </a:lnRef>
          <a:fillRef idx="3">
            <a:schemeClr val="accent1"/>
          </a:fillRef>
          <a:effectRef idx="2">
            <a:schemeClr val="accent1"/>
          </a:effectRef>
          <a:fontRef idx="minor">
            <a:schemeClr val="lt1"/>
          </a:fontRef>
        </p:style>
        <p:txBody>
          <a:bodyPr rtlCol="0" anchor="ctr"/>
          <a:lstStyle/>
          <a:p>
            <a:r>
              <a:rPr sz="1600" b="1">
                <a:solidFill>
                  <a:srgbClr val="007EB5"/>
                </a:solidFill>
              </a:rPr>
              <a:t>Chunk 2</a:t>
            </a:r>
          </a:p>
        </p:txBody>
      </p:sp>
      <p:sp>
        <p:nvSpPr>
          <p:cNvPr id="9" name="Rectangle 8"/>
          <p:cNvSpPr/>
          <p:nvPr/>
        </p:nvSpPr>
        <p:spPr>
          <a:xfrm>
            <a:off x="8022336" y="2865120"/>
            <a:ext cx="1072896" cy="670560"/>
          </a:xfrm>
          <a:prstGeom prst="rect">
            <a:avLst/>
          </a:prstGeom>
          <a:solidFill>
            <a:srgbClr val="FFEFC6"/>
          </a:solidFill>
          <a:ln>
            <a:solidFill>
              <a:srgbClr val="F49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TextBox 9"/>
          <p:cNvSpPr txBox="1"/>
          <p:nvPr/>
        </p:nvSpPr>
        <p:spPr>
          <a:xfrm>
            <a:off x="6160857" y="4693920"/>
            <a:ext cx="4381328" cy="318100"/>
          </a:xfrm>
          <a:prstGeom prst="rect">
            <a:avLst/>
          </a:prstGeom>
          <a:noFill/>
        </p:spPr>
        <p:txBody>
          <a:bodyPr wrap="none">
            <a:spAutoFit/>
          </a:bodyPr>
          <a:lstStyle/>
          <a:p>
            <a:pPr algn="ctr"/>
            <a:r>
              <a:rPr sz="1467">
                <a:solidFill>
                  <a:srgbClr val="5F6872"/>
                </a:solidFill>
                <a:latin typeface="Aptos"/>
              </a:rPr>
              <a:t>Overlap preserves context across chunk boundaries</a:t>
            </a:r>
          </a:p>
        </p:txBody>
      </p:sp>
      <p:sp>
        <p:nvSpPr>
          <p:cNvPr id="11" name="TextBox 10"/>
          <p:cNvSpPr txBox="1"/>
          <p:nvPr/>
        </p:nvSpPr>
        <p:spPr>
          <a:xfrm>
            <a:off x="1036320" y="3230881"/>
            <a:ext cx="4450080" cy="1933863"/>
          </a:xfrm>
          <a:prstGeom prst="rect">
            <a:avLst/>
          </a:prstGeom>
          <a:noFill/>
        </p:spPr>
        <p:txBody>
          <a:bodyPr wrap="square" lIns="0" rIns="0">
            <a:spAutoFit/>
          </a:bodyPr>
          <a:lstStyle/>
          <a:p>
            <a:pPr>
              <a:spcAft>
                <a:spcPts val="667"/>
              </a:spcAft>
            </a:pPr>
            <a:r>
              <a:rPr b="1" dirty="0">
                <a:solidFill>
                  <a:srgbClr val="00AECC"/>
                </a:solidFill>
                <a:latin typeface="Aptos"/>
              </a:rPr>
              <a:t>▸ </a:t>
            </a:r>
            <a:r>
              <a:rPr dirty="0">
                <a:solidFill>
                  <a:srgbClr val="303740"/>
                </a:solidFill>
                <a:latin typeface="Aptos"/>
              </a:rPr>
              <a:t>Chunk size controls how much text each retrieval unit contains.</a:t>
            </a:r>
          </a:p>
          <a:p>
            <a:pPr>
              <a:spcAft>
                <a:spcPts val="667"/>
              </a:spcAft>
            </a:pPr>
            <a:r>
              <a:rPr b="1" dirty="0">
                <a:solidFill>
                  <a:srgbClr val="00AECC"/>
                </a:solidFill>
                <a:latin typeface="Aptos"/>
              </a:rPr>
              <a:t>▸ </a:t>
            </a:r>
            <a:r>
              <a:rPr dirty="0">
                <a:solidFill>
                  <a:srgbClr val="303740"/>
                </a:solidFill>
                <a:latin typeface="Aptos"/>
              </a:rPr>
              <a:t>Overlap prevents important sentences from being split without context.</a:t>
            </a:r>
          </a:p>
          <a:p>
            <a:pPr>
              <a:spcAft>
                <a:spcPts val="667"/>
              </a:spcAft>
            </a:pPr>
            <a:r>
              <a:rPr b="1" dirty="0">
                <a:solidFill>
                  <a:srgbClr val="00AECC"/>
                </a:solidFill>
                <a:latin typeface="Aptos"/>
              </a:rPr>
              <a:t>▸ </a:t>
            </a:r>
            <a:r>
              <a:rPr dirty="0">
                <a:solidFill>
                  <a:srgbClr val="303740"/>
                </a:solidFill>
                <a:latin typeface="Aptos"/>
              </a:rPr>
              <a:t>The demo uses a simple character-based approach for clarity.</a:t>
            </a:r>
          </a:p>
        </p:txBody>
      </p:sp>
      <p:sp>
        <p:nvSpPr>
          <p:cNvPr id="12" name="TextBox 11"/>
          <p:cNvSpPr txBox="1"/>
          <p:nvPr/>
        </p:nvSpPr>
        <p:spPr>
          <a:xfrm>
            <a:off x="11394574" y="6291072"/>
            <a:ext cx="248786" cy="235898"/>
          </a:xfrm>
          <a:prstGeom prst="rect">
            <a:avLst/>
          </a:prstGeom>
          <a:noFill/>
        </p:spPr>
        <p:txBody>
          <a:bodyPr wrap="none">
            <a:spAutoFit/>
          </a:bodyPr>
          <a:lstStyle/>
          <a:p>
            <a:pPr algn="r"/>
            <a:r>
              <a:rPr sz="933">
                <a:solidFill>
                  <a:srgbClr val="FFFFFF"/>
                </a:solidFill>
                <a:latin typeface="Aptos"/>
              </a:rPr>
              <a:t>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fade">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fade">
                                      <p:cBhvr>
                                        <p:cTn id="17"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1" y="512064"/>
            <a:ext cx="6768199" cy="687432"/>
          </a:xfrm>
          <a:prstGeom prst="rect">
            <a:avLst/>
          </a:prstGeom>
          <a:noFill/>
        </p:spPr>
        <p:txBody>
          <a:bodyPr wrap="none">
            <a:spAutoFit/>
          </a:bodyPr>
          <a:lstStyle/>
          <a:p>
            <a:r>
              <a:rPr sz="3867">
                <a:solidFill>
                  <a:srgbClr val="007EB5"/>
                </a:solidFill>
                <a:latin typeface="Aptos Display"/>
              </a:rPr>
              <a:t>Good Chunking vs Poor Chunking</a:t>
            </a:r>
          </a:p>
        </p:txBody>
      </p:sp>
      <p:sp>
        <p:nvSpPr>
          <p:cNvPr id="3" name="TextBox 2"/>
          <p:cNvSpPr txBox="1"/>
          <p:nvPr/>
        </p:nvSpPr>
        <p:spPr>
          <a:xfrm>
            <a:off x="646177" y="1194816"/>
            <a:ext cx="4704173" cy="379656"/>
          </a:xfrm>
          <a:prstGeom prst="rect">
            <a:avLst/>
          </a:prstGeom>
          <a:noFill/>
        </p:spPr>
        <p:txBody>
          <a:bodyPr wrap="none" lIns="0">
            <a:spAutoFit/>
          </a:bodyPr>
          <a:lstStyle/>
          <a:p>
            <a:r>
              <a:rPr sz="1867" b="1">
                <a:solidFill>
                  <a:srgbClr val="00AECC"/>
                </a:solidFill>
                <a:latin typeface="Aptos"/>
              </a:rPr>
              <a:t>Retrieval quality depends on chunk quality</a:t>
            </a:r>
          </a:p>
        </p:txBody>
      </p:sp>
      <p:sp>
        <p:nvSpPr>
          <p:cNvPr id="4" name="Rounded Rectangle 3"/>
          <p:cNvSpPr/>
          <p:nvPr/>
        </p:nvSpPr>
        <p:spPr>
          <a:xfrm>
            <a:off x="975360" y="1645920"/>
            <a:ext cx="4876800" cy="548640"/>
          </a:xfrm>
          <a:prstGeom prst="roundRect">
            <a:avLst/>
          </a:prstGeom>
          <a:solidFill>
            <a:srgbClr val="FCEEEE"/>
          </a:solidFill>
          <a:ln w="12700">
            <a:solidFill>
              <a:srgbClr val="D24B4B"/>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2000" b="1">
                <a:solidFill>
                  <a:srgbClr val="007EB5"/>
                </a:solidFill>
                <a:latin typeface="Aptos"/>
              </a:rPr>
              <a:t>Poor Chunking</a:t>
            </a:r>
          </a:p>
        </p:txBody>
      </p:sp>
      <p:sp>
        <p:nvSpPr>
          <p:cNvPr id="5" name="Rounded Rectangle 4"/>
          <p:cNvSpPr/>
          <p:nvPr/>
        </p:nvSpPr>
        <p:spPr>
          <a:xfrm>
            <a:off x="6096000" y="1645920"/>
            <a:ext cx="4876800" cy="548640"/>
          </a:xfrm>
          <a:prstGeom prst="roundRect">
            <a:avLst/>
          </a:prstGeom>
          <a:solidFill>
            <a:srgbClr val="E8F7EE"/>
          </a:solidFill>
          <a:ln w="12700">
            <a:solidFill>
              <a:srgbClr val="50A677"/>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2000" b="1">
                <a:solidFill>
                  <a:srgbClr val="007EB5"/>
                </a:solidFill>
                <a:latin typeface="Aptos"/>
              </a:rPr>
              <a:t>Better Chunking</a:t>
            </a:r>
          </a:p>
        </p:txBody>
      </p:sp>
      <p:sp>
        <p:nvSpPr>
          <p:cNvPr id="6" name="Rounded Rectangle 5"/>
          <p:cNvSpPr/>
          <p:nvPr/>
        </p:nvSpPr>
        <p:spPr>
          <a:xfrm>
            <a:off x="975360" y="2377440"/>
            <a:ext cx="4876800" cy="475488"/>
          </a:xfrm>
          <a:prstGeom prst="roundRect">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l"/>
            <a:r>
              <a:rPr sz="1467">
                <a:solidFill>
                  <a:srgbClr val="303740"/>
                </a:solidFill>
                <a:latin typeface="Aptos"/>
              </a:rPr>
              <a:t>Splits sentences randomly</a:t>
            </a:r>
          </a:p>
        </p:txBody>
      </p:sp>
      <p:sp>
        <p:nvSpPr>
          <p:cNvPr id="7" name="Rounded Rectangle 6"/>
          <p:cNvSpPr/>
          <p:nvPr/>
        </p:nvSpPr>
        <p:spPr>
          <a:xfrm>
            <a:off x="6096000" y="2377440"/>
            <a:ext cx="4876800" cy="475488"/>
          </a:xfrm>
          <a:prstGeom prst="roundRect">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l"/>
            <a:r>
              <a:rPr sz="1467">
                <a:solidFill>
                  <a:srgbClr val="303740"/>
                </a:solidFill>
                <a:latin typeface="Aptos"/>
              </a:rPr>
              <a:t>Preserves natural boundaries</a:t>
            </a:r>
          </a:p>
        </p:txBody>
      </p:sp>
      <p:sp>
        <p:nvSpPr>
          <p:cNvPr id="8" name="Rounded Rectangle 7"/>
          <p:cNvSpPr/>
          <p:nvPr/>
        </p:nvSpPr>
        <p:spPr>
          <a:xfrm>
            <a:off x="975360" y="3011424"/>
            <a:ext cx="4876800" cy="475488"/>
          </a:xfrm>
          <a:prstGeom prst="roundRect">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l"/>
            <a:r>
              <a:rPr sz="1467">
                <a:solidFill>
                  <a:srgbClr val="303740"/>
                </a:solidFill>
                <a:latin typeface="Aptos"/>
              </a:rPr>
              <a:t>Chunks are too small</a:t>
            </a:r>
          </a:p>
        </p:txBody>
      </p:sp>
      <p:sp>
        <p:nvSpPr>
          <p:cNvPr id="9" name="Rounded Rectangle 8"/>
          <p:cNvSpPr/>
          <p:nvPr/>
        </p:nvSpPr>
        <p:spPr>
          <a:xfrm>
            <a:off x="6096000" y="3011424"/>
            <a:ext cx="4876800" cy="475488"/>
          </a:xfrm>
          <a:prstGeom prst="roundRect">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l"/>
            <a:r>
              <a:rPr sz="1467">
                <a:solidFill>
                  <a:srgbClr val="303740"/>
                </a:solidFill>
                <a:latin typeface="Aptos"/>
              </a:rPr>
              <a:t>Keeps enough context</a:t>
            </a:r>
          </a:p>
        </p:txBody>
      </p:sp>
      <p:sp>
        <p:nvSpPr>
          <p:cNvPr id="10" name="Rounded Rectangle 9"/>
          <p:cNvSpPr/>
          <p:nvPr/>
        </p:nvSpPr>
        <p:spPr>
          <a:xfrm>
            <a:off x="975360" y="3645408"/>
            <a:ext cx="4876800" cy="475488"/>
          </a:xfrm>
          <a:prstGeom prst="roundRect">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l"/>
            <a:r>
              <a:rPr sz="1467">
                <a:solidFill>
                  <a:srgbClr val="303740"/>
                </a:solidFill>
                <a:latin typeface="Aptos"/>
              </a:rPr>
              <a:t>Chunks are too large</a:t>
            </a:r>
          </a:p>
        </p:txBody>
      </p:sp>
      <p:sp>
        <p:nvSpPr>
          <p:cNvPr id="11" name="Rounded Rectangle 10"/>
          <p:cNvSpPr/>
          <p:nvPr/>
        </p:nvSpPr>
        <p:spPr>
          <a:xfrm>
            <a:off x="6096000" y="3645408"/>
            <a:ext cx="4876800" cy="475488"/>
          </a:xfrm>
          <a:prstGeom prst="roundRect">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l"/>
            <a:r>
              <a:rPr sz="1467">
                <a:solidFill>
                  <a:srgbClr val="303740"/>
                </a:solidFill>
                <a:latin typeface="Aptos"/>
              </a:rPr>
              <a:t>Keeps chunks focused</a:t>
            </a:r>
          </a:p>
        </p:txBody>
      </p:sp>
      <p:sp>
        <p:nvSpPr>
          <p:cNvPr id="12" name="Rounded Rectangle 11"/>
          <p:cNvSpPr/>
          <p:nvPr/>
        </p:nvSpPr>
        <p:spPr>
          <a:xfrm>
            <a:off x="975360" y="4279392"/>
            <a:ext cx="4876800" cy="475488"/>
          </a:xfrm>
          <a:prstGeom prst="roundRect">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l"/>
            <a:r>
              <a:rPr sz="1467">
                <a:solidFill>
                  <a:srgbClr val="303740"/>
                </a:solidFill>
                <a:latin typeface="Aptos"/>
              </a:rPr>
              <a:t>Stores text only</a:t>
            </a:r>
          </a:p>
        </p:txBody>
      </p:sp>
      <p:sp>
        <p:nvSpPr>
          <p:cNvPr id="13" name="Rounded Rectangle 12"/>
          <p:cNvSpPr/>
          <p:nvPr/>
        </p:nvSpPr>
        <p:spPr>
          <a:xfrm>
            <a:off x="6096000" y="4279392"/>
            <a:ext cx="4876800" cy="475488"/>
          </a:xfrm>
          <a:prstGeom prst="roundRect">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l"/>
            <a:r>
              <a:rPr sz="1467">
                <a:solidFill>
                  <a:srgbClr val="303740"/>
                </a:solidFill>
                <a:latin typeface="Aptos"/>
              </a:rPr>
              <a:t>Stores text with metadata</a:t>
            </a:r>
          </a:p>
        </p:txBody>
      </p:sp>
      <p:sp>
        <p:nvSpPr>
          <p:cNvPr id="14" name="Rounded Rectangle 13"/>
          <p:cNvSpPr/>
          <p:nvPr/>
        </p:nvSpPr>
        <p:spPr>
          <a:xfrm>
            <a:off x="975360" y="4913376"/>
            <a:ext cx="4876800" cy="475488"/>
          </a:xfrm>
          <a:prstGeom prst="roundRect">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l"/>
            <a:r>
              <a:rPr sz="1467">
                <a:solidFill>
                  <a:srgbClr val="303740"/>
                </a:solidFill>
                <a:latin typeface="Aptos"/>
              </a:rPr>
              <a:t>Loses source location</a:t>
            </a:r>
          </a:p>
        </p:txBody>
      </p:sp>
      <p:sp>
        <p:nvSpPr>
          <p:cNvPr id="15" name="Rounded Rectangle 14"/>
          <p:cNvSpPr/>
          <p:nvPr/>
        </p:nvSpPr>
        <p:spPr>
          <a:xfrm>
            <a:off x="6096000" y="4913376"/>
            <a:ext cx="4876800" cy="475488"/>
          </a:xfrm>
          <a:prstGeom prst="roundRect">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l"/>
            <a:r>
              <a:rPr sz="1467">
                <a:solidFill>
                  <a:srgbClr val="303740"/>
                </a:solidFill>
                <a:latin typeface="Aptos"/>
              </a:rPr>
              <a:t>Tracks document and offsets</a:t>
            </a:r>
          </a:p>
        </p:txBody>
      </p:sp>
      <p:sp>
        <p:nvSpPr>
          <p:cNvPr id="16" name="TextBox 15"/>
          <p:cNvSpPr txBox="1"/>
          <p:nvPr/>
        </p:nvSpPr>
        <p:spPr>
          <a:xfrm>
            <a:off x="2201916" y="5791200"/>
            <a:ext cx="7178567" cy="338554"/>
          </a:xfrm>
          <a:prstGeom prst="rect">
            <a:avLst/>
          </a:prstGeom>
          <a:noFill/>
        </p:spPr>
        <p:txBody>
          <a:bodyPr wrap="none">
            <a:spAutoFit/>
          </a:bodyPr>
          <a:lstStyle/>
          <a:p>
            <a:pPr algn="ctr"/>
            <a:r>
              <a:rPr sz="1600">
                <a:solidFill>
                  <a:srgbClr val="5F6872"/>
                </a:solidFill>
                <a:latin typeface="Aptos"/>
              </a:rPr>
              <a:t>Good chunks improve the quality of retrieval, grounding, and source references.</a:t>
            </a:r>
          </a:p>
        </p:txBody>
      </p:sp>
      <p:sp>
        <p:nvSpPr>
          <p:cNvPr id="17" name="TextBox 16"/>
          <p:cNvSpPr txBox="1"/>
          <p:nvPr/>
        </p:nvSpPr>
        <p:spPr>
          <a:xfrm>
            <a:off x="11394574" y="6291072"/>
            <a:ext cx="248786" cy="235898"/>
          </a:xfrm>
          <a:prstGeom prst="rect">
            <a:avLst/>
          </a:prstGeom>
          <a:noFill/>
        </p:spPr>
        <p:txBody>
          <a:bodyPr wrap="none">
            <a:spAutoFit/>
          </a:bodyPr>
          <a:lstStyle/>
          <a:p>
            <a:pPr algn="r"/>
            <a:r>
              <a:rPr sz="933">
                <a:solidFill>
                  <a:srgbClr val="FFFFFF"/>
                </a:solidFill>
                <a:latin typeface="Aptos"/>
              </a:rPr>
              <a:t>7</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1" y="512064"/>
            <a:ext cx="6500497" cy="687432"/>
          </a:xfrm>
          <a:prstGeom prst="rect">
            <a:avLst/>
          </a:prstGeom>
          <a:noFill/>
        </p:spPr>
        <p:txBody>
          <a:bodyPr wrap="none">
            <a:spAutoFit/>
          </a:bodyPr>
          <a:lstStyle/>
          <a:p>
            <a:r>
              <a:rPr sz="3867">
                <a:solidFill>
                  <a:srgbClr val="007EB5"/>
                </a:solidFill>
                <a:latin typeface="Aptos Display"/>
              </a:rPr>
              <a:t>Metadata Makes Chunks Useful</a:t>
            </a:r>
          </a:p>
        </p:txBody>
      </p:sp>
      <p:sp>
        <p:nvSpPr>
          <p:cNvPr id="3" name="TextBox 2"/>
          <p:cNvSpPr txBox="1"/>
          <p:nvPr/>
        </p:nvSpPr>
        <p:spPr>
          <a:xfrm>
            <a:off x="646176" y="1194816"/>
            <a:ext cx="5103320" cy="379656"/>
          </a:xfrm>
          <a:prstGeom prst="rect">
            <a:avLst/>
          </a:prstGeom>
          <a:noFill/>
        </p:spPr>
        <p:txBody>
          <a:bodyPr wrap="none" lIns="0">
            <a:spAutoFit/>
          </a:bodyPr>
          <a:lstStyle/>
          <a:p>
            <a:r>
              <a:rPr sz="1867" b="1">
                <a:solidFill>
                  <a:srgbClr val="00AECC"/>
                </a:solidFill>
                <a:latin typeface="Aptos"/>
              </a:rPr>
              <a:t>The information that makes retrieval traceable</a:t>
            </a:r>
          </a:p>
        </p:txBody>
      </p:sp>
      <p:sp>
        <p:nvSpPr>
          <p:cNvPr id="4" name="Rounded Rectangle 3"/>
          <p:cNvSpPr/>
          <p:nvPr/>
        </p:nvSpPr>
        <p:spPr>
          <a:xfrm>
            <a:off x="1036320" y="2621280"/>
            <a:ext cx="2438400" cy="914400"/>
          </a:xfrm>
          <a:prstGeom prst="roundRect">
            <a:avLst/>
          </a:prstGeom>
          <a:solidFill>
            <a:srgbClr val="E2F6FB"/>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2133" b="1">
                <a:solidFill>
                  <a:srgbClr val="007EB5"/>
                </a:solidFill>
                <a:latin typeface="Aptos"/>
              </a:rPr>
              <a:t>Chunk Text</a:t>
            </a:r>
          </a:p>
        </p:txBody>
      </p:sp>
      <p:cxnSp>
        <p:nvCxnSpPr>
          <p:cNvPr id="5" name="Connector 4"/>
          <p:cNvCxnSpPr/>
          <p:nvPr/>
        </p:nvCxnSpPr>
        <p:spPr>
          <a:xfrm>
            <a:off x="3596640" y="3072384"/>
            <a:ext cx="731520" cy="0"/>
          </a:xfrm>
          <a:prstGeom prst="line">
            <a:avLst/>
          </a:prstGeom>
          <a:ln w="25400">
            <a:solidFill>
              <a:srgbClr val="00AECC"/>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0" y="1524000"/>
            <a:ext cx="2133600" cy="548640"/>
          </a:xfrm>
          <a:prstGeom prst="roundRect">
            <a:avLst/>
          </a:prstGeom>
          <a:solidFill>
            <a:srgbClr val="FFFFFF"/>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400" b="1">
                <a:solidFill>
                  <a:srgbClr val="007EB5"/>
                </a:solidFill>
                <a:latin typeface="Aptos"/>
              </a:rPr>
              <a:t>Document ID</a:t>
            </a:r>
          </a:p>
        </p:txBody>
      </p:sp>
      <p:sp>
        <p:nvSpPr>
          <p:cNvPr id="7" name="Rounded Rectangle 6"/>
          <p:cNvSpPr/>
          <p:nvPr/>
        </p:nvSpPr>
        <p:spPr>
          <a:xfrm>
            <a:off x="7010400" y="1524000"/>
            <a:ext cx="2133600" cy="548640"/>
          </a:xfrm>
          <a:prstGeom prst="roundRect">
            <a:avLst/>
          </a:prstGeom>
          <a:solidFill>
            <a:srgbClr val="FFFFFF"/>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400" b="1">
                <a:solidFill>
                  <a:srgbClr val="007EB5"/>
                </a:solidFill>
                <a:latin typeface="Aptos"/>
              </a:rPr>
              <a:t>Chunk Index</a:t>
            </a:r>
          </a:p>
        </p:txBody>
      </p:sp>
      <p:sp>
        <p:nvSpPr>
          <p:cNvPr id="8" name="Rounded Rectangle 7"/>
          <p:cNvSpPr/>
          <p:nvPr/>
        </p:nvSpPr>
        <p:spPr>
          <a:xfrm>
            <a:off x="4572000" y="2499359"/>
            <a:ext cx="2133600" cy="548640"/>
          </a:xfrm>
          <a:prstGeom prst="roundRect">
            <a:avLst/>
          </a:prstGeom>
          <a:solidFill>
            <a:srgbClr val="FFFFFF"/>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400" b="1">
                <a:solidFill>
                  <a:srgbClr val="007EB5"/>
                </a:solidFill>
                <a:latin typeface="Aptos"/>
              </a:rPr>
              <a:t>Character Offsets</a:t>
            </a:r>
          </a:p>
        </p:txBody>
      </p:sp>
      <p:sp>
        <p:nvSpPr>
          <p:cNvPr id="9" name="Rounded Rectangle 8"/>
          <p:cNvSpPr/>
          <p:nvPr/>
        </p:nvSpPr>
        <p:spPr>
          <a:xfrm>
            <a:off x="7010400" y="2499359"/>
            <a:ext cx="2133600" cy="548640"/>
          </a:xfrm>
          <a:prstGeom prst="roundRect">
            <a:avLst/>
          </a:prstGeom>
          <a:solidFill>
            <a:srgbClr val="FFFFFF"/>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400" b="1">
                <a:solidFill>
                  <a:srgbClr val="007EB5"/>
                </a:solidFill>
                <a:latin typeface="Aptos"/>
              </a:rPr>
              <a:t>Token Estimate</a:t>
            </a:r>
          </a:p>
        </p:txBody>
      </p:sp>
      <p:sp>
        <p:nvSpPr>
          <p:cNvPr id="10" name="Rounded Rectangle 9"/>
          <p:cNvSpPr/>
          <p:nvPr/>
        </p:nvSpPr>
        <p:spPr>
          <a:xfrm>
            <a:off x="4572000" y="3474720"/>
            <a:ext cx="2133600" cy="548640"/>
          </a:xfrm>
          <a:prstGeom prst="roundRect">
            <a:avLst/>
          </a:prstGeom>
          <a:solidFill>
            <a:srgbClr val="FFFFFF"/>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400" b="1">
                <a:solidFill>
                  <a:srgbClr val="007EB5"/>
                </a:solidFill>
                <a:latin typeface="Aptos"/>
              </a:rPr>
              <a:t>Source File</a:t>
            </a:r>
          </a:p>
        </p:txBody>
      </p:sp>
      <p:sp>
        <p:nvSpPr>
          <p:cNvPr id="11" name="Rounded Rectangle 10"/>
          <p:cNvSpPr/>
          <p:nvPr/>
        </p:nvSpPr>
        <p:spPr>
          <a:xfrm>
            <a:off x="7010400" y="3474720"/>
            <a:ext cx="2133600" cy="548640"/>
          </a:xfrm>
          <a:prstGeom prst="roundRect">
            <a:avLst/>
          </a:prstGeom>
          <a:solidFill>
            <a:srgbClr val="FFFFFF"/>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400" b="1">
                <a:solidFill>
                  <a:srgbClr val="007EB5"/>
                </a:solidFill>
                <a:latin typeface="Aptos"/>
              </a:rPr>
              <a:t>Tags / Category</a:t>
            </a:r>
          </a:p>
        </p:txBody>
      </p:sp>
      <p:sp>
        <p:nvSpPr>
          <p:cNvPr id="12" name="Rounded Rectangle 11"/>
          <p:cNvSpPr/>
          <p:nvPr/>
        </p:nvSpPr>
        <p:spPr>
          <a:xfrm>
            <a:off x="4572000" y="4450080"/>
            <a:ext cx="2133600" cy="548640"/>
          </a:xfrm>
          <a:prstGeom prst="roundRect">
            <a:avLst/>
          </a:prstGeom>
          <a:solidFill>
            <a:srgbClr val="FFFFFF"/>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400" b="1">
                <a:solidFill>
                  <a:srgbClr val="007EB5"/>
                </a:solidFill>
                <a:latin typeface="Aptos"/>
              </a:rPr>
              <a:t>Content Hash</a:t>
            </a:r>
          </a:p>
        </p:txBody>
      </p:sp>
      <p:sp>
        <p:nvSpPr>
          <p:cNvPr id="13" name="Rounded Rectangle 12"/>
          <p:cNvSpPr/>
          <p:nvPr/>
        </p:nvSpPr>
        <p:spPr>
          <a:xfrm>
            <a:off x="7010400" y="4450080"/>
            <a:ext cx="2133600" cy="548640"/>
          </a:xfrm>
          <a:prstGeom prst="roundRect">
            <a:avLst/>
          </a:prstGeom>
          <a:solidFill>
            <a:srgbClr val="FFFFFF"/>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400" b="1">
                <a:solidFill>
                  <a:srgbClr val="007EB5"/>
                </a:solidFill>
                <a:latin typeface="Aptos"/>
              </a:rPr>
              <a:t>Created UTC</a:t>
            </a:r>
          </a:p>
        </p:txBody>
      </p:sp>
      <p:sp>
        <p:nvSpPr>
          <p:cNvPr id="14" name="TextBox 13"/>
          <p:cNvSpPr txBox="1"/>
          <p:nvPr/>
        </p:nvSpPr>
        <p:spPr>
          <a:xfrm>
            <a:off x="1158240" y="4267200"/>
            <a:ext cx="3413760" cy="1413207"/>
          </a:xfrm>
          <a:prstGeom prst="rect">
            <a:avLst/>
          </a:prstGeom>
          <a:noFill/>
        </p:spPr>
        <p:txBody>
          <a:bodyPr wrap="square" lIns="0" rIns="0">
            <a:spAutoFit/>
          </a:bodyPr>
          <a:lstStyle/>
          <a:p>
            <a:pPr>
              <a:spcAft>
                <a:spcPts val="667"/>
              </a:spcAft>
            </a:pPr>
            <a:r>
              <a:rPr sz="1600" b="1" dirty="0">
                <a:solidFill>
                  <a:srgbClr val="00AECC"/>
                </a:solidFill>
                <a:latin typeface="Aptos"/>
              </a:rPr>
              <a:t>▸ </a:t>
            </a:r>
            <a:r>
              <a:rPr sz="1600" dirty="0">
                <a:solidFill>
                  <a:srgbClr val="303740"/>
                </a:solidFill>
                <a:latin typeface="Aptos"/>
              </a:rPr>
              <a:t>Metadata lets the application filter, order, cite, and reprocess chunks later.</a:t>
            </a:r>
          </a:p>
          <a:p>
            <a:pPr>
              <a:spcAft>
                <a:spcPts val="667"/>
              </a:spcAft>
            </a:pPr>
            <a:r>
              <a:rPr sz="1600" b="1" dirty="0">
                <a:solidFill>
                  <a:srgbClr val="00AECC"/>
                </a:solidFill>
                <a:latin typeface="Aptos"/>
              </a:rPr>
              <a:t>▸ </a:t>
            </a:r>
            <a:r>
              <a:rPr sz="1600" dirty="0">
                <a:solidFill>
                  <a:srgbClr val="303740"/>
                </a:solidFill>
                <a:latin typeface="Aptos"/>
              </a:rPr>
              <a:t>Do not claim page-level citations unless the extraction step preserves page boundaries.</a:t>
            </a:r>
          </a:p>
        </p:txBody>
      </p:sp>
      <p:sp>
        <p:nvSpPr>
          <p:cNvPr id="15" name="TextBox 14"/>
          <p:cNvSpPr txBox="1"/>
          <p:nvPr/>
        </p:nvSpPr>
        <p:spPr>
          <a:xfrm>
            <a:off x="11394574" y="6291072"/>
            <a:ext cx="248786" cy="235898"/>
          </a:xfrm>
          <a:prstGeom prst="rect">
            <a:avLst/>
          </a:prstGeom>
          <a:noFill/>
        </p:spPr>
        <p:txBody>
          <a:bodyPr wrap="none">
            <a:spAutoFit/>
          </a:bodyPr>
          <a:lstStyle/>
          <a:p>
            <a:pPr algn="r"/>
            <a:r>
              <a:rPr sz="933">
                <a:solidFill>
                  <a:srgbClr val="FFFFFF"/>
                </a:solidFill>
                <a:latin typeface="Aptos"/>
              </a:rPr>
              <a:t>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fade">
                                      <p:cBhvr>
                                        <p:cTn id="12" dur="500"/>
                                        <p:tgtEl>
                                          <p:spTgt spid="1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512064"/>
            <a:ext cx="7715574" cy="687432"/>
          </a:xfrm>
          <a:prstGeom prst="rect">
            <a:avLst/>
          </a:prstGeom>
          <a:noFill/>
        </p:spPr>
        <p:txBody>
          <a:bodyPr wrap="none">
            <a:spAutoFit/>
          </a:bodyPr>
          <a:lstStyle/>
          <a:p>
            <a:r>
              <a:rPr sz="3867">
                <a:solidFill>
                  <a:srgbClr val="007EB5"/>
                </a:solidFill>
                <a:latin typeface="Aptos Display"/>
              </a:rPr>
              <a:t>How the Application Prepares Chunks</a:t>
            </a:r>
          </a:p>
        </p:txBody>
      </p:sp>
      <p:sp>
        <p:nvSpPr>
          <p:cNvPr id="3" name="TextBox 2"/>
          <p:cNvSpPr txBox="1"/>
          <p:nvPr/>
        </p:nvSpPr>
        <p:spPr>
          <a:xfrm>
            <a:off x="646177" y="1194816"/>
            <a:ext cx="5005537" cy="379656"/>
          </a:xfrm>
          <a:prstGeom prst="rect">
            <a:avLst/>
          </a:prstGeom>
          <a:noFill/>
        </p:spPr>
        <p:txBody>
          <a:bodyPr wrap="none" lIns="0">
            <a:spAutoFit/>
          </a:bodyPr>
          <a:lstStyle/>
          <a:p>
            <a:r>
              <a:rPr sz="1867" b="1">
                <a:solidFill>
                  <a:srgbClr val="00AECC"/>
                </a:solidFill>
                <a:latin typeface="Aptos"/>
              </a:rPr>
              <a:t>From extracted text to retrieval-ready records</a:t>
            </a:r>
          </a:p>
        </p:txBody>
      </p:sp>
      <p:sp>
        <p:nvSpPr>
          <p:cNvPr id="4" name="Rounded Rectangle 3"/>
          <p:cNvSpPr/>
          <p:nvPr/>
        </p:nvSpPr>
        <p:spPr>
          <a:xfrm>
            <a:off x="1036320" y="2011680"/>
            <a:ext cx="1889760" cy="816864"/>
          </a:xfrm>
          <a:prstGeom prst="roundRect">
            <a:avLst/>
          </a:prstGeom>
          <a:solidFill>
            <a:srgbClr val="E2F6FB"/>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359" b="1">
                <a:solidFill>
                  <a:srgbClr val="007EB5"/>
                </a:solidFill>
                <a:latin typeface="Aptos"/>
              </a:rPr>
              <a:t>Load document
and raw text</a:t>
            </a:r>
          </a:p>
        </p:txBody>
      </p:sp>
      <p:cxnSp>
        <p:nvCxnSpPr>
          <p:cNvPr id="5" name="Connector 4"/>
          <p:cNvCxnSpPr/>
          <p:nvPr/>
        </p:nvCxnSpPr>
        <p:spPr>
          <a:xfrm>
            <a:off x="2987040" y="2426208"/>
            <a:ext cx="512064" cy="0"/>
          </a:xfrm>
          <a:prstGeom prst="line">
            <a:avLst/>
          </a:prstGeom>
          <a:ln w="19050">
            <a:solidFill>
              <a:srgbClr val="00AECC"/>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596640" y="2011680"/>
            <a:ext cx="1889760" cy="816864"/>
          </a:xfrm>
          <a:prstGeom prst="roundRect">
            <a:avLst/>
          </a:prstGeom>
          <a:solidFill>
            <a:srgbClr val="E2F6FB"/>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359" b="1">
                <a:solidFill>
                  <a:srgbClr val="007EB5"/>
                </a:solidFill>
                <a:latin typeface="Aptos"/>
              </a:rPr>
              <a:t>Validate
status</a:t>
            </a:r>
          </a:p>
        </p:txBody>
      </p:sp>
      <p:cxnSp>
        <p:nvCxnSpPr>
          <p:cNvPr id="7" name="Connector 6"/>
          <p:cNvCxnSpPr/>
          <p:nvPr/>
        </p:nvCxnSpPr>
        <p:spPr>
          <a:xfrm>
            <a:off x="5547360" y="2426208"/>
            <a:ext cx="512064" cy="0"/>
          </a:xfrm>
          <a:prstGeom prst="line">
            <a:avLst/>
          </a:prstGeom>
          <a:ln w="19050">
            <a:solidFill>
              <a:srgbClr val="00AECC"/>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156960" y="2011680"/>
            <a:ext cx="1889760" cy="816864"/>
          </a:xfrm>
          <a:prstGeom prst="roundRect">
            <a:avLst/>
          </a:prstGeom>
          <a:solidFill>
            <a:srgbClr val="E2F6FB"/>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359" b="1">
                <a:solidFill>
                  <a:srgbClr val="007EB5"/>
                </a:solidFill>
                <a:latin typeface="Aptos"/>
              </a:rPr>
              <a:t>Normalize
text</a:t>
            </a:r>
          </a:p>
        </p:txBody>
      </p:sp>
      <p:cxnSp>
        <p:nvCxnSpPr>
          <p:cNvPr id="9" name="Connector 8"/>
          <p:cNvCxnSpPr/>
          <p:nvPr/>
        </p:nvCxnSpPr>
        <p:spPr>
          <a:xfrm>
            <a:off x="8107680" y="2426208"/>
            <a:ext cx="512064" cy="0"/>
          </a:xfrm>
          <a:prstGeom prst="line">
            <a:avLst/>
          </a:prstGeom>
          <a:ln w="19050">
            <a:solidFill>
              <a:srgbClr val="00AECC"/>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717280" y="2011680"/>
            <a:ext cx="1889760" cy="816864"/>
          </a:xfrm>
          <a:prstGeom prst="roundRect">
            <a:avLst/>
          </a:prstGeom>
          <a:solidFill>
            <a:srgbClr val="E2F6FB"/>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359" b="1">
                <a:solidFill>
                  <a:srgbClr val="007EB5"/>
                </a:solidFill>
                <a:latin typeface="Aptos"/>
              </a:rPr>
              <a:t>Split with
overlap</a:t>
            </a:r>
          </a:p>
        </p:txBody>
      </p:sp>
      <p:sp>
        <p:nvSpPr>
          <p:cNvPr id="11" name="Rounded Rectangle 10"/>
          <p:cNvSpPr/>
          <p:nvPr/>
        </p:nvSpPr>
        <p:spPr>
          <a:xfrm>
            <a:off x="1036320" y="3657600"/>
            <a:ext cx="1889760" cy="816864"/>
          </a:xfrm>
          <a:prstGeom prst="roundRect">
            <a:avLst/>
          </a:prstGeom>
          <a:solidFill>
            <a:srgbClr val="E2F6FB"/>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359" b="1">
                <a:solidFill>
                  <a:srgbClr val="007EB5"/>
                </a:solidFill>
                <a:latin typeface="Aptos"/>
              </a:rPr>
              <a:t>Attach
metadata</a:t>
            </a:r>
          </a:p>
        </p:txBody>
      </p:sp>
      <p:cxnSp>
        <p:nvCxnSpPr>
          <p:cNvPr id="12" name="Connector 11"/>
          <p:cNvCxnSpPr/>
          <p:nvPr/>
        </p:nvCxnSpPr>
        <p:spPr>
          <a:xfrm>
            <a:off x="2987040" y="4072128"/>
            <a:ext cx="512064" cy="0"/>
          </a:xfrm>
          <a:prstGeom prst="line">
            <a:avLst/>
          </a:prstGeom>
          <a:ln w="19050">
            <a:solidFill>
              <a:srgbClr val="00AECC"/>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96640" y="3657600"/>
            <a:ext cx="1889760" cy="816864"/>
          </a:xfrm>
          <a:prstGeom prst="roundRect">
            <a:avLst/>
          </a:prstGeom>
          <a:solidFill>
            <a:srgbClr val="E2F6FB"/>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359" b="1">
                <a:solidFill>
                  <a:srgbClr val="007EB5"/>
                </a:solidFill>
                <a:latin typeface="Aptos"/>
              </a:rPr>
              <a:t>Remove stale
chunks</a:t>
            </a:r>
          </a:p>
        </p:txBody>
      </p:sp>
      <p:cxnSp>
        <p:nvCxnSpPr>
          <p:cNvPr id="14" name="Connector 13"/>
          <p:cNvCxnSpPr/>
          <p:nvPr/>
        </p:nvCxnSpPr>
        <p:spPr>
          <a:xfrm>
            <a:off x="5547360" y="4072128"/>
            <a:ext cx="512064" cy="0"/>
          </a:xfrm>
          <a:prstGeom prst="line">
            <a:avLst/>
          </a:prstGeom>
          <a:ln w="19050">
            <a:solidFill>
              <a:srgbClr val="00AECC"/>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156960" y="3657600"/>
            <a:ext cx="1889760" cy="816864"/>
          </a:xfrm>
          <a:prstGeom prst="roundRect">
            <a:avLst/>
          </a:prstGeom>
          <a:solidFill>
            <a:srgbClr val="E2F6FB"/>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359" b="1">
                <a:solidFill>
                  <a:srgbClr val="007EB5"/>
                </a:solidFill>
                <a:latin typeface="Aptos"/>
              </a:rPr>
              <a:t>Save new
chunks</a:t>
            </a:r>
          </a:p>
        </p:txBody>
      </p:sp>
      <p:cxnSp>
        <p:nvCxnSpPr>
          <p:cNvPr id="16" name="Connector 15"/>
          <p:cNvCxnSpPr/>
          <p:nvPr/>
        </p:nvCxnSpPr>
        <p:spPr>
          <a:xfrm>
            <a:off x="8107680" y="4072128"/>
            <a:ext cx="512064" cy="0"/>
          </a:xfrm>
          <a:prstGeom prst="line">
            <a:avLst/>
          </a:prstGeom>
          <a:ln w="19050">
            <a:solidFill>
              <a:srgbClr val="00AECC"/>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717280" y="3657600"/>
            <a:ext cx="1889760" cy="816864"/>
          </a:xfrm>
          <a:prstGeom prst="roundRect">
            <a:avLst/>
          </a:prstGeom>
          <a:solidFill>
            <a:srgbClr val="E6F7EC"/>
          </a:solidFill>
          <a:ln w="12700">
            <a:solidFill>
              <a:srgbClr val="50A677"/>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359" b="1">
                <a:solidFill>
                  <a:srgbClr val="007EB5"/>
                </a:solidFill>
                <a:latin typeface="Aptos"/>
              </a:rPr>
              <a:t>Mark as
Chunked</a:t>
            </a:r>
          </a:p>
        </p:txBody>
      </p:sp>
      <p:cxnSp>
        <p:nvCxnSpPr>
          <p:cNvPr id="18" name="Connector 17"/>
          <p:cNvCxnSpPr/>
          <p:nvPr/>
        </p:nvCxnSpPr>
        <p:spPr>
          <a:xfrm>
            <a:off x="9692640" y="2865120"/>
            <a:ext cx="0" cy="548640"/>
          </a:xfrm>
          <a:prstGeom prst="line">
            <a:avLst/>
          </a:prstGeom>
          <a:ln w="25400">
            <a:solidFill>
              <a:srgbClr val="00AECC"/>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987040" y="4072128"/>
            <a:ext cx="512064" cy="0"/>
          </a:xfrm>
          <a:prstGeom prst="line">
            <a:avLst/>
          </a:prstGeom>
          <a:ln w="19050">
            <a:solidFill>
              <a:srgbClr val="00AEC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547360" y="4072128"/>
            <a:ext cx="512064" cy="0"/>
          </a:xfrm>
          <a:prstGeom prst="line">
            <a:avLst/>
          </a:prstGeom>
          <a:ln w="19050">
            <a:solidFill>
              <a:srgbClr val="00AEC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107680" y="4072128"/>
            <a:ext cx="512064" cy="0"/>
          </a:xfrm>
          <a:prstGeom prst="line">
            <a:avLst/>
          </a:prstGeom>
          <a:ln w="19050">
            <a:solidFill>
              <a:srgbClr val="00AECC"/>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397437" y="5486400"/>
            <a:ext cx="6665607" cy="338554"/>
          </a:xfrm>
          <a:prstGeom prst="rect">
            <a:avLst/>
          </a:prstGeom>
          <a:noFill/>
        </p:spPr>
        <p:txBody>
          <a:bodyPr wrap="none">
            <a:spAutoFit/>
          </a:bodyPr>
          <a:lstStyle/>
          <a:p>
            <a:pPr algn="ctr"/>
            <a:r>
              <a:rPr sz="1600">
                <a:solidFill>
                  <a:srgbClr val="5F6872"/>
                </a:solidFill>
                <a:latin typeface="Aptos"/>
              </a:rPr>
              <a:t>This lesson stops after the document is chunked. Embeddings come next.</a:t>
            </a:r>
          </a:p>
        </p:txBody>
      </p:sp>
      <p:sp>
        <p:nvSpPr>
          <p:cNvPr id="23" name="TextBox 22"/>
          <p:cNvSpPr txBox="1"/>
          <p:nvPr/>
        </p:nvSpPr>
        <p:spPr>
          <a:xfrm>
            <a:off x="11394574" y="6291072"/>
            <a:ext cx="248786" cy="235898"/>
          </a:xfrm>
          <a:prstGeom prst="rect">
            <a:avLst/>
          </a:prstGeom>
          <a:noFill/>
        </p:spPr>
        <p:txBody>
          <a:bodyPr wrap="none">
            <a:spAutoFit/>
          </a:bodyPr>
          <a:lstStyle/>
          <a:p>
            <a:pPr algn="r"/>
            <a:r>
              <a:rPr sz="933">
                <a:solidFill>
                  <a:srgbClr val="FFFFFF"/>
                </a:solidFill>
                <a:latin typeface="Aptos"/>
              </a:rPr>
              <a:t>9</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512064"/>
            <a:ext cx="4820550" cy="687432"/>
          </a:xfrm>
          <a:prstGeom prst="rect">
            <a:avLst/>
          </a:prstGeom>
          <a:noFill/>
        </p:spPr>
        <p:txBody>
          <a:bodyPr wrap="none">
            <a:spAutoFit/>
          </a:bodyPr>
          <a:lstStyle/>
          <a:p>
            <a:r>
              <a:rPr sz="3867">
                <a:solidFill>
                  <a:srgbClr val="007EB5"/>
                </a:solidFill>
                <a:latin typeface="Aptos Display"/>
              </a:rPr>
              <a:t>Processing Status Flow</a:t>
            </a:r>
          </a:p>
        </p:txBody>
      </p:sp>
      <p:sp>
        <p:nvSpPr>
          <p:cNvPr id="3" name="TextBox 2"/>
          <p:cNvSpPr txBox="1"/>
          <p:nvPr/>
        </p:nvSpPr>
        <p:spPr>
          <a:xfrm>
            <a:off x="646176" y="1194816"/>
            <a:ext cx="5505674" cy="379656"/>
          </a:xfrm>
          <a:prstGeom prst="rect">
            <a:avLst/>
          </a:prstGeom>
          <a:noFill/>
        </p:spPr>
        <p:txBody>
          <a:bodyPr wrap="none" lIns="0">
            <a:spAutoFit/>
          </a:bodyPr>
          <a:lstStyle/>
          <a:p>
            <a:r>
              <a:rPr sz="1867" b="1">
                <a:solidFill>
                  <a:srgbClr val="00AECC"/>
                </a:solidFill>
                <a:latin typeface="Aptos"/>
              </a:rPr>
              <a:t>Tracking document readiness through the pipeline</a:t>
            </a:r>
          </a:p>
        </p:txBody>
      </p:sp>
      <p:sp>
        <p:nvSpPr>
          <p:cNvPr id="4" name="Rounded Rectangle 3"/>
          <p:cNvSpPr/>
          <p:nvPr/>
        </p:nvSpPr>
        <p:spPr>
          <a:xfrm>
            <a:off x="1463040" y="2682240"/>
            <a:ext cx="1341120" cy="670560"/>
          </a:xfrm>
          <a:prstGeom prst="roundRect">
            <a:avLst/>
          </a:prstGeom>
          <a:solidFill>
            <a:srgbClr val="FFFFFF"/>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440" b="1">
                <a:solidFill>
                  <a:srgbClr val="007EB5"/>
                </a:solidFill>
                <a:latin typeface="Aptos"/>
              </a:rPr>
              <a:t>Uploaded</a:t>
            </a:r>
          </a:p>
        </p:txBody>
      </p:sp>
      <p:cxnSp>
        <p:nvCxnSpPr>
          <p:cNvPr id="5" name="Connector 4"/>
          <p:cNvCxnSpPr/>
          <p:nvPr/>
        </p:nvCxnSpPr>
        <p:spPr>
          <a:xfrm>
            <a:off x="2865120" y="3023616"/>
            <a:ext cx="219456" cy="0"/>
          </a:xfrm>
          <a:prstGeom prst="line">
            <a:avLst/>
          </a:prstGeom>
          <a:ln w="19050">
            <a:solidFill>
              <a:srgbClr val="00AECC"/>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108960" y="2682240"/>
            <a:ext cx="1341120" cy="670560"/>
          </a:xfrm>
          <a:prstGeom prst="roundRect">
            <a:avLst/>
          </a:prstGeom>
          <a:solidFill>
            <a:srgbClr val="FFFFFF"/>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440" b="1">
                <a:solidFill>
                  <a:srgbClr val="007EB5"/>
                </a:solidFill>
                <a:latin typeface="Aptos"/>
              </a:rPr>
              <a:t>ExtractingText</a:t>
            </a:r>
          </a:p>
        </p:txBody>
      </p:sp>
      <p:cxnSp>
        <p:nvCxnSpPr>
          <p:cNvPr id="7" name="Connector 6"/>
          <p:cNvCxnSpPr/>
          <p:nvPr/>
        </p:nvCxnSpPr>
        <p:spPr>
          <a:xfrm>
            <a:off x="4511040" y="3023616"/>
            <a:ext cx="219456" cy="0"/>
          </a:xfrm>
          <a:prstGeom prst="line">
            <a:avLst/>
          </a:prstGeom>
          <a:ln w="19050">
            <a:solidFill>
              <a:srgbClr val="00AECC"/>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754880" y="2682240"/>
            <a:ext cx="1341120" cy="670560"/>
          </a:xfrm>
          <a:prstGeom prst="roundRect">
            <a:avLst/>
          </a:prstGeom>
          <a:solidFill>
            <a:srgbClr val="E2F6FB"/>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440" b="1">
                <a:solidFill>
                  <a:srgbClr val="007EB5"/>
                </a:solidFill>
                <a:latin typeface="Aptos"/>
              </a:rPr>
              <a:t>TextExtracted</a:t>
            </a:r>
          </a:p>
        </p:txBody>
      </p:sp>
      <p:cxnSp>
        <p:nvCxnSpPr>
          <p:cNvPr id="9" name="Connector 8"/>
          <p:cNvCxnSpPr/>
          <p:nvPr/>
        </p:nvCxnSpPr>
        <p:spPr>
          <a:xfrm>
            <a:off x="6156960" y="3023616"/>
            <a:ext cx="219456" cy="0"/>
          </a:xfrm>
          <a:prstGeom prst="line">
            <a:avLst/>
          </a:prstGeom>
          <a:ln w="19050">
            <a:solidFill>
              <a:srgbClr val="00AECC"/>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400800" y="2682240"/>
            <a:ext cx="1341120" cy="670560"/>
          </a:xfrm>
          <a:prstGeom prst="roundRect">
            <a:avLst/>
          </a:prstGeom>
          <a:solidFill>
            <a:srgbClr val="E6F7EC"/>
          </a:solidFill>
          <a:ln w="12700">
            <a:solidFill>
              <a:srgbClr val="50A677"/>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440" b="1">
                <a:solidFill>
                  <a:srgbClr val="007EB5"/>
                </a:solidFill>
                <a:latin typeface="Aptos"/>
              </a:rPr>
              <a:t>Chunked</a:t>
            </a:r>
          </a:p>
        </p:txBody>
      </p:sp>
      <p:cxnSp>
        <p:nvCxnSpPr>
          <p:cNvPr id="11" name="Connector 10"/>
          <p:cNvCxnSpPr/>
          <p:nvPr/>
        </p:nvCxnSpPr>
        <p:spPr>
          <a:xfrm>
            <a:off x="7802880" y="3023616"/>
            <a:ext cx="219456" cy="0"/>
          </a:xfrm>
          <a:prstGeom prst="line">
            <a:avLst/>
          </a:prstGeom>
          <a:ln w="19050">
            <a:solidFill>
              <a:srgbClr val="00AECC"/>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046720" y="2682240"/>
            <a:ext cx="1341120" cy="670560"/>
          </a:xfrm>
          <a:prstGeom prst="roundRect">
            <a:avLst/>
          </a:prstGeom>
          <a:solidFill>
            <a:srgbClr val="E2F6FB"/>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440" b="1">
                <a:solidFill>
                  <a:srgbClr val="007EB5"/>
                </a:solidFill>
                <a:latin typeface="Aptos"/>
              </a:rPr>
              <a:t>Embedded</a:t>
            </a:r>
          </a:p>
        </p:txBody>
      </p:sp>
      <p:cxnSp>
        <p:nvCxnSpPr>
          <p:cNvPr id="13" name="Connector 12"/>
          <p:cNvCxnSpPr/>
          <p:nvPr/>
        </p:nvCxnSpPr>
        <p:spPr>
          <a:xfrm>
            <a:off x="9448800" y="3023616"/>
            <a:ext cx="219456" cy="0"/>
          </a:xfrm>
          <a:prstGeom prst="line">
            <a:avLst/>
          </a:prstGeom>
          <a:ln w="19050">
            <a:solidFill>
              <a:srgbClr val="00AECC"/>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692640" y="2682240"/>
            <a:ext cx="1341120" cy="670560"/>
          </a:xfrm>
          <a:prstGeom prst="roundRect">
            <a:avLst/>
          </a:prstGeom>
          <a:solidFill>
            <a:srgbClr val="E6F7EC"/>
          </a:solidFill>
          <a:ln w="12700">
            <a:solidFill>
              <a:srgbClr val="50A677"/>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440" b="1">
                <a:solidFill>
                  <a:srgbClr val="007EB5"/>
                </a:solidFill>
                <a:latin typeface="Aptos"/>
              </a:rPr>
              <a:t>Ready</a:t>
            </a:r>
          </a:p>
        </p:txBody>
      </p:sp>
      <p:sp>
        <p:nvSpPr>
          <p:cNvPr id="15" name="TextBox 14"/>
          <p:cNvSpPr txBox="1"/>
          <p:nvPr/>
        </p:nvSpPr>
        <p:spPr>
          <a:xfrm>
            <a:off x="1341120" y="4206241"/>
            <a:ext cx="9144000" cy="1133837"/>
          </a:xfrm>
          <a:prstGeom prst="rect">
            <a:avLst/>
          </a:prstGeom>
          <a:noFill/>
        </p:spPr>
        <p:txBody>
          <a:bodyPr wrap="square" lIns="0" rIns="0">
            <a:spAutoFit/>
          </a:bodyPr>
          <a:lstStyle/>
          <a:p>
            <a:pPr>
              <a:spcAft>
                <a:spcPts val="667"/>
              </a:spcAft>
            </a:pPr>
            <a:r>
              <a:rPr sz="1867" b="1" dirty="0">
                <a:solidFill>
                  <a:srgbClr val="00AECC"/>
                </a:solidFill>
                <a:latin typeface="Aptos"/>
              </a:rPr>
              <a:t>▸ </a:t>
            </a:r>
            <a:r>
              <a:rPr sz="1867" dirty="0">
                <a:solidFill>
                  <a:srgbClr val="303740"/>
                </a:solidFill>
                <a:latin typeface="Aptos"/>
              </a:rPr>
              <a:t>The document should not be embedded before chunks exist.</a:t>
            </a:r>
          </a:p>
          <a:p>
            <a:pPr>
              <a:spcAft>
                <a:spcPts val="667"/>
              </a:spcAft>
            </a:pPr>
            <a:r>
              <a:rPr sz="1867" b="1" dirty="0">
                <a:solidFill>
                  <a:srgbClr val="00AECC"/>
                </a:solidFill>
                <a:latin typeface="Aptos"/>
              </a:rPr>
              <a:t>▸ </a:t>
            </a:r>
            <a:r>
              <a:rPr sz="1867" dirty="0">
                <a:solidFill>
                  <a:srgbClr val="303740"/>
                </a:solidFill>
                <a:latin typeface="Aptos"/>
              </a:rPr>
              <a:t>The document should not be retrieved until embeddings are available.</a:t>
            </a:r>
          </a:p>
          <a:p>
            <a:pPr>
              <a:spcAft>
                <a:spcPts val="667"/>
              </a:spcAft>
            </a:pPr>
            <a:r>
              <a:rPr sz="1867" b="1" dirty="0">
                <a:solidFill>
                  <a:srgbClr val="00AECC"/>
                </a:solidFill>
                <a:latin typeface="Aptos"/>
              </a:rPr>
              <a:t>▸ </a:t>
            </a:r>
            <a:r>
              <a:rPr sz="1867" dirty="0">
                <a:solidFill>
                  <a:srgbClr val="303740"/>
                </a:solidFill>
                <a:latin typeface="Aptos"/>
              </a:rPr>
              <a:t>Clear statuses make the pipeline predictable and easier to troubleshoot.</a:t>
            </a:r>
          </a:p>
        </p:txBody>
      </p:sp>
      <p:sp>
        <p:nvSpPr>
          <p:cNvPr id="16" name="TextBox 15"/>
          <p:cNvSpPr txBox="1"/>
          <p:nvPr/>
        </p:nvSpPr>
        <p:spPr>
          <a:xfrm>
            <a:off x="11330454" y="6291072"/>
            <a:ext cx="312906" cy="235898"/>
          </a:xfrm>
          <a:prstGeom prst="rect">
            <a:avLst/>
          </a:prstGeom>
          <a:noFill/>
        </p:spPr>
        <p:txBody>
          <a:bodyPr wrap="none">
            <a:spAutoFit/>
          </a:bodyPr>
          <a:lstStyle/>
          <a:p>
            <a:pPr algn="r"/>
            <a:r>
              <a:rPr sz="933">
                <a:solidFill>
                  <a:srgbClr val="FFFFFF"/>
                </a:solidFill>
                <a:latin typeface="Aptos"/>
              </a:rPr>
              <a:t>10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xEl>
                                              <p:pRg st="1" end="1"/>
                                            </p:txEl>
                                          </p:spTgt>
                                        </p:tgtEl>
                                        <p:attrNameLst>
                                          <p:attrName>style.visibility</p:attrName>
                                        </p:attrNameLst>
                                      </p:cBhvr>
                                      <p:to>
                                        <p:strVal val="visible"/>
                                      </p:to>
                                    </p:set>
                                    <p:animEffect transition="in" filter="fade">
                                      <p:cBhvr>
                                        <p:cTn id="12" dur="500"/>
                                        <p:tgtEl>
                                          <p:spTgt spid="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xEl>
                                              <p:pRg st="2" end="2"/>
                                            </p:txEl>
                                          </p:spTgt>
                                        </p:tgtEl>
                                        <p:attrNameLst>
                                          <p:attrName>style.visibility</p:attrName>
                                        </p:attrNameLst>
                                      </p:cBhvr>
                                      <p:to>
                                        <p:strVal val="visible"/>
                                      </p:to>
                                    </p:set>
                                    <p:animEffect transition="in" filter="fade">
                                      <p:cBhvr>
                                        <p:cTn id="17" dur="500"/>
                                        <p:tgtEl>
                                          <p:spTgt spid="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512064"/>
            <a:ext cx="8037778" cy="687432"/>
          </a:xfrm>
          <a:prstGeom prst="rect">
            <a:avLst/>
          </a:prstGeom>
          <a:noFill/>
        </p:spPr>
        <p:txBody>
          <a:bodyPr wrap="none">
            <a:spAutoFit/>
          </a:bodyPr>
          <a:lstStyle/>
          <a:p>
            <a:r>
              <a:rPr sz="3867">
                <a:solidFill>
                  <a:srgbClr val="007EB5"/>
                </a:solidFill>
                <a:latin typeface="Aptos Display"/>
              </a:rPr>
              <a:t>Chunking Prepares Text for Embeddings</a:t>
            </a:r>
          </a:p>
        </p:txBody>
      </p:sp>
      <p:sp>
        <p:nvSpPr>
          <p:cNvPr id="3" name="TextBox 2"/>
          <p:cNvSpPr txBox="1"/>
          <p:nvPr/>
        </p:nvSpPr>
        <p:spPr>
          <a:xfrm>
            <a:off x="646176" y="1194816"/>
            <a:ext cx="5399876" cy="379656"/>
          </a:xfrm>
          <a:prstGeom prst="rect">
            <a:avLst/>
          </a:prstGeom>
          <a:noFill/>
        </p:spPr>
        <p:txBody>
          <a:bodyPr wrap="none" lIns="0">
            <a:spAutoFit/>
          </a:bodyPr>
          <a:lstStyle/>
          <a:p>
            <a:r>
              <a:rPr sz="1867" b="1">
                <a:solidFill>
                  <a:srgbClr val="00AECC"/>
                </a:solidFill>
                <a:latin typeface="Aptos"/>
              </a:rPr>
              <a:t>Each chunk becomes a searchable semantic unit</a:t>
            </a:r>
          </a:p>
        </p:txBody>
      </p:sp>
      <p:sp>
        <p:nvSpPr>
          <p:cNvPr id="4" name="Rounded Rectangle 3"/>
          <p:cNvSpPr/>
          <p:nvPr/>
        </p:nvSpPr>
        <p:spPr>
          <a:xfrm>
            <a:off x="1036320" y="2560320"/>
            <a:ext cx="1645920" cy="829056"/>
          </a:xfrm>
          <a:prstGeom prst="roundRect">
            <a:avLst/>
          </a:prstGeom>
          <a:solidFill>
            <a:srgbClr val="E2F6FB"/>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400" b="1">
                <a:solidFill>
                  <a:srgbClr val="007EB5"/>
                </a:solidFill>
                <a:latin typeface="Aptos"/>
              </a:rPr>
              <a:t>Chunk Text</a:t>
            </a:r>
          </a:p>
        </p:txBody>
      </p:sp>
      <p:cxnSp>
        <p:nvCxnSpPr>
          <p:cNvPr id="5" name="Connector 4"/>
          <p:cNvCxnSpPr/>
          <p:nvPr/>
        </p:nvCxnSpPr>
        <p:spPr>
          <a:xfrm>
            <a:off x="2743200" y="2974848"/>
            <a:ext cx="670560" cy="0"/>
          </a:xfrm>
          <a:prstGeom prst="line">
            <a:avLst/>
          </a:prstGeom>
          <a:ln w="19050">
            <a:solidFill>
              <a:srgbClr val="00AECC"/>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474720" y="2560320"/>
            <a:ext cx="1645920" cy="829056"/>
          </a:xfrm>
          <a:prstGeom prst="roundRect">
            <a:avLst/>
          </a:prstGeom>
          <a:solidFill>
            <a:srgbClr val="E2F6FB"/>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400" b="1">
                <a:solidFill>
                  <a:srgbClr val="007EB5"/>
                </a:solidFill>
                <a:latin typeface="Aptos"/>
              </a:rPr>
              <a:t>Embedding Model</a:t>
            </a:r>
          </a:p>
        </p:txBody>
      </p:sp>
      <p:cxnSp>
        <p:nvCxnSpPr>
          <p:cNvPr id="7" name="Connector 6"/>
          <p:cNvCxnSpPr/>
          <p:nvPr/>
        </p:nvCxnSpPr>
        <p:spPr>
          <a:xfrm>
            <a:off x="5181600" y="2974848"/>
            <a:ext cx="670560" cy="0"/>
          </a:xfrm>
          <a:prstGeom prst="line">
            <a:avLst/>
          </a:prstGeom>
          <a:ln w="19050">
            <a:solidFill>
              <a:srgbClr val="00AECC"/>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913120" y="2560320"/>
            <a:ext cx="1645920" cy="829056"/>
          </a:xfrm>
          <a:prstGeom prst="roundRect">
            <a:avLst/>
          </a:prstGeom>
          <a:solidFill>
            <a:srgbClr val="E6F7EC"/>
          </a:solidFill>
          <a:ln w="12700">
            <a:solidFill>
              <a:srgbClr val="50A677"/>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400" b="1">
                <a:solidFill>
                  <a:srgbClr val="007EB5"/>
                </a:solidFill>
                <a:latin typeface="Aptos"/>
              </a:rPr>
              <a:t>Vector</a:t>
            </a:r>
          </a:p>
        </p:txBody>
      </p:sp>
      <p:cxnSp>
        <p:nvCxnSpPr>
          <p:cNvPr id="9" name="Connector 8"/>
          <p:cNvCxnSpPr/>
          <p:nvPr/>
        </p:nvCxnSpPr>
        <p:spPr>
          <a:xfrm>
            <a:off x="7620000" y="2974848"/>
            <a:ext cx="182881" cy="0"/>
          </a:xfrm>
          <a:prstGeom prst="line">
            <a:avLst/>
          </a:prstGeom>
          <a:ln w="19050">
            <a:solidFill>
              <a:srgbClr val="00AECC"/>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863840" y="2560320"/>
            <a:ext cx="1645920" cy="829056"/>
          </a:xfrm>
          <a:prstGeom prst="roundRect">
            <a:avLst/>
          </a:prstGeom>
          <a:solidFill>
            <a:srgbClr val="E2F6FB"/>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400" b="1">
                <a:solidFill>
                  <a:srgbClr val="007EB5"/>
                </a:solidFill>
                <a:latin typeface="Aptos"/>
              </a:rPr>
              <a:t>Vector Store</a:t>
            </a:r>
          </a:p>
        </p:txBody>
      </p:sp>
      <p:cxnSp>
        <p:nvCxnSpPr>
          <p:cNvPr id="11" name="Connector 10"/>
          <p:cNvCxnSpPr/>
          <p:nvPr/>
        </p:nvCxnSpPr>
        <p:spPr>
          <a:xfrm>
            <a:off x="9570720" y="2974848"/>
            <a:ext cx="60960" cy="0"/>
          </a:xfrm>
          <a:prstGeom prst="line">
            <a:avLst/>
          </a:prstGeom>
          <a:ln w="19050">
            <a:solidFill>
              <a:srgbClr val="00AECC"/>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692640" y="2560320"/>
            <a:ext cx="1645920" cy="829056"/>
          </a:xfrm>
          <a:prstGeom prst="roundRect">
            <a:avLst/>
          </a:prstGeom>
          <a:solidFill>
            <a:srgbClr val="E6F7EC"/>
          </a:solidFill>
          <a:ln w="12700">
            <a:solidFill>
              <a:srgbClr val="50A677"/>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400" b="1">
                <a:solidFill>
                  <a:srgbClr val="007EB5"/>
                </a:solidFill>
                <a:latin typeface="Aptos"/>
              </a:rPr>
              <a:t>Similarity Search</a:t>
            </a:r>
          </a:p>
        </p:txBody>
      </p:sp>
      <p:sp>
        <p:nvSpPr>
          <p:cNvPr id="13" name="TextBox 12"/>
          <p:cNvSpPr txBox="1"/>
          <p:nvPr/>
        </p:nvSpPr>
        <p:spPr>
          <a:xfrm>
            <a:off x="1280160" y="4206241"/>
            <a:ext cx="9387840" cy="1133837"/>
          </a:xfrm>
          <a:prstGeom prst="rect">
            <a:avLst/>
          </a:prstGeom>
          <a:noFill/>
        </p:spPr>
        <p:txBody>
          <a:bodyPr wrap="square" lIns="0" rIns="0">
            <a:spAutoFit/>
          </a:bodyPr>
          <a:lstStyle/>
          <a:p>
            <a:pPr>
              <a:spcAft>
                <a:spcPts val="667"/>
              </a:spcAft>
            </a:pPr>
            <a:r>
              <a:rPr sz="1867" b="1" dirty="0">
                <a:solidFill>
                  <a:srgbClr val="00AECC"/>
                </a:solidFill>
                <a:latin typeface="Aptos"/>
              </a:rPr>
              <a:t>▸ </a:t>
            </a:r>
            <a:r>
              <a:rPr sz="1867" dirty="0">
                <a:solidFill>
                  <a:srgbClr val="303740"/>
                </a:solidFill>
                <a:latin typeface="Aptos"/>
              </a:rPr>
              <a:t>Chunking produces the records that will be embedded.</a:t>
            </a:r>
          </a:p>
          <a:p>
            <a:pPr>
              <a:spcAft>
                <a:spcPts val="667"/>
              </a:spcAft>
            </a:pPr>
            <a:r>
              <a:rPr sz="1867" b="1" dirty="0">
                <a:solidFill>
                  <a:srgbClr val="00AECC"/>
                </a:solidFill>
                <a:latin typeface="Aptos"/>
              </a:rPr>
              <a:t>▸ </a:t>
            </a:r>
            <a:r>
              <a:rPr sz="1867" dirty="0">
                <a:solidFill>
                  <a:srgbClr val="303740"/>
                </a:solidFill>
                <a:latin typeface="Aptos"/>
              </a:rPr>
              <a:t>The embedding vector is generated from the chunk text, not the entire PDF.</a:t>
            </a:r>
          </a:p>
          <a:p>
            <a:pPr>
              <a:spcAft>
                <a:spcPts val="667"/>
              </a:spcAft>
            </a:pPr>
            <a:r>
              <a:rPr sz="1867" b="1" dirty="0">
                <a:solidFill>
                  <a:srgbClr val="00AECC"/>
                </a:solidFill>
                <a:latin typeface="Aptos"/>
              </a:rPr>
              <a:t>▸ </a:t>
            </a:r>
            <a:r>
              <a:rPr sz="1867" dirty="0">
                <a:solidFill>
                  <a:srgbClr val="303740"/>
                </a:solidFill>
                <a:latin typeface="Aptos"/>
              </a:rPr>
              <a:t>The vector store later compares the user question to stored chunk vectors.</a:t>
            </a:r>
          </a:p>
        </p:txBody>
      </p:sp>
      <p:sp>
        <p:nvSpPr>
          <p:cNvPr id="14" name="TextBox 13"/>
          <p:cNvSpPr txBox="1"/>
          <p:nvPr/>
        </p:nvSpPr>
        <p:spPr>
          <a:xfrm>
            <a:off x="11330454" y="6291072"/>
            <a:ext cx="312906" cy="235898"/>
          </a:xfrm>
          <a:prstGeom prst="rect">
            <a:avLst/>
          </a:prstGeom>
          <a:noFill/>
        </p:spPr>
        <p:txBody>
          <a:bodyPr wrap="none">
            <a:spAutoFit/>
          </a:bodyPr>
          <a:lstStyle/>
          <a:p>
            <a:pPr algn="r"/>
            <a:r>
              <a:rPr sz="933">
                <a:solidFill>
                  <a:srgbClr val="FFFFFF"/>
                </a:solidFill>
                <a:latin typeface="Aptos"/>
              </a:rPr>
              <a:t>11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fade">
                                      <p:cBhvr>
                                        <p:cTn id="17" dur="5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512064"/>
            <a:ext cx="5713424" cy="687432"/>
          </a:xfrm>
          <a:prstGeom prst="rect">
            <a:avLst/>
          </a:prstGeom>
          <a:noFill/>
        </p:spPr>
        <p:txBody>
          <a:bodyPr wrap="none">
            <a:spAutoFit/>
          </a:bodyPr>
          <a:lstStyle/>
          <a:p>
            <a:r>
              <a:rPr sz="3867">
                <a:solidFill>
                  <a:srgbClr val="007EB5"/>
                </a:solidFill>
                <a:latin typeface="Aptos Display"/>
              </a:rPr>
              <a:t>How Retrieval Uses Chunks</a:t>
            </a:r>
          </a:p>
        </p:txBody>
      </p:sp>
      <p:sp>
        <p:nvSpPr>
          <p:cNvPr id="3" name="TextBox 2"/>
          <p:cNvSpPr txBox="1"/>
          <p:nvPr/>
        </p:nvSpPr>
        <p:spPr>
          <a:xfrm>
            <a:off x="646176" y="1194816"/>
            <a:ext cx="3957174" cy="379656"/>
          </a:xfrm>
          <a:prstGeom prst="rect">
            <a:avLst/>
          </a:prstGeom>
          <a:noFill/>
        </p:spPr>
        <p:txBody>
          <a:bodyPr wrap="none" lIns="0">
            <a:spAutoFit/>
          </a:bodyPr>
          <a:lstStyle/>
          <a:p>
            <a:r>
              <a:rPr sz="1867" b="1">
                <a:solidFill>
                  <a:srgbClr val="00AECC"/>
                </a:solidFill>
                <a:latin typeface="Aptos"/>
              </a:rPr>
              <a:t>Retrieve only what the model needs</a:t>
            </a:r>
          </a:p>
        </p:txBody>
      </p:sp>
      <p:sp>
        <p:nvSpPr>
          <p:cNvPr id="4" name="Rounded Rectangle 3"/>
          <p:cNvSpPr/>
          <p:nvPr/>
        </p:nvSpPr>
        <p:spPr>
          <a:xfrm>
            <a:off x="914400" y="1645920"/>
            <a:ext cx="4145280" cy="1097280"/>
          </a:xfrm>
          <a:prstGeom prst="roundRect">
            <a:avLst/>
          </a:prstGeom>
          <a:solidFill>
            <a:srgbClr val="FFFFFF"/>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533" b="1">
                <a:solidFill>
                  <a:srgbClr val="007EB5"/>
                </a:solidFill>
                <a:latin typeface="Aptos"/>
              </a:rPr>
              <a:t>User Question
“What does the policy say about customer data retention?”</a:t>
            </a:r>
          </a:p>
        </p:txBody>
      </p:sp>
      <p:cxnSp>
        <p:nvCxnSpPr>
          <p:cNvPr id="5" name="Connector 4"/>
          <p:cNvCxnSpPr/>
          <p:nvPr/>
        </p:nvCxnSpPr>
        <p:spPr>
          <a:xfrm>
            <a:off x="5181600" y="2218944"/>
            <a:ext cx="609600" cy="0"/>
          </a:xfrm>
          <a:prstGeom prst="line">
            <a:avLst/>
          </a:prstGeom>
          <a:ln w="25400">
            <a:solidFill>
              <a:srgbClr val="00AECC"/>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913120" y="1645920"/>
            <a:ext cx="4876800" cy="1097280"/>
          </a:xfrm>
          <a:prstGeom prst="roundRect">
            <a:avLst/>
          </a:prstGeom>
          <a:solidFill>
            <a:srgbClr val="E2F6FB"/>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l"/>
            <a:r>
              <a:rPr sz="1400">
                <a:solidFill>
                  <a:srgbClr val="303740"/>
                </a:solidFill>
                <a:latin typeface="Aptos"/>
              </a:rPr>
              <a:t>Retrieve matching chunks
• Customer Data Policy — Chunk 3
• Customer Data Policy — Chunk 4</a:t>
            </a:r>
          </a:p>
        </p:txBody>
      </p:sp>
      <p:cxnSp>
        <p:nvCxnSpPr>
          <p:cNvPr id="7" name="Connector 6"/>
          <p:cNvCxnSpPr/>
          <p:nvPr/>
        </p:nvCxnSpPr>
        <p:spPr>
          <a:xfrm>
            <a:off x="8351520" y="2852929"/>
            <a:ext cx="0" cy="670559"/>
          </a:xfrm>
          <a:prstGeom prst="line">
            <a:avLst/>
          </a:prstGeom>
          <a:ln w="25400">
            <a:solidFill>
              <a:srgbClr val="00AECC"/>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400800" y="3718560"/>
            <a:ext cx="3901440" cy="670560"/>
          </a:xfrm>
          <a:prstGeom prst="roundRect">
            <a:avLst/>
          </a:prstGeom>
          <a:solidFill>
            <a:srgbClr val="FFFFFF"/>
          </a:solidFill>
          <a:ln w="12700">
            <a:solidFill>
              <a:srgbClr val="00AECC"/>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600" b="1">
                <a:solidFill>
                  <a:srgbClr val="007EB5"/>
                </a:solidFill>
                <a:latin typeface="Aptos"/>
              </a:rPr>
              <a:t>Send retrieved chunks to model</a:t>
            </a:r>
          </a:p>
        </p:txBody>
      </p:sp>
      <p:cxnSp>
        <p:nvCxnSpPr>
          <p:cNvPr id="9" name="Connector 8"/>
          <p:cNvCxnSpPr/>
          <p:nvPr/>
        </p:nvCxnSpPr>
        <p:spPr>
          <a:xfrm>
            <a:off x="8351520" y="4450080"/>
            <a:ext cx="0" cy="512064"/>
          </a:xfrm>
          <a:prstGeom prst="line">
            <a:avLst/>
          </a:prstGeom>
          <a:ln w="25400">
            <a:solidFill>
              <a:srgbClr val="00AECC"/>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669281" y="5181600"/>
            <a:ext cx="5303519" cy="670560"/>
          </a:xfrm>
          <a:prstGeom prst="roundRect">
            <a:avLst/>
          </a:prstGeom>
          <a:solidFill>
            <a:srgbClr val="E6F7EC"/>
          </a:solidFill>
          <a:ln w="12700">
            <a:solidFill>
              <a:srgbClr val="50A677"/>
            </a:solidFill>
          </a:ln>
        </p:spPr>
        <p:style>
          <a:lnRef idx="1">
            <a:schemeClr val="accent1"/>
          </a:lnRef>
          <a:fillRef idx="3">
            <a:schemeClr val="accent1"/>
          </a:fillRef>
          <a:effectRef idx="2">
            <a:schemeClr val="accent1"/>
          </a:effectRef>
          <a:fontRef idx="minor">
            <a:schemeClr val="lt1"/>
          </a:fontRef>
        </p:style>
        <p:txBody>
          <a:bodyPr lIns="97536" rIns="97536" rtlCol="0" anchor="ctr"/>
          <a:lstStyle/>
          <a:p>
            <a:pPr algn="ctr"/>
            <a:r>
              <a:rPr sz="1600" b="1">
                <a:solidFill>
                  <a:srgbClr val="007EB5"/>
                </a:solidFill>
                <a:latin typeface="Aptos"/>
              </a:rPr>
              <a:t>Generate grounded answer with source references</a:t>
            </a:r>
          </a:p>
        </p:txBody>
      </p:sp>
      <p:sp>
        <p:nvSpPr>
          <p:cNvPr id="11" name="TextBox 10"/>
          <p:cNvSpPr txBox="1"/>
          <p:nvPr/>
        </p:nvSpPr>
        <p:spPr>
          <a:xfrm>
            <a:off x="1097280" y="3779521"/>
            <a:ext cx="4145280" cy="605422"/>
          </a:xfrm>
          <a:prstGeom prst="rect">
            <a:avLst/>
          </a:prstGeom>
          <a:noFill/>
        </p:spPr>
        <p:txBody>
          <a:bodyPr wrap="square" lIns="0" rIns="0">
            <a:spAutoFit/>
          </a:bodyPr>
          <a:lstStyle/>
          <a:p>
            <a:pPr>
              <a:spcAft>
                <a:spcPts val="667"/>
              </a:spcAft>
            </a:pPr>
            <a:r>
              <a:rPr sz="1667" b="1">
                <a:solidFill>
                  <a:srgbClr val="00AECC"/>
                </a:solidFill>
                <a:latin typeface="Aptos"/>
              </a:rPr>
              <a:t>▸ </a:t>
            </a:r>
            <a:r>
              <a:rPr sz="1667">
                <a:solidFill>
                  <a:srgbClr val="303740"/>
                </a:solidFill>
                <a:latin typeface="Aptos"/>
              </a:rPr>
              <a:t>The model answers from retrieved context instead of guessing from general knowledge.</a:t>
            </a:r>
          </a:p>
        </p:txBody>
      </p:sp>
      <p:sp>
        <p:nvSpPr>
          <p:cNvPr id="12" name="TextBox 11"/>
          <p:cNvSpPr txBox="1"/>
          <p:nvPr/>
        </p:nvSpPr>
        <p:spPr>
          <a:xfrm>
            <a:off x="11330454" y="6291072"/>
            <a:ext cx="312906" cy="235898"/>
          </a:xfrm>
          <a:prstGeom prst="rect">
            <a:avLst/>
          </a:prstGeom>
          <a:noFill/>
        </p:spPr>
        <p:txBody>
          <a:bodyPr wrap="none">
            <a:spAutoFit/>
          </a:bodyPr>
          <a:lstStyle/>
          <a:p>
            <a:pPr algn="r"/>
            <a:r>
              <a:rPr sz="933">
                <a:solidFill>
                  <a:srgbClr val="FFFFFF"/>
                </a:solidFill>
                <a:latin typeface="Aptos"/>
              </a:rPr>
              <a:t>12</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1" y="512064"/>
            <a:ext cx="5505033" cy="687432"/>
          </a:xfrm>
          <a:prstGeom prst="rect">
            <a:avLst/>
          </a:prstGeom>
          <a:noFill/>
        </p:spPr>
        <p:txBody>
          <a:bodyPr wrap="none">
            <a:spAutoFit/>
          </a:bodyPr>
          <a:lstStyle/>
          <a:p>
            <a:r>
              <a:rPr sz="3867">
                <a:solidFill>
                  <a:srgbClr val="007EB5"/>
                </a:solidFill>
                <a:latin typeface="Aptos Display"/>
              </a:rPr>
              <a:t>Implementation Reference</a:t>
            </a:r>
          </a:p>
        </p:txBody>
      </p:sp>
      <p:sp>
        <p:nvSpPr>
          <p:cNvPr id="3" name="TextBox 2"/>
          <p:cNvSpPr txBox="1"/>
          <p:nvPr/>
        </p:nvSpPr>
        <p:spPr>
          <a:xfrm>
            <a:off x="646177" y="1194816"/>
            <a:ext cx="4049314" cy="379656"/>
          </a:xfrm>
          <a:prstGeom prst="rect">
            <a:avLst/>
          </a:prstGeom>
          <a:noFill/>
        </p:spPr>
        <p:txBody>
          <a:bodyPr wrap="none" lIns="0">
            <a:spAutoFit/>
          </a:bodyPr>
          <a:lstStyle/>
          <a:p>
            <a:r>
              <a:rPr sz="1867" b="1" dirty="0">
                <a:solidFill>
                  <a:srgbClr val="00AECC"/>
                </a:solidFill>
                <a:latin typeface="Aptos"/>
              </a:rPr>
              <a:t>How this maps to the </a:t>
            </a:r>
            <a:r>
              <a:rPr sz="1867" b="1">
                <a:solidFill>
                  <a:srgbClr val="00AECC"/>
                </a:solidFill>
                <a:latin typeface="Aptos"/>
              </a:rPr>
              <a:t>current </a:t>
            </a:r>
            <a:r>
              <a:rPr lang="en-US" sz="1867" b="1">
                <a:solidFill>
                  <a:srgbClr val="00AECC"/>
                </a:solidFill>
                <a:latin typeface="Aptos"/>
              </a:rPr>
              <a:t>project</a:t>
            </a:r>
            <a:endParaRPr sz="1867" b="1" dirty="0">
              <a:solidFill>
                <a:srgbClr val="00AECC"/>
              </a:solidFill>
              <a:latin typeface="Aptos"/>
            </a:endParaRPr>
          </a:p>
        </p:txBody>
      </p:sp>
      <p:sp>
        <p:nvSpPr>
          <p:cNvPr id="4" name="TextBox 3"/>
          <p:cNvSpPr txBox="1"/>
          <p:nvPr/>
        </p:nvSpPr>
        <p:spPr>
          <a:xfrm>
            <a:off x="914400" y="1767840"/>
            <a:ext cx="9875520" cy="1510926"/>
          </a:xfrm>
          <a:prstGeom prst="rect">
            <a:avLst/>
          </a:prstGeom>
          <a:noFill/>
        </p:spPr>
        <p:txBody>
          <a:bodyPr wrap="square" lIns="0" rIns="0">
            <a:spAutoFit/>
          </a:bodyPr>
          <a:lstStyle/>
          <a:p>
            <a:pPr>
              <a:spcAft>
                <a:spcPts val="667"/>
              </a:spcAft>
            </a:pPr>
            <a:r>
              <a:rPr sz="1867" b="1" dirty="0">
                <a:solidFill>
                  <a:srgbClr val="00AECC"/>
                </a:solidFill>
                <a:latin typeface="Aptos"/>
              </a:rPr>
              <a:t>▸ </a:t>
            </a:r>
            <a:r>
              <a:rPr sz="1867" dirty="0">
                <a:solidFill>
                  <a:srgbClr val="303740"/>
                </a:solidFill>
                <a:latin typeface="Aptos"/>
              </a:rPr>
              <a:t>The application stores extracted text in </a:t>
            </a:r>
            <a:r>
              <a:rPr sz="1867" dirty="0" err="1">
                <a:solidFill>
                  <a:srgbClr val="303740"/>
                </a:solidFill>
                <a:latin typeface="Aptos"/>
              </a:rPr>
              <a:t>PortalDocumentContent.RawText</a:t>
            </a:r>
            <a:r>
              <a:rPr sz="1867" dirty="0">
                <a:solidFill>
                  <a:srgbClr val="303740"/>
                </a:solidFill>
                <a:latin typeface="Aptos"/>
              </a:rPr>
              <a:t>.</a:t>
            </a:r>
          </a:p>
          <a:p>
            <a:pPr>
              <a:spcAft>
                <a:spcPts val="667"/>
              </a:spcAft>
            </a:pPr>
            <a:r>
              <a:rPr sz="1867" b="1" dirty="0">
                <a:solidFill>
                  <a:srgbClr val="00AECC"/>
                </a:solidFill>
                <a:latin typeface="Aptos"/>
              </a:rPr>
              <a:t>▸ </a:t>
            </a:r>
            <a:r>
              <a:rPr sz="1867" dirty="0" err="1">
                <a:solidFill>
                  <a:srgbClr val="303740"/>
                </a:solidFill>
                <a:latin typeface="Aptos"/>
              </a:rPr>
              <a:t>PortalDocument</a:t>
            </a:r>
            <a:r>
              <a:rPr sz="1867" dirty="0">
                <a:solidFill>
                  <a:srgbClr val="303740"/>
                </a:solidFill>
                <a:latin typeface="Aptos"/>
              </a:rPr>
              <a:t> tracks processing state through </a:t>
            </a:r>
            <a:r>
              <a:rPr sz="1867" dirty="0" err="1">
                <a:solidFill>
                  <a:srgbClr val="303740"/>
                </a:solidFill>
                <a:latin typeface="Aptos"/>
              </a:rPr>
              <a:t>DocumentProcessingStatus</a:t>
            </a:r>
            <a:r>
              <a:rPr sz="1867" dirty="0">
                <a:solidFill>
                  <a:srgbClr val="303740"/>
                </a:solidFill>
                <a:latin typeface="Aptos"/>
              </a:rPr>
              <a:t>.</a:t>
            </a:r>
          </a:p>
          <a:p>
            <a:pPr>
              <a:spcAft>
                <a:spcPts val="667"/>
              </a:spcAft>
            </a:pPr>
            <a:r>
              <a:rPr sz="1867" b="1" dirty="0">
                <a:solidFill>
                  <a:srgbClr val="00AECC"/>
                </a:solidFill>
                <a:latin typeface="Aptos"/>
              </a:rPr>
              <a:t>▸ </a:t>
            </a:r>
            <a:r>
              <a:rPr sz="1867" dirty="0">
                <a:solidFill>
                  <a:srgbClr val="303740"/>
                </a:solidFill>
                <a:latin typeface="Aptos"/>
              </a:rPr>
              <a:t>The chunking demo adds </a:t>
            </a:r>
            <a:r>
              <a:rPr sz="1867" dirty="0" err="1">
                <a:solidFill>
                  <a:srgbClr val="303740"/>
                </a:solidFill>
                <a:latin typeface="Aptos"/>
              </a:rPr>
              <a:t>PortalDocumentChunk</a:t>
            </a:r>
            <a:r>
              <a:rPr sz="1867" dirty="0">
                <a:solidFill>
                  <a:srgbClr val="303740"/>
                </a:solidFill>
                <a:latin typeface="Aptos"/>
              </a:rPr>
              <a:t> as the retrieval-ready record.</a:t>
            </a:r>
          </a:p>
          <a:p>
            <a:pPr>
              <a:spcAft>
                <a:spcPts val="667"/>
              </a:spcAft>
            </a:pPr>
            <a:r>
              <a:rPr sz="1867" b="1" dirty="0">
                <a:solidFill>
                  <a:srgbClr val="00AECC"/>
                </a:solidFill>
                <a:latin typeface="Aptos"/>
              </a:rPr>
              <a:t>▸ </a:t>
            </a:r>
            <a:r>
              <a:rPr sz="1867" dirty="0">
                <a:solidFill>
                  <a:srgbClr val="303740"/>
                </a:solidFill>
                <a:latin typeface="Aptos"/>
              </a:rPr>
              <a:t>The next demo adds embeddings for each saved chunk.</a:t>
            </a:r>
          </a:p>
        </p:txBody>
      </p:sp>
      <p:sp>
        <p:nvSpPr>
          <p:cNvPr id="5" name="Rounded Rectangle 4"/>
          <p:cNvSpPr/>
          <p:nvPr/>
        </p:nvSpPr>
        <p:spPr>
          <a:xfrm>
            <a:off x="1280160" y="4267200"/>
            <a:ext cx="8961120" cy="1097280"/>
          </a:xfrm>
          <a:prstGeom prst="roundRect">
            <a:avLst/>
          </a:prstGeom>
          <a:solidFill>
            <a:srgbClr val="F5F8FA"/>
          </a:solidFill>
          <a:ln w="12700">
            <a:solidFill>
              <a:srgbClr val="C9D6DE"/>
            </a:solidFill>
          </a:ln>
        </p:spPr>
        <p:style>
          <a:lnRef idx="1">
            <a:schemeClr val="accent1"/>
          </a:lnRef>
          <a:fillRef idx="3">
            <a:schemeClr val="accent1"/>
          </a:fillRef>
          <a:effectRef idx="2">
            <a:schemeClr val="accent1"/>
          </a:effectRef>
          <a:fontRef idx="minor">
            <a:schemeClr val="lt1"/>
          </a:fontRef>
        </p:style>
        <p:txBody>
          <a:bodyPr lIns="146304" tIns="97536" rIns="146304" rtlCol="0" anchor="ctr"/>
          <a:lstStyle/>
          <a:p>
            <a:pPr algn="ctr"/>
            <a:r>
              <a:rPr sz="1667">
                <a:solidFill>
                  <a:srgbClr val="303740"/>
                </a:solidFill>
                <a:latin typeface="Cascadia Mono"/>
              </a:rPr>
              <a:t>PortalDocumentContent → RawText
PortalDocumentChunk   → Text + Metadata
Embedding Record      → Chunk Vector (next demo)</a:t>
            </a:r>
          </a:p>
        </p:txBody>
      </p:sp>
      <p:sp>
        <p:nvSpPr>
          <p:cNvPr id="7" name="TextBox 6"/>
          <p:cNvSpPr txBox="1"/>
          <p:nvPr/>
        </p:nvSpPr>
        <p:spPr>
          <a:xfrm>
            <a:off x="11330454" y="6291072"/>
            <a:ext cx="312906" cy="235898"/>
          </a:xfrm>
          <a:prstGeom prst="rect">
            <a:avLst/>
          </a:prstGeom>
          <a:noFill/>
        </p:spPr>
        <p:txBody>
          <a:bodyPr wrap="none">
            <a:spAutoFit/>
          </a:bodyPr>
          <a:lstStyle/>
          <a:p>
            <a:pPr algn="r"/>
            <a:r>
              <a:rPr sz="933">
                <a:solidFill>
                  <a:srgbClr val="FFFFFF"/>
                </a:solidFill>
                <a:latin typeface="Aptos"/>
              </a:rPr>
              <a:t>14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name="Slide 8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dirty="0">
                <a:solidFill>
                  <a:srgbClr val="007DB8"/>
                </a:solidFill>
                <a:latin typeface="Raleway" pitchFamily="34" charset="0"/>
                <a:ea typeface="Raleway" pitchFamily="34" charset="-122"/>
                <a:cs typeface="Raleway" pitchFamily="34" charset="-120"/>
              </a:rPr>
              <a:t>8.9 — Prepare Document Chunks and Metadata [Demo]</a:t>
            </a:r>
            <a:endParaRPr lang="en-US" sz="2700" dirty="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Convert extracted document text into retrieval-ready chunks.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The document content is retrieval-ready with useful metadata.</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Choose a chunk size and overlap strategy.</a:t>
            </a:r>
            <a:endParaRPr lang="en-US" sz="1160"/>
          </a:p>
          <a:p>
            <a:pPr marL="0" indent="0">
              <a:buNone/>
            </a:pPr>
            <a:r>
              <a:rPr lang="en-US" sz="2200">
                <a:solidFill>
                  <a:srgbClr val="374151"/>
                </a:solidFill>
                <a:latin typeface="Barlow" pitchFamily="34" charset="0"/>
                <a:ea typeface="Barlow" pitchFamily="34" charset="-122"/>
                <a:cs typeface="Barlow" pitchFamily="34" charset="-120"/>
              </a:rPr>
              <a:t>2. Create chunks from processed document text.</a:t>
            </a:r>
            <a:endParaRPr lang="en-US" sz="1160"/>
          </a:p>
          <a:p>
            <a:pPr marL="0" indent="0">
              <a:buNone/>
            </a:pPr>
            <a:r>
              <a:rPr lang="en-US" sz="2200">
                <a:solidFill>
                  <a:srgbClr val="374151"/>
                </a:solidFill>
                <a:latin typeface="Barlow" pitchFamily="34" charset="0"/>
                <a:ea typeface="Barlow" pitchFamily="34" charset="-122"/>
                <a:cs typeface="Barlow" pitchFamily="34" charset="-120"/>
              </a:rPr>
              <a:t>3. Attach metadata such as document ID, title, page, and section.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4. Persist chunks ready for embedding.</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88</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Lesson 8.9</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0560" y="670560"/>
            <a:ext cx="10850880" cy="1036320"/>
          </a:xfrm>
        </p:spPr>
        <p:txBody>
          <a:bodyPr/>
          <a:lstStyle/>
          <a:p>
            <a:r>
              <a:rPr sz="5067" b="1">
                <a:solidFill>
                  <a:srgbClr val="0078B4"/>
                </a:solidFill>
              </a:rPr>
              <a:t>What Is an Embedding?</a:t>
            </a:r>
          </a:p>
        </p:txBody>
      </p:sp>
      <p:sp>
        <p:nvSpPr>
          <p:cNvPr id="3" name="Rounded Rectangle 2"/>
          <p:cNvSpPr/>
          <p:nvPr/>
        </p:nvSpPr>
        <p:spPr>
          <a:xfrm>
            <a:off x="792480" y="1767840"/>
            <a:ext cx="3352800" cy="341376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170688" tIns="134112" rIns="170688" bIns="97536" rtlCol="0" anchor="ctr"/>
          <a:lstStyle/>
          <a:p>
            <a:pPr algn="ctr" defTabSz="1219170">
              <a:buClr>
                <a:srgbClr val="000000"/>
              </a:buClr>
            </a:pPr>
            <a:r>
              <a:rPr sz="2000" b="1" kern="0" dirty="0">
                <a:solidFill>
                  <a:srgbClr val="0078B4"/>
                </a:solidFill>
                <a:latin typeface="Arial"/>
                <a:sym typeface="Arial"/>
              </a:rPr>
              <a:t>Raw content</a:t>
            </a:r>
          </a:p>
          <a:p>
            <a:pPr defTabSz="1219170">
              <a:spcBef>
                <a:spcPts val="533"/>
              </a:spcBef>
              <a:buClr>
                <a:srgbClr val="000000"/>
              </a:buClr>
            </a:pPr>
            <a:r>
              <a:rPr sz="1533" kern="0" dirty="0">
                <a:solidFill>
                  <a:srgbClr val="383B4B"/>
                </a:solidFill>
                <a:latin typeface="Arial"/>
                <a:sym typeface="Arial"/>
              </a:rPr>
              <a:t>Text such as:</a:t>
            </a:r>
            <a:br>
              <a:rPr sz="1867" kern="0" dirty="0">
                <a:solidFill>
                  <a:srgbClr val="FFFFFF"/>
                </a:solidFill>
                <a:latin typeface="Arial"/>
                <a:sym typeface="Arial"/>
              </a:rPr>
            </a:br>
            <a:r>
              <a:rPr sz="1533" kern="0" dirty="0">
                <a:solidFill>
                  <a:srgbClr val="383B4B"/>
                </a:solidFill>
                <a:latin typeface="Arial"/>
                <a:sym typeface="Arial"/>
              </a:rPr>
              <a:t>“The cancellation terms are listed in section 4.”</a:t>
            </a:r>
            <a:br>
              <a:rPr sz="1867" kern="0" dirty="0">
                <a:solidFill>
                  <a:srgbClr val="FFFFFF"/>
                </a:solidFill>
                <a:latin typeface="Arial"/>
                <a:sym typeface="Arial"/>
              </a:rPr>
            </a:br>
            <a:br>
              <a:rPr sz="1867" kern="0" dirty="0">
                <a:solidFill>
                  <a:srgbClr val="FFFFFF"/>
                </a:solidFill>
                <a:latin typeface="Arial"/>
                <a:sym typeface="Arial"/>
              </a:rPr>
            </a:br>
            <a:r>
              <a:rPr sz="1533" kern="0" dirty="0">
                <a:solidFill>
                  <a:srgbClr val="383B4B"/>
                </a:solidFill>
                <a:latin typeface="Arial"/>
                <a:sym typeface="Arial"/>
              </a:rPr>
              <a:t>Readable by humans and useful for display, citation, and audit trails.</a:t>
            </a:r>
          </a:p>
        </p:txBody>
      </p:sp>
      <p:sp>
        <p:nvSpPr>
          <p:cNvPr id="4" name="Rectangle 3"/>
          <p:cNvSpPr/>
          <p:nvPr/>
        </p:nvSpPr>
        <p:spPr>
          <a:xfrm>
            <a:off x="792480" y="1767840"/>
            <a:ext cx="3352800" cy="73152"/>
          </a:xfrm>
          <a:prstGeom prst="rect">
            <a:avLst/>
          </a:prstGeom>
          <a:solidFill>
            <a:srgbClr val="00AE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buClr>
                <a:srgbClr val="000000"/>
              </a:buClr>
            </a:pPr>
            <a:endParaRPr sz="1867" kern="0">
              <a:solidFill>
                <a:srgbClr val="FFFFFF"/>
              </a:solidFill>
              <a:latin typeface="Arial"/>
              <a:sym typeface="Arial"/>
            </a:endParaRPr>
          </a:p>
        </p:txBody>
      </p:sp>
      <p:sp>
        <p:nvSpPr>
          <p:cNvPr id="5" name="Rounded Rectangle 4"/>
          <p:cNvSpPr/>
          <p:nvPr/>
        </p:nvSpPr>
        <p:spPr>
          <a:xfrm>
            <a:off x="4450080" y="1767840"/>
            <a:ext cx="3352800" cy="341376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170688" tIns="134112" rIns="170688" bIns="97536" rtlCol="0" anchor="ctr"/>
          <a:lstStyle/>
          <a:p>
            <a:pPr algn="ctr" defTabSz="1219170">
              <a:buClr>
                <a:srgbClr val="000000"/>
              </a:buClr>
            </a:pPr>
            <a:r>
              <a:rPr sz="2000" b="1" kern="0" dirty="0">
                <a:solidFill>
                  <a:srgbClr val="0078B4"/>
                </a:solidFill>
                <a:latin typeface="Arial"/>
                <a:sym typeface="Arial"/>
              </a:rPr>
              <a:t>Embedding vector</a:t>
            </a:r>
          </a:p>
          <a:p>
            <a:pPr defTabSz="1219170">
              <a:spcBef>
                <a:spcPts val="533"/>
              </a:spcBef>
              <a:buClr>
                <a:srgbClr val="000000"/>
              </a:buClr>
            </a:pPr>
            <a:r>
              <a:rPr sz="1533" kern="0" dirty="0">
                <a:solidFill>
                  <a:srgbClr val="383B4B"/>
                </a:solidFill>
                <a:latin typeface="Arial"/>
                <a:sym typeface="Arial"/>
              </a:rPr>
              <a:t>A numeric representation of meaning.</a:t>
            </a:r>
            <a:br>
              <a:rPr sz="1867" kern="0" dirty="0">
                <a:solidFill>
                  <a:srgbClr val="FFFFFF"/>
                </a:solidFill>
                <a:latin typeface="Arial"/>
                <a:sym typeface="Arial"/>
              </a:rPr>
            </a:br>
            <a:br>
              <a:rPr sz="1867" kern="0" dirty="0">
                <a:solidFill>
                  <a:srgbClr val="FFFFFF"/>
                </a:solidFill>
                <a:latin typeface="Arial"/>
                <a:sym typeface="Arial"/>
              </a:rPr>
            </a:br>
            <a:r>
              <a:rPr sz="1533" kern="0" dirty="0">
                <a:solidFill>
                  <a:srgbClr val="383B4B"/>
                </a:solidFill>
                <a:latin typeface="Arial"/>
                <a:sym typeface="Arial"/>
              </a:rPr>
              <a:t>Example shape:</a:t>
            </a:r>
            <a:br>
              <a:rPr sz="1867" kern="0" dirty="0">
                <a:solidFill>
                  <a:srgbClr val="FFFFFF"/>
                </a:solidFill>
                <a:latin typeface="Arial"/>
                <a:sym typeface="Arial"/>
              </a:rPr>
            </a:br>
            <a:r>
              <a:rPr sz="1533" kern="0" dirty="0">
                <a:solidFill>
                  <a:srgbClr val="383B4B"/>
                </a:solidFill>
                <a:latin typeface="Arial"/>
                <a:sym typeface="Arial"/>
              </a:rPr>
              <a:t>[0.012, -0.084, 0.337, ...]</a:t>
            </a:r>
            <a:br>
              <a:rPr sz="1867" kern="0" dirty="0">
                <a:solidFill>
                  <a:srgbClr val="FFFFFF"/>
                </a:solidFill>
                <a:latin typeface="Arial"/>
                <a:sym typeface="Arial"/>
              </a:rPr>
            </a:br>
            <a:br>
              <a:rPr sz="1867" kern="0" dirty="0">
                <a:solidFill>
                  <a:srgbClr val="FFFFFF"/>
                </a:solidFill>
                <a:latin typeface="Arial"/>
                <a:sym typeface="Arial"/>
              </a:rPr>
            </a:br>
            <a:r>
              <a:rPr sz="1533" kern="0" dirty="0">
                <a:solidFill>
                  <a:srgbClr val="383B4B"/>
                </a:solidFill>
                <a:latin typeface="Arial"/>
                <a:sym typeface="Arial"/>
              </a:rPr>
              <a:t>The numbers are produced by an embedding model.</a:t>
            </a:r>
          </a:p>
        </p:txBody>
      </p:sp>
      <p:sp>
        <p:nvSpPr>
          <p:cNvPr id="6" name="Rectangle 5"/>
          <p:cNvSpPr/>
          <p:nvPr/>
        </p:nvSpPr>
        <p:spPr>
          <a:xfrm>
            <a:off x="4450080" y="1767840"/>
            <a:ext cx="3352800" cy="73152"/>
          </a:xfrm>
          <a:prstGeom prst="rect">
            <a:avLst/>
          </a:prstGeom>
          <a:solidFill>
            <a:srgbClr val="007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buClr>
                <a:srgbClr val="000000"/>
              </a:buClr>
            </a:pPr>
            <a:endParaRPr sz="1867" kern="0">
              <a:solidFill>
                <a:srgbClr val="FFFFFF"/>
              </a:solidFill>
              <a:latin typeface="Arial"/>
              <a:sym typeface="Arial"/>
            </a:endParaRPr>
          </a:p>
        </p:txBody>
      </p:sp>
      <p:sp>
        <p:nvSpPr>
          <p:cNvPr id="7" name="Rounded Rectangle 6"/>
          <p:cNvSpPr/>
          <p:nvPr/>
        </p:nvSpPr>
        <p:spPr>
          <a:xfrm>
            <a:off x="8107680" y="1767840"/>
            <a:ext cx="3352800" cy="341376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170688" tIns="134112" rIns="170688" bIns="97536" rtlCol="0" anchor="ctr"/>
          <a:lstStyle/>
          <a:p>
            <a:pPr algn="ctr" defTabSz="1219170">
              <a:buClr>
                <a:srgbClr val="000000"/>
              </a:buClr>
            </a:pPr>
            <a:r>
              <a:rPr sz="2000" b="1" kern="0">
                <a:solidFill>
                  <a:srgbClr val="0078B4"/>
                </a:solidFill>
                <a:latin typeface="Arial"/>
                <a:sym typeface="Arial"/>
              </a:rPr>
              <a:t>Meaning space</a:t>
            </a:r>
          </a:p>
          <a:p>
            <a:pPr defTabSz="1219170">
              <a:spcBef>
                <a:spcPts val="533"/>
              </a:spcBef>
              <a:buClr>
                <a:srgbClr val="000000"/>
              </a:buClr>
            </a:pPr>
            <a:r>
              <a:rPr sz="1533" kern="0">
                <a:solidFill>
                  <a:srgbClr val="383B4B"/>
                </a:solidFill>
                <a:latin typeface="Arial"/>
                <a:sym typeface="Arial"/>
              </a:rPr>
              <a:t>Similar ideas end up closer together.</a:t>
            </a:r>
            <a:br>
              <a:rPr sz="1867" kern="0">
                <a:solidFill>
                  <a:srgbClr val="FFFFFF"/>
                </a:solidFill>
                <a:latin typeface="Arial"/>
                <a:sym typeface="Arial"/>
              </a:rPr>
            </a:br>
            <a:br>
              <a:rPr sz="1867" kern="0">
                <a:solidFill>
                  <a:srgbClr val="FFFFFF"/>
                </a:solidFill>
                <a:latin typeface="Arial"/>
                <a:sym typeface="Arial"/>
              </a:rPr>
            </a:br>
            <a:r>
              <a:rPr sz="1533" kern="0">
                <a:solidFill>
                  <a:srgbClr val="383B4B"/>
                </a:solidFill>
                <a:latin typeface="Arial"/>
                <a:sym typeface="Arial"/>
              </a:rPr>
              <a:t>The app can match related language even when the exact words are different.</a:t>
            </a:r>
          </a:p>
        </p:txBody>
      </p:sp>
      <p:sp>
        <p:nvSpPr>
          <p:cNvPr id="8" name="Rectangle 7"/>
          <p:cNvSpPr/>
          <p:nvPr/>
        </p:nvSpPr>
        <p:spPr>
          <a:xfrm>
            <a:off x="8107680" y="1767840"/>
            <a:ext cx="3352800" cy="73152"/>
          </a:xfrm>
          <a:prstGeom prst="rect">
            <a:avLst/>
          </a:prstGeom>
          <a:solidFill>
            <a:srgbClr val="1E9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buClr>
                <a:srgbClr val="000000"/>
              </a:buClr>
            </a:pPr>
            <a:endParaRPr sz="1867" kern="0">
              <a:solidFill>
                <a:srgbClr val="FFFFFF"/>
              </a:solidFill>
              <a:latin typeface="Arial"/>
              <a:sym typeface="Arial"/>
            </a:endParaRPr>
          </a:p>
        </p:txBody>
      </p:sp>
      <p:cxnSp>
        <p:nvCxnSpPr>
          <p:cNvPr id="9" name="Connector 8"/>
          <p:cNvCxnSpPr/>
          <p:nvPr/>
        </p:nvCxnSpPr>
        <p:spPr>
          <a:xfrm>
            <a:off x="4145280" y="3474720"/>
            <a:ext cx="304800" cy="0"/>
          </a:xfrm>
          <a:prstGeom prst="line">
            <a:avLst/>
          </a:prstGeom>
          <a:ln w="25400">
            <a:solidFill>
              <a:srgbClr val="00AED1"/>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802880" y="3474720"/>
            <a:ext cx="304800" cy="0"/>
          </a:xfrm>
          <a:prstGeom prst="line">
            <a:avLst/>
          </a:prstGeom>
          <a:ln w="25400">
            <a:solidFill>
              <a:srgbClr val="00AED1"/>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70561" y="6608065"/>
            <a:ext cx="6093335" cy="225767"/>
          </a:xfrm>
          <a:prstGeom prst="rect">
            <a:avLst/>
          </a:prstGeom>
          <a:noFill/>
        </p:spPr>
        <p:txBody>
          <a:bodyPr wrap="none">
            <a:spAutoFit/>
          </a:bodyPr>
          <a:lstStyle/>
          <a:p>
            <a:pPr defTabSz="1219170">
              <a:buClr>
                <a:srgbClr val="000000"/>
              </a:buClr>
            </a:pPr>
            <a:r>
              <a:rPr sz="867" kern="0">
                <a:solidFill>
                  <a:srgbClr val="6E7482"/>
                </a:solidFill>
                <a:latin typeface="Arial"/>
                <a:cs typeface="Arial"/>
                <a:sym typeface="Arial"/>
              </a:rPr>
              <a:t>Sources: Microsoft Learn - Generate embeddings for vector store providers; Azure OpenAI embeddings documentation.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19" presetID="10"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par>
                                <p:cTn id="30" presetID="10" presetClass="entr" presetSubtype="0" fill="hold"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0560" y="670560"/>
            <a:ext cx="10850880" cy="1036320"/>
          </a:xfrm>
        </p:spPr>
        <p:txBody>
          <a:bodyPr/>
          <a:lstStyle/>
          <a:p>
            <a:r>
              <a:rPr sz="5067" b="1" dirty="0">
                <a:solidFill>
                  <a:srgbClr val="0078B4"/>
                </a:solidFill>
              </a:rPr>
              <a:t>Why Chunks Need Embeddings</a:t>
            </a:r>
          </a:p>
        </p:txBody>
      </p:sp>
      <p:sp>
        <p:nvSpPr>
          <p:cNvPr id="3" name="Text Placeholder 2"/>
          <p:cNvSpPr>
            <a:spLocks noGrp="1"/>
          </p:cNvSpPr>
          <p:nvPr>
            <p:ph type="body" idx="1"/>
          </p:nvPr>
        </p:nvSpPr>
        <p:spPr>
          <a:xfrm>
            <a:off x="670559" y="2092295"/>
            <a:ext cx="4454739" cy="3572000"/>
          </a:xfrm>
        </p:spPr>
        <p:txBody>
          <a:bodyPr/>
          <a:lstStyle/>
          <a:p>
            <a:r>
              <a:rPr sz="2133" dirty="0">
                <a:solidFill>
                  <a:srgbClr val="383B4B"/>
                </a:solidFill>
              </a:rPr>
              <a:t>Keyword search</a:t>
            </a:r>
          </a:p>
          <a:p>
            <a:r>
              <a:rPr sz="2133" dirty="0">
                <a:solidFill>
                  <a:srgbClr val="383B4B"/>
                </a:solidFill>
              </a:rPr>
              <a:t>Looks for matching words or phrases</a:t>
            </a:r>
          </a:p>
          <a:p>
            <a:r>
              <a:rPr sz="2133" dirty="0">
                <a:solidFill>
                  <a:srgbClr val="383B4B"/>
                </a:solidFill>
              </a:rPr>
              <a:t>Can miss relevant content when wording changes</a:t>
            </a:r>
          </a:p>
          <a:p>
            <a:r>
              <a:rPr sz="2133" dirty="0">
                <a:solidFill>
                  <a:srgbClr val="383B4B"/>
                </a:solidFill>
              </a:rPr>
              <a:t>Useful, but limited for natural-language questions</a:t>
            </a:r>
          </a:p>
        </p:txBody>
      </p:sp>
      <p:sp>
        <p:nvSpPr>
          <p:cNvPr id="4" name="Text Placeholder 3"/>
          <p:cNvSpPr>
            <a:spLocks noGrp="1"/>
          </p:cNvSpPr>
          <p:nvPr>
            <p:ph type="body" idx="2"/>
          </p:nvPr>
        </p:nvSpPr>
        <p:spPr>
          <a:xfrm>
            <a:off x="5859149" y="2092295"/>
            <a:ext cx="4552203" cy="3572000"/>
          </a:xfrm>
        </p:spPr>
        <p:txBody>
          <a:bodyPr/>
          <a:lstStyle/>
          <a:p>
            <a:r>
              <a:rPr sz="2133" dirty="0">
                <a:solidFill>
                  <a:srgbClr val="383B4B"/>
                </a:solidFill>
              </a:rPr>
              <a:t>Semantic search</a:t>
            </a:r>
          </a:p>
          <a:p>
            <a:r>
              <a:rPr sz="2133" dirty="0">
                <a:solidFill>
                  <a:srgbClr val="383B4B"/>
                </a:solidFill>
              </a:rPr>
              <a:t>Looks for related meaning</a:t>
            </a:r>
          </a:p>
          <a:p>
            <a:endParaRPr lang="en-US" sz="2133" dirty="0">
              <a:solidFill>
                <a:srgbClr val="383B4B"/>
              </a:solidFill>
            </a:endParaRPr>
          </a:p>
          <a:p>
            <a:r>
              <a:rPr sz="2133" dirty="0">
                <a:solidFill>
                  <a:srgbClr val="383B4B"/>
                </a:solidFill>
              </a:rPr>
              <a:t>Uses embeddings to compare ideas numerically</a:t>
            </a:r>
          </a:p>
          <a:p>
            <a:r>
              <a:rPr sz="2133" dirty="0">
                <a:solidFill>
                  <a:srgbClr val="383B4B"/>
                </a:solidFill>
              </a:rPr>
              <a:t>Works better for business language and follow-up questions</a:t>
            </a:r>
          </a:p>
        </p:txBody>
      </p:sp>
      <p:sp>
        <p:nvSpPr>
          <p:cNvPr id="5" name="TextBox 4"/>
          <p:cNvSpPr txBox="1"/>
          <p:nvPr/>
        </p:nvSpPr>
        <p:spPr>
          <a:xfrm>
            <a:off x="670560" y="6608065"/>
            <a:ext cx="3837910" cy="225767"/>
          </a:xfrm>
          <a:prstGeom prst="rect">
            <a:avLst/>
          </a:prstGeom>
          <a:noFill/>
        </p:spPr>
        <p:txBody>
          <a:bodyPr wrap="none">
            <a:spAutoFit/>
          </a:bodyPr>
          <a:lstStyle/>
          <a:p>
            <a:pPr defTabSz="1219170">
              <a:buClr>
                <a:srgbClr val="000000"/>
              </a:buClr>
            </a:pPr>
            <a:r>
              <a:rPr sz="867" kern="0">
                <a:solidFill>
                  <a:srgbClr val="6E7482"/>
                </a:solidFill>
                <a:latin typeface="Arial"/>
                <a:cs typeface="Arial"/>
                <a:sym typeface="Arial"/>
              </a:rPr>
              <a:t>Sources: Microsoft Learn - .NET vector stores and embedding generation.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fade">
                                      <p:cBhvr>
                                        <p:cTn id="15" dur="500"/>
                                        <p:tgtEl>
                                          <p:spTgt spid="4">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fade">
                                      <p:cBhvr>
                                        <p:cTn id="18" dur="500"/>
                                        <p:tgtEl>
                                          <p:spTgt spid="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4">
                                            <p:txEl>
                                              <p:pRg st="3" end="3"/>
                                            </p:txEl>
                                          </p:spTgt>
                                        </p:tgtEl>
                                        <p:attrNameLst>
                                          <p:attrName>style.visibility</p:attrName>
                                        </p:attrNameLst>
                                      </p:cBhvr>
                                      <p:to>
                                        <p:strVal val="visible"/>
                                      </p:to>
                                    </p:set>
                                    <p:animEffect transition="in" filter="fade">
                                      <p:cBhvr>
                                        <p:cTn id="26" dur="500"/>
                                        <p:tgtEl>
                                          <p:spTgt spid="4">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fade">
                                      <p:cBhvr>
                                        <p:cTn id="31" dur="500"/>
                                        <p:tgtEl>
                                          <p:spTgt spid="3">
                                            <p:txEl>
                                              <p:pRg st="3" end="3"/>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4">
                                            <p:txEl>
                                              <p:pRg st="4" end="4"/>
                                            </p:txEl>
                                          </p:spTgt>
                                        </p:tgtEl>
                                        <p:attrNameLst>
                                          <p:attrName>style.visibility</p:attrName>
                                        </p:attrNameLst>
                                      </p:cBhvr>
                                      <p:to>
                                        <p:strVal val="visible"/>
                                      </p:to>
                                    </p:set>
                                    <p:animEffect transition="in" filter="fade">
                                      <p:cBhvr>
                                        <p:cTn id="34"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0560" y="670560"/>
            <a:ext cx="10850880" cy="1036320"/>
          </a:xfrm>
        </p:spPr>
        <p:txBody>
          <a:bodyPr/>
          <a:lstStyle/>
          <a:p>
            <a:r>
              <a:rPr b="1" dirty="0">
                <a:solidFill>
                  <a:srgbClr val="0078B4"/>
                </a:solidFill>
              </a:rPr>
              <a:t>Azure OpenAI </a:t>
            </a:r>
            <a:r>
              <a:rPr lang="en-US" b="1" dirty="0">
                <a:solidFill>
                  <a:srgbClr val="0078B4"/>
                </a:solidFill>
              </a:rPr>
              <a:t>with</a:t>
            </a:r>
            <a:r>
              <a:rPr b="1" dirty="0">
                <a:solidFill>
                  <a:srgbClr val="0078B4"/>
                </a:solidFill>
              </a:rPr>
              <a:t> </a:t>
            </a:r>
            <a:r>
              <a:rPr lang="en-US" b="1" dirty="0">
                <a:solidFill>
                  <a:srgbClr val="0078B4"/>
                </a:solidFill>
              </a:rPr>
              <a:t>SK and Vector Store</a:t>
            </a:r>
            <a:endParaRPr b="1" dirty="0">
              <a:solidFill>
                <a:srgbClr val="0078B4"/>
              </a:solidFill>
            </a:endParaRPr>
          </a:p>
        </p:txBody>
      </p:sp>
      <p:sp>
        <p:nvSpPr>
          <p:cNvPr id="3" name="Rounded Rectangle 2"/>
          <p:cNvSpPr/>
          <p:nvPr/>
        </p:nvSpPr>
        <p:spPr>
          <a:xfrm>
            <a:off x="670560" y="1524000"/>
            <a:ext cx="3230880" cy="914400"/>
          </a:xfrm>
          <a:prstGeom prst="roundRect">
            <a:avLst/>
          </a:prstGeom>
          <a:solidFill>
            <a:srgbClr val="0078B4"/>
          </a:solidFill>
          <a:ln w="12700">
            <a:solidFill>
              <a:srgbClr val="0078B4"/>
            </a:solidFill>
          </a:ln>
        </p:spPr>
        <p:style>
          <a:lnRef idx="1">
            <a:schemeClr val="accent1"/>
          </a:lnRef>
          <a:fillRef idx="3">
            <a:schemeClr val="accent1"/>
          </a:fillRef>
          <a:effectRef idx="2">
            <a:schemeClr val="accent1"/>
          </a:effectRef>
          <a:fontRef idx="minor">
            <a:schemeClr val="lt1"/>
          </a:fontRef>
        </p:style>
        <p:txBody>
          <a:bodyPr wrap="square" lIns="97536" rIns="97536" rtlCol="0" anchor="ctr"/>
          <a:lstStyle/>
          <a:p>
            <a:pPr algn="ctr" defTabSz="1219170">
              <a:buClr>
                <a:srgbClr val="000000"/>
              </a:buClr>
            </a:pPr>
            <a:r>
              <a:rPr sz="2267" b="1" kern="0" dirty="0">
                <a:solidFill>
                  <a:srgbClr val="FFFFFF"/>
                </a:solidFill>
                <a:latin typeface="Arial"/>
                <a:sym typeface="Arial"/>
              </a:rPr>
              <a:t>Azure OpenAI</a:t>
            </a:r>
            <a:br>
              <a:rPr sz="1867" kern="0" dirty="0">
                <a:solidFill>
                  <a:srgbClr val="FFFFFF"/>
                </a:solidFill>
                <a:latin typeface="Arial"/>
                <a:sym typeface="Arial"/>
              </a:rPr>
            </a:br>
            <a:r>
              <a:rPr sz="2267" b="1" kern="0" dirty="0">
                <a:solidFill>
                  <a:srgbClr val="FFFFFF"/>
                </a:solidFill>
                <a:latin typeface="Arial"/>
                <a:sym typeface="Arial"/>
              </a:rPr>
              <a:t>Embedding Model</a:t>
            </a:r>
          </a:p>
        </p:txBody>
      </p:sp>
      <p:sp>
        <p:nvSpPr>
          <p:cNvPr id="4" name="Rounded Rectangle 3"/>
          <p:cNvSpPr/>
          <p:nvPr/>
        </p:nvSpPr>
        <p:spPr>
          <a:xfrm>
            <a:off x="4450080" y="1414272"/>
            <a:ext cx="3291840" cy="1170432"/>
          </a:xfrm>
          <a:prstGeom prst="roundRect">
            <a:avLst/>
          </a:prstGeom>
          <a:solidFill>
            <a:srgbClr val="00AED1"/>
          </a:solidFill>
          <a:ln w="12700">
            <a:solidFill>
              <a:srgbClr val="00AED1"/>
            </a:solidFill>
          </a:ln>
        </p:spPr>
        <p:style>
          <a:lnRef idx="1">
            <a:schemeClr val="accent1"/>
          </a:lnRef>
          <a:fillRef idx="3">
            <a:schemeClr val="accent1"/>
          </a:fillRef>
          <a:effectRef idx="2">
            <a:schemeClr val="accent1"/>
          </a:effectRef>
          <a:fontRef idx="minor">
            <a:schemeClr val="lt1"/>
          </a:fontRef>
        </p:style>
        <p:txBody>
          <a:bodyPr wrap="square" lIns="97536" rIns="97536" rtlCol="0" anchor="ctr"/>
          <a:lstStyle/>
          <a:p>
            <a:pPr algn="ctr" defTabSz="1219170">
              <a:buClr>
                <a:srgbClr val="000000"/>
              </a:buClr>
            </a:pPr>
            <a:r>
              <a:rPr sz="1867" b="1" kern="0" dirty="0">
                <a:solidFill>
                  <a:srgbClr val="FFFFFF"/>
                </a:solidFill>
                <a:latin typeface="Arial"/>
                <a:sym typeface="Arial"/>
              </a:rPr>
              <a:t>Application</a:t>
            </a:r>
            <a:br>
              <a:rPr sz="1867" kern="0" dirty="0">
                <a:solidFill>
                  <a:srgbClr val="FFFFFF"/>
                </a:solidFill>
                <a:latin typeface="Arial"/>
                <a:sym typeface="Arial"/>
              </a:rPr>
            </a:br>
            <a:r>
              <a:rPr sz="1867" b="1" kern="0" dirty="0">
                <a:solidFill>
                  <a:srgbClr val="FFFFFF"/>
                </a:solidFill>
                <a:latin typeface="Arial"/>
                <a:sym typeface="Arial"/>
              </a:rPr>
              <a:t>Semantic Kernel</a:t>
            </a:r>
            <a:br>
              <a:rPr sz="1867" kern="0" dirty="0">
                <a:solidFill>
                  <a:srgbClr val="FFFFFF"/>
                </a:solidFill>
                <a:latin typeface="Arial"/>
                <a:sym typeface="Arial"/>
              </a:rPr>
            </a:br>
            <a:r>
              <a:rPr sz="1867" b="1" kern="0" dirty="0">
                <a:solidFill>
                  <a:srgbClr val="FFFFFF"/>
                </a:solidFill>
                <a:latin typeface="Arial"/>
                <a:sym typeface="Arial"/>
              </a:rPr>
              <a:t>.NET</a:t>
            </a:r>
          </a:p>
        </p:txBody>
      </p:sp>
      <p:sp>
        <p:nvSpPr>
          <p:cNvPr id="5" name="Rounded Rectangle 4"/>
          <p:cNvSpPr/>
          <p:nvPr/>
        </p:nvSpPr>
        <p:spPr>
          <a:xfrm>
            <a:off x="8351520" y="1524000"/>
            <a:ext cx="3230880" cy="914400"/>
          </a:xfrm>
          <a:prstGeom prst="roundRect">
            <a:avLst/>
          </a:prstGeom>
          <a:solidFill>
            <a:srgbClr val="1E966E"/>
          </a:solidFill>
          <a:ln w="12700">
            <a:solidFill>
              <a:srgbClr val="1E966E"/>
            </a:solidFill>
          </a:ln>
        </p:spPr>
        <p:style>
          <a:lnRef idx="1">
            <a:schemeClr val="accent1"/>
          </a:lnRef>
          <a:fillRef idx="3">
            <a:schemeClr val="accent1"/>
          </a:fillRef>
          <a:effectRef idx="2">
            <a:schemeClr val="accent1"/>
          </a:effectRef>
          <a:fontRef idx="minor">
            <a:schemeClr val="lt1"/>
          </a:fontRef>
        </p:style>
        <p:txBody>
          <a:bodyPr wrap="square" lIns="97536" rIns="97536" rtlCol="0" anchor="ctr"/>
          <a:lstStyle/>
          <a:p>
            <a:pPr algn="ctr" defTabSz="1219170">
              <a:buClr>
                <a:srgbClr val="000000"/>
              </a:buClr>
            </a:pPr>
            <a:r>
              <a:rPr sz="2267" b="1" kern="0">
                <a:solidFill>
                  <a:srgbClr val="FFFFFF"/>
                </a:solidFill>
                <a:latin typeface="Arial"/>
                <a:sym typeface="Arial"/>
              </a:rPr>
              <a:t>SQLite</a:t>
            </a:r>
            <a:br>
              <a:rPr sz="1867" kern="0">
                <a:solidFill>
                  <a:srgbClr val="FFFFFF"/>
                </a:solidFill>
                <a:latin typeface="Arial"/>
                <a:sym typeface="Arial"/>
              </a:rPr>
            </a:br>
            <a:r>
              <a:rPr sz="2267" b="1" kern="0">
                <a:solidFill>
                  <a:srgbClr val="FFFFFF"/>
                </a:solidFill>
                <a:latin typeface="Arial"/>
                <a:sym typeface="Arial"/>
              </a:rPr>
              <a:t>Vector Store</a:t>
            </a:r>
          </a:p>
        </p:txBody>
      </p:sp>
      <p:sp>
        <p:nvSpPr>
          <p:cNvPr id="8" name="Rounded Rectangle 7"/>
          <p:cNvSpPr/>
          <p:nvPr/>
        </p:nvSpPr>
        <p:spPr>
          <a:xfrm>
            <a:off x="670560" y="2804160"/>
            <a:ext cx="3230880" cy="213360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170688" tIns="134112" rIns="170688" bIns="97536" rtlCol="0" anchor="ctr"/>
          <a:lstStyle/>
          <a:p>
            <a:pPr algn="ctr" defTabSz="1219170">
              <a:buClr>
                <a:srgbClr val="000000"/>
              </a:buClr>
            </a:pPr>
            <a:r>
              <a:rPr sz="1867" b="1" kern="0">
                <a:solidFill>
                  <a:srgbClr val="0078B4"/>
                </a:solidFill>
                <a:latin typeface="Arial"/>
                <a:sym typeface="Arial"/>
              </a:rPr>
              <a:t>Creates embeddings</a:t>
            </a:r>
          </a:p>
          <a:p>
            <a:pPr defTabSz="1219170">
              <a:spcBef>
                <a:spcPts val="533"/>
              </a:spcBef>
              <a:buClr>
                <a:srgbClr val="000000"/>
              </a:buClr>
            </a:pPr>
            <a:r>
              <a:rPr sz="1467" kern="0">
                <a:solidFill>
                  <a:srgbClr val="383B4B"/>
                </a:solidFill>
                <a:latin typeface="Arial"/>
                <a:sym typeface="Arial"/>
              </a:rPr>
              <a:t>Converts text into numeric vectors using an embedding deployment such as text-embedding-3-small.</a:t>
            </a:r>
          </a:p>
        </p:txBody>
      </p:sp>
      <p:sp>
        <p:nvSpPr>
          <p:cNvPr id="9" name="Rectangle 8"/>
          <p:cNvSpPr/>
          <p:nvPr/>
        </p:nvSpPr>
        <p:spPr>
          <a:xfrm>
            <a:off x="670560" y="2804160"/>
            <a:ext cx="3230880" cy="73152"/>
          </a:xfrm>
          <a:prstGeom prst="rect">
            <a:avLst/>
          </a:prstGeom>
          <a:solidFill>
            <a:srgbClr val="007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buClr>
                <a:srgbClr val="000000"/>
              </a:buClr>
            </a:pPr>
            <a:endParaRPr sz="1867" kern="0">
              <a:solidFill>
                <a:srgbClr val="FFFFFF"/>
              </a:solidFill>
              <a:latin typeface="Arial"/>
              <a:sym typeface="Arial"/>
            </a:endParaRPr>
          </a:p>
        </p:txBody>
      </p:sp>
      <p:sp>
        <p:nvSpPr>
          <p:cNvPr id="10" name="Rounded Rectangle 9"/>
          <p:cNvSpPr/>
          <p:nvPr/>
        </p:nvSpPr>
        <p:spPr>
          <a:xfrm>
            <a:off x="4450080" y="2804160"/>
            <a:ext cx="3291840" cy="213360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170688" tIns="134112" rIns="170688" bIns="97536" rtlCol="0" anchor="ctr"/>
          <a:lstStyle/>
          <a:p>
            <a:pPr algn="ctr" defTabSz="1219170">
              <a:buClr>
                <a:srgbClr val="000000"/>
              </a:buClr>
            </a:pPr>
            <a:r>
              <a:rPr sz="1867" b="1" kern="0">
                <a:solidFill>
                  <a:srgbClr val="0078B4"/>
                </a:solidFill>
                <a:latin typeface="Arial"/>
                <a:sym typeface="Arial"/>
              </a:rPr>
              <a:t>Orchestrates the flow</a:t>
            </a:r>
          </a:p>
          <a:p>
            <a:pPr defTabSz="1219170">
              <a:spcBef>
                <a:spcPts val="533"/>
              </a:spcBef>
              <a:buClr>
                <a:srgbClr val="000000"/>
              </a:buClr>
            </a:pPr>
            <a:r>
              <a:rPr sz="1467" kern="0">
                <a:solidFill>
                  <a:srgbClr val="383B4B"/>
                </a:solidFill>
                <a:latin typeface="Arial"/>
                <a:sym typeface="Arial"/>
              </a:rPr>
              <a:t>Sends chunk text for embedding, upserts vector records, and later sends a user question for retrieval.</a:t>
            </a:r>
          </a:p>
        </p:txBody>
      </p:sp>
      <p:sp>
        <p:nvSpPr>
          <p:cNvPr id="11" name="Rectangle 10"/>
          <p:cNvSpPr/>
          <p:nvPr/>
        </p:nvSpPr>
        <p:spPr>
          <a:xfrm>
            <a:off x="4450080" y="2804160"/>
            <a:ext cx="3291840" cy="73152"/>
          </a:xfrm>
          <a:prstGeom prst="rect">
            <a:avLst/>
          </a:prstGeom>
          <a:solidFill>
            <a:srgbClr val="00AE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buClr>
                <a:srgbClr val="000000"/>
              </a:buClr>
            </a:pPr>
            <a:endParaRPr sz="1867" kern="0">
              <a:solidFill>
                <a:srgbClr val="FFFFFF"/>
              </a:solidFill>
              <a:latin typeface="Arial"/>
              <a:sym typeface="Arial"/>
            </a:endParaRPr>
          </a:p>
        </p:txBody>
      </p:sp>
      <p:sp>
        <p:nvSpPr>
          <p:cNvPr id="12" name="Rounded Rectangle 11"/>
          <p:cNvSpPr/>
          <p:nvPr/>
        </p:nvSpPr>
        <p:spPr>
          <a:xfrm>
            <a:off x="8351520" y="2804160"/>
            <a:ext cx="3230880" cy="213360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170688" tIns="134112" rIns="170688" bIns="97536" rtlCol="0" anchor="ctr"/>
          <a:lstStyle/>
          <a:p>
            <a:pPr algn="ctr" defTabSz="1219170">
              <a:buClr>
                <a:srgbClr val="000000"/>
              </a:buClr>
            </a:pPr>
            <a:r>
              <a:rPr sz="1867" b="1" kern="0">
                <a:solidFill>
                  <a:srgbClr val="0078B4"/>
                </a:solidFill>
                <a:latin typeface="Arial"/>
                <a:sym typeface="Arial"/>
              </a:rPr>
              <a:t>Stores and searches</a:t>
            </a:r>
          </a:p>
          <a:p>
            <a:pPr defTabSz="1219170">
              <a:spcBef>
                <a:spcPts val="533"/>
              </a:spcBef>
              <a:buClr>
                <a:srgbClr val="000000"/>
              </a:buClr>
            </a:pPr>
            <a:r>
              <a:rPr sz="1467" kern="0">
                <a:solidFill>
                  <a:srgbClr val="383B4B"/>
                </a:solidFill>
                <a:latin typeface="Arial"/>
                <a:sym typeface="Arial"/>
              </a:rPr>
              <a:t>Persists vectors, metadata, and source text; returns nearest matching records during retrieval.</a:t>
            </a:r>
          </a:p>
        </p:txBody>
      </p:sp>
      <p:sp>
        <p:nvSpPr>
          <p:cNvPr id="13" name="Rectangle 12"/>
          <p:cNvSpPr/>
          <p:nvPr/>
        </p:nvSpPr>
        <p:spPr>
          <a:xfrm>
            <a:off x="8351520" y="2804160"/>
            <a:ext cx="3230880" cy="73152"/>
          </a:xfrm>
          <a:prstGeom prst="rect">
            <a:avLst/>
          </a:prstGeom>
          <a:solidFill>
            <a:srgbClr val="1E9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buClr>
                <a:srgbClr val="000000"/>
              </a:buClr>
            </a:pPr>
            <a:endParaRPr sz="1867" kern="0">
              <a:solidFill>
                <a:srgbClr val="FFFFFF"/>
              </a:solidFill>
              <a:latin typeface="Arial"/>
              <a:sym typeface="Arial"/>
            </a:endParaRPr>
          </a:p>
        </p:txBody>
      </p:sp>
      <p:sp>
        <p:nvSpPr>
          <p:cNvPr id="14" name="Rounded Rectangle 13"/>
          <p:cNvSpPr/>
          <p:nvPr/>
        </p:nvSpPr>
        <p:spPr>
          <a:xfrm>
            <a:off x="1402080" y="5425440"/>
            <a:ext cx="9448800" cy="548640"/>
          </a:xfrm>
          <a:prstGeom prst="roundRect">
            <a:avLst/>
          </a:prstGeom>
          <a:solidFill>
            <a:srgbClr val="F0F4F8"/>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97536" rIns="97536" rtlCol="0" anchor="ctr"/>
          <a:lstStyle/>
          <a:p>
            <a:pPr algn="ctr" defTabSz="1219170">
              <a:buClr>
                <a:srgbClr val="000000"/>
              </a:buClr>
            </a:pPr>
            <a:r>
              <a:rPr sz="1867" b="1" kern="0" dirty="0">
                <a:solidFill>
                  <a:srgbClr val="0078B4"/>
                </a:solidFill>
                <a:latin typeface="Arial"/>
                <a:sym typeface="Arial"/>
              </a:rPr>
              <a:t>Azure OpenAI generates embeddings. </a:t>
            </a:r>
            <a:endParaRPr lang="en-US" sz="1867" b="1" kern="0" dirty="0">
              <a:solidFill>
                <a:srgbClr val="0078B4"/>
              </a:solidFill>
              <a:latin typeface="Arial"/>
              <a:sym typeface="Arial"/>
            </a:endParaRPr>
          </a:p>
          <a:p>
            <a:pPr algn="ctr" defTabSz="1219170">
              <a:buClr>
                <a:srgbClr val="000000"/>
              </a:buClr>
            </a:pPr>
            <a:r>
              <a:rPr sz="1867" b="1" kern="0" dirty="0">
                <a:solidFill>
                  <a:srgbClr val="0078B4"/>
                </a:solidFill>
                <a:latin typeface="Arial"/>
                <a:sym typeface="Arial"/>
              </a:rPr>
              <a:t>SQLite stores and searches those embeddings.</a:t>
            </a:r>
          </a:p>
        </p:txBody>
      </p:sp>
      <p:sp>
        <p:nvSpPr>
          <p:cNvPr id="15" name="TextBox 14"/>
          <p:cNvSpPr txBox="1"/>
          <p:nvPr/>
        </p:nvSpPr>
        <p:spPr>
          <a:xfrm>
            <a:off x="670560" y="6608065"/>
            <a:ext cx="4432624" cy="225767"/>
          </a:xfrm>
          <a:prstGeom prst="rect">
            <a:avLst/>
          </a:prstGeom>
          <a:noFill/>
        </p:spPr>
        <p:txBody>
          <a:bodyPr wrap="none">
            <a:spAutoFit/>
          </a:bodyPr>
          <a:lstStyle/>
          <a:p>
            <a:pPr defTabSz="1219170">
              <a:buClr>
                <a:srgbClr val="000000"/>
              </a:buClr>
            </a:pPr>
            <a:r>
              <a:rPr sz="867" kern="0">
                <a:solidFill>
                  <a:srgbClr val="6E7482"/>
                </a:solidFill>
                <a:latin typeface="Arial"/>
                <a:cs typeface="Arial"/>
                <a:sym typeface="Arial"/>
              </a:rPr>
              <a:t>Sources: Microsoft Learn - Azure OpenAI embeddings; SQLite vector store connector.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500"/>
                                        <p:tgtEl>
                                          <p:spTgt spid="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8" grpId="0" animBg="1"/>
      <p:bldP spid="9" grpId="0" animBg="1"/>
      <p:bldP spid="10" grpId="0" animBg="1"/>
      <p:bldP spid="11" grpId="0" animBg="1"/>
      <p:bldP spid="12" grpId="0" animBg="1"/>
      <p:bldP spid="13" grpId="0" animBg="1"/>
      <p:bldP spid="14"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0560" y="670560"/>
            <a:ext cx="10850880" cy="1036320"/>
          </a:xfrm>
        </p:spPr>
        <p:txBody>
          <a:bodyPr/>
          <a:lstStyle/>
          <a:p>
            <a:r>
              <a:rPr sz="5067" b="1">
                <a:solidFill>
                  <a:srgbClr val="0078B4"/>
                </a:solidFill>
              </a:rPr>
              <a:t>End-to-End Portal Flow</a:t>
            </a:r>
          </a:p>
        </p:txBody>
      </p:sp>
      <p:sp>
        <p:nvSpPr>
          <p:cNvPr id="3" name="Rounded Rectangle 2"/>
          <p:cNvSpPr/>
          <p:nvPr/>
        </p:nvSpPr>
        <p:spPr>
          <a:xfrm>
            <a:off x="670560" y="1706880"/>
            <a:ext cx="3108960" cy="109728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97536" rIns="97536" rtlCol="0" anchor="ctr"/>
          <a:lstStyle/>
          <a:p>
            <a:pPr algn="ctr" defTabSz="1219170">
              <a:buClr>
                <a:srgbClr val="000000"/>
              </a:buClr>
            </a:pPr>
            <a:r>
              <a:rPr sz="1533" kern="0" dirty="0">
                <a:solidFill>
                  <a:srgbClr val="383B4B"/>
                </a:solidFill>
                <a:latin typeface="Arial"/>
                <a:sym typeface="Arial"/>
              </a:rPr>
              <a:t>PDF upload</a:t>
            </a:r>
          </a:p>
        </p:txBody>
      </p:sp>
      <p:sp>
        <p:nvSpPr>
          <p:cNvPr id="4" name="Rounded Rectangle 3"/>
          <p:cNvSpPr/>
          <p:nvPr/>
        </p:nvSpPr>
        <p:spPr>
          <a:xfrm>
            <a:off x="4511040" y="1706880"/>
            <a:ext cx="3108960" cy="109728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97536" rIns="97536" rtlCol="0" anchor="ctr"/>
          <a:lstStyle/>
          <a:p>
            <a:pPr algn="ctr" defTabSz="1219170">
              <a:buClr>
                <a:srgbClr val="000000"/>
              </a:buClr>
            </a:pPr>
            <a:r>
              <a:rPr sz="1533" kern="0" dirty="0">
                <a:solidFill>
                  <a:srgbClr val="383B4B"/>
                </a:solidFill>
                <a:latin typeface="Arial"/>
                <a:sym typeface="Arial"/>
              </a:rPr>
              <a:t>Text extraction</a:t>
            </a:r>
            <a:br>
              <a:rPr sz="1867" kern="0" dirty="0">
                <a:solidFill>
                  <a:srgbClr val="FFFFFF"/>
                </a:solidFill>
                <a:latin typeface="Arial"/>
                <a:sym typeface="Arial"/>
              </a:rPr>
            </a:br>
            <a:r>
              <a:rPr sz="1533" kern="0" dirty="0" err="1">
                <a:solidFill>
                  <a:srgbClr val="383B4B"/>
                </a:solidFill>
                <a:latin typeface="Arial"/>
                <a:sym typeface="Arial"/>
              </a:rPr>
              <a:t>IronPDF</a:t>
            </a:r>
            <a:r>
              <a:rPr sz="1533" kern="0" dirty="0">
                <a:solidFill>
                  <a:srgbClr val="383B4B"/>
                </a:solidFill>
                <a:latin typeface="Arial"/>
                <a:sym typeface="Arial"/>
              </a:rPr>
              <a:t> / OCR extracts readable text</a:t>
            </a:r>
          </a:p>
        </p:txBody>
      </p:sp>
      <p:sp>
        <p:nvSpPr>
          <p:cNvPr id="5" name="Rounded Rectangle 4"/>
          <p:cNvSpPr/>
          <p:nvPr/>
        </p:nvSpPr>
        <p:spPr>
          <a:xfrm>
            <a:off x="8351520" y="1706880"/>
            <a:ext cx="3108960" cy="109728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97536" rIns="97536" rtlCol="0" anchor="ctr"/>
          <a:lstStyle/>
          <a:p>
            <a:pPr algn="ctr" defTabSz="1219170">
              <a:buClr>
                <a:srgbClr val="000000"/>
              </a:buClr>
            </a:pPr>
            <a:r>
              <a:rPr sz="1533" kern="0" dirty="0">
                <a:solidFill>
                  <a:srgbClr val="383B4B"/>
                </a:solidFill>
                <a:latin typeface="Arial"/>
                <a:sym typeface="Arial"/>
              </a:rPr>
              <a:t>Chunking</a:t>
            </a:r>
            <a:br>
              <a:rPr sz="1867" kern="0" dirty="0">
                <a:solidFill>
                  <a:srgbClr val="FFFFFF"/>
                </a:solidFill>
                <a:latin typeface="Arial"/>
                <a:sym typeface="Arial"/>
              </a:rPr>
            </a:br>
            <a:r>
              <a:rPr sz="1533" kern="0" dirty="0">
                <a:solidFill>
                  <a:srgbClr val="383B4B"/>
                </a:solidFill>
                <a:latin typeface="Arial"/>
                <a:sym typeface="Arial"/>
              </a:rPr>
              <a:t>Text is split into retrieval-sized chunks</a:t>
            </a:r>
          </a:p>
        </p:txBody>
      </p:sp>
      <p:sp>
        <p:nvSpPr>
          <p:cNvPr id="6" name="Rounded Rectangle 5"/>
          <p:cNvSpPr/>
          <p:nvPr/>
        </p:nvSpPr>
        <p:spPr>
          <a:xfrm>
            <a:off x="670560" y="3840480"/>
            <a:ext cx="3108960" cy="109728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97536" rIns="97536" rtlCol="0" anchor="ctr"/>
          <a:lstStyle/>
          <a:p>
            <a:pPr algn="ctr" defTabSz="1219170">
              <a:buClr>
                <a:srgbClr val="000000"/>
              </a:buClr>
            </a:pPr>
            <a:r>
              <a:rPr sz="1533" kern="0">
                <a:solidFill>
                  <a:srgbClr val="383B4B"/>
                </a:solidFill>
                <a:latin typeface="Arial"/>
                <a:sym typeface="Arial"/>
              </a:rPr>
              <a:t>Embedding</a:t>
            </a:r>
            <a:br>
              <a:rPr sz="1867" kern="0">
                <a:solidFill>
                  <a:srgbClr val="FFFFFF"/>
                </a:solidFill>
                <a:latin typeface="Arial"/>
                <a:sym typeface="Arial"/>
              </a:rPr>
            </a:br>
            <a:r>
              <a:rPr sz="1533" kern="0">
                <a:solidFill>
                  <a:srgbClr val="383B4B"/>
                </a:solidFill>
                <a:latin typeface="Arial"/>
                <a:sym typeface="Arial"/>
              </a:rPr>
              <a:t>Azure OpenAI turns each chunk into a vector</a:t>
            </a:r>
          </a:p>
        </p:txBody>
      </p:sp>
      <p:sp>
        <p:nvSpPr>
          <p:cNvPr id="7" name="Rounded Rectangle 6"/>
          <p:cNvSpPr/>
          <p:nvPr/>
        </p:nvSpPr>
        <p:spPr>
          <a:xfrm>
            <a:off x="4511040" y="3840480"/>
            <a:ext cx="3108960" cy="109728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97536" rIns="97536" rtlCol="0" anchor="ctr"/>
          <a:lstStyle/>
          <a:p>
            <a:pPr algn="ctr" defTabSz="1219170">
              <a:buClr>
                <a:srgbClr val="000000"/>
              </a:buClr>
            </a:pPr>
            <a:r>
              <a:rPr sz="1533" kern="0">
                <a:solidFill>
                  <a:srgbClr val="383B4B"/>
                </a:solidFill>
                <a:latin typeface="Arial"/>
                <a:sym typeface="Arial"/>
              </a:rPr>
              <a:t>Vector storage</a:t>
            </a:r>
            <a:br>
              <a:rPr sz="1867" kern="0">
                <a:solidFill>
                  <a:srgbClr val="FFFFFF"/>
                </a:solidFill>
                <a:latin typeface="Arial"/>
                <a:sym typeface="Arial"/>
              </a:rPr>
            </a:br>
            <a:r>
              <a:rPr sz="1533" kern="0">
                <a:solidFill>
                  <a:srgbClr val="383B4B"/>
                </a:solidFill>
                <a:latin typeface="Arial"/>
                <a:sym typeface="Arial"/>
              </a:rPr>
              <a:t>SQLite stores vectors + metadata</a:t>
            </a:r>
          </a:p>
        </p:txBody>
      </p:sp>
      <p:sp>
        <p:nvSpPr>
          <p:cNvPr id="8" name="Rounded Rectangle 7"/>
          <p:cNvSpPr/>
          <p:nvPr/>
        </p:nvSpPr>
        <p:spPr>
          <a:xfrm>
            <a:off x="8351520" y="3840480"/>
            <a:ext cx="3108960" cy="109728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97536" rIns="97536" rtlCol="0" anchor="ctr"/>
          <a:lstStyle/>
          <a:p>
            <a:pPr algn="ctr" defTabSz="1219170">
              <a:buClr>
                <a:srgbClr val="000000"/>
              </a:buClr>
            </a:pPr>
            <a:r>
              <a:rPr sz="1533" kern="0">
                <a:solidFill>
                  <a:srgbClr val="383B4B"/>
                </a:solidFill>
                <a:latin typeface="Arial"/>
                <a:sym typeface="Arial"/>
              </a:rPr>
              <a:t>Ready</a:t>
            </a:r>
            <a:br>
              <a:rPr sz="1867" kern="0">
                <a:solidFill>
                  <a:srgbClr val="FFFFFF"/>
                </a:solidFill>
                <a:latin typeface="Arial"/>
                <a:sym typeface="Arial"/>
              </a:rPr>
            </a:br>
            <a:r>
              <a:rPr sz="1533" kern="0">
                <a:solidFill>
                  <a:srgbClr val="383B4B"/>
                </a:solidFill>
                <a:latin typeface="Arial"/>
                <a:sym typeface="Arial"/>
              </a:rPr>
              <a:t>Document supports grounded answers</a:t>
            </a:r>
          </a:p>
        </p:txBody>
      </p:sp>
      <p:cxnSp>
        <p:nvCxnSpPr>
          <p:cNvPr id="9" name="Connector 8"/>
          <p:cNvCxnSpPr>
            <a:cxnSpLocks/>
          </p:cNvCxnSpPr>
          <p:nvPr/>
        </p:nvCxnSpPr>
        <p:spPr>
          <a:xfrm>
            <a:off x="3779520" y="2255520"/>
            <a:ext cx="731520" cy="0"/>
          </a:xfrm>
          <a:prstGeom prst="line">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 name="Connector 9"/>
          <p:cNvCxnSpPr/>
          <p:nvPr/>
        </p:nvCxnSpPr>
        <p:spPr>
          <a:xfrm>
            <a:off x="7620000" y="2255520"/>
            <a:ext cx="731520" cy="0"/>
          </a:xfrm>
          <a:prstGeom prst="line">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1" name="Connector 10"/>
          <p:cNvCxnSpPr/>
          <p:nvPr/>
        </p:nvCxnSpPr>
        <p:spPr>
          <a:xfrm flipH="1">
            <a:off x="2133600" y="2804160"/>
            <a:ext cx="7741920" cy="1036320"/>
          </a:xfrm>
          <a:prstGeom prst="line">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 name="Connector 11"/>
          <p:cNvCxnSpPr/>
          <p:nvPr/>
        </p:nvCxnSpPr>
        <p:spPr>
          <a:xfrm>
            <a:off x="3779520" y="4389120"/>
            <a:ext cx="731520" cy="0"/>
          </a:xfrm>
          <a:prstGeom prst="line">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Connector 12"/>
          <p:cNvCxnSpPr/>
          <p:nvPr/>
        </p:nvCxnSpPr>
        <p:spPr>
          <a:xfrm>
            <a:off x="7620000" y="4389120"/>
            <a:ext cx="731520" cy="0"/>
          </a:xfrm>
          <a:prstGeom prst="line">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Rounded Rectangle 13"/>
          <p:cNvSpPr/>
          <p:nvPr/>
        </p:nvSpPr>
        <p:spPr>
          <a:xfrm>
            <a:off x="1219200" y="5669280"/>
            <a:ext cx="9753600" cy="548640"/>
          </a:xfrm>
          <a:prstGeom prst="roundRect">
            <a:avLst/>
          </a:prstGeom>
          <a:solidFill>
            <a:srgbClr val="F0F4F8"/>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97536" rIns="97536" rtlCol="0" anchor="ctr"/>
          <a:lstStyle/>
          <a:p>
            <a:pPr algn="ctr" defTabSz="1219170">
              <a:buClr>
                <a:srgbClr val="000000"/>
              </a:buClr>
            </a:pPr>
            <a:r>
              <a:rPr sz="1733" b="1" kern="0" dirty="0">
                <a:solidFill>
                  <a:srgbClr val="0078B4"/>
                </a:solidFill>
                <a:latin typeface="Arial"/>
                <a:sym typeface="Arial"/>
              </a:rPr>
              <a:t>The stored chunk text remains available for display, citations, and prompt grounding. The vector makes the chunk searchable by meaning.</a:t>
            </a:r>
          </a:p>
        </p:txBody>
      </p:sp>
      <p:sp>
        <p:nvSpPr>
          <p:cNvPr id="15" name="TextBox 14"/>
          <p:cNvSpPr txBox="1"/>
          <p:nvPr/>
        </p:nvSpPr>
        <p:spPr>
          <a:xfrm>
            <a:off x="670560" y="6608065"/>
            <a:ext cx="5697394" cy="225767"/>
          </a:xfrm>
          <a:prstGeom prst="rect">
            <a:avLst/>
          </a:prstGeom>
          <a:noFill/>
        </p:spPr>
        <p:txBody>
          <a:bodyPr wrap="none">
            <a:spAutoFit/>
          </a:bodyPr>
          <a:lstStyle/>
          <a:p>
            <a:pPr defTabSz="1219170">
              <a:buClr>
                <a:srgbClr val="000000"/>
              </a:buClr>
            </a:pPr>
            <a:r>
              <a:rPr sz="867" kern="0">
                <a:solidFill>
                  <a:srgbClr val="6E7482"/>
                </a:solidFill>
                <a:latin typeface="Arial"/>
                <a:cs typeface="Arial"/>
                <a:sym typeface="Arial"/>
              </a:rPr>
              <a:t>Sources: Microsoft Learn - Generate embeddings for vector store providers; Semantic Kernel SQLite connector.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500"/>
                                        <p:tgtEl>
                                          <p:spTgt spid="7"/>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500"/>
                                        <p:tgtEl>
                                          <p:spTgt spid="1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fade">
                                      <p:cBhvr>
                                        <p:cTn id="47" dur="500"/>
                                        <p:tgtEl>
                                          <p:spTgt spid="8"/>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14"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0560" y="670560"/>
            <a:ext cx="10850880" cy="1036320"/>
          </a:xfrm>
        </p:spPr>
        <p:txBody>
          <a:bodyPr/>
          <a:lstStyle/>
          <a:p>
            <a:r>
              <a:rPr sz="5067" b="1">
                <a:solidFill>
                  <a:srgbClr val="0078B4"/>
                </a:solidFill>
              </a:rPr>
              <a:t>When the User Asks a Question</a:t>
            </a:r>
          </a:p>
        </p:txBody>
      </p:sp>
      <p:sp>
        <p:nvSpPr>
          <p:cNvPr id="3" name="Rounded Rectangle 2"/>
          <p:cNvSpPr/>
          <p:nvPr/>
        </p:nvSpPr>
        <p:spPr>
          <a:xfrm>
            <a:off x="792480" y="1524000"/>
            <a:ext cx="2926080" cy="115824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97536" rIns="97536" rtlCol="0" anchor="ctr"/>
          <a:lstStyle/>
          <a:p>
            <a:pPr algn="ctr" defTabSz="1219170">
              <a:buClr>
                <a:srgbClr val="000000"/>
              </a:buClr>
            </a:pPr>
            <a:r>
              <a:rPr sz="1493" kern="0" dirty="0">
                <a:solidFill>
                  <a:srgbClr val="383B4B"/>
                </a:solidFill>
                <a:latin typeface="Arial"/>
                <a:sym typeface="Arial"/>
              </a:rPr>
              <a:t>User question</a:t>
            </a:r>
            <a:br>
              <a:rPr sz="1867" kern="0" dirty="0">
                <a:solidFill>
                  <a:srgbClr val="FFFFFF"/>
                </a:solidFill>
                <a:latin typeface="Arial"/>
                <a:sym typeface="Arial"/>
              </a:rPr>
            </a:br>
            <a:r>
              <a:rPr sz="1493" kern="0" dirty="0">
                <a:solidFill>
                  <a:srgbClr val="383B4B"/>
                </a:solidFill>
                <a:latin typeface="Arial"/>
                <a:sym typeface="Arial"/>
              </a:rPr>
              <a:t>“How can I cancel this request?”</a:t>
            </a:r>
          </a:p>
        </p:txBody>
      </p:sp>
      <p:sp>
        <p:nvSpPr>
          <p:cNvPr id="4" name="Rounded Rectangle 3"/>
          <p:cNvSpPr/>
          <p:nvPr/>
        </p:nvSpPr>
        <p:spPr>
          <a:xfrm>
            <a:off x="4632960" y="1524000"/>
            <a:ext cx="2926080" cy="115824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97536" rIns="97536" rtlCol="0" anchor="ctr"/>
          <a:lstStyle/>
          <a:p>
            <a:pPr algn="ctr" defTabSz="1219170">
              <a:buClr>
                <a:srgbClr val="000000"/>
              </a:buClr>
            </a:pPr>
            <a:r>
              <a:rPr sz="1493" kern="0" dirty="0">
                <a:solidFill>
                  <a:srgbClr val="383B4B"/>
                </a:solidFill>
                <a:latin typeface="Arial"/>
                <a:sym typeface="Arial"/>
              </a:rPr>
              <a:t>Question embedding</a:t>
            </a:r>
            <a:br>
              <a:rPr sz="1867" kern="0" dirty="0">
                <a:solidFill>
                  <a:srgbClr val="FFFFFF"/>
                </a:solidFill>
                <a:latin typeface="Arial"/>
                <a:sym typeface="Arial"/>
              </a:rPr>
            </a:br>
            <a:r>
              <a:rPr sz="1493" kern="0" dirty="0">
                <a:solidFill>
                  <a:srgbClr val="383B4B"/>
                </a:solidFill>
                <a:latin typeface="Arial"/>
                <a:sym typeface="Arial"/>
              </a:rPr>
              <a:t>Azure OpenAI converts the question into a vector</a:t>
            </a:r>
          </a:p>
        </p:txBody>
      </p:sp>
      <p:sp>
        <p:nvSpPr>
          <p:cNvPr id="5" name="Rounded Rectangle 4"/>
          <p:cNvSpPr/>
          <p:nvPr/>
        </p:nvSpPr>
        <p:spPr>
          <a:xfrm>
            <a:off x="8473440" y="1524000"/>
            <a:ext cx="2926080" cy="115824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97536" rIns="97536" rtlCol="0" anchor="ctr"/>
          <a:lstStyle/>
          <a:p>
            <a:pPr algn="ctr" defTabSz="1219170">
              <a:buClr>
                <a:srgbClr val="000000"/>
              </a:buClr>
            </a:pPr>
            <a:r>
              <a:rPr sz="1493" kern="0">
                <a:solidFill>
                  <a:srgbClr val="383B4B"/>
                </a:solidFill>
                <a:latin typeface="Arial"/>
                <a:sym typeface="Arial"/>
              </a:rPr>
              <a:t>Vector search</a:t>
            </a:r>
            <a:br>
              <a:rPr sz="1867" kern="0">
                <a:solidFill>
                  <a:srgbClr val="FFFFFF"/>
                </a:solidFill>
                <a:latin typeface="Arial"/>
                <a:sym typeface="Arial"/>
              </a:rPr>
            </a:br>
            <a:r>
              <a:rPr sz="1493" kern="0">
                <a:solidFill>
                  <a:srgbClr val="383B4B"/>
                </a:solidFill>
                <a:latin typeface="Arial"/>
                <a:sym typeface="Arial"/>
              </a:rPr>
              <a:t>SQLite finds closest stored chunk vectors</a:t>
            </a:r>
          </a:p>
        </p:txBody>
      </p:sp>
      <p:sp>
        <p:nvSpPr>
          <p:cNvPr id="6" name="Rounded Rectangle 5"/>
          <p:cNvSpPr/>
          <p:nvPr/>
        </p:nvSpPr>
        <p:spPr>
          <a:xfrm>
            <a:off x="2743200" y="3657600"/>
            <a:ext cx="2926080" cy="115824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97536" rIns="97536" rtlCol="0" anchor="ctr"/>
          <a:lstStyle/>
          <a:p>
            <a:pPr algn="ctr" defTabSz="1219170">
              <a:buClr>
                <a:srgbClr val="000000"/>
              </a:buClr>
            </a:pPr>
            <a:r>
              <a:rPr sz="1493" kern="0">
                <a:solidFill>
                  <a:srgbClr val="383B4B"/>
                </a:solidFill>
                <a:latin typeface="Arial"/>
                <a:sym typeface="Arial"/>
              </a:rPr>
              <a:t>Retrieved context</a:t>
            </a:r>
            <a:br>
              <a:rPr sz="1867" kern="0">
                <a:solidFill>
                  <a:srgbClr val="FFFFFF"/>
                </a:solidFill>
                <a:latin typeface="Arial"/>
                <a:sym typeface="Arial"/>
              </a:rPr>
            </a:br>
            <a:r>
              <a:rPr sz="1493" kern="0">
                <a:solidFill>
                  <a:srgbClr val="383B4B"/>
                </a:solidFill>
                <a:latin typeface="Arial"/>
                <a:sym typeface="Arial"/>
              </a:rPr>
              <a:t>The app sends relevant chunks to the chat model</a:t>
            </a:r>
          </a:p>
        </p:txBody>
      </p:sp>
      <p:sp>
        <p:nvSpPr>
          <p:cNvPr id="7" name="Rounded Rectangle 6"/>
          <p:cNvSpPr/>
          <p:nvPr/>
        </p:nvSpPr>
        <p:spPr>
          <a:xfrm>
            <a:off x="6766560" y="3657600"/>
            <a:ext cx="2926080" cy="115824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97536" rIns="97536" rtlCol="0" anchor="ctr"/>
          <a:lstStyle/>
          <a:p>
            <a:pPr algn="ctr" defTabSz="1219170">
              <a:buClr>
                <a:srgbClr val="000000"/>
              </a:buClr>
            </a:pPr>
            <a:r>
              <a:rPr sz="1493" kern="0">
                <a:solidFill>
                  <a:srgbClr val="383B4B"/>
                </a:solidFill>
                <a:latin typeface="Arial"/>
                <a:sym typeface="Arial"/>
              </a:rPr>
              <a:t>Grounded answer</a:t>
            </a:r>
            <a:br>
              <a:rPr sz="1867" kern="0">
                <a:solidFill>
                  <a:srgbClr val="FFFFFF"/>
                </a:solidFill>
                <a:latin typeface="Arial"/>
                <a:sym typeface="Arial"/>
              </a:rPr>
            </a:br>
            <a:r>
              <a:rPr sz="1493" kern="0">
                <a:solidFill>
                  <a:srgbClr val="383B4B"/>
                </a:solidFill>
                <a:latin typeface="Arial"/>
                <a:sym typeface="Arial"/>
              </a:rPr>
              <a:t>The model answers using retrieved knowledge</a:t>
            </a:r>
          </a:p>
        </p:txBody>
      </p:sp>
      <p:cxnSp>
        <p:nvCxnSpPr>
          <p:cNvPr id="8" name="Connector 7"/>
          <p:cNvCxnSpPr/>
          <p:nvPr/>
        </p:nvCxnSpPr>
        <p:spPr>
          <a:xfrm>
            <a:off x="3718560" y="2097024"/>
            <a:ext cx="914400" cy="0"/>
          </a:xfrm>
          <a:prstGeom prst="line">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 name="Connector 8"/>
          <p:cNvCxnSpPr/>
          <p:nvPr/>
        </p:nvCxnSpPr>
        <p:spPr>
          <a:xfrm>
            <a:off x="7559040" y="2097024"/>
            <a:ext cx="914400" cy="0"/>
          </a:xfrm>
          <a:prstGeom prst="line">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 name="Connector 9"/>
          <p:cNvCxnSpPr/>
          <p:nvPr/>
        </p:nvCxnSpPr>
        <p:spPr>
          <a:xfrm flipH="1">
            <a:off x="4206240" y="2682240"/>
            <a:ext cx="5730240" cy="975360"/>
          </a:xfrm>
          <a:prstGeom prst="line">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1" name="Connector 10"/>
          <p:cNvCxnSpPr/>
          <p:nvPr/>
        </p:nvCxnSpPr>
        <p:spPr>
          <a:xfrm>
            <a:off x="5669280" y="4242816"/>
            <a:ext cx="1097280" cy="0"/>
          </a:xfrm>
          <a:prstGeom prst="line">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TextBox 12"/>
          <p:cNvSpPr txBox="1"/>
          <p:nvPr/>
        </p:nvSpPr>
        <p:spPr>
          <a:xfrm>
            <a:off x="670561" y="6608065"/>
            <a:ext cx="4120039" cy="225767"/>
          </a:xfrm>
          <a:prstGeom prst="rect">
            <a:avLst/>
          </a:prstGeom>
          <a:noFill/>
        </p:spPr>
        <p:txBody>
          <a:bodyPr wrap="none">
            <a:spAutoFit/>
          </a:bodyPr>
          <a:lstStyle/>
          <a:p>
            <a:pPr defTabSz="1219170">
              <a:buClr>
                <a:srgbClr val="000000"/>
              </a:buClr>
            </a:pPr>
            <a:r>
              <a:rPr sz="867" kern="0">
                <a:solidFill>
                  <a:srgbClr val="6E7482"/>
                </a:solidFill>
                <a:latin typeface="Arial"/>
                <a:cs typeface="Arial"/>
                <a:sym typeface="Arial"/>
              </a:rPr>
              <a:t>Sources: Microsoft Learn - Vector search and automatic embedding generation.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0560" y="670560"/>
            <a:ext cx="10850880" cy="1036320"/>
          </a:xfrm>
        </p:spPr>
        <p:txBody>
          <a:bodyPr/>
          <a:lstStyle/>
          <a:p>
            <a:r>
              <a:rPr sz="5067" b="1" dirty="0">
                <a:solidFill>
                  <a:srgbClr val="0078B4"/>
                </a:solidFill>
              </a:rPr>
              <a:t>Vector Store</a:t>
            </a:r>
            <a:r>
              <a:rPr lang="en-US" sz="5067" b="1" dirty="0">
                <a:solidFill>
                  <a:srgbClr val="0078B4"/>
                </a:solidFill>
              </a:rPr>
              <a:t> vs Relational Table</a:t>
            </a:r>
            <a:endParaRPr sz="5067" b="1" dirty="0">
              <a:solidFill>
                <a:srgbClr val="0078B4"/>
              </a:solidFill>
            </a:endParaRPr>
          </a:p>
        </p:txBody>
      </p:sp>
      <p:sp>
        <p:nvSpPr>
          <p:cNvPr id="3" name="Rounded Rectangle 2"/>
          <p:cNvSpPr/>
          <p:nvPr/>
        </p:nvSpPr>
        <p:spPr>
          <a:xfrm>
            <a:off x="792480" y="1645920"/>
            <a:ext cx="4328160" cy="347472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97536" rIns="97536" rtlCol="0" anchor="ctr"/>
          <a:lstStyle/>
          <a:p>
            <a:pPr defTabSz="1219170">
              <a:buClr>
                <a:srgbClr val="000000"/>
              </a:buClr>
            </a:pPr>
            <a:r>
              <a:rPr sz="1667" kern="0" dirty="0">
                <a:solidFill>
                  <a:srgbClr val="383B4B"/>
                </a:solidFill>
                <a:latin typeface="Arial"/>
                <a:sym typeface="Arial"/>
              </a:rPr>
              <a:t>Regular table</a:t>
            </a:r>
            <a:br>
              <a:rPr sz="1867" kern="0" dirty="0">
                <a:solidFill>
                  <a:srgbClr val="FFFFFF"/>
                </a:solidFill>
                <a:latin typeface="Arial"/>
                <a:sym typeface="Arial"/>
              </a:rPr>
            </a:br>
            <a:br>
              <a:rPr sz="1867" kern="0" dirty="0">
                <a:solidFill>
                  <a:srgbClr val="FFFFFF"/>
                </a:solidFill>
                <a:latin typeface="Arial"/>
                <a:sym typeface="Arial"/>
              </a:rPr>
            </a:br>
            <a:r>
              <a:rPr sz="1667" kern="0" dirty="0">
                <a:solidFill>
                  <a:srgbClr val="383B4B"/>
                </a:solidFill>
                <a:latin typeface="Arial"/>
                <a:sym typeface="Arial"/>
              </a:rPr>
              <a:t>Key</a:t>
            </a:r>
            <a:br>
              <a:rPr sz="1867" kern="0" dirty="0">
                <a:solidFill>
                  <a:srgbClr val="FFFFFF"/>
                </a:solidFill>
                <a:latin typeface="Arial"/>
                <a:sym typeface="Arial"/>
              </a:rPr>
            </a:br>
            <a:r>
              <a:rPr sz="1667" kern="0" dirty="0" err="1">
                <a:solidFill>
                  <a:srgbClr val="383B4B"/>
                </a:solidFill>
                <a:latin typeface="Arial"/>
                <a:sym typeface="Arial"/>
              </a:rPr>
              <a:t>PortalDocumentId</a:t>
            </a:r>
            <a:br>
              <a:rPr sz="1867" kern="0" dirty="0">
                <a:solidFill>
                  <a:srgbClr val="FFFFFF"/>
                </a:solidFill>
                <a:latin typeface="Arial"/>
                <a:sym typeface="Arial"/>
              </a:rPr>
            </a:br>
            <a:r>
              <a:rPr sz="1667" kern="0" dirty="0" err="1">
                <a:solidFill>
                  <a:srgbClr val="383B4B"/>
                </a:solidFill>
                <a:latin typeface="Arial"/>
                <a:sym typeface="Arial"/>
              </a:rPr>
              <a:t>ChunkIndex</a:t>
            </a:r>
            <a:br>
              <a:rPr sz="1867" kern="0" dirty="0">
                <a:solidFill>
                  <a:srgbClr val="FFFFFF"/>
                </a:solidFill>
                <a:latin typeface="Arial"/>
                <a:sym typeface="Arial"/>
              </a:rPr>
            </a:br>
            <a:r>
              <a:rPr sz="1667" kern="0" dirty="0" err="1">
                <a:solidFill>
                  <a:srgbClr val="383B4B"/>
                </a:solidFill>
                <a:latin typeface="Arial"/>
                <a:sym typeface="Arial"/>
              </a:rPr>
              <a:t>SourceFileName</a:t>
            </a:r>
            <a:br>
              <a:rPr sz="1867" kern="0" dirty="0">
                <a:solidFill>
                  <a:srgbClr val="FFFFFF"/>
                </a:solidFill>
                <a:latin typeface="Arial"/>
                <a:sym typeface="Arial"/>
              </a:rPr>
            </a:br>
            <a:r>
              <a:rPr sz="1667" kern="0" dirty="0" err="1">
                <a:solidFill>
                  <a:srgbClr val="383B4B"/>
                </a:solidFill>
                <a:latin typeface="Arial"/>
                <a:sym typeface="Arial"/>
              </a:rPr>
              <a:t>DocumentTags</a:t>
            </a:r>
            <a:br>
              <a:rPr sz="1867" kern="0" dirty="0">
                <a:solidFill>
                  <a:srgbClr val="FFFFFF"/>
                </a:solidFill>
                <a:latin typeface="Arial"/>
                <a:sym typeface="Arial"/>
              </a:rPr>
            </a:br>
            <a:r>
              <a:rPr sz="1667" kern="0" dirty="0">
                <a:solidFill>
                  <a:srgbClr val="383B4B"/>
                </a:solidFill>
                <a:latin typeface="Arial"/>
                <a:sym typeface="Arial"/>
              </a:rPr>
              <a:t>Text</a:t>
            </a:r>
            <a:br>
              <a:rPr sz="1867" kern="0" dirty="0">
                <a:solidFill>
                  <a:srgbClr val="FFFFFF"/>
                </a:solidFill>
                <a:latin typeface="Arial"/>
                <a:sym typeface="Arial"/>
              </a:rPr>
            </a:br>
            <a:br>
              <a:rPr sz="1867" kern="0" dirty="0">
                <a:solidFill>
                  <a:srgbClr val="FFFFFF"/>
                </a:solidFill>
                <a:latin typeface="Arial"/>
                <a:sym typeface="Arial"/>
              </a:rPr>
            </a:br>
            <a:r>
              <a:rPr sz="1667" kern="0" dirty="0">
                <a:solidFill>
                  <a:srgbClr val="383B4B"/>
                </a:solidFill>
                <a:latin typeface="Arial"/>
                <a:sym typeface="Arial"/>
              </a:rPr>
              <a:t>Used for metadata, filtering, retrieved context, and citations.</a:t>
            </a:r>
          </a:p>
        </p:txBody>
      </p:sp>
      <p:sp>
        <p:nvSpPr>
          <p:cNvPr id="4" name="Rounded Rectangle 3"/>
          <p:cNvSpPr/>
          <p:nvPr/>
        </p:nvSpPr>
        <p:spPr>
          <a:xfrm>
            <a:off x="7071360" y="1645920"/>
            <a:ext cx="4328160" cy="347472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97536" rIns="97536" rtlCol="0" anchor="ctr"/>
          <a:lstStyle/>
          <a:p>
            <a:pPr defTabSz="1219170">
              <a:buClr>
                <a:srgbClr val="000000"/>
              </a:buClr>
            </a:pPr>
            <a:r>
              <a:rPr sz="1667" kern="0">
                <a:solidFill>
                  <a:srgbClr val="383B4B"/>
                </a:solidFill>
                <a:latin typeface="Arial"/>
                <a:sym typeface="Arial"/>
              </a:rPr>
              <a:t>Vector table</a:t>
            </a:r>
            <a:br>
              <a:rPr sz="1867" kern="0">
                <a:solidFill>
                  <a:srgbClr val="FFFFFF"/>
                </a:solidFill>
                <a:latin typeface="Arial"/>
                <a:sym typeface="Arial"/>
              </a:rPr>
            </a:br>
            <a:br>
              <a:rPr sz="1867" kern="0">
                <a:solidFill>
                  <a:srgbClr val="FFFFFF"/>
                </a:solidFill>
                <a:latin typeface="Arial"/>
                <a:sym typeface="Arial"/>
              </a:rPr>
            </a:br>
            <a:r>
              <a:rPr sz="1667" kern="0">
                <a:solidFill>
                  <a:srgbClr val="383B4B"/>
                </a:solidFill>
                <a:latin typeface="Arial"/>
                <a:sym typeface="Arial"/>
              </a:rPr>
              <a:t>Generated embedding vector</a:t>
            </a:r>
            <a:br>
              <a:rPr sz="1867" kern="0">
                <a:solidFill>
                  <a:srgbClr val="FFFFFF"/>
                </a:solidFill>
                <a:latin typeface="Arial"/>
                <a:sym typeface="Arial"/>
              </a:rPr>
            </a:br>
            <a:r>
              <a:rPr sz="1667" kern="0">
                <a:solidFill>
                  <a:srgbClr val="383B4B"/>
                </a:solidFill>
                <a:latin typeface="Arial"/>
                <a:sym typeface="Arial"/>
              </a:rPr>
              <a:t>Distance function support</a:t>
            </a:r>
            <a:br>
              <a:rPr sz="1867" kern="0">
                <a:solidFill>
                  <a:srgbClr val="FFFFFF"/>
                </a:solidFill>
                <a:latin typeface="Arial"/>
                <a:sym typeface="Arial"/>
              </a:rPr>
            </a:br>
            <a:r>
              <a:rPr sz="1667" kern="0">
                <a:solidFill>
                  <a:srgbClr val="383B4B"/>
                </a:solidFill>
                <a:latin typeface="Arial"/>
                <a:sym typeface="Arial"/>
              </a:rPr>
              <a:t>Nearest-neighbor search support</a:t>
            </a:r>
            <a:br>
              <a:rPr sz="1867" kern="0">
                <a:solidFill>
                  <a:srgbClr val="FFFFFF"/>
                </a:solidFill>
                <a:latin typeface="Arial"/>
                <a:sym typeface="Arial"/>
              </a:rPr>
            </a:br>
            <a:br>
              <a:rPr sz="1867" kern="0">
                <a:solidFill>
                  <a:srgbClr val="FFFFFF"/>
                </a:solidFill>
                <a:latin typeface="Arial"/>
                <a:sym typeface="Arial"/>
              </a:rPr>
            </a:br>
            <a:r>
              <a:rPr sz="1667" kern="0">
                <a:solidFill>
                  <a:srgbClr val="383B4B"/>
                </a:solidFill>
                <a:latin typeface="Arial"/>
                <a:sym typeface="Arial"/>
              </a:rPr>
              <a:t>Used to find chunks close to the user question.</a:t>
            </a:r>
          </a:p>
        </p:txBody>
      </p:sp>
      <p:sp>
        <p:nvSpPr>
          <p:cNvPr id="5" name="Rounded Rectangle 4"/>
          <p:cNvSpPr/>
          <p:nvPr/>
        </p:nvSpPr>
        <p:spPr>
          <a:xfrm>
            <a:off x="5303519" y="2743200"/>
            <a:ext cx="1524000" cy="914400"/>
          </a:xfrm>
          <a:prstGeom prst="roundRect">
            <a:avLst/>
          </a:prstGeom>
          <a:solidFill>
            <a:srgbClr val="00AED1"/>
          </a:solidFill>
          <a:ln w="12700">
            <a:solidFill>
              <a:srgbClr val="00AED1"/>
            </a:solidFill>
          </a:ln>
        </p:spPr>
        <p:style>
          <a:lnRef idx="1">
            <a:schemeClr val="accent1"/>
          </a:lnRef>
          <a:fillRef idx="3">
            <a:schemeClr val="accent1"/>
          </a:fillRef>
          <a:effectRef idx="2">
            <a:schemeClr val="accent1"/>
          </a:effectRef>
          <a:fontRef idx="minor">
            <a:schemeClr val="lt1"/>
          </a:fontRef>
        </p:style>
        <p:txBody>
          <a:bodyPr wrap="square" lIns="97536" rIns="97536" rtlCol="0" anchor="ctr"/>
          <a:lstStyle/>
          <a:p>
            <a:pPr algn="ctr" defTabSz="1219170">
              <a:buClr>
                <a:srgbClr val="000000"/>
              </a:buClr>
            </a:pPr>
            <a:r>
              <a:rPr sz="1533" b="1" kern="0" dirty="0">
                <a:solidFill>
                  <a:srgbClr val="FFFFFF"/>
                </a:solidFill>
                <a:latin typeface="Arial"/>
                <a:sym typeface="Arial"/>
              </a:rPr>
              <a:t>Same</a:t>
            </a:r>
            <a:br>
              <a:rPr sz="1867" kern="0" dirty="0">
                <a:solidFill>
                  <a:srgbClr val="FFFFFF"/>
                </a:solidFill>
                <a:latin typeface="Arial"/>
                <a:sym typeface="Arial"/>
              </a:rPr>
            </a:br>
            <a:r>
              <a:rPr sz="1533" b="1" kern="0" dirty="0">
                <a:solidFill>
                  <a:srgbClr val="FFFFFF"/>
                </a:solidFill>
                <a:latin typeface="Arial"/>
                <a:sym typeface="Arial"/>
              </a:rPr>
              <a:t>collection</a:t>
            </a:r>
          </a:p>
        </p:txBody>
      </p:sp>
      <p:cxnSp>
        <p:nvCxnSpPr>
          <p:cNvPr id="6" name="Connector 5"/>
          <p:cNvCxnSpPr/>
          <p:nvPr/>
        </p:nvCxnSpPr>
        <p:spPr>
          <a:xfrm>
            <a:off x="5120641" y="3206496"/>
            <a:ext cx="182879" cy="0"/>
          </a:xfrm>
          <a:prstGeom prst="line">
            <a:avLst/>
          </a:prstGeom>
          <a:ln w="25400">
            <a:solidFill>
              <a:srgbClr val="00AED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827520" y="3206496"/>
            <a:ext cx="243840" cy="0"/>
          </a:xfrm>
          <a:prstGeom prst="line">
            <a:avLst/>
          </a:prstGeom>
          <a:ln w="25400">
            <a:solidFill>
              <a:srgbClr val="00AED1"/>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70561" y="6608065"/>
            <a:ext cx="5463355" cy="225767"/>
          </a:xfrm>
          <a:prstGeom prst="rect">
            <a:avLst/>
          </a:prstGeom>
          <a:noFill/>
        </p:spPr>
        <p:txBody>
          <a:bodyPr wrap="none">
            <a:spAutoFit/>
          </a:bodyPr>
          <a:lstStyle/>
          <a:p>
            <a:pPr defTabSz="1219170">
              <a:buClr>
                <a:srgbClr val="000000"/>
              </a:buClr>
            </a:pPr>
            <a:r>
              <a:rPr sz="867" kern="0">
                <a:solidFill>
                  <a:srgbClr val="6E7482"/>
                </a:solidFill>
                <a:latin typeface="Arial"/>
                <a:cs typeface="Arial"/>
                <a:sym typeface="Arial"/>
              </a:rPr>
              <a:t>Sources: Microsoft Learn - SQLite vector store connector; Generate embeddings for vector store providers.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0560" y="670560"/>
            <a:ext cx="10850880" cy="1036320"/>
          </a:xfrm>
        </p:spPr>
        <p:txBody>
          <a:bodyPr/>
          <a:lstStyle/>
          <a:p>
            <a:r>
              <a:rPr sz="5067" b="1" dirty="0">
                <a:solidFill>
                  <a:srgbClr val="0078B4"/>
                </a:solidFill>
              </a:rPr>
              <a:t>How Azure</a:t>
            </a:r>
            <a:r>
              <a:rPr lang="en-US" sz="5067" b="1" dirty="0">
                <a:solidFill>
                  <a:srgbClr val="0078B4"/>
                </a:solidFill>
              </a:rPr>
              <a:t> Embeddings </a:t>
            </a:r>
            <a:r>
              <a:rPr sz="5067" b="1" dirty="0">
                <a:solidFill>
                  <a:srgbClr val="0078B4"/>
                </a:solidFill>
              </a:rPr>
              <a:t>Fits In</a:t>
            </a:r>
          </a:p>
        </p:txBody>
      </p:sp>
      <p:sp>
        <p:nvSpPr>
          <p:cNvPr id="3" name="Rounded Rectangle 2"/>
          <p:cNvSpPr/>
          <p:nvPr/>
        </p:nvSpPr>
        <p:spPr>
          <a:xfrm>
            <a:off x="792480" y="1584960"/>
            <a:ext cx="3352800" cy="335280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170688" tIns="134112" rIns="170688" bIns="97536" rtlCol="0" anchor="ctr"/>
          <a:lstStyle/>
          <a:p>
            <a:pPr algn="ctr" defTabSz="1219170">
              <a:buClr>
                <a:srgbClr val="000000"/>
              </a:buClr>
            </a:pPr>
            <a:r>
              <a:rPr sz="1867" b="1" kern="0">
                <a:solidFill>
                  <a:srgbClr val="0078B4"/>
                </a:solidFill>
                <a:latin typeface="Arial"/>
                <a:sym typeface="Arial"/>
              </a:rPr>
              <a:t>Embedding deployment</a:t>
            </a:r>
          </a:p>
          <a:p>
            <a:pPr defTabSz="1219170">
              <a:spcBef>
                <a:spcPts val="533"/>
              </a:spcBef>
              <a:buClr>
                <a:srgbClr val="000000"/>
              </a:buClr>
            </a:pPr>
            <a:r>
              <a:rPr sz="1467" kern="0">
                <a:solidFill>
                  <a:srgbClr val="383B4B"/>
                </a:solidFill>
                <a:latin typeface="Arial"/>
                <a:sym typeface="Arial"/>
              </a:rPr>
              <a:t>Used for semantic search.</a:t>
            </a:r>
            <a:br>
              <a:rPr sz="1867" kern="0">
                <a:solidFill>
                  <a:srgbClr val="FFFFFF"/>
                </a:solidFill>
                <a:latin typeface="Arial"/>
                <a:sym typeface="Arial"/>
              </a:rPr>
            </a:br>
            <a:br>
              <a:rPr sz="1867" kern="0">
                <a:solidFill>
                  <a:srgbClr val="FFFFFF"/>
                </a:solidFill>
                <a:latin typeface="Arial"/>
                <a:sym typeface="Arial"/>
              </a:rPr>
            </a:br>
            <a:r>
              <a:rPr sz="1467" kern="0">
                <a:solidFill>
                  <a:srgbClr val="383B4B"/>
                </a:solidFill>
                <a:latin typeface="Arial"/>
                <a:sym typeface="Arial"/>
              </a:rPr>
              <a:t>Examples include text-embedding-3-small or text-embedding-3-large.</a:t>
            </a:r>
            <a:br>
              <a:rPr sz="1867" kern="0">
                <a:solidFill>
                  <a:srgbClr val="FFFFFF"/>
                </a:solidFill>
                <a:latin typeface="Arial"/>
                <a:sym typeface="Arial"/>
              </a:rPr>
            </a:br>
            <a:br>
              <a:rPr sz="1867" kern="0">
                <a:solidFill>
                  <a:srgbClr val="FFFFFF"/>
                </a:solidFill>
                <a:latin typeface="Arial"/>
                <a:sym typeface="Arial"/>
              </a:rPr>
            </a:br>
            <a:r>
              <a:rPr sz="1467" kern="0">
                <a:solidFill>
                  <a:srgbClr val="383B4B"/>
                </a:solidFill>
                <a:latin typeface="Arial"/>
                <a:sym typeface="Arial"/>
              </a:rPr>
              <a:t>Creates numeric vectors from chunks and questions.</a:t>
            </a:r>
          </a:p>
        </p:txBody>
      </p:sp>
      <p:sp>
        <p:nvSpPr>
          <p:cNvPr id="4" name="Rectangle 3"/>
          <p:cNvSpPr/>
          <p:nvPr/>
        </p:nvSpPr>
        <p:spPr>
          <a:xfrm>
            <a:off x="792480" y="1584960"/>
            <a:ext cx="3352800" cy="73152"/>
          </a:xfrm>
          <a:prstGeom prst="rect">
            <a:avLst/>
          </a:prstGeom>
          <a:solidFill>
            <a:srgbClr val="007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buClr>
                <a:srgbClr val="000000"/>
              </a:buClr>
            </a:pPr>
            <a:endParaRPr sz="1867" kern="0">
              <a:solidFill>
                <a:srgbClr val="FFFFFF"/>
              </a:solidFill>
              <a:latin typeface="Arial"/>
              <a:sym typeface="Arial"/>
            </a:endParaRPr>
          </a:p>
        </p:txBody>
      </p:sp>
      <p:sp>
        <p:nvSpPr>
          <p:cNvPr id="5" name="Rounded Rectangle 4"/>
          <p:cNvSpPr/>
          <p:nvPr/>
        </p:nvSpPr>
        <p:spPr>
          <a:xfrm>
            <a:off x="4450080" y="1584960"/>
            <a:ext cx="3352800" cy="335280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170688" tIns="134112" rIns="170688" bIns="97536" rtlCol="0" anchor="ctr"/>
          <a:lstStyle/>
          <a:p>
            <a:pPr algn="ctr" defTabSz="1219170">
              <a:buClr>
                <a:srgbClr val="000000"/>
              </a:buClr>
            </a:pPr>
            <a:r>
              <a:rPr sz="1867" b="1" kern="0">
                <a:solidFill>
                  <a:srgbClr val="0078B4"/>
                </a:solidFill>
                <a:latin typeface="Arial"/>
                <a:sym typeface="Arial"/>
              </a:rPr>
              <a:t>Chat deployment</a:t>
            </a:r>
          </a:p>
          <a:p>
            <a:pPr defTabSz="1219170">
              <a:spcBef>
                <a:spcPts val="533"/>
              </a:spcBef>
              <a:buClr>
                <a:srgbClr val="000000"/>
              </a:buClr>
            </a:pPr>
            <a:r>
              <a:rPr sz="1467" kern="0">
                <a:solidFill>
                  <a:srgbClr val="383B4B"/>
                </a:solidFill>
                <a:latin typeface="Arial"/>
                <a:sym typeface="Arial"/>
              </a:rPr>
              <a:t>Used for natural-language responses.</a:t>
            </a:r>
            <a:br>
              <a:rPr sz="1867" kern="0">
                <a:solidFill>
                  <a:srgbClr val="FFFFFF"/>
                </a:solidFill>
                <a:latin typeface="Arial"/>
                <a:sym typeface="Arial"/>
              </a:rPr>
            </a:br>
            <a:br>
              <a:rPr sz="1867" kern="0">
                <a:solidFill>
                  <a:srgbClr val="FFFFFF"/>
                </a:solidFill>
                <a:latin typeface="Arial"/>
                <a:sym typeface="Arial"/>
              </a:rPr>
            </a:br>
            <a:r>
              <a:rPr sz="1467" kern="0">
                <a:solidFill>
                  <a:srgbClr val="383B4B"/>
                </a:solidFill>
                <a:latin typeface="Arial"/>
                <a:sym typeface="Arial"/>
              </a:rPr>
              <a:t>Receives the user question plus retrieved context.</a:t>
            </a:r>
            <a:br>
              <a:rPr sz="1867" kern="0">
                <a:solidFill>
                  <a:srgbClr val="FFFFFF"/>
                </a:solidFill>
                <a:latin typeface="Arial"/>
                <a:sym typeface="Arial"/>
              </a:rPr>
            </a:br>
            <a:br>
              <a:rPr sz="1867" kern="0">
                <a:solidFill>
                  <a:srgbClr val="FFFFFF"/>
                </a:solidFill>
                <a:latin typeface="Arial"/>
                <a:sym typeface="Arial"/>
              </a:rPr>
            </a:br>
            <a:r>
              <a:rPr sz="1467" kern="0">
                <a:solidFill>
                  <a:srgbClr val="383B4B"/>
                </a:solidFill>
                <a:latin typeface="Arial"/>
                <a:sym typeface="Arial"/>
              </a:rPr>
              <a:t>Produces the final grounded answer.</a:t>
            </a:r>
          </a:p>
        </p:txBody>
      </p:sp>
      <p:sp>
        <p:nvSpPr>
          <p:cNvPr id="6" name="Rectangle 5"/>
          <p:cNvSpPr/>
          <p:nvPr/>
        </p:nvSpPr>
        <p:spPr>
          <a:xfrm>
            <a:off x="4450080" y="1584960"/>
            <a:ext cx="3352800" cy="73152"/>
          </a:xfrm>
          <a:prstGeom prst="rect">
            <a:avLst/>
          </a:prstGeom>
          <a:solidFill>
            <a:srgbClr val="00AE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buClr>
                <a:srgbClr val="000000"/>
              </a:buClr>
            </a:pPr>
            <a:endParaRPr sz="1867" kern="0">
              <a:solidFill>
                <a:srgbClr val="FFFFFF"/>
              </a:solidFill>
              <a:latin typeface="Arial"/>
              <a:sym typeface="Arial"/>
            </a:endParaRPr>
          </a:p>
        </p:txBody>
      </p:sp>
      <p:sp>
        <p:nvSpPr>
          <p:cNvPr id="7" name="Rounded Rectangle 6"/>
          <p:cNvSpPr/>
          <p:nvPr/>
        </p:nvSpPr>
        <p:spPr>
          <a:xfrm>
            <a:off x="8107680" y="1584960"/>
            <a:ext cx="3352800" cy="335280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170688" tIns="134112" rIns="170688" bIns="97536" rtlCol="0" anchor="ctr"/>
          <a:lstStyle/>
          <a:p>
            <a:pPr algn="ctr" defTabSz="1219170">
              <a:buClr>
                <a:srgbClr val="000000"/>
              </a:buClr>
            </a:pPr>
            <a:r>
              <a:rPr sz="1867" b="1" kern="0">
                <a:solidFill>
                  <a:srgbClr val="0078B4"/>
                </a:solidFill>
                <a:latin typeface="Arial"/>
                <a:sym typeface="Arial"/>
              </a:rPr>
              <a:t>Separate configuration</a:t>
            </a:r>
          </a:p>
          <a:p>
            <a:pPr defTabSz="1219170">
              <a:spcBef>
                <a:spcPts val="533"/>
              </a:spcBef>
              <a:buClr>
                <a:srgbClr val="000000"/>
              </a:buClr>
            </a:pPr>
            <a:r>
              <a:rPr sz="1467" kern="0">
                <a:solidFill>
                  <a:srgbClr val="383B4B"/>
                </a:solidFill>
                <a:latin typeface="Arial"/>
                <a:sym typeface="Arial"/>
              </a:rPr>
              <a:t>Different deployments can live under the same Azure OpenAI resource.</a:t>
            </a:r>
            <a:br>
              <a:rPr sz="1867" kern="0">
                <a:solidFill>
                  <a:srgbClr val="FFFFFF"/>
                </a:solidFill>
                <a:latin typeface="Arial"/>
                <a:sym typeface="Arial"/>
              </a:rPr>
            </a:br>
            <a:br>
              <a:rPr sz="1867" kern="0">
                <a:solidFill>
                  <a:srgbClr val="FFFFFF"/>
                </a:solidFill>
                <a:latin typeface="Arial"/>
                <a:sym typeface="Arial"/>
              </a:rPr>
            </a:br>
            <a:r>
              <a:rPr sz="1467" kern="0">
                <a:solidFill>
                  <a:srgbClr val="383B4B"/>
                </a:solidFill>
                <a:latin typeface="Arial"/>
                <a:sym typeface="Arial"/>
              </a:rPr>
              <a:t>The app should configure these separately.</a:t>
            </a:r>
          </a:p>
        </p:txBody>
      </p:sp>
      <p:sp>
        <p:nvSpPr>
          <p:cNvPr id="8" name="Rectangle 7"/>
          <p:cNvSpPr/>
          <p:nvPr/>
        </p:nvSpPr>
        <p:spPr>
          <a:xfrm>
            <a:off x="8107680" y="1584960"/>
            <a:ext cx="3352800" cy="73152"/>
          </a:xfrm>
          <a:prstGeom prst="rect">
            <a:avLst/>
          </a:prstGeom>
          <a:solidFill>
            <a:srgbClr val="1E9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buClr>
                <a:srgbClr val="000000"/>
              </a:buClr>
            </a:pPr>
            <a:endParaRPr sz="1867" kern="0">
              <a:solidFill>
                <a:srgbClr val="FFFFFF"/>
              </a:solidFill>
              <a:latin typeface="Arial"/>
              <a:sym typeface="Arial"/>
            </a:endParaRPr>
          </a:p>
        </p:txBody>
      </p:sp>
      <p:sp>
        <p:nvSpPr>
          <p:cNvPr id="9" name="Rounded Rectangle 8"/>
          <p:cNvSpPr/>
          <p:nvPr/>
        </p:nvSpPr>
        <p:spPr>
          <a:xfrm>
            <a:off x="1219200" y="5547360"/>
            <a:ext cx="9753600" cy="609600"/>
          </a:xfrm>
          <a:prstGeom prst="roundRect">
            <a:avLst/>
          </a:prstGeom>
          <a:solidFill>
            <a:srgbClr val="F0F4F8"/>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97536" rIns="97536" rtlCol="0" anchor="ctr"/>
          <a:lstStyle/>
          <a:p>
            <a:pPr algn="ctr" defTabSz="1219170">
              <a:buClr>
                <a:srgbClr val="000000"/>
              </a:buClr>
            </a:pPr>
            <a:r>
              <a:rPr sz="1867" b="1" kern="0" dirty="0">
                <a:solidFill>
                  <a:srgbClr val="0078B4"/>
                </a:solidFill>
                <a:latin typeface="Arial"/>
                <a:sym typeface="Arial"/>
              </a:rPr>
              <a:t>Do not use the chat deployment as if it were an embedding model. Keep chat and embedding settings separate.</a:t>
            </a:r>
          </a:p>
        </p:txBody>
      </p:sp>
      <p:sp>
        <p:nvSpPr>
          <p:cNvPr id="10" name="TextBox 9"/>
          <p:cNvSpPr txBox="1"/>
          <p:nvPr/>
        </p:nvSpPr>
        <p:spPr>
          <a:xfrm>
            <a:off x="670561" y="6608065"/>
            <a:ext cx="4208203" cy="225767"/>
          </a:xfrm>
          <a:prstGeom prst="rect">
            <a:avLst/>
          </a:prstGeom>
          <a:noFill/>
        </p:spPr>
        <p:txBody>
          <a:bodyPr wrap="none">
            <a:spAutoFit/>
          </a:bodyPr>
          <a:lstStyle/>
          <a:p>
            <a:pPr defTabSz="1219170">
              <a:buClr>
                <a:srgbClr val="000000"/>
              </a:buClr>
            </a:pPr>
            <a:r>
              <a:rPr sz="867" kern="0">
                <a:solidFill>
                  <a:srgbClr val="6E7482"/>
                </a:solidFill>
                <a:latin typeface="Arial"/>
                <a:cs typeface="Arial"/>
                <a:sym typeface="Arial"/>
              </a:rPr>
              <a:t>Sources: Microsoft Learn - Azure OpenAI embeddings and deployment guidance.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Connector 11"/>
          <p:cNvCxnSpPr/>
          <p:nvPr/>
        </p:nvCxnSpPr>
        <p:spPr>
          <a:xfrm>
            <a:off x="5852160" y="1828800"/>
            <a:ext cx="182880" cy="853440"/>
          </a:xfrm>
          <a:prstGeom prst="line">
            <a:avLst/>
          </a:prstGeom>
          <a:ln w="25400">
            <a:solidFill>
              <a:srgbClr val="00AED1"/>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670560" y="670560"/>
            <a:ext cx="10850880" cy="1036320"/>
          </a:xfrm>
        </p:spPr>
        <p:txBody>
          <a:bodyPr/>
          <a:lstStyle/>
          <a:p>
            <a:r>
              <a:rPr lang="en-US" b="1" dirty="0">
                <a:solidFill>
                  <a:srgbClr val="0078B4"/>
                </a:solidFill>
              </a:rPr>
              <a:t>Alternative and suitable </a:t>
            </a:r>
            <a:r>
              <a:rPr b="1" dirty="0">
                <a:solidFill>
                  <a:srgbClr val="0078B4"/>
                </a:solidFill>
              </a:rPr>
              <a:t>Vector Stores</a:t>
            </a:r>
          </a:p>
        </p:txBody>
      </p:sp>
      <p:sp>
        <p:nvSpPr>
          <p:cNvPr id="3" name="Rounded Rectangle 2"/>
          <p:cNvSpPr/>
          <p:nvPr/>
        </p:nvSpPr>
        <p:spPr>
          <a:xfrm>
            <a:off x="4450080" y="2682240"/>
            <a:ext cx="3291840" cy="1280160"/>
          </a:xfrm>
          <a:prstGeom prst="roundRect">
            <a:avLst/>
          </a:prstGeom>
          <a:solidFill>
            <a:srgbClr val="0078B4"/>
          </a:solidFill>
          <a:ln w="12700">
            <a:solidFill>
              <a:srgbClr val="0078B4"/>
            </a:solidFill>
          </a:ln>
        </p:spPr>
        <p:style>
          <a:lnRef idx="1">
            <a:schemeClr val="accent1"/>
          </a:lnRef>
          <a:fillRef idx="3">
            <a:schemeClr val="accent1"/>
          </a:fillRef>
          <a:effectRef idx="2">
            <a:schemeClr val="accent1"/>
          </a:effectRef>
          <a:fontRef idx="minor">
            <a:schemeClr val="lt1"/>
          </a:fontRef>
        </p:style>
        <p:txBody>
          <a:bodyPr wrap="square" lIns="97536" rIns="97536" rtlCol="0" anchor="ctr"/>
          <a:lstStyle/>
          <a:p>
            <a:pPr algn="ctr" defTabSz="1219170">
              <a:buClr>
                <a:srgbClr val="000000"/>
              </a:buClr>
            </a:pPr>
            <a:r>
              <a:rPr sz="2000" b="1" kern="0">
                <a:solidFill>
                  <a:srgbClr val="FFFFFF"/>
                </a:solidFill>
                <a:latin typeface="Arial"/>
                <a:sym typeface="Arial"/>
              </a:rPr>
              <a:t>Application code</a:t>
            </a:r>
            <a:br>
              <a:rPr sz="1867" kern="0">
                <a:solidFill>
                  <a:srgbClr val="FFFFFF"/>
                </a:solidFill>
                <a:latin typeface="Arial"/>
                <a:sym typeface="Arial"/>
              </a:rPr>
            </a:br>
            <a:r>
              <a:rPr sz="2000" b="1" kern="0">
                <a:solidFill>
                  <a:srgbClr val="FFFFFF"/>
                </a:solidFill>
                <a:latin typeface="Arial"/>
                <a:sym typeface="Arial"/>
              </a:rPr>
              <a:t>VectorStore + IEmbeddingGenerator</a:t>
            </a:r>
          </a:p>
        </p:txBody>
      </p:sp>
      <p:sp>
        <p:nvSpPr>
          <p:cNvPr id="4" name="Rounded Rectangle 3"/>
          <p:cNvSpPr/>
          <p:nvPr/>
        </p:nvSpPr>
        <p:spPr>
          <a:xfrm>
            <a:off x="853440" y="1463040"/>
            <a:ext cx="2865120" cy="67056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97536" rIns="97536" rtlCol="0" anchor="ctr"/>
          <a:lstStyle/>
          <a:p>
            <a:pPr algn="ctr" defTabSz="1219170">
              <a:buClr>
                <a:srgbClr val="000000"/>
              </a:buClr>
            </a:pPr>
            <a:r>
              <a:rPr sz="1667" b="1" kern="0">
                <a:solidFill>
                  <a:srgbClr val="383B4B"/>
                </a:solidFill>
                <a:latin typeface="Arial"/>
                <a:sym typeface="Arial"/>
              </a:rPr>
              <a:t>SQLite</a:t>
            </a:r>
          </a:p>
        </p:txBody>
      </p:sp>
      <p:sp>
        <p:nvSpPr>
          <p:cNvPr id="5" name="Rounded Rectangle 4"/>
          <p:cNvSpPr/>
          <p:nvPr/>
        </p:nvSpPr>
        <p:spPr>
          <a:xfrm>
            <a:off x="853440" y="4815840"/>
            <a:ext cx="2865120" cy="67056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97536" rIns="97536" rtlCol="0" anchor="ctr"/>
          <a:lstStyle/>
          <a:p>
            <a:pPr algn="ctr" defTabSz="1219170">
              <a:buClr>
                <a:srgbClr val="000000"/>
              </a:buClr>
            </a:pPr>
            <a:r>
              <a:rPr sz="1667" b="1" kern="0">
                <a:solidFill>
                  <a:srgbClr val="383B4B"/>
                </a:solidFill>
                <a:latin typeface="Arial"/>
                <a:sym typeface="Arial"/>
              </a:rPr>
              <a:t>Azure AI Search</a:t>
            </a:r>
          </a:p>
        </p:txBody>
      </p:sp>
      <p:sp>
        <p:nvSpPr>
          <p:cNvPr id="6" name="Rounded Rectangle 5"/>
          <p:cNvSpPr/>
          <p:nvPr/>
        </p:nvSpPr>
        <p:spPr>
          <a:xfrm>
            <a:off x="4450080" y="1385383"/>
            <a:ext cx="2865120" cy="67056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97536" rIns="97536" rtlCol="0" anchor="ctr"/>
          <a:lstStyle/>
          <a:p>
            <a:pPr algn="ctr" defTabSz="1219170">
              <a:buClr>
                <a:srgbClr val="000000"/>
              </a:buClr>
            </a:pPr>
            <a:r>
              <a:rPr sz="1667" b="1" kern="0">
                <a:solidFill>
                  <a:srgbClr val="383B4B"/>
                </a:solidFill>
                <a:latin typeface="Arial"/>
                <a:sym typeface="Arial"/>
              </a:rPr>
              <a:t>PostgreSQL / pgvector</a:t>
            </a:r>
          </a:p>
        </p:txBody>
      </p:sp>
      <p:sp>
        <p:nvSpPr>
          <p:cNvPr id="7" name="Rounded Rectangle 6"/>
          <p:cNvSpPr/>
          <p:nvPr/>
        </p:nvSpPr>
        <p:spPr>
          <a:xfrm>
            <a:off x="8473440" y="1463040"/>
            <a:ext cx="2865120" cy="67056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97536" rIns="97536" rtlCol="0" anchor="ctr"/>
          <a:lstStyle/>
          <a:p>
            <a:pPr algn="ctr" defTabSz="1219170">
              <a:buClr>
                <a:srgbClr val="000000"/>
              </a:buClr>
            </a:pPr>
            <a:r>
              <a:rPr sz="1667" b="1" kern="0">
                <a:solidFill>
                  <a:srgbClr val="383B4B"/>
                </a:solidFill>
                <a:latin typeface="Arial"/>
                <a:sym typeface="Arial"/>
              </a:rPr>
              <a:t>Qdrant</a:t>
            </a:r>
          </a:p>
        </p:txBody>
      </p:sp>
      <p:sp>
        <p:nvSpPr>
          <p:cNvPr id="8" name="Rounded Rectangle 7"/>
          <p:cNvSpPr/>
          <p:nvPr/>
        </p:nvSpPr>
        <p:spPr>
          <a:xfrm>
            <a:off x="8473440" y="4815840"/>
            <a:ext cx="2865120" cy="67056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97536" rIns="97536" rtlCol="0" anchor="ctr"/>
          <a:lstStyle/>
          <a:p>
            <a:pPr algn="ctr" defTabSz="1219170">
              <a:buClr>
                <a:srgbClr val="000000"/>
              </a:buClr>
            </a:pPr>
            <a:r>
              <a:rPr sz="1667" b="1" kern="0">
                <a:solidFill>
                  <a:srgbClr val="383B4B"/>
                </a:solidFill>
                <a:latin typeface="Arial"/>
                <a:sym typeface="Arial"/>
              </a:rPr>
              <a:t>Redis</a:t>
            </a:r>
          </a:p>
        </p:txBody>
      </p:sp>
      <p:sp>
        <p:nvSpPr>
          <p:cNvPr id="9" name="Rounded Rectangle 8"/>
          <p:cNvSpPr/>
          <p:nvPr/>
        </p:nvSpPr>
        <p:spPr>
          <a:xfrm>
            <a:off x="4450080" y="5181600"/>
            <a:ext cx="2865120" cy="67056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97536" rIns="97536" rtlCol="0" anchor="ctr"/>
          <a:lstStyle/>
          <a:p>
            <a:pPr algn="ctr" defTabSz="1219170">
              <a:buClr>
                <a:srgbClr val="000000"/>
              </a:buClr>
            </a:pPr>
            <a:r>
              <a:rPr sz="1667" b="1" kern="0">
                <a:solidFill>
                  <a:srgbClr val="383B4B"/>
                </a:solidFill>
                <a:latin typeface="Arial"/>
                <a:sym typeface="Arial"/>
              </a:rPr>
              <a:t>Pinecone / Weaviate</a:t>
            </a:r>
          </a:p>
        </p:txBody>
      </p:sp>
      <p:cxnSp>
        <p:nvCxnSpPr>
          <p:cNvPr id="10" name="Connector 9"/>
          <p:cNvCxnSpPr/>
          <p:nvPr/>
        </p:nvCxnSpPr>
        <p:spPr>
          <a:xfrm>
            <a:off x="3718560" y="1767840"/>
            <a:ext cx="731520" cy="1158240"/>
          </a:xfrm>
          <a:prstGeom prst="line">
            <a:avLst/>
          </a:prstGeom>
          <a:ln w="25400">
            <a:solidFill>
              <a:srgbClr val="00AED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3718560" y="3474720"/>
            <a:ext cx="731520" cy="1645920"/>
          </a:xfrm>
          <a:prstGeom prst="line">
            <a:avLst/>
          </a:prstGeom>
          <a:ln w="25400">
            <a:solidFill>
              <a:srgbClr val="00AED1"/>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7741920" y="1767840"/>
            <a:ext cx="731520" cy="1158240"/>
          </a:xfrm>
          <a:prstGeom prst="line">
            <a:avLst/>
          </a:prstGeom>
          <a:ln w="25400">
            <a:solidFill>
              <a:srgbClr val="00AED1"/>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7741920" y="3474720"/>
            <a:ext cx="731520" cy="1645920"/>
          </a:xfrm>
          <a:prstGeom prst="line">
            <a:avLst/>
          </a:prstGeom>
          <a:ln w="25400">
            <a:solidFill>
              <a:srgbClr val="00AED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6035040" y="3962400"/>
            <a:ext cx="0" cy="1219200"/>
          </a:xfrm>
          <a:prstGeom prst="line">
            <a:avLst/>
          </a:prstGeom>
          <a:ln w="25400">
            <a:solidFill>
              <a:srgbClr val="00AED1"/>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036320" y="6156960"/>
            <a:ext cx="10241280" cy="390144"/>
          </a:xfrm>
          <a:prstGeom prst="roundRect">
            <a:avLst/>
          </a:prstGeom>
          <a:solidFill>
            <a:srgbClr val="F0F4F8"/>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97536" rIns="97536" rtlCol="0" anchor="ctr"/>
          <a:lstStyle/>
          <a:p>
            <a:pPr algn="ctr" defTabSz="1219170">
              <a:buClr>
                <a:srgbClr val="000000"/>
              </a:buClr>
            </a:pPr>
            <a:r>
              <a:rPr sz="1467" b="1" kern="0" dirty="0">
                <a:solidFill>
                  <a:srgbClr val="0078B4"/>
                </a:solidFill>
                <a:latin typeface="Arial"/>
                <a:sym typeface="Arial"/>
              </a:rPr>
              <a:t>Provider may change, but the architecture remains: generate embeddings, store vectors, retrieve chunks, ground the response.</a:t>
            </a:r>
          </a:p>
        </p:txBody>
      </p:sp>
      <p:sp>
        <p:nvSpPr>
          <p:cNvPr id="17" name="TextBox 16"/>
          <p:cNvSpPr txBox="1"/>
          <p:nvPr/>
        </p:nvSpPr>
        <p:spPr>
          <a:xfrm>
            <a:off x="670561" y="6608065"/>
            <a:ext cx="4289957" cy="225767"/>
          </a:xfrm>
          <a:prstGeom prst="rect">
            <a:avLst/>
          </a:prstGeom>
          <a:noFill/>
        </p:spPr>
        <p:txBody>
          <a:bodyPr wrap="none">
            <a:spAutoFit/>
          </a:bodyPr>
          <a:lstStyle/>
          <a:p>
            <a:pPr defTabSz="1219170">
              <a:buClr>
                <a:srgbClr val="000000"/>
              </a:buClr>
            </a:pPr>
            <a:r>
              <a:rPr sz="867" kern="0">
                <a:solidFill>
                  <a:srgbClr val="6E7482"/>
                </a:solidFill>
                <a:latin typeface="Arial"/>
                <a:cs typeface="Arial"/>
                <a:sym typeface="Arial"/>
              </a:rPr>
              <a:t>Sources: Microsoft Learn - Semantic Kernel out-of-the-box vector store connectors.</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0560" y="670560"/>
            <a:ext cx="10850880" cy="1036320"/>
          </a:xfrm>
        </p:spPr>
        <p:txBody>
          <a:bodyPr/>
          <a:lstStyle/>
          <a:p>
            <a:r>
              <a:rPr b="1">
                <a:solidFill>
                  <a:srgbClr val="0078B4"/>
                </a:solidFill>
              </a:rPr>
              <a:t>Choosing the Right Vector Store</a:t>
            </a:r>
          </a:p>
        </p:txBody>
      </p:sp>
      <p:sp>
        <p:nvSpPr>
          <p:cNvPr id="3" name="Rounded Rectangle 2"/>
          <p:cNvSpPr/>
          <p:nvPr/>
        </p:nvSpPr>
        <p:spPr>
          <a:xfrm>
            <a:off x="792480" y="1645920"/>
            <a:ext cx="3352800" cy="353568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170688" tIns="134112" rIns="170688" bIns="97536" rtlCol="0" anchor="ctr"/>
          <a:lstStyle/>
          <a:p>
            <a:pPr algn="ctr" defTabSz="1219170">
              <a:buClr>
                <a:srgbClr val="000000"/>
              </a:buClr>
            </a:pPr>
            <a:r>
              <a:rPr sz="1867" b="1" kern="0" dirty="0">
                <a:solidFill>
                  <a:srgbClr val="0078B4"/>
                </a:solidFill>
                <a:latin typeface="Arial"/>
                <a:sym typeface="Arial"/>
              </a:rPr>
              <a:t>SQLite / local</a:t>
            </a:r>
          </a:p>
          <a:p>
            <a:pPr defTabSz="1219170">
              <a:spcBef>
                <a:spcPts val="533"/>
              </a:spcBef>
              <a:buClr>
                <a:srgbClr val="000000"/>
              </a:buClr>
            </a:pPr>
            <a:r>
              <a:rPr sz="1400" kern="0" dirty="0">
                <a:solidFill>
                  <a:srgbClr val="383B4B"/>
                </a:solidFill>
                <a:latin typeface="Arial"/>
                <a:sym typeface="Arial"/>
              </a:rPr>
              <a:t>Best for prototypes, local development, and small</a:t>
            </a:r>
            <a:r>
              <a:rPr lang="en-US" sz="1400" kern="0" dirty="0">
                <a:solidFill>
                  <a:srgbClr val="383B4B"/>
                </a:solidFill>
                <a:latin typeface="Arial"/>
                <a:sym typeface="Arial"/>
              </a:rPr>
              <a:t>,</a:t>
            </a:r>
            <a:r>
              <a:rPr sz="1400" kern="0" dirty="0">
                <a:solidFill>
                  <a:srgbClr val="383B4B"/>
                </a:solidFill>
                <a:latin typeface="Arial"/>
                <a:sym typeface="Arial"/>
              </a:rPr>
              <a:t> contained apps.</a:t>
            </a:r>
            <a:br>
              <a:rPr sz="1867" kern="0" dirty="0">
                <a:solidFill>
                  <a:srgbClr val="FFFFFF"/>
                </a:solidFill>
                <a:latin typeface="Arial"/>
                <a:sym typeface="Arial"/>
              </a:rPr>
            </a:br>
            <a:br>
              <a:rPr sz="1867" kern="0" dirty="0">
                <a:solidFill>
                  <a:srgbClr val="FFFFFF"/>
                </a:solidFill>
                <a:latin typeface="Arial"/>
                <a:sym typeface="Arial"/>
              </a:rPr>
            </a:br>
            <a:r>
              <a:rPr sz="1400" kern="0" dirty="0">
                <a:solidFill>
                  <a:srgbClr val="383B4B"/>
                </a:solidFill>
                <a:latin typeface="Arial"/>
                <a:sym typeface="Arial"/>
              </a:rPr>
              <a:t>Simple to run and easy to inspect.</a:t>
            </a:r>
            <a:br>
              <a:rPr sz="1867" kern="0" dirty="0">
                <a:solidFill>
                  <a:srgbClr val="FFFFFF"/>
                </a:solidFill>
                <a:latin typeface="Arial"/>
                <a:sym typeface="Arial"/>
              </a:rPr>
            </a:br>
            <a:br>
              <a:rPr sz="1867" kern="0" dirty="0">
                <a:solidFill>
                  <a:srgbClr val="FFFFFF"/>
                </a:solidFill>
                <a:latin typeface="Arial"/>
                <a:sym typeface="Arial"/>
              </a:rPr>
            </a:br>
            <a:r>
              <a:rPr sz="1400" kern="0" dirty="0">
                <a:solidFill>
                  <a:srgbClr val="383B4B"/>
                </a:solidFill>
                <a:latin typeface="Arial"/>
                <a:sym typeface="Arial"/>
              </a:rPr>
              <a:t>Not the best default for high-scale enterprise search.</a:t>
            </a:r>
          </a:p>
        </p:txBody>
      </p:sp>
      <p:sp>
        <p:nvSpPr>
          <p:cNvPr id="4" name="Rectangle 3"/>
          <p:cNvSpPr/>
          <p:nvPr/>
        </p:nvSpPr>
        <p:spPr>
          <a:xfrm>
            <a:off x="792480" y="1645920"/>
            <a:ext cx="3352800" cy="73152"/>
          </a:xfrm>
          <a:prstGeom prst="rect">
            <a:avLst/>
          </a:prstGeom>
          <a:solidFill>
            <a:srgbClr val="00AE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buClr>
                <a:srgbClr val="000000"/>
              </a:buClr>
            </a:pPr>
            <a:endParaRPr sz="1867" kern="0">
              <a:solidFill>
                <a:srgbClr val="FFFFFF"/>
              </a:solidFill>
              <a:latin typeface="Arial"/>
              <a:sym typeface="Arial"/>
            </a:endParaRPr>
          </a:p>
        </p:txBody>
      </p:sp>
      <p:sp>
        <p:nvSpPr>
          <p:cNvPr id="5" name="Rounded Rectangle 4"/>
          <p:cNvSpPr/>
          <p:nvPr/>
        </p:nvSpPr>
        <p:spPr>
          <a:xfrm>
            <a:off x="4450080" y="1645920"/>
            <a:ext cx="3352800" cy="353568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170688" tIns="134112" rIns="170688" bIns="97536" rtlCol="0" anchor="ctr"/>
          <a:lstStyle/>
          <a:p>
            <a:pPr algn="ctr" defTabSz="1219170">
              <a:buClr>
                <a:srgbClr val="000000"/>
              </a:buClr>
            </a:pPr>
            <a:r>
              <a:rPr lang="en-US" sz="1867" b="1" kern="0" dirty="0">
                <a:solidFill>
                  <a:srgbClr val="0078B4"/>
                </a:solidFill>
                <a:latin typeface="Arial"/>
                <a:sym typeface="Arial"/>
              </a:rPr>
              <a:t>Cloud</a:t>
            </a:r>
            <a:r>
              <a:rPr sz="1867" b="1" kern="0" dirty="0">
                <a:solidFill>
                  <a:srgbClr val="0078B4"/>
                </a:solidFill>
                <a:latin typeface="Arial"/>
                <a:sym typeface="Arial"/>
              </a:rPr>
              <a:t> options</a:t>
            </a:r>
          </a:p>
          <a:p>
            <a:pPr defTabSz="1219170">
              <a:spcBef>
                <a:spcPts val="533"/>
              </a:spcBef>
              <a:buClr>
                <a:srgbClr val="000000"/>
              </a:buClr>
            </a:pPr>
            <a:r>
              <a:rPr sz="1400" kern="0" dirty="0">
                <a:solidFill>
                  <a:srgbClr val="383B4B"/>
                </a:solidFill>
                <a:latin typeface="Arial"/>
                <a:sym typeface="Arial"/>
              </a:rPr>
              <a:t>Best when the solution already lives in </a:t>
            </a:r>
            <a:r>
              <a:rPr lang="en-US" sz="1400" kern="0" dirty="0">
                <a:solidFill>
                  <a:srgbClr val="383B4B"/>
                </a:solidFill>
                <a:latin typeface="Arial"/>
                <a:sym typeface="Arial"/>
              </a:rPr>
              <a:t>a cloud infrastructure </a:t>
            </a:r>
            <a:r>
              <a:rPr sz="1400" kern="0" dirty="0">
                <a:solidFill>
                  <a:srgbClr val="383B4B"/>
                </a:solidFill>
                <a:latin typeface="Arial"/>
                <a:sym typeface="Arial"/>
              </a:rPr>
              <a:t>and needs managed cloud operations.</a:t>
            </a:r>
            <a:br>
              <a:rPr sz="1867" kern="0" dirty="0">
                <a:solidFill>
                  <a:srgbClr val="FFFFFF"/>
                </a:solidFill>
                <a:latin typeface="Arial"/>
                <a:sym typeface="Arial"/>
              </a:rPr>
            </a:br>
            <a:br>
              <a:rPr sz="1867" kern="0" dirty="0">
                <a:solidFill>
                  <a:srgbClr val="FFFFFF"/>
                </a:solidFill>
                <a:latin typeface="Arial"/>
                <a:sym typeface="Arial"/>
              </a:rPr>
            </a:br>
            <a:r>
              <a:rPr sz="1400" kern="0" dirty="0">
                <a:solidFill>
                  <a:srgbClr val="383B4B"/>
                </a:solidFill>
                <a:latin typeface="Arial"/>
                <a:sym typeface="Arial"/>
              </a:rPr>
              <a:t>Azure AI Search</a:t>
            </a:r>
            <a:r>
              <a:rPr lang="en-US" sz="1400" kern="0" dirty="0">
                <a:solidFill>
                  <a:srgbClr val="383B4B"/>
                </a:solidFill>
                <a:latin typeface="Arial"/>
                <a:sym typeface="Arial"/>
              </a:rPr>
              <a:t>, for example,</a:t>
            </a:r>
            <a:r>
              <a:rPr sz="1400" kern="0" dirty="0">
                <a:solidFill>
                  <a:srgbClr val="383B4B"/>
                </a:solidFill>
                <a:latin typeface="Arial"/>
                <a:sym typeface="Arial"/>
              </a:rPr>
              <a:t> is a common choice for enterprise search/RAG scenarios.</a:t>
            </a:r>
          </a:p>
        </p:txBody>
      </p:sp>
      <p:sp>
        <p:nvSpPr>
          <p:cNvPr id="6" name="Rectangle 5"/>
          <p:cNvSpPr/>
          <p:nvPr/>
        </p:nvSpPr>
        <p:spPr>
          <a:xfrm>
            <a:off x="4450080" y="1645920"/>
            <a:ext cx="3352800" cy="73152"/>
          </a:xfrm>
          <a:prstGeom prst="rect">
            <a:avLst/>
          </a:prstGeom>
          <a:solidFill>
            <a:srgbClr val="007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buClr>
                <a:srgbClr val="000000"/>
              </a:buClr>
            </a:pPr>
            <a:endParaRPr sz="1867" kern="0">
              <a:solidFill>
                <a:srgbClr val="FFFFFF"/>
              </a:solidFill>
              <a:latin typeface="Arial"/>
              <a:sym typeface="Arial"/>
            </a:endParaRPr>
          </a:p>
        </p:txBody>
      </p:sp>
      <p:sp>
        <p:nvSpPr>
          <p:cNvPr id="7" name="Rounded Rectangle 6"/>
          <p:cNvSpPr/>
          <p:nvPr/>
        </p:nvSpPr>
        <p:spPr>
          <a:xfrm>
            <a:off x="8107680" y="1645920"/>
            <a:ext cx="3352800" cy="3535680"/>
          </a:xfrm>
          <a:prstGeom prst="roundRect">
            <a:avLst/>
          </a:prstGeom>
          <a:solidFill>
            <a:srgbClr val="FFFFFF"/>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170688" tIns="134112" rIns="170688" bIns="97536" rtlCol="0" anchor="ctr"/>
          <a:lstStyle/>
          <a:p>
            <a:pPr algn="ctr" defTabSz="1219170">
              <a:buClr>
                <a:srgbClr val="000000"/>
              </a:buClr>
            </a:pPr>
            <a:r>
              <a:rPr sz="1867" b="1" kern="0" dirty="0">
                <a:solidFill>
                  <a:srgbClr val="0078B4"/>
                </a:solidFill>
                <a:latin typeface="Arial"/>
                <a:sym typeface="Arial"/>
              </a:rPr>
              <a:t>Specialized stores</a:t>
            </a:r>
          </a:p>
          <a:p>
            <a:pPr defTabSz="1219170">
              <a:spcBef>
                <a:spcPts val="533"/>
              </a:spcBef>
              <a:buClr>
                <a:srgbClr val="000000"/>
              </a:buClr>
            </a:pPr>
            <a:r>
              <a:rPr sz="1400" kern="0" dirty="0">
                <a:solidFill>
                  <a:srgbClr val="383B4B"/>
                </a:solidFill>
                <a:latin typeface="Arial"/>
                <a:sym typeface="Arial"/>
              </a:rPr>
              <a:t>Best when vector search is central to the workload and the team needs dedicated indexing, scaling, and search features.</a:t>
            </a:r>
            <a:br>
              <a:rPr sz="1867" kern="0" dirty="0">
                <a:solidFill>
                  <a:srgbClr val="FFFFFF"/>
                </a:solidFill>
                <a:latin typeface="Arial"/>
                <a:sym typeface="Arial"/>
              </a:rPr>
            </a:br>
            <a:br>
              <a:rPr sz="1867" kern="0" dirty="0">
                <a:solidFill>
                  <a:srgbClr val="FFFFFF"/>
                </a:solidFill>
                <a:latin typeface="Arial"/>
                <a:sym typeface="Arial"/>
              </a:rPr>
            </a:br>
            <a:r>
              <a:rPr sz="1400" kern="0" dirty="0">
                <a:solidFill>
                  <a:srgbClr val="383B4B"/>
                </a:solidFill>
                <a:latin typeface="Arial"/>
                <a:sym typeface="Arial"/>
              </a:rPr>
              <a:t>Examples: </a:t>
            </a:r>
            <a:r>
              <a:rPr sz="1400" kern="0" dirty="0" err="1">
                <a:solidFill>
                  <a:srgbClr val="383B4B"/>
                </a:solidFill>
                <a:latin typeface="Arial"/>
                <a:sym typeface="Arial"/>
              </a:rPr>
              <a:t>Qdrant</a:t>
            </a:r>
            <a:r>
              <a:rPr sz="1400" kern="0" dirty="0">
                <a:solidFill>
                  <a:srgbClr val="383B4B"/>
                </a:solidFill>
                <a:latin typeface="Arial"/>
                <a:sym typeface="Arial"/>
              </a:rPr>
              <a:t>, Pinecone, </a:t>
            </a:r>
            <a:r>
              <a:rPr sz="1400" kern="0" dirty="0" err="1">
                <a:solidFill>
                  <a:srgbClr val="383B4B"/>
                </a:solidFill>
                <a:latin typeface="Arial"/>
                <a:sym typeface="Arial"/>
              </a:rPr>
              <a:t>Weaviate</a:t>
            </a:r>
            <a:r>
              <a:rPr sz="1400" kern="0" dirty="0">
                <a:solidFill>
                  <a:srgbClr val="383B4B"/>
                </a:solidFill>
                <a:latin typeface="Arial"/>
                <a:sym typeface="Arial"/>
              </a:rPr>
              <a:t>, Redis.</a:t>
            </a:r>
          </a:p>
        </p:txBody>
      </p:sp>
      <p:sp>
        <p:nvSpPr>
          <p:cNvPr id="8" name="Rectangle 7"/>
          <p:cNvSpPr/>
          <p:nvPr/>
        </p:nvSpPr>
        <p:spPr>
          <a:xfrm>
            <a:off x="8107680" y="1645920"/>
            <a:ext cx="3352800" cy="73152"/>
          </a:xfrm>
          <a:prstGeom prst="rect">
            <a:avLst/>
          </a:prstGeom>
          <a:solidFill>
            <a:srgbClr val="1E9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buClr>
                <a:srgbClr val="000000"/>
              </a:buClr>
            </a:pPr>
            <a:endParaRPr sz="1867" kern="0">
              <a:solidFill>
                <a:srgbClr val="FFFFFF"/>
              </a:solidFill>
              <a:latin typeface="Arial"/>
              <a:sym typeface="Arial"/>
            </a:endParaRPr>
          </a:p>
        </p:txBody>
      </p:sp>
      <p:sp>
        <p:nvSpPr>
          <p:cNvPr id="9" name="Rounded Rectangle 8"/>
          <p:cNvSpPr/>
          <p:nvPr/>
        </p:nvSpPr>
        <p:spPr>
          <a:xfrm>
            <a:off x="1219200" y="5669280"/>
            <a:ext cx="9753600" cy="548640"/>
          </a:xfrm>
          <a:prstGeom prst="roundRect">
            <a:avLst/>
          </a:prstGeom>
          <a:solidFill>
            <a:srgbClr val="F0F4F8"/>
          </a:solidFill>
          <a:ln w="12700">
            <a:solidFill>
              <a:srgbClr val="CDD7E5"/>
            </a:solidFill>
          </a:ln>
        </p:spPr>
        <p:style>
          <a:lnRef idx="1">
            <a:schemeClr val="accent1"/>
          </a:lnRef>
          <a:fillRef idx="3">
            <a:schemeClr val="accent1"/>
          </a:fillRef>
          <a:effectRef idx="2">
            <a:schemeClr val="accent1"/>
          </a:effectRef>
          <a:fontRef idx="minor">
            <a:schemeClr val="lt1"/>
          </a:fontRef>
        </p:style>
        <p:txBody>
          <a:bodyPr wrap="square" lIns="97536" rIns="97536" rtlCol="0" anchor="ctr"/>
          <a:lstStyle/>
          <a:p>
            <a:pPr algn="ctr" defTabSz="1219170">
              <a:buClr>
                <a:srgbClr val="000000"/>
              </a:buClr>
            </a:pPr>
            <a:r>
              <a:rPr lang="en-US" sz="1867" b="1" kern="0" dirty="0">
                <a:solidFill>
                  <a:srgbClr val="0078B4"/>
                </a:solidFill>
                <a:latin typeface="Arial"/>
                <a:sym typeface="Arial"/>
              </a:rPr>
              <a:t>Test</a:t>
            </a:r>
            <a:r>
              <a:rPr sz="1867" b="1" kern="0" dirty="0">
                <a:solidFill>
                  <a:srgbClr val="0078B4"/>
                </a:solidFill>
                <a:latin typeface="Arial"/>
                <a:sym typeface="Arial"/>
              </a:rPr>
              <a:t> the pattern first</a:t>
            </a:r>
            <a:r>
              <a:rPr lang="en-US" sz="1867" b="1" kern="0" dirty="0">
                <a:solidFill>
                  <a:srgbClr val="0078B4"/>
                </a:solidFill>
                <a:latin typeface="Arial"/>
                <a:sym typeface="Arial"/>
              </a:rPr>
              <a:t>, then</a:t>
            </a:r>
            <a:r>
              <a:rPr sz="1867" b="1" kern="0" dirty="0">
                <a:solidFill>
                  <a:srgbClr val="0078B4"/>
                </a:solidFill>
                <a:latin typeface="Arial"/>
                <a:sym typeface="Arial"/>
              </a:rPr>
              <a:t> </a:t>
            </a:r>
            <a:r>
              <a:rPr lang="en-US" sz="1867" b="1" kern="0" dirty="0">
                <a:solidFill>
                  <a:srgbClr val="0078B4"/>
                </a:solidFill>
                <a:latin typeface="Arial"/>
                <a:sym typeface="Arial"/>
              </a:rPr>
              <a:t>s</a:t>
            </a:r>
            <a:r>
              <a:rPr sz="1867" b="1" kern="0" dirty="0">
                <a:solidFill>
                  <a:srgbClr val="0078B4"/>
                </a:solidFill>
                <a:latin typeface="Arial"/>
                <a:sym typeface="Arial"/>
              </a:rPr>
              <a:t>wap the provider when production requirements justify it.</a:t>
            </a:r>
          </a:p>
        </p:txBody>
      </p:sp>
      <p:sp>
        <p:nvSpPr>
          <p:cNvPr id="10" name="TextBox 9"/>
          <p:cNvSpPr txBox="1"/>
          <p:nvPr/>
        </p:nvSpPr>
        <p:spPr>
          <a:xfrm>
            <a:off x="670561" y="6608065"/>
            <a:ext cx="5153975" cy="225767"/>
          </a:xfrm>
          <a:prstGeom prst="rect">
            <a:avLst/>
          </a:prstGeom>
          <a:noFill/>
        </p:spPr>
        <p:txBody>
          <a:bodyPr wrap="none">
            <a:spAutoFit/>
          </a:bodyPr>
          <a:lstStyle/>
          <a:p>
            <a:pPr defTabSz="1219170">
              <a:buClr>
                <a:srgbClr val="000000"/>
              </a:buClr>
            </a:pPr>
            <a:r>
              <a:rPr sz="867" kern="0">
                <a:solidFill>
                  <a:srgbClr val="6E7482"/>
                </a:solidFill>
                <a:latin typeface="Arial"/>
                <a:cs typeface="Arial"/>
                <a:sym typeface="Arial"/>
              </a:rPr>
              <a:t>Sources: Microsoft Learn - Out-of-the-box vector store connectors; SQLite connector documentation.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name="Slide 8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62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8.10 — Generate Embeddings and Store Searchable Knowledge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dirty="0">
                <a:solidFill>
                  <a:srgbClr val="374151"/>
                </a:solidFill>
                <a:latin typeface="Barlow" pitchFamily="34" charset="0"/>
                <a:ea typeface="Barlow" pitchFamily="34" charset="-122"/>
                <a:cs typeface="Barlow" pitchFamily="34" charset="-120"/>
              </a:rPr>
              <a:t>Build the knowledge layer behind the copilot.</a:t>
            </a:r>
            <a:endParaRPr lang="en-US" sz="1260" dirty="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The portal has a searchable knowledge layer behind the copilot.</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dirty="0">
                <a:solidFill>
                  <a:srgbClr val="374151"/>
                </a:solidFill>
                <a:latin typeface="Barlow" pitchFamily="34" charset="0"/>
                <a:ea typeface="Barlow" pitchFamily="34" charset="-122"/>
                <a:cs typeface="Barlow" pitchFamily="34" charset="-120"/>
              </a:rPr>
              <a:t>1. Generate embeddings for each chunk.</a:t>
            </a:r>
            <a:endParaRPr lang="en-US" sz="1160" dirty="0"/>
          </a:p>
          <a:p>
            <a:pPr marL="0" indent="0">
              <a:buNone/>
            </a:pPr>
            <a:r>
              <a:rPr lang="en-US" sz="2200" dirty="0">
                <a:solidFill>
                  <a:srgbClr val="374151"/>
                </a:solidFill>
                <a:latin typeface="Barlow" pitchFamily="34" charset="0"/>
                <a:ea typeface="Barlow" pitchFamily="34" charset="-122"/>
                <a:cs typeface="Barlow" pitchFamily="34" charset="-120"/>
              </a:rPr>
              <a:t>2. Store vector records with metadata.</a:t>
            </a:r>
            <a:endParaRPr lang="en-US" sz="1160" dirty="0"/>
          </a:p>
          <a:p>
            <a:pPr marL="0" indent="0">
              <a:buNone/>
            </a:pPr>
            <a:r>
              <a:rPr lang="en-US" sz="2200" dirty="0">
                <a:solidFill>
                  <a:srgbClr val="374151"/>
                </a:solidFill>
                <a:latin typeface="Barlow" pitchFamily="34" charset="0"/>
                <a:ea typeface="Barlow" pitchFamily="34" charset="-122"/>
                <a:cs typeface="Barlow" pitchFamily="34" charset="-120"/>
              </a:rPr>
              <a:t>3. Verify records are searchable.</a:t>
            </a:r>
            <a:endParaRPr lang="en-US" sz="1160" dirty="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89</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Lesson 8.10</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name="Slide 9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8.11 — Retrieve Relevant Content for User Questions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Select the right document context at runtime.</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The assistant can select relevant context before answering.</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Accept a user question.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2. Search the indexed chunks.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Return top matching content with metadata.</a:t>
            </a:r>
            <a:endParaRPr lang="en-US" sz="1160"/>
          </a:p>
          <a:p>
            <a:pPr marL="0" indent="0">
              <a:buNone/>
            </a:pPr>
            <a:r>
              <a:rPr lang="en-US" sz="2200">
                <a:solidFill>
                  <a:srgbClr val="374151"/>
                </a:solidFill>
                <a:latin typeface="Barlow" pitchFamily="34" charset="0"/>
                <a:ea typeface="Barlow" pitchFamily="34" charset="-122"/>
                <a:cs typeface="Barlow" pitchFamily="34" charset="-120"/>
              </a:rPr>
              <a:t>4. Prepare retrieved context for the response prompt.</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90</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Lesson 8.11</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name="Slide 9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8.12 — Ground Responses with Retrieved Knowledge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Improve factuality and business relevance in responses.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Answers are based on retrieved portal content rather than unverified model knowledge.</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Combine the user question with retrieved context.</a:t>
            </a:r>
            <a:endParaRPr lang="en-US" sz="1160"/>
          </a:p>
          <a:p>
            <a:pPr marL="0" indent="0">
              <a:buNone/>
            </a:pPr>
            <a:r>
              <a:rPr lang="en-US" sz="2200">
                <a:solidFill>
                  <a:srgbClr val="374151"/>
                </a:solidFill>
                <a:latin typeface="Barlow" pitchFamily="34" charset="0"/>
                <a:ea typeface="Barlow" pitchFamily="34" charset="-122"/>
                <a:cs typeface="Barlow" pitchFamily="34" charset="-120"/>
              </a:rPr>
              <a:t>2. Constrain the prompt to use available sources.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Generate a grounded answer.</a:t>
            </a:r>
            <a:endParaRPr lang="en-US" sz="1160"/>
          </a:p>
          <a:p>
            <a:pPr marL="0" indent="0">
              <a:buNone/>
            </a:pPr>
            <a:r>
              <a:rPr lang="en-US" sz="2200">
                <a:solidFill>
                  <a:srgbClr val="374151"/>
                </a:solidFill>
                <a:latin typeface="Barlow" pitchFamily="34" charset="0"/>
                <a:ea typeface="Barlow" pitchFamily="34" charset="-122"/>
                <a:cs typeface="Barlow" pitchFamily="34" charset="-120"/>
              </a:rPr>
              <a:t>4. Handle insufficient evidence gracefully.</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91</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Lesson 8.12</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name="Slide 9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8.13 — Show Citations or Source References in the UI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Increase trust and traceability for end users.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Users can see where the answer came from.</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Carry source metadata from retrieval.</a:t>
            </a:r>
            <a:endParaRPr lang="en-US" sz="1160"/>
          </a:p>
          <a:p>
            <a:pPr marL="0" indent="0">
              <a:buNone/>
            </a:pPr>
            <a:r>
              <a:rPr lang="en-US" sz="2200">
                <a:solidFill>
                  <a:srgbClr val="374151"/>
                </a:solidFill>
                <a:latin typeface="Barlow" pitchFamily="34" charset="0"/>
                <a:ea typeface="Barlow" pitchFamily="34" charset="-122"/>
                <a:cs typeface="Barlow" pitchFamily="34" charset="-120"/>
              </a:rPr>
              <a:t>2. Render references beside the answer.</a:t>
            </a:r>
            <a:endParaRPr lang="en-US" sz="1160"/>
          </a:p>
          <a:p>
            <a:pPr marL="0" indent="0">
              <a:buNone/>
            </a:pPr>
            <a:r>
              <a:rPr lang="en-US" sz="2200">
                <a:solidFill>
                  <a:srgbClr val="374151"/>
                </a:solidFill>
                <a:latin typeface="Barlow" pitchFamily="34" charset="0"/>
                <a:ea typeface="Barlow" pitchFamily="34" charset="-122"/>
                <a:cs typeface="Barlow" pitchFamily="34" charset="-120"/>
              </a:rPr>
              <a:t>3. Link references back to documents or pages.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Validate traceability.</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92</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Lesson 8.13</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name="Slide 9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8.14 — Improve Responses with Summarized Context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Prevent context overload while retaining important facts.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Long interactions remain useful without uncontrolled context growth.</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Detect when conversation history is getting long.</a:t>
            </a:r>
            <a:endParaRPr lang="en-US" sz="1160"/>
          </a:p>
          <a:p>
            <a:pPr marL="0" indent="0">
              <a:buNone/>
            </a:pPr>
            <a:r>
              <a:rPr lang="en-US" sz="2200">
                <a:solidFill>
                  <a:srgbClr val="374151"/>
                </a:solidFill>
                <a:latin typeface="Barlow" pitchFamily="34" charset="0"/>
                <a:ea typeface="Barlow" pitchFamily="34" charset="-122"/>
                <a:cs typeface="Barlow" pitchFamily="34" charset="-120"/>
              </a:rPr>
              <a:t>2. Summarize older turns into compact memory.</a:t>
            </a:r>
            <a:endParaRPr lang="en-US" sz="1160"/>
          </a:p>
          <a:p>
            <a:pPr marL="0" indent="0">
              <a:buNone/>
            </a:pPr>
            <a:r>
              <a:rPr lang="en-US" sz="2200">
                <a:solidFill>
                  <a:srgbClr val="374151"/>
                </a:solidFill>
                <a:latin typeface="Barlow" pitchFamily="34" charset="0"/>
                <a:ea typeface="Barlow" pitchFamily="34" charset="-122"/>
                <a:cs typeface="Barlow" pitchFamily="34" charset="-120"/>
              </a:rPr>
              <a:t>3. Keep recent turns plus summary in the prompt.</a:t>
            </a:r>
            <a:endParaRPr lang="en-US" sz="1160"/>
          </a:p>
          <a:p>
            <a:pPr marL="0" indent="0">
              <a:buNone/>
            </a:pPr>
            <a:r>
              <a:rPr lang="en-US" sz="2200">
                <a:solidFill>
                  <a:srgbClr val="374151"/>
                </a:solidFill>
                <a:latin typeface="Barlow" pitchFamily="34" charset="0"/>
                <a:ea typeface="Barlow" pitchFamily="34" charset="-122"/>
                <a:cs typeface="Barlow" pitchFamily="34" charset="-120"/>
              </a:rPr>
              <a:t>4. Verify the assistant still remembers key facts.</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93</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Lesson 8.14</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name="Slide 9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8.15 — Section Review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Key takeaways and transition to the next section.</a:t>
            </a:r>
            <a:endParaRPr lang="en-US" sz="1250"/>
          </a:p>
        </p:txBody>
      </p:sp>
      <p:sp>
        <p:nvSpPr>
          <p:cNvPr id="5" name="Shape 3"/>
          <p:cNvSpPr/>
          <p:nvPr/>
        </p:nvSpPr>
        <p:spPr>
          <a:xfrm>
            <a:off x="68580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6" name="Shape 4"/>
          <p:cNvSpPr/>
          <p:nvPr/>
        </p:nvSpPr>
        <p:spPr>
          <a:xfrm>
            <a:off x="685800" y="1572768"/>
            <a:ext cx="73152" cy="1325880"/>
          </a:xfrm>
          <a:prstGeom prst="rect">
            <a:avLst/>
          </a:prstGeom>
          <a:solidFill>
            <a:srgbClr val="00AED6"/>
          </a:solidFill>
          <a:ln w="12700">
            <a:solidFill>
              <a:srgbClr val="00AED6"/>
            </a:solidFill>
            <a:prstDash val="solid"/>
          </a:ln>
        </p:spPr>
        <p:txBody>
          <a:bodyPr/>
          <a:lstStyle/>
          <a:p>
            <a:endParaRPr/>
          </a:p>
        </p:txBody>
      </p:sp>
      <p:sp>
        <p:nvSpPr>
          <p:cNvPr id="7" name="Text 5"/>
          <p:cNvSpPr/>
          <p:nvPr/>
        </p:nvSpPr>
        <p:spPr>
          <a:xfrm>
            <a:off x="94183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1</a:t>
            </a:r>
            <a:endParaRPr lang="en-US" sz="1350"/>
          </a:p>
        </p:txBody>
      </p:sp>
      <p:sp>
        <p:nvSpPr>
          <p:cNvPr id="8" name="Text 6"/>
          <p:cNvSpPr/>
          <p:nvPr/>
        </p:nvSpPr>
        <p:spPr>
          <a:xfrm>
            <a:off x="941832" y="2084832"/>
            <a:ext cx="4507992" cy="667512"/>
          </a:xfrm>
          <a:prstGeom prst="rect">
            <a:avLst/>
          </a:prstGeom>
          <a:noFill/>
          <a:ln/>
        </p:spPr>
        <p:txBody>
          <a:bodyPr wrap="square" lIns="508" tIns="508" rIns="508" bIns="508" rtlCol="0" anchor="t">
            <a:normAutofit lnSpcReduction="10000"/>
          </a:bodyPr>
          <a:lstStyle/>
          <a:p>
            <a:pPr marL="0" indent="0">
              <a:buNone/>
            </a:pPr>
            <a:r>
              <a:rPr lang="en-US" sz="2200" dirty="0">
                <a:solidFill>
                  <a:srgbClr val="374151"/>
                </a:solidFill>
                <a:latin typeface="Barlow" pitchFamily="34" charset="0"/>
                <a:ea typeface="Barlow" pitchFamily="34" charset="-122"/>
                <a:cs typeface="Barlow" pitchFamily="34" charset="-120"/>
              </a:rPr>
              <a:t>Persisted user conversations in the chat bot</a:t>
            </a:r>
            <a:endParaRPr lang="en-US" sz="1100" dirty="0"/>
          </a:p>
        </p:txBody>
      </p:sp>
      <p:sp>
        <p:nvSpPr>
          <p:cNvPr id="9" name="Shape 7"/>
          <p:cNvSpPr/>
          <p:nvPr/>
        </p:nvSpPr>
        <p:spPr>
          <a:xfrm>
            <a:off x="612648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0" name="Shape 8"/>
          <p:cNvSpPr/>
          <p:nvPr/>
        </p:nvSpPr>
        <p:spPr>
          <a:xfrm>
            <a:off x="6126480" y="1572768"/>
            <a:ext cx="73152" cy="1325880"/>
          </a:xfrm>
          <a:prstGeom prst="rect">
            <a:avLst/>
          </a:prstGeom>
          <a:solidFill>
            <a:srgbClr val="007DB8"/>
          </a:solidFill>
          <a:ln w="12700">
            <a:solidFill>
              <a:srgbClr val="007DB8"/>
            </a:solidFill>
            <a:prstDash val="solid"/>
          </a:ln>
        </p:spPr>
        <p:txBody>
          <a:bodyPr/>
          <a:lstStyle/>
          <a:p>
            <a:endParaRPr/>
          </a:p>
        </p:txBody>
      </p:sp>
      <p:sp>
        <p:nvSpPr>
          <p:cNvPr id="11" name="Text 9"/>
          <p:cNvSpPr/>
          <p:nvPr/>
        </p:nvSpPr>
        <p:spPr>
          <a:xfrm>
            <a:off x="638251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2</a:t>
            </a:r>
            <a:endParaRPr lang="en-US" sz="1350"/>
          </a:p>
        </p:txBody>
      </p:sp>
      <p:sp>
        <p:nvSpPr>
          <p:cNvPr id="12" name="Text 10"/>
          <p:cNvSpPr/>
          <p:nvPr/>
        </p:nvSpPr>
        <p:spPr>
          <a:xfrm>
            <a:off x="6382512" y="2084832"/>
            <a:ext cx="4507992" cy="667512"/>
          </a:xfrm>
          <a:prstGeom prst="rect">
            <a:avLst/>
          </a:prstGeom>
          <a:noFill/>
          <a:ln/>
        </p:spPr>
        <p:txBody>
          <a:bodyPr wrap="square" lIns="508" tIns="508" rIns="508" bIns="508" rtlCol="0" anchor="t">
            <a:normAutofit lnSpcReduction="10000"/>
          </a:bodyPr>
          <a:lstStyle/>
          <a:p>
            <a:pPr marL="0" indent="0">
              <a:buNone/>
            </a:pPr>
            <a:r>
              <a:rPr lang="en-US" sz="2200" dirty="0">
                <a:solidFill>
                  <a:srgbClr val="374151"/>
                </a:solidFill>
                <a:latin typeface="Barlow" pitchFamily="34" charset="0"/>
                <a:ea typeface="Barlow" pitchFamily="34" charset="-122"/>
                <a:cs typeface="Barlow" pitchFamily="34" charset="-120"/>
              </a:rPr>
              <a:t>Reloaded chat history in chat for contextual awareness</a:t>
            </a:r>
            <a:endParaRPr lang="en-US" sz="1100" dirty="0"/>
          </a:p>
        </p:txBody>
      </p:sp>
      <p:sp>
        <p:nvSpPr>
          <p:cNvPr id="13" name="Shape 11"/>
          <p:cNvSpPr/>
          <p:nvPr/>
        </p:nvSpPr>
        <p:spPr>
          <a:xfrm>
            <a:off x="68580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4" name="Shape 12"/>
          <p:cNvSpPr/>
          <p:nvPr/>
        </p:nvSpPr>
        <p:spPr>
          <a:xfrm>
            <a:off x="685800" y="3401568"/>
            <a:ext cx="73152" cy="1325880"/>
          </a:xfrm>
          <a:prstGeom prst="rect">
            <a:avLst/>
          </a:prstGeom>
          <a:solidFill>
            <a:srgbClr val="6251BD"/>
          </a:solidFill>
          <a:ln w="12700">
            <a:solidFill>
              <a:srgbClr val="6251BD"/>
            </a:solidFill>
            <a:prstDash val="solid"/>
          </a:ln>
        </p:spPr>
        <p:txBody>
          <a:bodyPr/>
          <a:lstStyle/>
          <a:p>
            <a:endParaRPr/>
          </a:p>
        </p:txBody>
      </p:sp>
      <p:sp>
        <p:nvSpPr>
          <p:cNvPr id="15" name="Text 13"/>
          <p:cNvSpPr/>
          <p:nvPr/>
        </p:nvSpPr>
        <p:spPr>
          <a:xfrm>
            <a:off x="94183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3</a:t>
            </a:r>
            <a:endParaRPr lang="en-US" sz="1350"/>
          </a:p>
        </p:txBody>
      </p:sp>
      <p:sp>
        <p:nvSpPr>
          <p:cNvPr id="16" name="Text 14"/>
          <p:cNvSpPr/>
          <p:nvPr/>
        </p:nvSpPr>
        <p:spPr>
          <a:xfrm>
            <a:off x="94183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dirty="0">
                <a:solidFill>
                  <a:srgbClr val="374151"/>
                </a:solidFill>
                <a:latin typeface="Barlow" pitchFamily="34" charset="0"/>
                <a:ea typeface="Barlow" pitchFamily="34" charset="-122"/>
                <a:cs typeface="Barlow" pitchFamily="34" charset="-120"/>
              </a:rPr>
              <a:t>Implemented comprehensive document processing</a:t>
            </a:r>
            <a:endParaRPr lang="en-US" sz="1100" dirty="0"/>
          </a:p>
        </p:txBody>
      </p:sp>
      <p:sp>
        <p:nvSpPr>
          <p:cNvPr id="17" name="Shape 15"/>
          <p:cNvSpPr/>
          <p:nvPr/>
        </p:nvSpPr>
        <p:spPr>
          <a:xfrm>
            <a:off x="612648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8" name="Shape 16"/>
          <p:cNvSpPr/>
          <p:nvPr/>
        </p:nvSpPr>
        <p:spPr>
          <a:xfrm>
            <a:off x="6126480" y="3401568"/>
            <a:ext cx="73152" cy="1325880"/>
          </a:xfrm>
          <a:prstGeom prst="rect">
            <a:avLst/>
          </a:prstGeom>
          <a:solidFill>
            <a:srgbClr val="F6C344"/>
          </a:solidFill>
          <a:ln w="12700">
            <a:solidFill>
              <a:srgbClr val="F6C344"/>
            </a:solidFill>
            <a:prstDash val="solid"/>
          </a:ln>
        </p:spPr>
        <p:txBody>
          <a:bodyPr/>
          <a:lstStyle/>
          <a:p>
            <a:endParaRPr/>
          </a:p>
        </p:txBody>
      </p:sp>
      <p:sp>
        <p:nvSpPr>
          <p:cNvPr id="19" name="Text 17"/>
          <p:cNvSpPr/>
          <p:nvPr/>
        </p:nvSpPr>
        <p:spPr>
          <a:xfrm>
            <a:off x="638251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4</a:t>
            </a:r>
            <a:endParaRPr lang="en-US" sz="1350"/>
          </a:p>
        </p:txBody>
      </p:sp>
      <p:sp>
        <p:nvSpPr>
          <p:cNvPr id="20" name="Text 18"/>
          <p:cNvSpPr/>
          <p:nvPr/>
        </p:nvSpPr>
        <p:spPr>
          <a:xfrm>
            <a:off x="638251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dirty="0">
                <a:solidFill>
                  <a:srgbClr val="374151"/>
                </a:solidFill>
                <a:latin typeface="Barlow" pitchFamily="34" charset="0"/>
                <a:ea typeface="Barlow" pitchFamily="34" charset="-122"/>
                <a:cs typeface="Barlow" pitchFamily="34" charset="-120"/>
              </a:rPr>
              <a:t>Implemented a RAG pipeline for grounded chat responses. </a:t>
            </a:r>
            <a:endParaRPr lang="en-US" sz="1100" dirty="0"/>
          </a:p>
        </p:txBody>
      </p:sp>
      <p:sp>
        <p:nvSpPr>
          <p:cNvPr id="21" name="Shape 19"/>
          <p:cNvSpPr/>
          <p:nvPr/>
        </p:nvSpPr>
        <p:spPr>
          <a:xfrm>
            <a:off x="914400" y="5532120"/>
            <a:ext cx="73152" cy="502920"/>
          </a:xfrm>
          <a:prstGeom prst="rect">
            <a:avLst/>
          </a:prstGeom>
          <a:solidFill>
            <a:srgbClr val="00AED6"/>
          </a:solidFill>
          <a:ln w="12700">
            <a:solidFill>
              <a:srgbClr val="00AED6"/>
            </a:solidFill>
            <a:prstDash val="solid"/>
          </a:ln>
        </p:spPr>
        <p:txBody>
          <a:bodyPr/>
          <a:lstStyle/>
          <a:p>
            <a:endParaRPr/>
          </a:p>
        </p:txBody>
      </p:sp>
      <p:sp>
        <p:nvSpPr>
          <p:cNvPr id="22" name="Text 20"/>
          <p:cNvSpPr/>
          <p:nvPr/>
        </p:nvSpPr>
        <p:spPr>
          <a:xfrm>
            <a:off x="1115568" y="5532120"/>
            <a:ext cx="10222992" cy="502920"/>
          </a:xfrm>
          <a:prstGeom prst="rect">
            <a:avLst/>
          </a:prstGeom>
          <a:noFill/>
          <a:ln/>
        </p:spPr>
        <p:txBody>
          <a:bodyPr wrap="square" lIns="254" tIns="254" rIns="254" bIns="254" rtlCol="0" anchor="ctr">
            <a:normAutofit/>
          </a:bodyPr>
          <a:lstStyle/>
          <a:p>
            <a:pPr marL="0" indent="0">
              <a:buNone/>
            </a:pPr>
            <a:r>
              <a:rPr lang="en-US" sz="2200" i="1" dirty="0">
                <a:solidFill>
                  <a:srgbClr val="374151"/>
                </a:solidFill>
                <a:latin typeface="Barlow" pitchFamily="34" charset="0"/>
                <a:ea typeface="Barlow" pitchFamily="34" charset="-122"/>
                <a:cs typeface="Barlow" pitchFamily="34" charset="-120"/>
              </a:rPr>
              <a:t>Next: Proactive AI Productivity and Work Insights</a:t>
            </a:r>
          </a:p>
          <a:p>
            <a:pPr marL="0" indent="0">
              <a:buNone/>
            </a:pPr>
            <a:endParaRPr lang="en-US" sz="1300" dirty="0"/>
          </a:p>
        </p:txBody>
      </p:sp>
      <p:sp>
        <p:nvSpPr>
          <p:cNvPr id="23" name="Shape 2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4" name="Text 2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94</a:t>
            </a:r>
            <a:endParaRPr lang="en-US" sz="900"/>
          </a:p>
        </p:txBody>
      </p:sp>
      <p:sp>
        <p:nvSpPr>
          <p:cNvPr id="25" name="Text 2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Review</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Shape 1"/>
          <p:cNvSpPr/>
          <p:nvPr/>
        </p:nvSpPr>
        <p:spPr>
          <a:xfrm>
            <a:off x="0" y="0"/>
            <a:ext cx="12191695" cy="6858000"/>
          </a:xfrm>
          <a:prstGeom prst="rect">
            <a:avLst/>
          </a:prstGeom>
          <a:solidFill>
            <a:srgbClr val="F7F9FC"/>
          </a:solidFill>
          <a:ln w="12700">
            <a:solidFill>
              <a:srgbClr val="F7F9FC"/>
            </a:solidFill>
            <a:prstDash val="solid"/>
          </a:ln>
        </p:spPr>
        <p:txBody>
          <a:bodyPr/>
          <a:lstStyle/>
          <a:p>
            <a:endParaRPr/>
          </a:p>
        </p:txBody>
      </p:sp>
      <p:sp>
        <p:nvSpPr>
          <p:cNvPr id="4" name="Shape 2"/>
          <p:cNvSpPr/>
          <p:nvPr/>
        </p:nvSpPr>
        <p:spPr>
          <a:xfrm>
            <a:off x="0" y="2514600"/>
            <a:ext cx="960120" cy="1417320"/>
          </a:xfrm>
          <a:prstGeom prst="chevron">
            <a:avLst/>
          </a:prstGeom>
          <a:solidFill>
            <a:srgbClr val="00AED6"/>
          </a:solidFill>
          <a:ln w="12700">
            <a:solidFill>
              <a:srgbClr val="00AED6"/>
            </a:solidFill>
            <a:prstDash val="solid"/>
          </a:ln>
        </p:spPr>
        <p:txBody>
          <a:bodyPr/>
          <a:lstStyle/>
          <a:p>
            <a:endParaRPr/>
          </a:p>
        </p:txBody>
      </p:sp>
      <p:sp>
        <p:nvSpPr>
          <p:cNvPr id="5" name="Text 3"/>
          <p:cNvSpPr/>
          <p:nvPr/>
        </p:nvSpPr>
        <p:spPr>
          <a:xfrm>
            <a:off x="91440" y="2944368"/>
            <a:ext cx="457200" cy="402336"/>
          </a:xfrm>
          <a:prstGeom prst="rect">
            <a:avLst/>
          </a:prstGeom>
          <a:noFill/>
          <a:ln/>
        </p:spPr>
        <p:txBody>
          <a:bodyPr wrap="square" lIns="0" tIns="0" rIns="0" bIns="0" rtlCol="0" anchor="ctr"/>
          <a:lstStyle/>
          <a:p>
            <a:pPr marL="0" indent="0" algn="ctr">
              <a:buNone/>
            </a:pPr>
            <a:r>
              <a:rPr lang="en-US" sz="2200" b="1">
                <a:solidFill>
                  <a:srgbClr val="FFFFFF"/>
                </a:solidFill>
                <a:latin typeface="Raleway" pitchFamily="34" charset="0"/>
                <a:ea typeface="Raleway" pitchFamily="34" charset="-122"/>
                <a:cs typeface="Raleway" pitchFamily="34" charset="-120"/>
              </a:rPr>
              <a:t>9</a:t>
            </a:r>
            <a:endParaRPr lang="en-US" sz="2200"/>
          </a:p>
        </p:txBody>
      </p:sp>
      <p:sp>
        <p:nvSpPr>
          <p:cNvPr id="6" name="Text 4"/>
          <p:cNvSpPr/>
          <p:nvPr/>
        </p:nvSpPr>
        <p:spPr>
          <a:xfrm>
            <a:off x="1417320" y="2121408"/>
            <a:ext cx="3657600" cy="32004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a:t>
            </a:r>
            <a:endParaRPr lang="en-US" sz="1600"/>
          </a:p>
        </p:txBody>
      </p:sp>
      <p:sp>
        <p:nvSpPr>
          <p:cNvPr id="7" name="Text 5"/>
          <p:cNvSpPr/>
          <p:nvPr/>
        </p:nvSpPr>
        <p:spPr>
          <a:xfrm>
            <a:off x="1417320" y="2468880"/>
            <a:ext cx="6400800" cy="1097280"/>
          </a:xfrm>
          <a:prstGeom prst="rect">
            <a:avLst/>
          </a:prstGeom>
          <a:noFill/>
          <a:ln/>
        </p:spPr>
        <p:txBody>
          <a:bodyPr wrap="square" lIns="0" tIns="0" rIns="0" bIns="0" rtlCol="0" anchor="ctr">
            <a:normAutofit/>
          </a:bodyPr>
          <a:lstStyle/>
          <a:p>
            <a:pPr marL="0" indent="0">
              <a:buNone/>
            </a:pPr>
            <a:r>
              <a:rPr lang="en-US" sz="3600" b="1">
                <a:solidFill>
                  <a:srgbClr val="007DB8"/>
                </a:solidFill>
                <a:latin typeface="Raleway" pitchFamily="34" charset="0"/>
                <a:ea typeface="Raleway" pitchFamily="34" charset="-122"/>
                <a:cs typeface="Raleway" pitchFamily="34" charset="-120"/>
              </a:rPr>
              <a:t>Proactive AI Productivity and Work Insights</a:t>
            </a:r>
            <a:endParaRPr lang="en-US" sz="3600"/>
          </a:p>
        </p:txBody>
      </p:sp>
      <p:sp>
        <p:nvSpPr>
          <p:cNvPr id="8" name="Text 6"/>
          <p:cNvSpPr/>
          <p:nvPr/>
        </p:nvSpPr>
        <p:spPr>
          <a:xfrm>
            <a:off x="1463040" y="3794760"/>
            <a:ext cx="6217920" cy="658368"/>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Help users work faster with summaries, actions, priorities, and reviewable insights.</a:t>
            </a:r>
            <a:endParaRPr lang="en-US" sz="1600"/>
          </a:p>
        </p:txBody>
      </p:sp>
      <p:sp>
        <p:nvSpPr>
          <p:cNvPr id="9" name="Shape 7"/>
          <p:cNvSpPr/>
          <p:nvPr/>
        </p:nvSpPr>
        <p:spPr>
          <a:xfrm>
            <a:off x="8321040" y="1783080"/>
            <a:ext cx="2468880" cy="1645920"/>
          </a:xfrm>
          <a:prstGeom prst="roundRect">
            <a:avLst>
              <a:gd name="adj" fmla="val 2778"/>
            </a:avLst>
          </a:prstGeom>
          <a:solidFill>
            <a:srgbClr val="FFFFFF"/>
          </a:solidFill>
          <a:ln w="12700">
            <a:solidFill>
              <a:srgbClr val="C9D4E2"/>
            </a:solidFill>
            <a:prstDash val="solid"/>
          </a:ln>
        </p:spPr>
        <p:txBody>
          <a:bodyPr/>
          <a:lstStyle/>
          <a:p>
            <a:endParaRPr/>
          </a:p>
        </p:txBody>
      </p:sp>
      <p:sp>
        <p:nvSpPr>
          <p:cNvPr id="10" name="Shape 8"/>
          <p:cNvSpPr/>
          <p:nvPr/>
        </p:nvSpPr>
        <p:spPr>
          <a:xfrm>
            <a:off x="8321040" y="1783080"/>
            <a:ext cx="2468880" cy="237744"/>
          </a:xfrm>
          <a:prstGeom prst="rect">
            <a:avLst/>
          </a:prstGeom>
          <a:solidFill>
            <a:srgbClr val="00AED6"/>
          </a:solidFill>
          <a:ln w="12700">
            <a:solidFill>
              <a:srgbClr val="00AED6"/>
            </a:solidFill>
            <a:prstDash val="solid"/>
          </a:ln>
        </p:spPr>
        <p:txBody>
          <a:bodyPr/>
          <a:lstStyle/>
          <a:p>
            <a:endParaRPr/>
          </a:p>
        </p:txBody>
      </p:sp>
      <p:sp>
        <p:nvSpPr>
          <p:cNvPr id="11" name="Shape 9"/>
          <p:cNvSpPr/>
          <p:nvPr/>
        </p:nvSpPr>
        <p:spPr>
          <a:xfrm>
            <a:off x="8577072" y="2331720"/>
            <a:ext cx="640080" cy="640080"/>
          </a:xfrm>
          <a:prstGeom prst="roundRect">
            <a:avLst>
              <a:gd name="adj" fmla="val 7143"/>
            </a:avLst>
          </a:prstGeom>
          <a:solidFill>
            <a:srgbClr val="E6F7FB"/>
          </a:solidFill>
          <a:ln w="12700">
            <a:solidFill>
              <a:srgbClr val="00AED6"/>
            </a:solidFill>
            <a:prstDash val="solid"/>
          </a:ln>
        </p:spPr>
        <p:txBody>
          <a:bodyPr/>
          <a:lstStyle/>
          <a:p>
            <a:endParaRPr/>
          </a:p>
        </p:txBody>
      </p:sp>
      <p:sp>
        <p:nvSpPr>
          <p:cNvPr id="12" name="Shape 10"/>
          <p:cNvSpPr/>
          <p:nvPr/>
        </p:nvSpPr>
        <p:spPr>
          <a:xfrm>
            <a:off x="9400032" y="2331720"/>
            <a:ext cx="109728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3" name="Shape 11"/>
          <p:cNvSpPr/>
          <p:nvPr/>
        </p:nvSpPr>
        <p:spPr>
          <a:xfrm>
            <a:off x="9400032" y="2633472"/>
            <a:ext cx="77724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4" name="Text 12"/>
          <p:cNvSpPr/>
          <p:nvPr/>
        </p:nvSpPr>
        <p:spPr>
          <a:xfrm>
            <a:off x="9189720" y="4114800"/>
            <a:ext cx="1097280" cy="548640"/>
          </a:xfrm>
          <a:prstGeom prst="rect">
            <a:avLst/>
          </a:prstGeom>
          <a:noFill/>
          <a:ln/>
        </p:spPr>
        <p:txBody>
          <a:bodyPr wrap="square" lIns="0" tIns="0" rIns="0" bIns="0" rtlCol="0" anchor="ctr"/>
          <a:lstStyle/>
          <a:p>
            <a:pPr marL="0" indent="0">
              <a:buNone/>
            </a:pPr>
            <a:r>
              <a:rPr lang="en-US" sz="3500" b="1">
                <a:solidFill>
                  <a:srgbClr val="00AED6"/>
                </a:solidFill>
                <a:latin typeface="Raleway" pitchFamily="34" charset="0"/>
                <a:ea typeface="Raleway" pitchFamily="34" charset="-122"/>
                <a:cs typeface="Raleway" pitchFamily="34" charset="-120"/>
              </a:rPr>
              <a:t>AI</a:t>
            </a:r>
            <a:endParaRPr lang="en-US" sz="3500"/>
          </a:p>
        </p:txBody>
      </p:sp>
      <p:sp>
        <p:nvSpPr>
          <p:cNvPr id="15" name="Shape 13"/>
          <p:cNvSpPr/>
          <p:nvPr/>
        </p:nvSpPr>
        <p:spPr>
          <a:xfrm>
            <a:off x="9473184" y="3474720"/>
            <a:ext cx="0" cy="502920"/>
          </a:xfrm>
          <a:prstGeom prst="line">
            <a:avLst/>
          </a:prstGeom>
          <a:noFill/>
          <a:ln w="25400">
            <a:solidFill>
              <a:srgbClr val="00AED6"/>
            </a:solidFill>
            <a:prstDash val="solid"/>
            <a:headEnd type="none"/>
            <a:tailEnd type="triangle"/>
          </a:ln>
        </p:spPr>
        <p:txBody>
          <a:bodyPr/>
          <a:lstStyle/>
          <a:p>
            <a:endParaRPr/>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95</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a:t>
            </a:r>
            <a:endParaRPr lang="en-US" sz="75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Proactive AI Productivity and Work Insights Roadmap</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How the lessons in this section fit together.</a:t>
            </a:r>
            <a:endParaRPr lang="en-US" sz="1250"/>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97</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a:t>
            </a:r>
            <a:endParaRPr lang="en-US" sz="750"/>
          </a:p>
        </p:txBody>
      </p:sp>
      <p:sp>
        <p:nvSpPr>
          <p:cNvPr id="5" name="TextBox 23"/>
          <p:cNvSpPr txBox="1"/>
          <p:nvPr/>
        </p:nvSpPr>
        <p:spPr>
          <a:xfrm>
            <a:off x="822959" y="1591056"/>
            <a:ext cx="9445647" cy="4478149"/>
          </a:xfrm>
          <a:prstGeom prst="rect">
            <a:avLst/>
          </a:prstGeom>
          <a:noFill/>
        </p:spPr>
        <p:txBody>
          <a:bodyPr wrap="square" lIns="0" tIns="0" rIns="0" bIns="0" anchor="t">
            <a:spAutoFit/>
          </a:bodyPr>
          <a:lstStyle/>
          <a:p>
            <a:pPr>
              <a:spcAft>
                <a:spcPts val="600"/>
              </a:spcAft>
            </a:pPr>
            <a:r>
              <a:rPr lang="en-US" sz="3200" dirty="0">
                <a:solidFill>
                  <a:srgbClr val="00AED6"/>
                </a:solidFill>
              </a:rPr>
              <a:t>▸ </a:t>
            </a:r>
            <a:r>
              <a:rPr lang="en-US" sz="3200" dirty="0">
                <a:solidFill>
                  <a:srgbClr val="374151"/>
                </a:solidFill>
              </a:rPr>
              <a:t>Reactive vs Proactive AI Assistance</a:t>
            </a:r>
          </a:p>
          <a:p>
            <a:pPr>
              <a:spcAft>
                <a:spcPts val="600"/>
              </a:spcAft>
            </a:pPr>
            <a:r>
              <a:rPr lang="en-US" sz="3200" dirty="0">
                <a:solidFill>
                  <a:srgbClr val="00AED6"/>
                </a:solidFill>
              </a:rPr>
              <a:t>▸ </a:t>
            </a:r>
            <a:r>
              <a:rPr lang="en-US" sz="3200" dirty="0">
                <a:solidFill>
                  <a:srgbClr val="374151"/>
                </a:solidFill>
              </a:rPr>
              <a:t>Productivity Insight Data Model [Demo]</a:t>
            </a:r>
          </a:p>
          <a:p>
            <a:pPr>
              <a:spcAft>
                <a:spcPts val="600"/>
              </a:spcAft>
            </a:pPr>
            <a:r>
              <a:rPr lang="en-US" sz="3200" dirty="0">
                <a:solidFill>
                  <a:srgbClr val="00AED6"/>
                </a:solidFill>
              </a:rPr>
              <a:t>▸ </a:t>
            </a:r>
            <a:r>
              <a:rPr lang="en-US" sz="3200" dirty="0">
                <a:solidFill>
                  <a:srgbClr val="374151"/>
                </a:solidFill>
              </a:rPr>
              <a:t>AI Document Briefs [Demo]</a:t>
            </a:r>
          </a:p>
          <a:p>
            <a:pPr>
              <a:spcAft>
                <a:spcPts val="600"/>
              </a:spcAft>
            </a:pPr>
            <a:r>
              <a:rPr lang="en-US" sz="3200" dirty="0">
                <a:solidFill>
                  <a:srgbClr val="00AED6"/>
                </a:solidFill>
              </a:rPr>
              <a:t>▸ </a:t>
            </a:r>
            <a:r>
              <a:rPr lang="en-US" sz="3200" dirty="0">
                <a:solidFill>
                  <a:srgbClr val="374151"/>
                </a:solidFill>
              </a:rPr>
              <a:t>Action Items and Missing Info [Demo]</a:t>
            </a:r>
          </a:p>
          <a:p>
            <a:pPr>
              <a:spcAft>
                <a:spcPts val="600"/>
              </a:spcAft>
            </a:pPr>
            <a:r>
              <a:rPr lang="en-US" sz="3200" dirty="0">
                <a:solidFill>
                  <a:srgbClr val="00AED6"/>
                </a:solidFill>
              </a:rPr>
              <a:t>▸ </a:t>
            </a:r>
            <a:r>
              <a:rPr lang="en-US" sz="3200" dirty="0">
                <a:solidFill>
                  <a:srgbClr val="374151"/>
                </a:solidFill>
              </a:rPr>
              <a:t>Request Work Summaries [Demo]</a:t>
            </a:r>
          </a:p>
          <a:p>
            <a:pPr>
              <a:spcAft>
                <a:spcPts val="600"/>
              </a:spcAft>
            </a:pPr>
            <a:r>
              <a:rPr lang="en-US" sz="3200" dirty="0">
                <a:solidFill>
                  <a:srgbClr val="00AED6"/>
                </a:solidFill>
              </a:rPr>
              <a:t>▸ </a:t>
            </a:r>
            <a:r>
              <a:rPr lang="en-US" sz="3200" dirty="0">
                <a:solidFill>
                  <a:srgbClr val="374151"/>
                </a:solidFill>
              </a:rPr>
              <a:t>Risks and Priority Signals [Demo]</a:t>
            </a:r>
          </a:p>
          <a:p>
            <a:pPr>
              <a:spcAft>
                <a:spcPts val="600"/>
              </a:spcAft>
            </a:pPr>
            <a:r>
              <a:rPr lang="en-US" sz="3200" dirty="0">
                <a:solidFill>
                  <a:srgbClr val="00AED6"/>
                </a:solidFill>
              </a:rPr>
              <a:t>▸ </a:t>
            </a:r>
            <a:r>
              <a:rPr lang="en-US" sz="3200" dirty="0">
                <a:solidFill>
                  <a:srgbClr val="374151"/>
                </a:solidFill>
              </a:rPr>
              <a:t>My Work Insights Dashboard [Demo]</a:t>
            </a:r>
          </a:p>
          <a:p>
            <a:pPr>
              <a:spcAft>
                <a:spcPts val="600"/>
              </a:spcAft>
            </a:pPr>
            <a:r>
              <a:rPr lang="en-US" sz="3200" dirty="0">
                <a:solidFill>
                  <a:srgbClr val="00AED6"/>
                </a:solidFill>
              </a:rPr>
              <a:t>▸ </a:t>
            </a:r>
            <a:r>
              <a:rPr lang="en-US" sz="3200" dirty="0">
                <a:solidFill>
                  <a:srgbClr val="374151"/>
                </a:solidFill>
              </a:rPr>
              <a:t>Review AI Suggestions [Demo]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5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fade">
                                      <p:cBhvr>
                                        <p:cTn id="42"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7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9.2 — Reactive Chat vs Proactive Productivity Assistance</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why AI should support the workflow, not only the chat window.</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Productivity pattern</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Reactive chat waits for questions.</a:t>
            </a:r>
            <a:endParaRPr lang="en-US" sz="1120"/>
          </a:p>
          <a:p>
            <a:pPr marL="0" indent="0">
              <a:buNone/>
            </a:pPr>
            <a:r>
              <a:rPr lang="en-US" sz="2200">
                <a:solidFill>
                  <a:srgbClr val="374151"/>
                </a:solidFill>
                <a:latin typeface="Barlow" pitchFamily="34" charset="0"/>
                <a:ea typeface="Barlow" pitchFamily="34" charset="-122"/>
                <a:cs typeface="Barlow" pitchFamily="34" charset="-120"/>
              </a:rPr>
              <a:t>Proactive assistance prepares useful insight.</a:t>
            </a:r>
            <a:endParaRPr lang="en-US" sz="1120"/>
          </a:p>
          <a:p>
            <a:pPr marL="0" indent="0">
              <a:buNone/>
            </a:pPr>
            <a:r>
              <a:rPr lang="en-US" sz="2200">
                <a:solidFill>
                  <a:srgbClr val="374151"/>
                </a:solidFill>
                <a:latin typeface="Barlow" pitchFamily="34" charset="0"/>
                <a:ea typeface="Barlow" pitchFamily="34" charset="-122"/>
                <a:cs typeface="Barlow" pitchFamily="34" charset="-120"/>
              </a:rPr>
              <a:t>The user reviews, refines, and acts.</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98</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Lesson 9.2</a:t>
            </a:r>
            <a:endParaRPr lang="en-US" sz="750"/>
          </a:p>
        </p:txBody>
      </p:sp>
      <p:sp>
        <p:nvSpPr>
          <p:cNvPr id="21" name="TextBox 20"/>
          <p:cNvSpPr txBox="1"/>
          <p:nvPr/>
        </p:nvSpPr>
        <p:spPr>
          <a:xfrm>
            <a:off x="822960" y="1682496"/>
            <a:ext cx="5257800" cy="3677930"/>
          </a:xfrm>
          <a:prstGeom prst="rect">
            <a:avLst/>
          </a:prstGeom>
          <a:noFill/>
        </p:spPr>
        <p:txBody>
          <a:bodyPr wrap="square" lIns="0" tIns="0" rIns="0" bIns="0" anchor="t">
            <a:spAutoFit/>
          </a:bodyPr>
          <a:lstStyle/>
          <a:p>
            <a:pPr>
              <a:spcBef>
                <a:spcPts val="0"/>
              </a:spcBef>
              <a:spcAft>
                <a:spcPts val="600"/>
              </a:spcAft>
            </a:pPr>
            <a:r>
              <a:rPr lang="en-US" sz="2400" dirty="0">
                <a:solidFill>
                  <a:srgbClr val="00AED6"/>
                </a:solidFill>
              </a:rPr>
              <a:t>▸</a:t>
            </a:r>
            <a:r>
              <a:rPr lang="en-US" sz="2400" dirty="0">
                <a:solidFill>
                  <a:srgbClr val="374151"/>
                </a:solidFill>
              </a:rPr>
              <a:t> Reactive chat is useful when the user knows what to ask.</a:t>
            </a:r>
          </a:p>
          <a:p>
            <a:pPr>
              <a:spcBef>
                <a:spcPts val="0"/>
              </a:spcBef>
              <a:spcAft>
                <a:spcPts val="600"/>
              </a:spcAft>
            </a:pPr>
            <a:r>
              <a:rPr lang="en-US" sz="2400" dirty="0">
                <a:solidFill>
                  <a:srgbClr val="00AED6"/>
                </a:solidFill>
              </a:rPr>
              <a:t>▸</a:t>
            </a:r>
            <a:r>
              <a:rPr lang="en-US" sz="2400" dirty="0">
                <a:solidFill>
                  <a:srgbClr val="374151"/>
                </a:solidFill>
              </a:rPr>
              <a:t> Productivity assistance helps when the user needs a faster starting point.</a:t>
            </a:r>
          </a:p>
          <a:p>
            <a:pPr>
              <a:spcBef>
                <a:spcPts val="0"/>
              </a:spcBef>
              <a:spcAft>
                <a:spcPts val="600"/>
              </a:spcAft>
            </a:pPr>
            <a:r>
              <a:rPr lang="en-US" sz="2400" dirty="0">
                <a:solidFill>
                  <a:srgbClr val="00AED6"/>
                </a:solidFill>
              </a:rPr>
              <a:t>▸</a:t>
            </a:r>
            <a:r>
              <a:rPr lang="en-US" sz="2400" dirty="0">
                <a:solidFill>
                  <a:srgbClr val="374151"/>
                </a:solidFill>
              </a:rPr>
              <a:t> The portal can prepare briefs, actions, gaps, and risks from existing data.</a:t>
            </a:r>
          </a:p>
          <a:p>
            <a:pPr>
              <a:spcBef>
                <a:spcPts val="0"/>
              </a:spcBef>
              <a:spcAft>
                <a:spcPts val="600"/>
              </a:spcAft>
            </a:pPr>
            <a:r>
              <a:rPr lang="en-US" sz="2400" dirty="0">
                <a:solidFill>
                  <a:srgbClr val="00AED6"/>
                </a:solidFill>
              </a:rPr>
              <a:t>▸</a:t>
            </a:r>
            <a:r>
              <a:rPr lang="en-US" sz="2400" dirty="0">
                <a:solidFill>
                  <a:srgbClr val="374151"/>
                </a:solidFill>
              </a:rPr>
              <a:t> The goal is acceleration, not unsupervised decision-making.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7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9.3 — Design the Productivity Insight Data Model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Create persistent records for AI-generated summaries, actions, risks, and recommendations.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portal can store, retrieve, review, accept, and dismiss AI-generated insights.</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Add ProductivityInsight, InsightType, SourceType, and InsightStatus.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Link insights to documents, requests, and users.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Add EF Core migration and SQLite persistence.</a:t>
            </a:r>
            <a:endParaRPr lang="en-US" sz="1160"/>
          </a:p>
          <a:p>
            <a:pPr marL="0" indent="0">
              <a:buNone/>
            </a:pPr>
            <a:r>
              <a:rPr lang="en-US" sz="2200">
                <a:solidFill>
                  <a:srgbClr val="374151"/>
                </a:solidFill>
                <a:latin typeface="Barlow" pitchFamily="34" charset="0"/>
                <a:ea typeface="Barlow" pitchFamily="34" charset="-122"/>
                <a:cs typeface="Barlow" pitchFamily="34" charset="-120"/>
              </a:rPr>
              <a:t>4. Create a service layer for insight lifecycle operations.</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99</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Lesson 9.3</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9.4 — Generate AI-Powered Document Briefs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Use extracted document content to create practical review briefs for busy users.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A document details page shows an AI-prepared brief with key points and next steps.</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Retrieve extracted document text from the database.</a:t>
            </a:r>
            <a:endParaRPr lang="en-US" sz="1160"/>
          </a:p>
          <a:p>
            <a:pPr marL="0" indent="0">
              <a:buNone/>
            </a:pPr>
            <a:r>
              <a:rPr lang="en-US" sz="2200">
                <a:solidFill>
                  <a:srgbClr val="374151"/>
                </a:solidFill>
                <a:latin typeface="Barlow" pitchFamily="34" charset="0"/>
                <a:ea typeface="Barlow" pitchFamily="34" charset="-122"/>
                <a:cs typeface="Barlow" pitchFamily="34" charset="-120"/>
              </a:rPr>
              <a:t>2. Create a prompt-backed Semantic Kernel function for document briefs.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Save the result as a ProductivityInsight record.</a:t>
            </a:r>
            <a:endParaRPr lang="en-US" sz="1160"/>
          </a:p>
          <a:p>
            <a:pPr marL="0" indent="0">
              <a:buNone/>
            </a:pPr>
            <a:r>
              <a:rPr lang="en-US" sz="2200">
                <a:solidFill>
                  <a:srgbClr val="374151"/>
                </a:solidFill>
                <a:latin typeface="Barlow" pitchFamily="34" charset="0"/>
                <a:ea typeface="Barlow" pitchFamily="34" charset="-122"/>
                <a:cs typeface="Barlow" pitchFamily="34" charset="-120"/>
              </a:rPr>
              <a:t>4. Display the brief on the document details page.</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100</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Lesson 9.4</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7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9.5 — Extract Action Items and Missing Information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Turn document or request content into practical next steps users can review.</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portal lists supported action items, gaps, owners, due dates, and priority notes.</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Define a structured action item response model.</a:t>
            </a:r>
            <a:endParaRPr lang="en-US" sz="1160"/>
          </a:p>
          <a:p>
            <a:pPr marL="0" indent="0">
              <a:buNone/>
            </a:pPr>
            <a:r>
              <a:rPr lang="en-US" sz="2200">
                <a:solidFill>
                  <a:srgbClr val="374151"/>
                </a:solidFill>
                <a:latin typeface="Barlow" pitchFamily="34" charset="0"/>
                <a:ea typeface="Barlow" pitchFamily="34" charset="-122"/>
                <a:cs typeface="Barlow" pitchFamily="34" charset="-120"/>
              </a:rPr>
              <a:t>2. Prompt the model to extract only supported actions and gaps.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Map results to ProductivityInsight records.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Add review controls beside each generated item.</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101</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Lesson 9.5</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92500"/>
          </a:bodyPr>
          <a:lstStyle/>
          <a:p>
            <a:pPr marL="0" indent="0">
              <a:buNone/>
            </a:pPr>
            <a:r>
              <a:rPr lang="en-US" sz="3200" b="1">
                <a:solidFill>
                  <a:srgbClr val="007DB8"/>
                </a:solidFill>
                <a:latin typeface="Raleway" pitchFamily="34" charset="0"/>
                <a:ea typeface="Raleway" pitchFamily="34" charset="-122"/>
                <a:cs typeface="Raleway" pitchFamily="34" charset="-120"/>
              </a:rPr>
              <a:t>9.6 — Generate Request Work Summaries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Help users understand business requests quickly before they decide what to do.</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Each request shows an AI-generated work summary, gaps, and suggested review angle.</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Gather request title, description, status, and related document context.</a:t>
            </a:r>
            <a:endParaRPr lang="en-US" sz="1160"/>
          </a:p>
          <a:p>
            <a:pPr marL="0" indent="0">
              <a:buNone/>
            </a:pPr>
            <a:r>
              <a:rPr lang="en-US" sz="2200">
                <a:solidFill>
                  <a:srgbClr val="374151"/>
                </a:solidFill>
                <a:latin typeface="Barlow" pitchFamily="34" charset="0"/>
                <a:ea typeface="Barlow" pitchFamily="34" charset="-122"/>
                <a:cs typeface="Barlow" pitchFamily="34" charset="-120"/>
              </a:rPr>
              <a:t>2. Generate a concise request work summary with Semantic Kernel.</a:t>
            </a:r>
            <a:endParaRPr lang="en-US" sz="1160"/>
          </a:p>
          <a:p>
            <a:pPr marL="0" indent="0">
              <a:buNone/>
            </a:pPr>
            <a:r>
              <a:rPr lang="en-US" sz="2200">
                <a:solidFill>
                  <a:srgbClr val="374151"/>
                </a:solidFill>
                <a:latin typeface="Barlow" pitchFamily="34" charset="0"/>
                <a:ea typeface="Barlow" pitchFamily="34" charset="-122"/>
                <a:cs typeface="Barlow" pitchFamily="34" charset="-120"/>
              </a:rPr>
              <a:t>3. Store the summary as a reviewable insight.</a:t>
            </a:r>
            <a:endParaRPr lang="en-US" sz="1160"/>
          </a:p>
          <a:p>
            <a:pPr marL="0" indent="0">
              <a:buNone/>
            </a:pPr>
            <a:r>
              <a:rPr lang="en-US" sz="2200">
                <a:solidFill>
                  <a:srgbClr val="374151"/>
                </a:solidFill>
                <a:latin typeface="Barlow" pitchFamily="34" charset="0"/>
                <a:ea typeface="Barlow" pitchFamily="34" charset="-122"/>
                <a:cs typeface="Barlow" pitchFamily="34" charset="-120"/>
              </a:rPr>
              <a:t>4. Render the summary inside the request details workflow.</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102</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Lesson 9.6</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9.7 — Identify Risks and Priority Signals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Surface priority signals, risks, and concerns that help users focus attention.</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Documents and requests display AI-suggested priority and risk insight cards.</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Define priority and risk insight categories.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Ask the model to explain priority using supplied content only.</a:t>
            </a:r>
            <a:endParaRPr lang="en-US" sz="1160"/>
          </a:p>
          <a:p>
            <a:pPr marL="0" indent="0">
              <a:buNone/>
            </a:pPr>
            <a:r>
              <a:rPr lang="en-US" sz="2200">
                <a:solidFill>
                  <a:srgbClr val="374151"/>
                </a:solidFill>
                <a:latin typeface="Barlow" pitchFamily="34" charset="0"/>
                <a:ea typeface="Barlow" pitchFamily="34" charset="-122"/>
                <a:cs typeface="Barlow" pitchFamily="34" charset="-120"/>
              </a:rPr>
              <a:t>3. Save priority recommendations and risk notes.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Show badges and explanation cards in the portal UI.</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103</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Lesson 9.7</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9.8 — Add the My Work Insights Dashboard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Collect proactive AI insights into one dashboard for faster daily review.</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775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user can see priorities, missing information, briefs, and suggested next steps in one place.</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Create a WorkInsightsController and dashboard view model.</a:t>
            </a:r>
            <a:endParaRPr lang="en-US" sz="1160"/>
          </a:p>
          <a:p>
            <a:pPr marL="0" indent="0">
              <a:buNone/>
            </a:pPr>
            <a:r>
              <a:rPr lang="en-US" sz="2200">
                <a:solidFill>
                  <a:srgbClr val="374151"/>
                </a:solidFill>
                <a:latin typeface="Barlow" pitchFamily="34" charset="0"/>
                <a:ea typeface="Barlow" pitchFamily="34" charset="-122"/>
                <a:cs typeface="Barlow" pitchFamily="34" charset="-120"/>
              </a:rPr>
              <a:t>2. Query insights for the signed-in user.</a:t>
            </a:r>
            <a:endParaRPr lang="en-US" sz="1160"/>
          </a:p>
          <a:p>
            <a:pPr marL="0" indent="0">
              <a:buNone/>
            </a:pPr>
            <a:r>
              <a:rPr lang="en-US" sz="2200">
                <a:solidFill>
                  <a:srgbClr val="374151"/>
                </a:solidFill>
                <a:latin typeface="Barlow" pitchFamily="34" charset="0"/>
                <a:ea typeface="Barlow" pitchFamily="34" charset="-122"/>
                <a:cs typeface="Barlow" pitchFamily="34" charset="-120"/>
              </a:rPr>
              <a:t>3. Group insights by status, type, and priority.</a:t>
            </a:r>
            <a:endParaRPr lang="en-US" sz="1160"/>
          </a:p>
          <a:p>
            <a:pPr marL="0" indent="0">
              <a:buNone/>
            </a:pPr>
            <a:r>
              <a:rPr lang="en-US" sz="2200">
                <a:solidFill>
                  <a:srgbClr val="374151"/>
                </a:solidFill>
                <a:latin typeface="Barlow" pitchFamily="34" charset="0"/>
                <a:ea typeface="Barlow" pitchFamily="34" charset="-122"/>
                <a:cs typeface="Barlow" pitchFamily="34" charset="-120"/>
              </a:rPr>
              <a:t>4. Add links back to related documents and requests.</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104</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Lesson 9.8</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7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9.9 — Review, Accept, and Dismiss AI Suggestions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Give users control over AI-generated suggestions before they influence work.</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AI suggestions have a clear lifecycle: draft, reviewed, accepted, or dismissed.</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Add controller actions for review, accept, dismiss, and regenerate.</a:t>
            </a:r>
            <a:endParaRPr lang="en-US" sz="1160"/>
          </a:p>
          <a:p>
            <a:pPr marL="0" indent="0">
              <a:buNone/>
            </a:pPr>
            <a:r>
              <a:rPr lang="en-US" sz="2200">
                <a:solidFill>
                  <a:srgbClr val="374151"/>
                </a:solidFill>
                <a:latin typeface="Barlow" pitchFamily="34" charset="0"/>
                <a:ea typeface="Barlow" pitchFamily="34" charset="-122"/>
                <a:cs typeface="Barlow" pitchFamily="34" charset="-120"/>
              </a:rPr>
              <a:t>2. Update insight status from the document, request, and dashboard views.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Filter active and dismissed suggestions correctly.</a:t>
            </a:r>
            <a:endParaRPr lang="en-US" sz="1160"/>
          </a:p>
          <a:p>
            <a:pPr marL="0" indent="0">
              <a:buNone/>
            </a:pPr>
            <a:r>
              <a:rPr lang="en-US" sz="2200">
                <a:solidFill>
                  <a:srgbClr val="374151"/>
                </a:solidFill>
                <a:latin typeface="Barlow" pitchFamily="34" charset="0"/>
                <a:ea typeface="Barlow" pitchFamily="34" charset="-122"/>
                <a:cs typeface="Barlow" pitchFamily="34" charset="-120"/>
              </a:rPr>
              <a:t>4. Prepare accepted insights for later workflow actions.</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105</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Lesson 9.9</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9.10 — Keep Productivity Assistance Grounded and Reviewable</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the boundaries that keep proactive assistance useful and trustworthy.</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Control model</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AI prepares the starting point.</a:t>
            </a:r>
            <a:endParaRPr lang="en-US" sz="1120"/>
          </a:p>
          <a:p>
            <a:pPr marL="0" indent="0">
              <a:buNone/>
            </a:pPr>
            <a:r>
              <a:rPr lang="en-US" sz="2200">
                <a:solidFill>
                  <a:srgbClr val="374151"/>
                </a:solidFill>
                <a:latin typeface="Barlow" pitchFamily="34" charset="0"/>
                <a:ea typeface="Barlow" pitchFamily="34" charset="-122"/>
                <a:cs typeface="Barlow" pitchFamily="34" charset="-120"/>
              </a:rPr>
              <a:t>The user controls the decision.</a:t>
            </a:r>
            <a:endParaRPr lang="en-US" sz="1120"/>
          </a:p>
          <a:p>
            <a:pPr marL="0" indent="0">
              <a:buNone/>
            </a:pPr>
            <a:r>
              <a:rPr lang="en-US" sz="2200">
                <a:solidFill>
                  <a:srgbClr val="374151"/>
                </a:solidFill>
                <a:latin typeface="Barlow" pitchFamily="34" charset="0"/>
                <a:ea typeface="Barlow" pitchFamily="34" charset="-122"/>
                <a:cs typeface="Barlow" pitchFamily="34" charset="-120"/>
              </a:rPr>
              <a:t>The portal stores the rationale.</a:t>
            </a:r>
            <a:endParaRPr lang="en-US" sz="1120"/>
          </a:p>
          <a:p>
            <a:pPr marL="0" indent="0">
              <a:buNone/>
            </a:pP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106</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Lesson 9.10</a:t>
            </a:r>
            <a:endParaRPr lang="en-US" sz="750"/>
          </a:p>
        </p:txBody>
      </p:sp>
      <p:sp>
        <p:nvSpPr>
          <p:cNvPr id="21" name="TextBox 20"/>
          <p:cNvSpPr txBox="1"/>
          <p:nvPr/>
        </p:nvSpPr>
        <p:spPr>
          <a:xfrm>
            <a:off x="822960" y="1682496"/>
            <a:ext cx="5257800" cy="3062377"/>
          </a:xfrm>
          <a:prstGeom prst="rect">
            <a:avLst/>
          </a:prstGeom>
          <a:noFill/>
        </p:spPr>
        <p:txBody>
          <a:bodyPr wrap="square" lIns="0" tIns="0" rIns="0" bIns="0" anchor="t">
            <a:spAutoFit/>
          </a:bodyPr>
          <a:lstStyle/>
          <a:p>
            <a:pPr>
              <a:spcAft>
                <a:spcPts val="600"/>
              </a:spcAft>
            </a:pPr>
            <a:r>
              <a:rPr lang="en-US" sz="2400" dirty="0">
                <a:solidFill>
                  <a:srgbClr val="00AED6"/>
                </a:solidFill>
              </a:rPr>
              <a:t>▸</a:t>
            </a:r>
            <a:r>
              <a:rPr lang="en-US" sz="2200" b="0" dirty="0">
                <a:solidFill>
                  <a:schemeClr val="bg2">
                    <a:lumMod val="25000"/>
                  </a:schemeClr>
                </a:solidFill>
                <a:latin typeface="Barlow"/>
              </a:rPr>
              <a:t> Use document text, request data, and retrieved context as the source of truth.</a:t>
            </a:r>
          </a:p>
          <a:p>
            <a:pPr>
              <a:spcAft>
                <a:spcPts val="600"/>
              </a:spcAft>
            </a:pPr>
            <a:r>
              <a:rPr lang="en-US" sz="2400" dirty="0">
                <a:solidFill>
                  <a:srgbClr val="00AED6"/>
                </a:solidFill>
              </a:rPr>
              <a:t>▸</a:t>
            </a:r>
            <a:r>
              <a:rPr lang="en-US" sz="2200" b="0" dirty="0">
                <a:solidFill>
                  <a:schemeClr val="bg2">
                    <a:lumMod val="25000"/>
                  </a:schemeClr>
                </a:solidFill>
                <a:latin typeface="Barlow"/>
              </a:rPr>
              <a:t> Show confidence notes or limitations when information is incomplete.</a:t>
            </a:r>
          </a:p>
          <a:p>
            <a:pPr>
              <a:spcAft>
                <a:spcPts val="600"/>
              </a:spcAft>
            </a:pPr>
            <a:r>
              <a:rPr lang="en-US" sz="2400" dirty="0">
                <a:solidFill>
                  <a:srgbClr val="00AED6"/>
                </a:solidFill>
              </a:rPr>
              <a:t>▸</a:t>
            </a:r>
            <a:r>
              <a:rPr lang="en-US" sz="2200" b="0" dirty="0">
                <a:solidFill>
                  <a:schemeClr val="bg2">
                    <a:lumMod val="25000"/>
                  </a:schemeClr>
                </a:solidFill>
                <a:latin typeface="Barlow"/>
              </a:rPr>
              <a:t> Keep suggested actions separate from executed business actions.</a:t>
            </a:r>
          </a:p>
          <a:p>
            <a:pPr>
              <a:spcAft>
                <a:spcPts val="600"/>
              </a:spcAft>
            </a:pPr>
            <a:r>
              <a:rPr lang="en-US" sz="2400" dirty="0">
                <a:solidFill>
                  <a:srgbClr val="00AED6"/>
                </a:solidFill>
              </a:rPr>
              <a:t>▸</a:t>
            </a:r>
            <a:r>
              <a:rPr lang="en-US" sz="2200" b="0" dirty="0">
                <a:solidFill>
                  <a:schemeClr val="bg2">
                    <a:lumMod val="25000"/>
                  </a:schemeClr>
                </a:solidFill>
                <a:latin typeface="Barlow"/>
              </a:rPr>
              <a:t> Use review states so users can accept or dismiss AI-prepared work.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9.11 — Section Review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Key takeaways and transition to the next section.</a:t>
            </a:r>
            <a:endParaRPr lang="en-US" sz="1250"/>
          </a:p>
        </p:txBody>
      </p:sp>
      <p:sp>
        <p:nvSpPr>
          <p:cNvPr id="5" name="Shape 3"/>
          <p:cNvSpPr/>
          <p:nvPr/>
        </p:nvSpPr>
        <p:spPr>
          <a:xfrm>
            <a:off x="68580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6" name="Shape 4"/>
          <p:cNvSpPr/>
          <p:nvPr/>
        </p:nvSpPr>
        <p:spPr>
          <a:xfrm>
            <a:off x="685800" y="1572768"/>
            <a:ext cx="73152" cy="1325880"/>
          </a:xfrm>
          <a:prstGeom prst="rect">
            <a:avLst/>
          </a:prstGeom>
          <a:solidFill>
            <a:srgbClr val="00AED6"/>
          </a:solidFill>
          <a:ln w="12700">
            <a:solidFill>
              <a:srgbClr val="00AED6"/>
            </a:solidFill>
            <a:prstDash val="solid"/>
          </a:ln>
        </p:spPr>
        <p:txBody>
          <a:bodyPr/>
          <a:lstStyle/>
          <a:p>
            <a:endParaRPr/>
          </a:p>
        </p:txBody>
      </p:sp>
      <p:sp>
        <p:nvSpPr>
          <p:cNvPr id="7" name="Text 5"/>
          <p:cNvSpPr/>
          <p:nvPr/>
        </p:nvSpPr>
        <p:spPr>
          <a:xfrm>
            <a:off x="94183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1</a:t>
            </a:r>
            <a:endParaRPr lang="en-US" sz="1350"/>
          </a:p>
        </p:txBody>
      </p:sp>
      <p:sp>
        <p:nvSpPr>
          <p:cNvPr id="8" name="Text 6"/>
          <p:cNvSpPr/>
          <p:nvPr/>
        </p:nvSpPr>
        <p:spPr>
          <a:xfrm>
            <a:off x="941832" y="20848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Moved beyond reactive chat into proactive AI productivity support.</a:t>
            </a:r>
            <a:endParaRPr lang="en-US" sz="1100"/>
          </a:p>
        </p:txBody>
      </p:sp>
      <p:sp>
        <p:nvSpPr>
          <p:cNvPr id="9" name="Shape 7"/>
          <p:cNvSpPr/>
          <p:nvPr/>
        </p:nvSpPr>
        <p:spPr>
          <a:xfrm>
            <a:off x="612648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0" name="Shape 8"/>
          <p:cNvSpPr/>
          <p:nvPr/>
        </p:nvSpPr>
        <p:spPr>
          <a:xfrm>
            <a:off x="6126480" y="1572768"/>
            <a:ext cx="73152" cy="1325880"/>
          </a:xfrm>
          <a:prstGeom prst="rect">
            <a:avLst/>
          </a:prstGeom>
          <a:solidFill>
            <a:srgbClr val="007DB8"/>
          </a:solidFill>
          <a:ln w="12700">
            <a:solidFill>
              <a:srgbClr val="007DB8"/>
            </a:solidFill>
            <a:prstDash val="solid"/>
          </a:ln>
        </p:spPr>
        <p:txBody>
          <a:bodyPr/>
          <a:lstStyle/>
          <a:p>
            <a:endParaRPr/>
          </a:p>
        </p:txBody>
      </p:sp>
      <p:sp>
        <p:nvSpPr>
          <p:cNvPr id="11" name="Text 9"/>
          <p:cNvSpPr/>
          <p:nvPr/>
        </p:nvSpPr>
        <p:spPr>
          <a:xfrm>
            <a:off x="638251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2</a:t>
            </a:r>
            <a:endParaRPr lang="en-US" sz="1350"/>
          </a:p>
        </p:txBody>
      </p:sp>
      <p:sp>
        <p:nvSpPr>
          <p:cNvPr id="12" name="Text 10"/>
          <p:cNvSpPr/>
          <p:nvPr/>
        </p:nvSpPr>
        <p:spPr>
          <a:xfrm>
            <a:off x="6382512" y="2084832"/>
            <a:ext cx="4507992" cy="667512"/>
          </a:xfrm>
          <a:prstGeom prst="rect">
            <a:avLst/>
          </a:prstGeom>
          <a:noFill/>
          <a:ln/>
        </p:spPr>
        <p:txBody>
          <a:bodyPr wrap="square" lIns="508" tIns="508" rIns="508" bIns="508" rtlCol="0" anchor="t">
            <a:normAutofit fontScale="850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Stored AI-generated briefs, actions, risks, and priorities as reviewable insights.</a:t>
            </a:r>
            <a:endParaRPr lang="en-US" sz="1100"/>
          </a:p>
        </p:txBody>
      </p:sp>
      <p:sp>
        <p:nvSpPr>
          <p:cNvPr id="13" name="Shape 11"/>
          <p:cNvSpPr/>
          <p:nvPr/>
        </p:nvSpPr>
        <p:spPr>
          <a:xfrm>
            <a:off x="68580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4" name="Shape 12"/>
          <p:cNvSpPr/>
          <p:nvPr/>
        </p:nvSpPr>
        <p:spPr>
          <a:xfrm>
            <a:off x="685800" y="3401568"/>
            <a:ext cx="73152" cy="1325880"/>
          </a:xfrm>
          <a:prstGeom prst="rect">
            <a:avLst/>
          </a:prstGeom>
          <a:solidFill>
            <a:srgbClr val="6251BD"/>
          </a:solidFill>
          <a:ln w="12700">
            <a:solidFill>
              <a:srgbClr val="6251BD"/>
            </a:solidFill>
            <a:prstDash val="solid"/>
          </a:ln>
        </p:spPr>
        <p:txBody>
          <a:bodyPr/>
          <a:lstStyle/>
          <a:p>
            <a:endParaRPr/>
          </a:p>
        </p:txBody>
      </p:sp>
      <p:sp>
        <p:nvSpPr>
          <p:cNvPr id="15" name="Text 13"/>
          <p:cNvSpPr/>
          <p:nvPr/>
        </p:nvSpPr>
        <p:spPr>
          <a:xfrm>
            <a:off x="94183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3</a:t>
            </a:r>
            <a:endParaRPr lang="en-US" sz="1350"/>
          </a:p>
        </p:txBody>
      </p:sp>
      <p:sp>
        <p:nvSpPr>
          <p:cNvPr id="16" name="Text 14"/>
          <p:cNvSpPr/>
          <p:nvPr/>
        </p:nvSpPr>
        <p:spPr>
          <a:xfrm>
            <a:off x="941832" y="3913632"/>
            <a:ext cx="4507992" cy="667512"/>
          </a:xfrm>
          <a:prstGeom prst="rect">
            <a:avLst/>
          </a:prstGeom>
          <a:noFill/>
          <a:ln/>
        </p:spPr>
        <p:txBody>
          <a:bodyPr wrap="square" lIns="508" tIns="508" rIns="508" bIns="508" rtlCol="0" anchor="t">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Built document, request, and dashboard experiences that help users work faster.</a:t>
            </a:r>
            <a:endParaRPr lang="en-US" sz="1100"/>
          </a:p>
        </p:txBody>
      </p:sp>
      <p:sp>
        <p:nvSpPr>
          <p:cNvPr id="17" name="Shape 15"/>
          <p:cNvSpPr/>
          <p:nvPr/>
        </p:nvSpPr>
        <p:spPr>
          <a:xfrm>
            <a:off x="612648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8" name="Shape 16"/>
          <p:cNvSpPr/>
          <p:nvPr/>
        </p:nvSpPr>
        <p:spPr>
          <a:xfrm>
            <a:off x="6126480" y="3401568"/>
            <a:ext cx="73152" cy="1325880"/>
          </a:xfrm>
          <a:prstGeom prst="rect">
            <a:avLst/>
          </a:prstGeom>
          <a:solidFill>
            <a:srgbClr val="F6C344"/>
          </a:solidFill>
          <a:ln w="12700">
            <a:solidFill>
              <a:srgbClr val="F6C344"/>
            </a:solidFill>
            <a:prstDash val="solid"/>
          </a:ln>
        </p:spPr>
        <p:txBody>
          <a:bodyPr/>
          <a:lstStyle/>
          <a:p>
            <a:endParaRPr/>
          </a:p>
        </p:txBody>
      </p:sp>
      <p:sp>
        <p:nvSpPr>
          <p:cNvPr id="19" name="Text 17"/>
          <p:cNvSpPr/>
          <p:nvPr/>
        </p:nvSpPr>
        <p:spPr>
          <a:xfrm>
            <a:off x="638251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4</a:t>
            </a:r>
            <a:endParaRPr lang="en-US" sz="1350"/>
          </a:p>
        </p:txBody>
      </p:sp>
      <p:sp>
        <p:nvSpPr>
          <p:cNvPr id="20" name="Text 18"/>
          <p:cNvSpPr/>
          <p:nvPr/>
        </p:nvSpPr>
        <p:spPr>
          <a:xfrm>
            <a:off x="6382512" y="3913632"/>
            <a:ext cx="4507992" cy="667512"/>
          </a:xfrm>
          <a:prstGeom prst="rect">
            <a:avLst/>
          </a:prstGeom>
          <a:noFill/>
          <a:ln/>
        </p:spPr>
        <p:txBody>
          <a:bodyPr wrap="square" lIns="508" tIns="508" rIns="508" bIns="508" rtlCol="0" anchor="t">
            <a:normAutofit fontScale="775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Prepared the portal for controlled enterprise actions and workflow orchestration.</a:t>
            </a:r>
            <a:endParaRPr lang="en-US" sz="1100"/>
          </a:p>
        </p:txBody>
      </p:sp>
      <p:sp>
        <p:nvSpPr>
          <p:cNvPr id="21" name="Shape 19"/>
          <p:cNvSpPr/>
          <p:nvPr/>
        </p:nvSpPr>
        <p:spPr>
          <a:xfrm>
            <a:off x="914400" y="5532120"/>
            <a:ext cx="73152" cy="502920"/>
          </a:xfrm>
          <a:prstGeom prst="rect">
            <a:avLst/>
          </a:prstGeom>
          <a:solidFill>
            <a:srgbClr val="00AED6"/>
          </a:solidFill>
          <a:ln w="12700">
            <a:solidFill>
              <a:srgbClr val="00AED6"/>
            </a:solidFill>
            <a:prstDash val="solid"/>
          </a:ln>
        </p:spPr>
        <p:txBody>
          <a:bodyPr/>
          <a:lstStyle/>
          <a:p>
            <a:endParaRPr/>
          </a:p>
        </p:txBody>
      </p:sp>
      <p:sp>
        <p:nvSpPr>
          <p:cNvPr id="22" name="Text 20"/>
          <p:cNvSpPr/>
          <p:nvPr/>
        </p:nvSpPr>
        <p:spPr>
          <a:xfrm>
            <a:off x="1115568" y="5532120"/>
            <a:ext cx="10222992" cy="502920"/>
          </a:xfrm>
          <a:prstGeom prst="rect">
            <a:avLst/>
          </a:prstGeom>
          <a:noFill/>
          <a:ln/>
        </p:spPr>
        <p:txBody>
          <a:bodyPr wrap="square" lIns="254" tIns="254" rIns="254" bIns="254" rtlCol="0" anchor="ctr">
            <a:normAutofit/>
          </a:bodyPr>
          <a:lstStyle/>
          <a:p>
            <a:pPr marL="0" indent="0">
              <a:buNone/>
            </a:pPr>
            <a:r>
              <a:rPr lang="en-US" sz="2200" i="1">
                <a:solidFill>
                  <a:srgbClr val="374151"/>
                </a:solidFill>
                <a:latin typeface="Barlow" pitchFamily="34" charset="0"/>
                <a:ea typeface="Barlow" pitchFamily="34" charset="-122"/>
                <a:cs typeface="Barlow" pitchFamily="34" charset="-120"/>
              </a:rPr>
              <a:t>Next: Enterprise Actions, Guardrails, and Workflow Orchestration</a:t>
            </a:r>
            <a:endParaRPr lang="en-US" sz="1300"/>
          </a:p>
        </p:txBody>
      </p:sp>
      <p:sp>
        <p:nvSpPr>
          <p:cNvPr id="23" name="Shape 2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4" name="Text 2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107</a:t>
            </a:r>
            <a:endParaRPr lang="en-US" sz="900"/>
          </a:p>
        </p:txBody>
      </p:sp>
      <p:sp>
        <p:nvSpPr>
          <p:cNvPr id="25" name="Text 2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Review</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Lst>
  </p:timing>
</p:sld>
</file>

<file path=ppt/slides/slide144.xml><?xml version="1.0" encoding="utf-8"?>
<p:sld xmlns:a="http://schemas.openxmlformats.org/drawingml/2006/main" xmlns:r="http://schemas.openxmlformats.org/officeDocument/2006/relationships" xmlns:p="http://schemas.openxmlformats.org/presentationml/2006/main">
  <p:cSld name="Slide 9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Shape 1"/>
          <p:cNvSpPr/>
          <p:nvPr/>
        </p:nvSpPr>
        <p:spPr>
          <a:xfrm>
            <a:off x="0" y="0"/>
            <a:ext cx="12191695" cy="6858000"/>
          </a:xfrm>
          <a:prstGeom prst="rect">
            <a:avLst/>
          </a:prstGeom>
          <a:solidFill>
            <a:srgbClr val="F7F9FC"/>
          </a:solidFill>
          <a:ln w="12700">
            <a:solidFill>
              <a:srgbClr val="F7F9FC"/>
            </a:solidFill>
            <a:prstDash val="solid"/>
          </a:ln>
        </p:spPr>
        <p:txBody>
          <a:bodyPr/>
          <a:lstStyle/>
          <a:p>
            <a:endParaRPr/>
          </a:p>
        </p:txBody>
      </p:sp>
      <p:sp>
        <p:nvSpPr>
          <p:cNvPr id="4" name="Shape 2"/>
          <p:cNvSpPr/>
          <p:nvPr/>
        </p:nvSpPr>
        <p:spPr>
          <a:xfrm>
            <a:off x="0" y="2514600"/>
            <a:ext cx="960120" cy="1417320"/>
          </a:xfrm>
          <a:prstGeom prst="chevron">
            <a:avLst/>
          </a:prstGeom>
          <a:solidFill>
            <a:srgbClr val="00AED6"/>
          </a:solidFill>
          <a:ln w="12700">
            <a:solidFill>
              <a:srgbClr val="00AED6"/>
            </a:solidFill>
            <a:prstDash val="solid"/>
          </a:ln>
        </p:spPr>
        <p:txBody>
          <a:bodyPr/>
          <a:lstStyle/>
          <a:p>
            <a:endParaRPr/>
          </a:p>
        </p:txBody>
      </p:sp>
      <p:sp>
        <p:nvSpPr>
          <p:cNvPr id="5" name="Text 3"/>
          <p:cNvSpPr/>
          <p:nvPr/>
        </p:nvSpPr>
        <p:spPr>
          <a:xfrm>
            <a:off x="91440" y="2944368"/>
            <a:ext cx="457200" cy="402336"/>
          </a:xfrm>
          <a:prstGeom prst="rect">
            <a:avLst/>
          </a:prstGeom>
          <a:noFill/>
          <a:ln/>
        </p:spPr>
        <p:txBody>
          <a:bodyPr wrap="square" lIns="0" tIns="0" rIns="0" bIns="0" rtlCol="0" anchor="ctr"/>
          <a:lstStyle/>
          <a:p>
            <a:pPr marL="0" indent="0" algn="ctr">
              <a:buNone/>
            </a:pPr>
            <a:r>
              <a:rPr lang="en-US" sz="2200" b="1">
                <a:solidFill>
                  <a:srgbClr val="FFFFFF"/>
                </a:solidFill>
                <a:latin typeface="Raleway" pitchFamily="34" charset="0"/>
                <a:ea typeface="Raleway" pitchFamily="34" charset="-122"/>
                <a:cs typeface="Raleway" pitchFamily="34" charset="-120"/>
              </a:rPr>
              <a:t>9</a:t>
            </a:r>
            <a:endParaRPr lang="en-US" sz="2200"/>
          </a:p>
        </p:txBody>
      </p:sp>
      <p:sp>
        <p:nvSpPr>
          <p:cNvPr id="6" name="Text 4"/>
          <p:cNvSpPr/>
          <p:nvPr/>
        </p:nvSpPr>
        <p:spPr>
          <a:xfrm>
            <a:off x="1417320" y="2121408"/>
            <a:ext cx="3657600" cy="32004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a:t>
            </a:r>
            <a:endParaRPr lang="en-US" sz="1600"/>
          </a:p>
        </p:txBody>
      </p:sp>
      <p:sp>
        <p:nvSpPr>
          <p:cNvPr id="7" name="Text 5"/>
          <p:cNvSpPr/>
          <p:nvPr/>
        </p:nvSpPr>
        <p:spPr>
          <a:xfrm>
            <a:off x="1417320" y="2468880"/>
            <a:ext cx="6400800" cy="1097280"/>
          </a:xfrm>
          <a:prstGeom prst="rect">
            <a:avLst/>
          </a:prstGeom>
          <a:noFill/>
          <a:ln/>
        </p:spPr>
        <p:txBody>
          <a:bodyPr wrap="square" lIns="0" tIns="0" rIns="0" bIns="0" rtlCol="0" anchor="ctr">
            <a:normAutofit fontScale="92500"/>
          </a:bodyPr>
          <a:lstStyle/>
          <a:p>
            <a:pPr marL="0" indent="0">
              <a:buNone/>
            </a:pPr>
            <a:r>
              <a:rPr lang="en-US" sz="3600" b="1">
                <a:solidFill>
                  <a:srgbClr val="007DB8"/>
                </a:solidFill>
                <a:latin typeface="Raleway" pitchFamily="34" charset="0"/>
                <a:ea typeface="Raleway" pitchFamily="34" charset="-122"/>
                <a:cs typeface="Raleway" pitchFamily="34" charset="-120"/>
              </a:rPr>
              <a:t>Enterprise Actions, Guardrails, and Workflow Orchestration</a:t>
            </a:r>
            <a:endParaRPr lang="en-US" sz="3600"/>
          </a:p>
        </p:txBody>
      </p:sp>
      <p:sp>
        <p:nvSpPr>
          <p:cNvPr id="8" name="Text 6"/>
          <p:cNvSpPr/>
          <p:nvPr/>
        </p:nvSpPr>
        <p:spPr>
          <a:xfrm>
            <a:off x="1463040" y="3794760"/>
            <a:ext cx="6217920" cy="658368"/>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Move beyond answers and support safe business workflows.</a:t>
            </a:r>
            <a:endParaRPr lang="en-US" sz="1600"/>
          </a:p>
        </p:txBody>
      </p:sp>
      <p:sp>
        <p:nvSpPr>
          <p:cNvPr id="9" name="Shape 7"/>
          <p:cNvSpPr/>
          <p:nvPr/>
        </p:nvSpPr>
        <p:spPr>
          <a:xfrm>
            <a:off x="8321040" y="1783080"/>
            <a:ext cx="2468880" cy="1645920"/>
          </a:xfrm>
          <a:prstGeom prst="roundRect">
            <a:avLst>
              <a:gd name="adj" fmla="val 2778"/>
            </a:avLst>
          </a:prstGeom>
          <a:solidFill>
            <a:srgbClr val="FFFFFF"/>
          </a:solidFill>
          <a:ln w="12700">
            <a:solidFill>
              <a:srgbClr val="C9D4E2"/>
            </a:solidFill>
            <a:prstDash val="solid"/>
          </a:ln>
        </p:spPr>
        <p:txBody>
          <a:bodyPr/>
          <a:lstStyle/>
          <a:p>
            <a:endParaRPr/>
          </a:p>
        </p:txBody>
      </p:sp>
      <p:sp>
        <p:nvSpPr>
          <p:cNvPr id="10" name="Shape 8"/>
          <p:cNvSpPr/>
          <p:nvPr/>
        </p:nvSpPr>
        <p:spPr>
          <a:xfrm>
            <a:off x="8321040" y="1783080"/>
            <a:ext cx="2468880" cy="237744"/>
          </a:xfrm>
          <a:prstGeom prst="rect">
            <a:avLst/>
          </a:prstGeom>
          <a:solidFill>
            <a:srgbClr val="00AED6"/>
          </a:solidFill>
          <a:ln w="12700">
            <a:solidFill>
              <a:srgbClr val="00AED6"/>
            </a:solidFill>
            <a:prstDash val="solid"/>
          </a:ln>
        </p:spPr>
        <p:txBody>
          <a:bodyPr/>
          <a:lstStyle/>
          <a:p>
            <a:endParaRPr/>
          </a:p>
        </p:txBody>
      </p:sp>
      <p:sp>
        <p:nvSpPr>
          <p:cNvPr id="11" name="Shape 9"/>
          <p:cNvSpPr/>
          <p:nvPr/>
        </p:nvSpPr>
        <p:spPr>
          <a:xfrm>
            <a:off x="8577072" y="2331720"/>
            <a:ext cx="640080" cy="640080"/>
          </a:xfrm>
          <a:prstGeom prst="roundRect">
            <a:avLst>
              <a:gd name="adj" fmla="val 7143"/>
            </a:avLst>
          </a:prstGeom>
          <a:solidFill>
            <a:srgbClr val="E6F7FB"/>
          </a:solidFill>
          <a:ln w="12700">
            <a:solidFill>
              <a:srgbClr val="00AED6"/>
            </a:solidFill>
            <a:prstDash val="solid"/>
          </a:ln>
        </p:spPr>
        <p:txBody>
          <a:bodyPr/>
          <a:lstStyle/>
          <a:p>
            <a:endParaRPr/>
          </a:p>
        </p:txBody>
      </p:sp>
      <p:sp>
        <p:nvSpPr>
          <p:cNvPr id="12" name="Shape 10"/>
          <p:cNvSpPr/>
          <p:nvPr/>
        </p:nvSpPr>
        <p:spPr>
          <a:xfrm>
            <a:off x="9400032" y="2331720"/>
            <a:ext cx="109728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3" name="Shape 11"/>
          <p:cNvSpPr/>
          <p:nvPr/>
        </p:nvSpPr>
        <p:spPr>
          <a:xfrm>
            <a:off x="9400032" y="2633472"/>
            <a:ext cx="77724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4" name="Text 12"/>
          <p:cNvSpPr/>
          <p:nvPr/>
        </p:nvSpPr>
        <p:spPr>
          <a:xfrm>
            <a:off x="9189720" y="4114800"/>
            <a:ext cx="1097280" cy="548640"/>
          </a:xfrm>
          <a:prstGeom prst="rect">
            <a:avLst/>
          </a:prstGeom>
          <a:noFill/>
          <a:ln/>
        </p:spPr>
        <p:txBody>
          <a:bodyPr wrap="square" lIns="0" tIns="0" rIns="0" bIns="0" rtlCol="0" anchor="ctr"/>
          <a:lstStyle/>
          <a:p>
            <a:pPr marL="0" indent="0">
              <a:buNone/>
            </a:pPr>
            <a:r>
              <a:rPr lang="en-US" sz="3500" b="1">
                <a:solidFill>
                  <a:srgbClr val="00AED6"/>
                </a:solidFill>
                <a:latin typeface="Raleway" pitchFamily="34" charset="0"/>
                <a:ea typeface="Raleway" pitchFamily="34" charset="-122"/>
                <a:cs typeface="Raleway" pitchFamily="34" charset="-120"/>
              </a:rPr>
              <a:t>AI</a:t>
            </a:r>
            <a:endParaRPr lang="en-US" sz="3500"/>
          </a:p>
        </p:txBody>
      </p:sp>
      <p:sp>
        <p:nvSpPr>
          <p:cNvPr id="15" name="Shape 13"/>
          <p:cNvSpPr/>
          <p:nvPr/>
        </p:nvSpPr>
        <p:spPr>
          <a:xfrm>
            <a:off x="9473184" y="3474720"/>
            <a:ext cx="0" cy="502920"/>
          </a:xfrm>
          <a:prstGeom prst="line">
            <a:avLst/>
          </a:prstGeom>
          <a:noFill/>
          <a:ln w="25400">
            <a:solidFill>
              <a:srgbClr val="00AED6"/>
            </a:solidFill>
            <a:prstDash val="solid"/>
            <a:headEnd type="none"/>
            <a:tailEnd type="triangle"/>
          </a:ln>
        </p:spPr>
        <p:txBody>
          <a:bodyPr/>
          <a:lstStyle/>
          <a:p>
            <a:endParaRPr/>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95</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a:t>
            </a:r>
            <a:endParaRPr lang="en-US" sz="75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9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9.1 — Section Overview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how the embedded copilot can support commercial workflows.</a:t>
            </a:r>
            <a:endParaRPr lang="en-US" sz="1250"/>
          </a:p>
        </p:txBody>
      </p:sp>
      <p:sp>
        <p:nvSpPr>
          <p:cNvPr id="13" name="Shape 1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4" name="Text 1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96</a:t>
            </a:r>
            <a:endParaRPr lang="en-US" sz="900"/>
          </a:p>
        </p:txBody>
      </p:sp>
      <p:sp>
        <p:nvSpPr>
          <p:cNvPr id="15" name="Text 1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Lesson 9.1</a:t>
            </a:r>
            <a:endParaRPr lang="en-US" sz="750"/>
          </a:p>
        </p:txBody>
      </p:sp>
      <p:sp>
        <p:nvSpPr>
          <p:cNvPr id="16" name="TextBox 15"/>
          <p:cNvSpPr txBox="1"/>
          <p:nvPr/>
        </p:nvSpPr>
        <p:spPr>
          <a:xfrm>
            <a:off x="868680" y="1591056"/>
            <a:ext cx="10287000" cy="3247043"/>
          </a:xfrm>
          <a:prstGeom prst="rect">
            <a:avLst/>
          </a:prstGeom>
          <a:noFill/>
        </p:spPr>
        <p:txBody>
          <a:bodyPr wrap="square" lIns="0" tIns="0" rIns="0" bIns="0" anchor="t">
            <a:spAutoFit/>
          </a:bodyPr>
          <a:lstStyle/>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Section focus: Move beyond answers and support safe business workflows.</a:t>
            </a:r>
          </a:p>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Concepts are introduced before code so demos have context.</a:t>
            </a:r>
          </a:p>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Each demo moves the same project forward rather than creating unrelated samples.</a:t>
            </a:r>
          </a:p>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Watch for the bridge between console patterns and web application architecture.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fade">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fade">
                                      <p:cBhvr>
                                        <p:cTn id="17" dur="5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xEl>
                                              <p:pRg st="3" end="3"/>
                                            </p:txEl>
                                          </p:spTgt>
                                        </p:tgtEl>
                                        <p:attrNameLst>
                                          <p:attrName>style.visibility</p:attrName>
                                        </p:attrNameLst>
                                      </p:cBhvr>
                                      <p:to>
                                        <p:strVal val="visible"/>
                                      </p:to>
                                    </p:set>
                                    <p:animEffect transition="in" filter="fade">
                                      <p:cBhvr>
                                        <p:cTn id="22" dur="5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146.xml><?xml version="1.0" encoding="utf-8"?>
<p:sld xmlns:a="http://schemas.openxmlformats.org/drawingml/2006/main" xmlns:r="http://schemas.openxmlformats.org/officeDocument/2006/relationships" xmlns:p="http://schemas.openxmlformats.org/presentationml/2006/main">
  <p:cSld name="Slide 9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62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Enterprise Actions, Guardrails, and Workflow Orchestration Roadmap</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How the lessons in this section fit together.</a:t>
            </a:r>
            <a:endParaRPr lang="en-US" sz="1250"/>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97</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a:t>
            </a:r>
            <a:endParaRPr lang="en-US" sz="750"/>
          </a:p>
        </p:txBody>
      </p:sp>
      <p:sp>
        <p:nvSpPr>
          <p:cNvPr id="5" name="TextBox 23"/>
          <p:cNvSpPr txBox="1"/>
          <p:nvPr/>
        </p:nvSpPr>
        <p:spPr>
          <a:xfrm>
            <a:off x="822959" y="1591056"/>
            <a:ext cx="9445647" cy="4170372"/>
          </a:xfrm>
          <a:prstGeom prst="rect">
            <a:avLst/>
          </a:prstGeom>
          <a:noFill/>
        </p:spPr>
        <p:txBody>
          <a:bodyPr wrap="square" lIns="0" tIns="0" rIns="0" bIns="0" anchor="t">
            <a:spAutoFit/>
          </a:bodyPr>
          <a:lstStyle/>
          <a:p>
            <a:pPr>
              <a:spcAft>
                <a:spcPts val="600"/>
              </a:spcAft>
            </a:pPr>
            <a:r>
              <a:rPr lang="en-US" sz="3200">
                <a:solidFill>
                  <a:srgbClr val="00AED6"/>
                </a:solidFill>
              </a:rPr>
              <a:t>▸ </a:t>
            </a:r>
            <a:r>
              <a:rPr lang="en-US" sz="2400">
                <a:solidFill>
                  <a:srgbClr val="374151"/>
                </a:solidFill>
              </a:rPr>
              <a:t>Reuse Console Plugins in the Web Application</a:t>
            </a:r>
          </a:p>
          <a:p>
            <a:pPr>
              <a:spcAft>
                <a:spcPts val="600"/>
              </a:spcAft>
            </a:pPr>
            <a:r>
              <a:rPr lang="en-US" sz="3200">
                <a:solidFill>
                  <a:srgbClr val="00AED6"/>
                </a:solidFill>
              </a:rPr>
              <a:t>▸ </a:t>
            </a:r>
            <a:r>
              <a:rPr lang="en-US" sz="2400">
                <a:solidFill>
                  <a:srgbClr val="374151"/>
                </a:solidFill>
              </a:rPr>
              <a:t>Trigger Business Actions from the Copilot [Demo]</a:t>
            </a:r>
          </a:p>
          <a:p>
            <a:pPr>
              <a:spcAft>
                <a:spcPts val="600"/>
              </a:spcAft>
            </a:pPr>
            <a:r>
              <a:rPr lang="en-US" sz="3200">
                <a:solidFill>
                  <a:srgbClr val="00AED6"/>
                </a:solidFill>
              </a:rPr>
              <a:t>▸ </a:t>
            </a:r>
            <a:r>
              <a:rPr lang="en-US" sz="2400">
                <a:solidFill>
                  <a:srgbClr val="374151"/>
                </a:solidFill>
              </a:rPr>
              <a:t>Add Confirmation Gates for Sensitive Operations [Demo]</a:t>
            </a:r>
          </a:p>
          <a:p>
            <a:pPr>
              <a:spcAft>
                <a:spcPts val="600"/>
              </a:spcAft>
            </a:pPr>
            <a:r>
              <a:rPr lang="en-US" sz="3200">
                <a:solidFill>
                  <a:srgbClr val="00AED6"/>
                </a:solidFill>
              </a:rPr>
              <a:t>▸ </a:t>
            </a:r>
            <a:r>
              <a:rPr lang="en-US" sz="2400">
                <a:solidFill>
                  <a:srgbClr val="374151"/>
                </a:solidFill>
              </a:rPr>
              <a:t>Add Authorization Checks for Sensitive Actions [Demo]</a:t>
            </a:r>
          </a:p>
          <a:p>
            <a:pPr>
              <a:spcAft>
                <a:spcPts val="600"/>
              </a:spcAft>
            </a:pPr>
            <a:r>
              <a:rPr lang="en-US" sz="3200">
                <a:solidFill>
                  <a:srgbClr val="00AED6"/>
                </a:solidFill>
              </a:rPr>
              <a:t>▸ </a:t>
            </a:r>
            <a:r>
              <a:rPr lang="en-US" sz="2400">
                <a:solidFill>
                  <a:srgbClr val="374151"/>
                </a:solidFill>
              </a:rPr>
              <a:t>Add Basic Guardrails and Input Validation [Demo]</a:t>
            </a:r>
          </a:p>
          <a:p>
            <a:pPr>
              <a:spcAft>
                <a:spcPts val="600"/>
              </a:spcAft>
            </a:pPr>
            <a:r>
              <a:rPr lang="en-US" sz="3200">
                <a:solidFill>
                  <a:srgbClr val="00AED6"/>
                </a:solidFill>
              </a:rPr>
              <a:t>▸ </a:t>
            </a:r>
            <a:r>
              <a:rPr lang="en-US" sz="2400">
                <a:solidFill>
                  <a:srgbClr val="374151"/>
                </a:solidFill>
              </a:rPr>
              <a:t>Log Action Requests and Outcomes [Demo]</a:t>
            </a:r>
          </a:p>
          <a:p>
            <a:pPr>
              <a:spcAft>
                <a:spcPts val="600"/>
              </a:spcAft>
            </a:pPr>
            <a:r>
              <a:rPr lang="en-US" sz="3200">
                <a:solidFill>
                  <a:srgbClr val="00AED6"/>
                </a:solidFill>
              </a:rPr>
              <a:t>▸ </a:t>
            </a:r>
            <a:r>
              <a:rPr lang="en-US" sz="2400">
                <a:solidFill>
                  <a:srgbClr val="374151"/>
                </a:solidFill>
              </a:rPr>
              <a:t>Build a Request Triage Workflow [Demo]</a:t>
            </a:r>
          </a:p>
          <a:p>
            <a:pPr>
              <a:spcAft>
                <a:spcPts val="600"/>
              </a:spcAft>
            </a:pPr>
            <a:r>
              <a:rPr lang="en-US" sz="3200">
                <a:solidFill>
                  <a:srgbClr val="00AED6"/>
                </a:solidFill>
              </a:rPr>
              <a:t>▸ </a:t>
            </a:r>
            <a:r>
              <a:rPr lang="en-US" sz="2400">
                <a:solidFill>
                  <a:srgbClr val="374151"/>
                </a:solidFill>
              </a:rPr>
              <a:t>Build an Approval Preparation Workflow [Demo]</a:t>
            </a:r>
          </a:p>
          <a:p>
            <a:pPr>
              <a:spcAft>
                <a:spcPts val="600"/>
              </a:spcAft>
            </a:pPr>
            <a:endParaRPr lang="en-US" sz="2200">
              <a:solidFill>
                <a:srgbClr val="374151"/>
              </a:solidFill>
            </a:endParaRPr>
          </a:p>
          <a:p>
            <a:pPr algn="l">
              <a:spcBef>
                <a:spcPts val="0"/>
              </a:spcBef>
              <a:spcAft>
                <a:spcPts val="600"/>
              </a:spcAft>
            </a:pPr>
            <a:endParaRPr lang="en-US" sz="2200" b="0" i="0">
              <a:solidFill>
                <a:srgbClr val="374151"/>
              </a:solidFill>
              <a:latin typeface="Barlow"/>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5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fade">
                                      <p:cBhvr>
                                        <p:cTn id="42"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name="Slide 9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9.2 — Reuse Console Plugins in the Web Application</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Carry forward plugin concepts from the console app into the portal.</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Translation pattern</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Console: learn the primitive.</a:t>
            </a:r>
            <a:endParaRPr lang="en-US" sz="1120"/>
          </a:p>
          <a:p>
            <a:pPr marL="0" indent="0">
              <a:buNone/>
            </a:pPr>
            <a:r>
              <a:rPr lang="en-US" sz="2200">
                <a:solidFill>
                  <a:srgbClr val="374151"/>
                </a:solidFill>
                <a:latin typeface="Barlow" pitchFamily="34" charset="0"/>
                <a:ea typeface="Barlow" pitchFamily="34" charset="-122"/>
                <a:cs typeface="Barlow" pitchFamily="34" charset="-120"/>
              </a:rPr>
              <a:t>Portal: apply the primitive in a business workflow.</a:t>
            </a:r>
            <a:endParaRPr lang="en-US" sz="1120"/>
          </a:p>
          <a:p>
            <a:pPr marL="0" indent="0">
              <a:buNone/>
            </a:pPr>
            <a:r>
              <a:rPr lang="en-US" sz="2200">
                <a:solidFill>
                  <a:srgbClr val="374151"/>
                </a:solidFill>
                <a:latin typeface="Barlow" pitchFamily="34" charset="0"/>
                <a:ea typeface="Barlow" pitchFamily="34" charset="-122"/>
                <a:cs typeface="Barlow" pitchFamily="34" charset="-120"/>
              </a:rPr>
              <a:t>This transition prevents the course from becoming a disconnected demo collection.</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98</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Lesson 9.2</a:t>
            </a:r>
            <a:endParaRPr lang="en-US" sz="750"/>
          </a:p>
        </p:txBody>
      </p:sp>
      <p:sp>
        <p:nvSpPr>
          <p:cNvPr id="21" name="TextBox 20"/>
          <p:cNvSpPr txBox="1"/>
          <p:nvPr/>
        </p:nvSpPr>
        <p:spPr>
          <a:xfrm>
            <a:off x="822960" y="1682496"/>
            <a:ext cx="5257800" cy="3277820"/>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console demos taught the mechanics of plugins and function invocation.</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web portal reuses the same ideas with real application services and records.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Plugin classes should depend on application services, not controller code.</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This keeps the AI layer testable and maintainable.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148.xml><?xml version="1.0" encoding="utf-8"?>
<p:sld xmlns:a="http://schemas.openxmlformats.org/drawingml/2006/main" xmlns:r="http://schemas.openxmlformats.org/officeDocument/2006/relationships" xmlns:p="http://schemas.openxmlformats.org/presentationml/2006/main">
  <p:cSld name="Slide 9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9.3 — Trigger Business Actions from the Copilot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Support practical actions such as summaries, recommendations, and internal notes.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copilot produces reviewable business actions, not just text answers.</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Define an action proposal object.</a:t>
            </a:r>
            <a:endParaRPr lang="en-US" sz="1160"/>
          </a:p>
          <a:p>
            <a:pPr marL="0" indent="0">
              <a:buNone/>
            </a:pPr>
            <a:r>
              <a:rPr lang="en-US" sz="2200">
                <a:solidFill>
                  <a:srgbClr val="374151"/>
                </a:solidFill>
                <a:latin typeface="Barlow" pitchFamily="34" charset="0"/>
                <a:ea typeface="Barlow" pitchFamily="34" charset="-122"/>
                <a:cs typeface="Barlow" pitchFamily="34" charset="-120"/>
              </a:rPr>
              <a:t>2. Let the copilot prepare a summary or recommendation.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3. Render the proposal in the portal instead of executing blindly.</a:t>
            </a:r>
            <a:endParaRPr lang="en-US" sz="1160"/>
          </a:p>
          <a:p>
            <a:pPr marL="0" indent="0">
              <a:buNone/>
            </a:pPr>
            <a:r>
              <a:rPr lang="en-US" sz="2200">
                <a:solidFill>
                  <a:srgbClr val="374151"/>
                </a:solidFill>
                <a:latin typeface="Barlow" pitchFamily="34" charset="0"/>
                <a:ea typeface="Barlow" pitchFamily="34" charset="-122"/>
                <a:cs typeface="Barlow" pitchFamily="34" charset="-120"/>
              </a:rPr>
              <a:t>4. Store the suggested action for review.</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99</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Lesson 9.3</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49.xml><?xml version="1.0" encoding="utf-8"?>
<p:sld xmlns:a="http://schemas.openxmlformats.org/drawingml/2006/main" xmlns:r="http://schemas.openxmlformats.org/officeDocument/2006/relationships" xmlns:p="http://schemas.openxmlformats.org/presentationml/2006/main">
  <p:cSld name="Slide 10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9.4 — Add Confirmation Gates for Sensitive Operations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Require user approval before state-changing actions are executed.</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Sensitive actions cannot run without explicit human approval.</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Classify an action as read-only or state-changing.</a:t>
            </a:r>
            <a:endParaRPr lang="en-US" sz="1160"/>
          </a:p>
          <a:p>
            <a:pPr marL="0" indent="0">
              <a:buNone/>
            </a:pPr>
            <a:r>
              <a:rPr lang="en-US" sz="2200">
                <a:solidFill>
                  <a:srgbClr val="374151"/>
                </a:solidFill>
                <a:latin typeface="Barlow" pitchFamily="34" charset="0"/>
                <a:ea typeface="Barlow" pitchFamily="34" charset="-122"/>
                <a:cs typeface="Barlow" pitchFamily="34" charset="-120"/>
              </a:rPr>
              <a:t>2. Generate an action proposal.</a:t>
            </a:r>
            <a:endParaRPr lang="en-US" sz="1160"/>
          </a:p>
          <a:p>
            <a:pPr marL="0" indent="0">
              <a:buNone/>
            </a:pPr>
            <a:r>
              <a:rPr lang="en-US" sz="2200">
                <a:solidFill>
                  <a:srgbClr val="374151"/>
                </a:solidFill>
                <a:latin typeface="Barlow" pitchFamily="34" charset="0"/>
                <a:ea typeface="Barlow" pitchFamily="34" charset="-122"/>
                <a:cs typeface="Barlow" pitchFamily="34" charset="-120"/>
              </a:rPr>
              <a:t>3. Require user confirmation before execution.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4. Block automatic writes.</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100</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Lesson 9.4</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50.xml><?xml version="1.0" encoding="utf-8"?>
<p:sld xmlns:a="http://schemas.openxmlformats.org/drawingml/2006/main" xmlns:r="http://schemas.openxmlformats.org/officeDocument/2006/relationships" xmlns:p="http://schemas.openxmlformats.org/presentationml/2006/main">
  <p:cSld name="Slide 10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9.5 — Add Authorization Checks for Sensitive Actions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Ensure only authorized users can approve, escalate, or modify records through the copilot.</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copilot respects application authorization boundaries.</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Check current user permissions.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Gate plugin execution by role or policy.</a:t>
            </a:r>
            <a:endParaRPr lang="en-US" sz="1160"/>
          </a:p>
          <a:p>
            <a:pPr marL="0" indent="0">
              <a:buNone/>
            </a:pPr>
            <a:r>
              <a:rPr lang="en-US" sz="2200">
                <a:solidFill>
                  <a:srgbClr val="374151"/>
                </a:solidFill>
                <a:latin typeface="Barlow" pitchFamily="34" charset="0"/>
                <a:ea typeface="Barlow" pitchFamily="34" charset="-122"/>
                <a:cs typeface="Barlow" pitchFamily="34" charset="-120"/>
              </a:rPr>
              <a:t>3. Return safe refusal messages for unauthorized actions.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Log authorization failures.</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101</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Lesson 9.5</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51.xml><?xml version="1.0" encoding="utf-8"?>
<p:sld xmlns:a="http://schemas.openxmlformats.org/drawingml/2006/main" xmlns:r="http://schemas.openxmlformats.org/officeDocument/2006/relationships" xmlns:p="http://schemas.openxmlformats.org/presentationml/2006/main">
  <p:cSld name="Slide 10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9.6 — Add Basic Guardrails and Input Validation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Constrain risky behavior and improve reliability in AI-assisted workflows.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The portal blocks malformed or unsafe AI-assisted operations.</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Validate request payloads before reaching the model.</a:t>
            </a:r>
            <a:endParaRPr lang="en-US" sz="1160"/>
          </a:p>
          <a:p>
            <a:pPr marL="0" indent="0">
              <a:buNone/>
            </a:pPr>
            <a:r>
              <a:rPr lang="en-US" sz="2200">
                <a:solidFill>
                  <a:srgbClr val="374151"/>
                </a:solidFill>
                <a:latin typeface="Barlow" pitchFamily="34" charset="0"/>
                <a:ea typeface="Barlow" pitchFamily="34" charset="-122"/>
                <a:cs typeface="Barlow" pitchFamily="34" charset="-120"/>
              </a:rPr>
              <a:t>2. Reject unsupported record types or action names.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Add safe refusal behavior for invalid operations.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Test with normal and risky inputs.</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102</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Lesson 9.6</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52.xml><?xml version="1.0" encoding="utf-8"?>
<p:sld xmlns:a="http://schemas.openxmlformats.org/drawingml/2006/main" xmlns:r="http://schemas.openxmlformats.org/officeDocument/2006/relationships" xmlns:p="http://schemas.openxmlformats.org/presentationml/2006/main">
  <p:cSld name="Slide 10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92500"/>
          </a:bodyPr>
          <a:lstStyle/>
          <a:p>
            <a:pPr marL="0" indent="0">
              <a:buNone/>
            </a:pPr>
            <a:r>
              <a:rPr lang="en-US" sz="3200" b="1">
                <a:solidFill>
                  <a:srgbClr val="007DB8"/>
                </a:solidFill>
                <a:latin typeface="Raleway" pitchFamily="34" charset="0"/>
                <a:ea typeface="Raleway" pitchFamily="34" charset="-122"/>
                <a:cs typeface="Raleway" pitchFamily="34" charset="-120"/>
              </a:rPr>
              <a:t>9.7 — Log Action Requests and Outcomes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Capture what the assistant suggested, what the user approved, and what happened.</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system can explain what the assistant proposed and what the user approved.</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Create audit entries for suggested actions.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Record user confirmation or rejection.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3. Capture final execution result.</a:t>
            </a:r>
            <a:endParaRPr lang="en-US" sz="1160"/>
          </a:p>
          <a:p>
            <a:pPr marL="0" indent="0">
              <a:buNone/>
            </a:pPr>
            <a:r>
              <a:rPr lang="en-US" sz="2200">
                <a:solidFill>
                  <a:srgbClr val="374151"/>
                </a:solidFill>
                <a:latin typeface="Barlow" pitchFamily="34" charset="0"/>
                <a:ea typeface="Barlow" pitchFamily="34" charset="-122"/>
                <a:cs typeface="Barlow" pitchFamily="34" charset="-120"/>
              </a:rPr>
              <a:t>4. Display audit history on the record page.</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103</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Lesson 9.7</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53.xml><?xml version="1.0" encoding="utf-8"?>
<p:sld xmlns:a="http://schemas.openxmlformats.org/drawingml/2006/main" xmlns:r="http://schemas.openxmlformats.org/officeDocument/2006/relationships" xmlns:p="http://schemas.openxmlformats.org/presentationml/2006/main">
  <p:cSld name="Slide 10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9.8 — Build a Request Triage Workflow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Classify, summarize, and route incoming business requests.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A request moves through a practical AI-assisted triage workflow.</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Classify an incoming request.</a:t>
            </a:r>
            <a:endParaRPr lang="en-US" sz="1160"/>
          </a:p>
          <a:p>
            <a:pPr marL="0" indent="0">
              <a:buNone/>
            </a:pPr>
            <a:r>
              <a:rPr lang="en-US" sz="2200">
                <a:solidFill>
                  <a:srgbClr val="374151"/>
                </a:solidFill>
                <a:latin typeface="Barlow" pitchFamily="34" charset="0"/>
                <a:ea typeface="Barlow" pitchFamily="34" charset="-122"/>
                <a:cs typeface="Barlow" pitchFamily="34" charset="-120"/>
              </a:rPr>
              <a:t>2. Summarize the user need and missing information.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3. Recommend owner, priority, and next step.</a:t>
            </a:r>
            <a:endParaRPr lang="en-US" sz="1160"/>
          </a:p>
          <a:p>
            <a:pPr marL="0" indent="0">
              <a:buNone/>
            </a:pPr>
            <a:r>
              <a:rPr lang="en-US" sz="2200">
                <a:solidFill>
                  <a:srgbClr val="374151"/>
                </a:solidFill>
                <a:latin typeface="Barlow" pitchFamily="34" charset="0"/>
                <a:ea typeface="Barlow" pitchFamily="34" charset="-122"/>
                <a:cs typeface="Barlow" pitchFamily="34" charset="-120"/>
              </a:rPr>
              <a:t>4. Persist the triage result for review.</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104</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Lesson 9.8</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54.xml><?xml version="1.0" encoding="utf-8"?>
<p:sld xmlns:a="http://schemas.openxmlformats.org/drawingml/2006/main" xmlns:r="http://schemas.openxmlformats.org/officeDocument/2006/relationships" xmlns:p="http://schemas.openxmlformats.org/presentationml/2006/main">
  <p:cSld name="Slide 10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9.9 — Build an Approval Preparation Workflow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Prepare an approval brief that combines portal data and AI summarization.</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copilot prepares decisions without bypassing human control.</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Collect document and request context.</a:t>
            </a:r>
            <a:endParaRPr lang="en-US" sz="1160"/>
          </a:p>
          <a:p>
            <a:pPr marL="0" indent="0">
              <a:buNone/>
            </a:pPr>
            <a:r>
              <a:rPr lang="en-US" sz="2200">
                <a:solidFill>
                  <a:srgbClr val="374151"/>
                </a:solidFill>
                <a:latin typeface="Barlow" pitchFamily="34" charset="0"/>
                <a:ea typeface="Barlow" pitchFamily="34" charset="-122"/>
                <a:cs typeface="Barlow" pitchFamily="34" charset="-120"/>
              </a:rPr>
              <a:t>2. Generate an approval brief with rationale and risks.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Present the brief for human review.</a:t>
            </a:r>
            <a:endParaRPr lang="en-US" sz="1160"/>
          </a:p>
          <a:p>
            <a:pPr marL="0" indent="0">
              <a:buNone/>
            </a:pPr>
            <a:r>
              <a:rPr lang="en-US" sz="2200">
                <a:solidFill>
                  <a:srgbClr val="374151"/>
                </a:solidFill>
                <a:latin typeface="Barlow" pitchFamily="34" charset="0"/>
                <a:ea typeface="Barlow" pitchFamily="34" charset="-122"/>
                <a:cs typeface="Barlow" pitchFamily="34" charset="-120"/>
              </a:rPr>
              <a:t>4. Log the prepared recommendation.</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105</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Lesson 9.9</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55.xml><?xml version="1.0" encoding="utf-8"?>
<p:sld xmlns:a="http://schemas.openxmlformats.org/drawingml/2006/main" xmlns:r="http://schemas.openxmlformats.org/officeDocument/2006/relationships" xmlns:p="http://schemas.openxmlformats.org/presentationml/2006/main">
  <p:cSld name="Slide 10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9.10 — Human-in-the-Loop Workflow Design</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where the user must stay in control and where automation is appropriate.</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Control model</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Automate low-risk support tasks.</a:t>
            </a:r>
            <a:endParaRPr lang="en-US" sz="1120"/>
          </a:p>
          <a:p>
            <a:pPr marL="0" indent="0">
              <a:buNone/>
            </a:pPr>
            <a:r>
              <a:rPr lang="en-US" sz="2200">
                <a:solidFill>
                  <a:srgbClr val="374151"/>
                </a:solidFill>
                <a:latin typeface="Barlow" pitchFamily="34" charset="0"/>
                <a:ea typeface="Barlow" pitchFamily="34" charset="-122"/>
                <a:cs typeface="Barlow" pitchFamily="34" charset="-120"/>
              </a:rPr>
              <a:t>Require confirmation for write operations.</a:t>
            </a:r>
            <a:endParaRPr lang="en-US" sz="1120"/>
          </a:p>
          <a:p>
            <a:pPr marL="0" indent="0">
              <a:buNone/>
            </a:pPr>
            <a:r>
              <a:rPr lang="en-US" sz="2200">
                <a:solidFill>
                  <a:srgbClr val="374151"/>
                </a:solidFill>
                <a:latin typeface="Barlow" pitchFamily="34" charset="0"/>
                <a:ea typeface="Barlow" pitchFamily="34" charset="-122"/>
                <a:cs typeface="Barlow" pitchFamily="34" charset="-120"/>
              </a:rPr>
              <a:t>Require authorization for sensitive workflows.</a:t>
            </a:r>
            <a:endParaRPr lang="en-US" sz="1120"/>
          </a:p>
          <a:p>
            <a:pPr marL="0" indent="0">
              <a:buNone/>
            </a:pPr>
            <a:r>
              <a:rPr lang="en-US" sz="2200">
                <a:solidFill>
                  <a:srgbClr val="374151"/>
                </a:solidFill>
                <a:latin typeface="Barlow" pitchFamily="34" charset="0"/>
                <a:ea typeface="Barlow" pitchFamily="34" charset="-122"/>
                <a:cs typeface="Barlow" pitchFamily="34" charset="-120"/>
              </a:rPr>
              <a:t>Capture rationale for compliance and trust.</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106</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Lesson 9.10</a:t>
            </a:r>
            <a:endParaRPr lang="en-US" sz="750"/>
          </a:p>
        </p:txBody>
      </p:sp>
      <p:sp>
        <p:nvSpPr>
          <p:cNvPr id="21" name="TextBox 20"/>
          <p:cNvSpPr txBox="1"/>
          <p:nvPr/>
        </p:nvSpPr>
        <p:spPr>
          <a:xfrm>
            <a:off x="822960" y="1682496"/>
            <a:ext cx="5257800" cy="3616375"/>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Human-in-the-loop means AI can recommend, prepare, or summarize, but users approve key actions.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Use it when actions affect records, customers, compliance, payments, or operational state.</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UI should make suggested actions reviewable before execution.</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audit log should capture suggestion, user decision, and final outcome.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156.xml><?xml version="1.0" encoding="utf-8"?>
<p:sld xmlns:a="http://schemas.openxmlformats.org/drawingml/2006/main" xmlns:r="http://schemas.openxmlformats.org/officeDocument/2006/relationships" xmlns:p="http://schemas.openxmlformats.org/presentationml/2006/main">
  <p:cSld name="Slide 10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9.11 — Section Review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Key takeaways and transition to the next section.</a:t>
            </a:r>
            <a:endParaRPr lang="en-US" sz="1250"/>
          </a:p>
        </p:txBody>
      </p:sp>
      <p:sp>
        <p:nvSpPr>
          <p:cNvPr id="5" name="Shape 3"/>
          <p:cNvSpPr/>
          <p:nvPr/>
        </p:nvSpPr>
        <p:spPr>
          <a:xfrm>
            <a:off x="68580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6" name="Shape 4"/>
          <p:cNvSpPr/>
          <p:nvPr/>
        </p:nvSpPr>
        <p:spPr>
          <a:xfrm>
            <a:off x="685800" y="1572768"/>
            <a:ext cx="73152" cy="1325880"/>
          </a:xfrm>
          <a:prstGeom prst="rect">
            <a:avLst/>
          </a:prstGeom>
          <a:solidFill>
            <a:srgbClr val="00AED6"/>
          </a:solidFill>
          <a:ln w="12700">
            <a:solidFill>
              <a:srgbClr val="00AED6"/>
            </a:solidFill>
            <a:prstDash val="solid"/>
          </a:ln>
        </p:spPr>
        <p:txBody>
          <a:bodyPr/>
          <a:lstStyle/>
          <a:p>
            <a:endParaRPr/>
          </a:p>
        </p:txBody>
      </p:sp>
      <p:sp>
        <p:nvSpPr>
          <p:cNvPr id="7" name="Text 5"/>
          <p:cNvSpPr/>
          <p:nvPr/>
        </p:nvSpPr>
        <p:spPr>
          <a:xfrm>
            <a:off x="94183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1</a:t>
            </a:r>
            <a:endParaRPr lang="en-US" sz="1350"/>
          </a:p>
        </p:txBody>
      </p:sp>
      <p:sp>
        <p:nvSpPr>
          <p:cNvPr id="8" name="Text 6"/>
          <p:cNvSpPr/>
          <p:nvPr/>
        </p:nvSpPr>
        <p:spPr>
          <a:xfrm>
            <a:off x="941832" y="2084832"/>
            <a:ext cx="4507992" cy="667512"/>
          </a:xfrm>
          <a:prstGeom prst="rect">
            <a:avLst/>
          </a:prstGeom>
          <a:noFill/>
          <a:ln/>
        </p:spPr>
        <p:txBody>
          <a:bodyPr wrap="square" lIns="508" tIns="508" rIns="508" bIns="508" rtlCol="0" anchor="t">
            <a:normAutofit fontScale="775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Confirm the learner can build a commercially relevant AI-enabled web application.</a:t>
            </a:r>
            <a:endParaRPr lang="en-US" sz="1100"/>
          </a:p>
        </p:txBody>
      </p:sp>
      <p:sp>
        <p:nvSpPr>
          <p:cNvPr id="9" name="Shape 7"/>
          <p:cNvSpPr/>
          <p:nvPr/>
        </p:nvSpPr>
        <p:spPr>
          <a:xfrm>
            <a:off x="612648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0" name="Shape 8"/>
          <p:cNvSpPr/>
          <p:nvPr/>
        </p:nvSpPr>
        <p:spPr>
          <a:xfrm>
            <a:off x="6126480" y="1572768"/>
            <a:ext cx="73152" cy="1325880"/>
          </a:xfrm>
          <a:prstGeom prst="rect">
            <a:avLst/>
          </a:prstGeom>
          <a:solidFill>
            <a:srgbClr val="007DB8"/>
          </a:solidFill>
          <a:ln w="12700">
            <a:solidFill>
              <a:srgbClr val="007DB8"/>
            </a:solidFill>
            <a:prstDash val="solid"/>
          </a:ln>
        </p:spPr>
        <p:txBody>
          <a:bodyPr/>
          <a:lstStyle/>
          <a:p>
            <a:endParaRPr/>
          </a:p>
        </p:txBody>
      </p:sp>
      <p:sp>
        <p:nvSpPr>
          <p:cNvPr id="11" name="Text 9"/>
          <p:cNvSpPr/>
          <p:nvPr/>
        </p:nvSpPr>
        <p:spPr>
          <a:xfrm>
            <a:off x="638251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2</a:t>
            </a:r>
            <a:endParaRPr lang="en-US" sz="1350"/>
          </a:p>
        </p:txBody>
      </p:sp>
      <p:sp>
        <p:nvSpPr>
          <p:cNvPr id="12" name="Text 10"/>
          <p:cNvSpPr/>
          <p:nvPr/>
        </p:nvSpPr>
        <p:spPr>
          <a:xfrm>
            <a:off x="6382512" y="20848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section concepts should now be connected to the course project.</a:t>
            </a:r>
            <a:endParaRPr lang="en-US" sz="1100"/>
          </a:p>
        </p:txBody>
      </p:sp>
      <p:sp>
        <p:nvSpPr>
          <p:cNvPr id="13" name="Shape 11"/>
          <p:cNvSpPr/>
          <p:nvPr/>
        </p:nvSpPr>
        <p:spPr>
          <a:xfrm>
            <a:off x="68580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4" name="Shape 12"/>
          <p:cNvSpPr/>
          <p:nvPr/>
        </p:nvSpPr>
        <p:spPr>
          <a:xfrm>
            <a:off x="685800" y="3401568"/>
            <a:ext cx="73152" cy="1325880"/>
          </a:xfrm>
          <a:prstGeom prst="rect">
            <a:avLst/>
          </a:prstGeom>
          <a:solidFill>
            <a:srgbClr val="6251BD"/>
          </a:solidFill>
          <a:ln w="12700">
            <a:solidFill>
              <a:srgbClr val="6251BD"/>
            </a:solidFill>
            <a:prstDash val="solid"/>
          </a:ln>
        </p:spPr>
        <p:txBody>
          <a:bodyPr/>
          <a:lstStyle/>
          <a:p>
            <a:endParaRPr/>
          </a:p>
        </p:txBody>
      </p:sp>
      <p:sp>
        <p:nvSpPr>
          <p:cNvPr id="15" name="Text 13"/>
          <p:cNvSpPr/>
          <p:nvPr/>
        </p:nvSpPr>
        <p:spPr>
          <a:xfrm>
            <a:off x="94183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3</a:t>
            </a:r>
            <a:endParaRPr lang="en-US" sz="1350"/>
          </a:p>
        </p:txBody>
      </p:sp>
      <p:sp>
        <p:nvSpPr>
          <p:cNvPr id="16" name="Text 14"/>
          <p:cNvSpPr/>
          <p:nvPr/>
        </p:nvSpPr>
        <p:spPr>
          <a:xfrm>
            <a:off x="94183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demos should leave the learner with a working checkpoint.</a:t>
            </a:r>
            <a:endParaRPr lang="en-US" sz="1100"/>
          </a:p>
        </p:txBody>
      </p:sp>
      <p:sp>
        <p:nvSpPr>
          <p:cNvPr id="17" name="Shape 15"/>
          <p:cNvSpPr/>
          <p:nvPr/>
        </p:nvSpPr>
        <p:spPr>
          <a:xfrm>
            <a:off x="612648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8" name="Shape 16"/>
          <p:cNvSpPr/>
          <p:nvPr/>
        </p:nvSpPr>
        <p:spPr>
          <a:xfrm>
            <a:off x="6126480" y="3401568"/>
            <a:ext cx="73152" cy="1325880"/>
          </a:xfrm>
          <a:prstGeom prst="rect">
            <a:avLst/>
          </a:prstGeom>
          <a:solidFill>
            <a:srgbClr val="F6C344"/>
          </a:solidFill>
          <a:ln w="12700">
            <a:solidFill>
              <a:srgbClr val="F6C344"/>
            </a:solidFill>
            <a:prstDash val="solid"/>
          </a:ln>
        </p:spPr>
        <p:txBody>
          <a:bodyPr/>
          <a:lstStyle/>
          <a:p>
            <a:endParaRPr/>
          </a:p>
        </p:txBody>
      </p:sp>
      <p:sp>
        <p:nvSpPr>
          <p:cNvPr id="19" name="Text 17"/>
          <p:cNvSpPr/>
          <p:nvPr/>
        </p:nvSpPr>
        <p:spPr>
          <a:xfrm>
            <a:off x="638251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4</a:t>
            </a:r>
            <a:endParaRPr lang="en-US" sz="1350"/>
          </a:p>
        </p:txBody>
      </p:sp>
      <p:sp>
        <p:nvSpPr>
          <p:cNvPr id="20" name="Text 18"/>
          <p:cNvSpPr/>
          <p:nvPr/>
        </p:nvSpPr>
        <p:spPr>
          <a:xfrm>
            <a:off x="638251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next section builds directly on this foundation.</a:t>
            </a:r>
            <a:endParaRPr lang="en-US" sz="1100"/>
          </a:p>
        </p:txBody>
      </p:sp>
      <p:sp>
        <p:nvSpPr>
          <p:cNvPr id="21" name="Shape 19"/>
          <p:cNvSpPr/>
          <p:nvPr/>
        </p:nvSpPr>
        <p:spPr>
          <a:xfrm>
            <a:off x="914400" y="5532120"/>
            <a:ext cx="73152" cy="502920"/>
          </a:xfrm>
          <a:prstGeom prst="rect">
            <a:avLst/>
          </a:prstGeom>
          <a:solidFill>
            <a:srgbClr val="00AED6"/>
          </a:solidFill>
          <a:ln w="12700">
            <a:solidFill>
              <a:srgbClr val="00AED6"/>
            </a:solidFill>
            <a:prstDash val="solid"/>
          </a:ln>
        </p:spPr>
        <p:txBody>
          <a:bodyPr/>
          <a:lstStyle/>
          <a:p>
            <a:endParaRPr/>
          </a:p>
        </p:txBody>
      </p:sp>
      <p:sp>
        <p:nvSpPr>
          <p:cNvPr id="22" name="Text 20"/>
          <p:cNvSpPr/>
          <p:nvPr/>
        </p:nvSpPr>
        <p:spPr>
          <a:xfrm>
            <a:off x="1115568" y="5532120"/>
            <a:ext cx="10222992" cy="502920"/>
          </a:xfrm>
          <a:prstGeom prst="rect">
            <a:avLst/>
          </a:prstGeom>
          <a:noFill/>
          <a:ln/>
        </p:spPr>
        <p:txBody>
          <a:bodyPr wrap="square" lIns="254" tIns="254" rIns="254" bIns="254" rtlCol="0" anchor="ctr">
            <a:normAutofit/>
          </a:bodyPr>
          <a:lstStyle/>
          <a:p>
            <a:pPr marL="0" indent="0">
              <a:buNone/>
            </a:pPr>
            <a:r>
              <a:rPr lang="en-US" sz="2200" i="1">
                <a:solidFill>
                  <a:srgbClr val="374151"/>
                </a:solidFill>
                <a:latin typeface="Barlow" pitchFamily="34" charset="0"/>
                <a:ea typeface="Barlow" pitchFamily="34" charset="-122"/>
                <a:cs typeface="Barlow" pitchFamily="34" charset="-120"/>
              </a:rPr>
              <a:t>Next: Observability, Evaluation, and Production Readiness</a:t>
            </a:r>
            <a:endParaRPr lang="en-US" sz="1300"/>
          </a:p>
        </p:txBody>
      </p:sp>
      <p:sp>
        <p:nvSpPr>
          <p:cNvPr id="23" name="Shape 2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4" name="Text 2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107</a:t>
            </a:r>
            <a:endParaRPr lang="en-US" sz="900"/>
          </a:p>
        </p:txBody>
      </p:sp>
      <p:sp>
        <p:nvSpPr>
          <p:cNvPr id="25" name="Text 2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Review</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Lst>
  </p:timing>
</p:sld>
</file>

<file path=ppt/slides/slide157.xml><?xml version="1.0" encoding="utf-8"?>
<p:sld xmlns:a="http://schemas.openxmlformats.org/drawingml/2006/main" xmlns:r="http://schemas.openxmlformats.org/officeDocument/2006/relationships" xmlns:p="http://schemas.openxmlformats.org/presentationml/2006/main">
  <p:cSld name="Slide 10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Shape 1"/>
          <p:cNvSpPr/>
          <p:nvPr/>
        </p:nvSpPr>
        <p:spPr>
          <a:xfrm>
            <a:off x="0" y="0"/>
            <a:ext cx="12191695" cy="6858000"/>
          </a:xfrm>
          <a:prstGeom prst="rect">
            <a:avLst/>
          </a:prstGeom>
          <a:solidFill>
            <a:srgbClr val="F7F9FC"/>
          </a:solidFill>
          <a:ln w="12700">
            <a:solidFill>
              <a:srgbClr val="F7F9FC"/>
            </a:solidFill>
            <a:prstDash val="solid"/>
          </a:ln>
        </p:spPr>
        <p:txBody>
          <a:bodyPr/>
          <a:lstStyle/>
          <a:p>
            <a:endParaRPr/>
          </a:p>
        </p:txBody>
      </p:sp>
      <p:sp>
        <p:nvSpPr>
          <p:cNvPr id="4" name="Shape 2"/>
          <p:cNvSpPr/>
          <p:nvPr/>
        </p:nvSpPr>
        <p:spPr>
          <a:xfrm>
            <a:off x="0" y="2514600"/>
            <a:ext cx="960120" cy="1417320"/>
          </a:xfrm>
          <a:prstGeom prst="chevron">
            <a:avLst/>
          </a:prstGeom>
          <a:solidFill>
            <a:srgbClr val="00AED6"/>
          </a:solidFill>
          <a:ln w="12700">
            <a:solidFill>
              <a:srgbClr val="00AED6"/>
            </a:solidFill>
            <a:prstDash val="solid"/>
          </a:ln>
        </p:spPr>
        <p:txBody>
          <a:bodyPr/>
          <a:lstStyle/>
          <a:p>
            <a:endParaRPr/>
          </a:p>
        </p:txBody>
      </p:sp>
      <p:sp>
        <p:nvSpPr>
          <p:cNvPr id="5" name="Text 3"/>
          <p:cNvSpPr/>
          <p:nvPr/>
        </p:nvSpPr>
        <p:spPr>
          <a:xfrm>
            <a:off x="91440" y="2944368"/>
            <a:ext cx="457200" cy="402336"/>
          </a:xfrm>
          <a:prstGeom prst="rect">
            <a:avLst/>
          </a:prstGeom>
          <a:noFill/>
          <a:ln/>
        </p:spPr>
        <p:txBody>
          <a:bodyPr wrap="square" lIns="0" tIns="0" rIns="0" bIns="0" rtlCol="0" anchor="ctr"/>
          <a:lstStyle/>
          <a:p>
            <a:pPr marL="0" indent="0" algn="ctr">
              <a:buNone/>
            </a:pPr>
            <a:r>
              <a:rPr lang="en-US" sz="2200" b="1">
                <a:solidFill>
                  <a:srgbClr val="FFFFFF"/>
                </a:solidFill>
                <a:latin typeface="Raleway" pitchFamily="34" charset="0"/>
                <a:ea typeface="Raleway" pitchFamily="34" charset="-122"/>
                <a:cs typeface="Raleway" pitchFamily="34" charset="-120"/>
              </a:rPr>
              <a:t>10</a:t>
            </a:r>
            <a:endParaRPr lang="en-US" sz="2200"/>
          </a:p>
        </p:txBody>
      </p:sp>
      <p:sp>
        <p:nvSpPr>
          <p:cNvPr id="6" name="Text 4"/>
          <p:cNvSpPr/>
          <p:nvPr/>
        </p:nvSpPr>
        <p:spPr>
          <a:xfrm>
            <a:off x="1417320" y="2121408"/>
            <a:ext cx="3657600" cy="32004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a:t>
            </a:r>
            <a:endParaRPr lang="en-US" sz="1600"/>
          </a:p>
        </p:txBody>
      </p:sp>
      <p:sp>
        <p:nvSpPr>
          <p:cNvPr id="7" name="Text 5"/>
          <p:cNvSpPr/>
          <p:nvPr/>
        </p:nvSpPr>
        <p:spPr>
          <a:xfrm>
            <a:off x="1417320" y="2468880"/>
            <a:ext cx="6400800" cy="1097280"/>
          </a:xfrm>
          <a:prstGeom prst="rect">
            <a:avLst/>
          </a:prstGeom>
          <a:noFill/>
          <a:ln/>
        </p:spPr>
        <p:txBody>
          <a:bodyPr wrap="square" lIns="0" tIns="0" rIns="0" bIns="0" rtlCol="0" anchor="ctr">
            <a:normAutofit/>
          </a:bodyPr>
          <a:lstStyle/>
          <a:p>
            <a:pPr marL="0" indent="0">
              <a:buNone/>
            </a:pPr>
            <a:r>
              <a:rPr lang="en-US" sz="3600" b="1">
                <a:solidFill>
                  <a:srgbClr val="007DB8"/>
                </a:solidFill>
                <a:latin typeface="Raleway" pitchFamily="34" charset="0"/>
                <a:ea typeface="Raleway" pitchFamily="34" charset="-122"/>
                <a:cs typeface="Raleway" pitchFamily="34" charset="-120"/>
              </a:rPr>
              <a:t>Observability, Evaluation, and Production Readiness</a:t>
            </a:r>
            <a:endParaRPr lang="en-US" sz="3600"/>
          </a:p>
        </p:txBody>
      </p:sp>
      <p:sp>
        <p:nvSpPr>
          <p:cNvPr id="8" name="Text 6"/>
          <p:cNvSpPr/>
          <p:nvPr/>
        </p:nvSpPr>
        <p:spPr>
          <a:xfrm>
            <a:off x="1463040" y="3794760"/>
            <a:ext cx="6217920" cy="658368"/>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Make the solution observable, testable, and deployment-ready.</a:t>
            </a:r>
            <a:endParaRPr lang="en-US" sz="1600"/>
          </a:p>
        </p:txBody>
      </p:sp>
      <p:sp>
        <p:nvSpPr>
          <p:cNvPr id="9" name="Shape 7"/>
          <p:cNvSpPr/>
          <p:nvPr/>
        </p:nvSpPr>
        <p:spPr>
          <a:xfrm>
            <a:off x="8321040" y="1783080"/>
            <a:ext cx="2468880" cy="1645920"/>
          </a:xfrm>
          <a:prstGeom prst="roundRect">
            <a:avLst>
              <a:gd name="adj" fmla="val 2778"/>
            </a:avLst>
          </a:prstGeom>
          <a:solidFill>
            <a:srgbClr val="FFFFFF"/>
          </a:solidFill>
          <a:ln w="12700">
            <a:solidFill>
              <a:srgbClr val="C9D4E2"/>
            </a:solidFill>
            <a:prstDash val="solid"/>
          </a:ln>
        </p:spPr>
        <p:txBody>
          <a:bodyPr/>
          <a:lstStyle/>
          <a:p>
            <a:endParaRPr/>
          </a:p>
        </p:txBody>
      </p:sp>
      <p:sp>
        <p:nvSpPr>
          <p:cNvPr id="10" name="Shape 8"/>
          <p:cNvSpPr/>
          <p:nvPr/>
        </p:nvSpPr>
        <p:spPr>
          <a:xfrm>
            <a:off x="8321040" y="1783080"/>
            <a:ext cx="2468880" cy="237744"/>
          </a:xfrm>
          <a:prstGeom prst="rect">
            <a:avLst/>
          </a:prstGeom>
          <a:solidFill>
            <a:srgbClr val="00AED6"/>
          </a:solidFill>
          <a:ln w="12700">
            <a:solidFill>
              <a:srgbClr val="00AED6"/>
            </a:solidFill>
            <a:prstDash val="solid"/>
          </a:ln>
        </p:spPr>
        <p:txBody>
          <a:bodyPr/>
          <a:lstStyle/>
          <a:p>
            <a:endParaRPr/>
          </a:p>
        </p:txBody>
      </p:sp>
      <p:sp>
        <p:nvSpPr>
          <p:cNvPr id="11" name="Shape 9"/>
          <p:cNvSpPr/>
          <p:nvPr/>
        </p:nvSpPr>
        <p:spPr>
          <a:xfrm>
            <a:off x="8577072" y="2331720"/>
            <a:ext cx="640080" cy="640080"/>
          </a:xfrm>
          <a:prstGeom prst="roundRect">
            <a:avLst>
              <a:gd name="adj" fmla="val 7143"/>
            </a:avLst>
          </a:prstGeom>
          <a:solidFill>
            <a:srgbClr val="E6F7FB"/>
          </a:solidFill>
          <a:ln w="12700">
            <a:solidFill>
              <a:srgbClr val="00AED6"/>
            </a:solidFill>
            <a:prstDash val="solid"/>
          </a:ln>
        </p:spPr>
        <p:txBody>
          <a:bodyPr/>
          <a:lstStyle/>
          <a:p>
            <a:endParaRPr/>
          </a:p>
        </p:txBody>
      </p:sp>
      <p:sp>
        <p:nvSpPr>
          <p:cNvPr id="12" name="Shape 10"/>
          <p:cNvSpPr/>
          <p:nvPr/>
        </p:nvSpPr>
        <p:spPr>
          <a:xfrm>
            <a:off x="9400032" y="2331720"/>
            <a:ext cx="109728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3" name="Shape 11"/>
          <p:cNvSpPr/>
          <p:nvPr/>
        </p:nvSpPr>
        <p:spPr>
          <a:xfrm>
            <a:off x="9400032" y="2633472"/>
            <a:ext cx="77724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4" name="Text 12"/>
          <p:cNvSpPr/>
          <p:nvPr/>
        </p:nvSpPr>
        <p:spPr>
          <a:xfrm>
            <a:off x="9189720" y="4114800"/>
            <a:ext cx="1097280" cy="548640"/>
          </a:xfrm>
          <a:prstGeom prst="rect">
            <a:avLst/>
          </a:prstGeom>
          <a:noFill/>
          <a:ln/>
        </p:spPr>
        <p:txBody>
          <a:bodyPr wrap="square" lIns="0" tIns="0" rIns="0" bIns="0" rtlCol="0" anchor="ctr"/>
          <a:lstStyle/>
          <a:p>
            <a:pPr marL="0" indent="0">
              <a:buNone/>
            </a:pPr>
            <a:r>
              <a:rPr lang="en-US" sz="3500" b="1">
                <a:solidFill>
                  <a:srgbClr val="00AED6"/>
                </a:solidFill>
                <a:latin typeface="Raleway" pitchFamily="34" charset="0"/>
                <a:ea typeface="Raleway" pitchFamily="34" charset="-122"/>
                <a:cs typeface="Raleway" pitchFamily="34" charset="-120"/>
              </a:rPr>
              <a:t>AI</a:t>
            </a:r>
            <a:endParaRPr lang="en-US" sz="3500"/>
          </a:p>
        </p:txBody>
      </p:sp>
      <p:sp>
        <p:nvSpPr>
          <p:cNvPr id="15" name="Shape 13"/>
          <p:cNvSpPr/>
          <p:nvPr/>
        </p:nvSpPr>
        <p:spPr>
          <a:xfrm>
            <a:off x="9473184" y="3474720"/>
            <a:ext cx="0" cy="502920"/>
          </a:xfrm>
          <a:prstGeom prst="line">
            <a:avLst/>
          </a:prstGeom>
          <a:noFill/>
          <a:ln w="25400">
            <a:solidFill>
              <a:srgbClr val="00AED6"/>
            </a:solidFill>
            <a:prstDash val="solid"/>
            <a:headEnd type="none"/>
            <a:tailEnd type="triangle"/>
          </a:ln>
        </p:spPr>
        <p:txBody>
          <a:bodyPr/>
          <a:lstStyle/>
          <a:p>
            <a:endParaRPr/>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108</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a:t>
            </a:r>
            <a:endParaRPr lang="en-US" sz="75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0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10.1 — Section Overview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why working AI features are not enough for production-ready systems.</a:t>
            </a:r>
            <a:endParaRPr lang="en-US" sz="1250"/>
          </a:p>
        </p:txBody>
      </p:sp>
      <p:sp>
        <p:nvSpPr>
          <p:cNvPr id="13" name="Shape 1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4" name="Text 1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109</a:t>
            </a:r>
            <a:endParaRPr lang="en-US" sz="900"/>
          </a:p>
        </p:txBody>
      </p:sp>
      <p:sp>
        <p:nvSpPr>
          <p:cNvPr id="15" name="Text 1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 · Lesson 10.1</a:t>
            </a:r>
            <a:endParaRPr lang="en-US" sz="750"/>
          </a:p>
        </p:txBody>
      </p:sp>
      <p:sp>
        <p:nvSpPr>
          <p:cNvPr id="16" name="TextBox 15"/>
          <p:cNvSpPr txBox="1"/>
          <p:nvPr/>
        </p:nvSpPr>
        <p:spPr>
          <a:xfrm>
            <a:off x="868680" y="1591056"/>
            <a:ext cx="10287000" cy="3247043"/>
          </a:xfrm>
          <a:prstGeom prst="rect">
            <a:avLst/>
          </a:prstGeom>
          <a:noFill/>
        </p:spPr>
        <p:txBody>
          <a:bodyPr wrap="square" lIns="0" tIns="0" rIns="0" bIns="0" anchor="t">
            <a:spAutoFit/>
          </a:bodyPr>
          <a:lstStyle/>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Section focus: Make the solution observable, testable, and deployment-ready.</a:t>
            </a:r>
          </a:p>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Concepts are introduced before code so demos have context.</a:t>
            </a:r>
          </a:p>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Each demo moves the same project forward rather than creating unrelated samples.</a:t>
            </a:r>
          </a:p>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Watch for the bridge between console patterns and web application architecture.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fade">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fade">
                                      <p:cBhvr>
                                        <p:cTn id="17" dur="5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xEl>
                                              <p:pRg st="3" end="3"/>
                                            </p:txEl>
                                          </p:spTgt>
                                        </p:tgtEl>
                                        <p:attrNameLst>
                                          <p:attrName>style.visibility</p:attrName>
                                        </p:attrNameLst>
                                      </p:cBhvr>
                                      <p:to>
                                        <p:strVal val="visible"/>
                                      </p:to>
                                    </p:set>
                                    <p:animEffect transition="in" filter="fade">
                                      <p:cBhvr>
                                        <p:cTn id="22" dur="5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159.xml><?xml version="1.0" encoding="utf-8"?>
<p:sld xmlns:a="http://schemas.openxmlformats.org/drawingml/2006/main" xmlns:r="http://schemas.openxmlformats.org/officeDocument/2006/relationships" xmlns:p="http://schemas.openxmlformats.org/presentationml/2006/main">
  <p:cSld name="Slide 11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Observability, Evaluation, and Production Readiness Roadmap</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How the lessons in this section fit together.</a:t>
            </a:r>
            <a:endParaRPr lang="en-US" sz="1250"/>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110</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a:t>
            </a:r>
            <a:endParaRPr lang="en-US" sz="750"/>
          </a:p>
        </p:txBody>
      </p:sp>
      <p:sp>
        <p:nvSpPr>
          <p:cNvPr id="5" name="TextBox 23"/>
          <p:cNvSpPr txBox="1"/>
          <p:nvPr/>
        </p:nvSpPr>
        <p:spPr>
          <a:xfrm>
            <a:off x="822959" y="1591056"/>
            <a:ext cx="9445647" cy="4170372"/>
          </a:xfrm>
          <a:prstGeom prst="rect">
            <a:avLst/>
          </a:prstGeom>
          <a:noFill/>
        </p:spPr>
        <p:txBody>
          <a:bodyPr wrap="square" lIns="0" tIns="0" rIns="0" bIns="0" anchor="t">
            <a:spAutoFit/>
          </a:bodyPr>
          <a:lstStyle/>
          <a:p>
            <a:pPr>
              <a:spcAft>
                <a:spcPts val="600"/>
              </a:spcAft>
            </a:pPr>
            <a:r>
              <a:rPr lang="en-US" sz="3200">
                <a:solidFill>
                  <a:srgbClr val="00AED6"/>
                </a:solidFill>
              </a:rPr>
              <a:t>▸ </a:t>
            </a:r>
            <a:r>
              <a:rPr lang="en-US" sz="2400">
                <a:solidFill>
                  <a:srgbClr val="374151"/>
                </a:solidFill>
              </a:rPr>
              <a:t>Why Observability Matters for Semantic Kernel Applications</a:t>
            </a:r>
          </a:p>
          <a:p>
            <a:pPr>
              <a:spcAft>
                <a:spcPts val="600"/>
              </a:spcAft>
            </a:pPr>
            <a:r>
              <a:rPr lang="en-US" sz="3200">
                <a:solidFill>
                  <a:srgbClr val="00AED6"/>
                </a:solidFill>
              </a:rPr>
              <a:t>▸ </a:t>
            </a:r>
            <a:r>
              <a:rPr lang="en-US" sz="2400">
                <a:solidFill>
                  <a:srgbClr val="374151"/>
                </a:solidFill>
              </a:rPr>
              <a:t>Add Semantic Kernel Logging and Telemetry [Demo]</a:t>
            </a:r>
          </a:p>
          <a:p>
            <a:pPr>
              <a:spcAft>
                <a:spcPts val="600"/>
              </a:spcAft>
            </a:pPr>
            <a:r>
              <a:rPr lang="en-US" sz="3200">
                <a:solidFill>
                  <a:srgbClr val="00AED6"/>
                </a:solidFill>
              </a:rPr>
              <a:t>▸ </a:t>
            </a:r>
            <a:r>
              <a:rPr lang="en-US" sz="2400">
                <a:solidFill>
                  <a:srgbClr val="374151"/>
                </a:solidFill>
              </a:rPr>
              <a:t>Add OpenTelemetry for Copilot Requests [Demo]</a:t>
            </a:r>
          </a:p>
          <a:p>
            <a:pPr>
              <a:spcAft>
                <a:spcPts val="600"/>
              </a:spcAft>
            </a:pPr>
            <a:r>
              <a:rPr lang="en-US" sz="3200">
                <a:solidFill>
                  <a:srgbClr val="00AED6"/>
                </a:solidFill>
              </a:rPr>
              <a:t>▸ </a:t>
            </a:r>
            <a:r>
              <a:rPr lang="en-US" sz="2400">
                <a:solidFill>
                  <a:srgbClr val="374151"/>
                </a:solidFill>
              </a:rPr>
              <a:t>Observe Function Calls and Workflow Paths [Demo]</a:t>
            </a:r>
          </a:p>
          <a:p>
            <a:pPr>
              <a:spcAft>
                <a:spcPts val="600"/>
              </a:spcAft>
            </a:pPr>
            <a:r>
              <a:rPr lang="en-US" sz="3200">
                <a:solidFill>
                  <a:srgbClr val="00AED6"/>
                </a:solidFill>
              </a:rPr>
              <a:t>▸ </a:t>
            </a:r>
            <a:r>
              <a:rPr lang="en-US" sz="2400">
                <a:solidFill>
                  <a:srgbClr val="374151"/>
                </a:solidFill>
              </a:rPr>
              <a:t>Build a Small Evaluation Set for Key Portal Tasks [Demo]</a:t>
            </a:r>
          </a:p>
          <a:p>
            <a:pPr>
              <a:spcAft>
                <a:spcPts val="600"/>
              </a:spcAft>
            </a:pPr>
            <a:r>
              <a:rPr lang="en-US" sz="3200">
                <a:solidFill>
                  <a:srgbClr val="00AED6"/>
                </a:solidFill>
              </a:rPr>
              <a:t>▸ </a:t>
            </a:r>
            <a:r>
              <a:rPr lang="en-US" sz="2400">
                <a:solidFill>
                  <a:srgbClr val="374151"/>
                </a:solidFill>
              </a:rPr>
              <a:t>Compare Outputs and Improve Prompt and Plugin Quality [Demo]</a:t>
            </a:r>
          </a:p>
          <a:p>
            <a:pPr>
              <a:spcAft>
                <a:spcPts val="600"/>
              </a:spcAft>
            </a:pPr>
            <a:r>
              <a:rPr lang="en-US" sz="3200">
                <a:solidFill>
                  <a:srgbClr val="00AED6"/>
                </a:solidFill>
              </a:rPr>
              <a:t>▸ </a:t>
            </a:r>
            <a:r>
              <a:rPr lang="en-US" sz="2400">
                <a:solidFill>
                  <a:srgbClr val="374151"/>
                </a:solidFill>
              </a:rPr>
              <a:t>Review Reliability, Cost, and UX Tradeoffs</a:t>
            </a:r>
          </a:p>
          <a:p>
            <a:pPr>
              <a:spcAft>
                <a:spcPts val="600"/>
              </a:spcAft>
            </a:pPr>
            <a:r>
              <a:rPr lang="en-US" sz="3200">
                <a:solidFill>
                  <a:srgbClr val="00AED6"/>
                </a:solidFill>
              </a:rPr>
              <a:t>▸ </a:t>
            </a:r>
            <a:r>
              <a:rPr lang="en-US" sz="2400">
                <a:solidFill>
                  <a:srgbClr val="374151"/>
                </a:solidFill>
              </a:rPr>
              <a:t>Prepare the Portal for Deployment [Demo]</a:t>
            </a:r>
          </a:p>
          <a:p>
            <a:pPr>
              <a:spcAft>
                <a:spcPts val="600"/>
              </a:spcAft>
            </a:pPr>
            <a:endParaRPr lang="en-US" sz="2200">
              <a:solidFill>
                <a:srgbClr val="374151"/>
              </a:solidFill>
            </a:endParaRPr>
          </a:p>
          <a:p>
            <a:pPr algn="l">
              <a:spcBef>
                <a:spcPts val="0"/>
              </a:spcBef>
              <a:spcAft>
                <a:spcPts val="600"/>
              </a:spcAft>
            </a:pPr>
            <a:endParaRPr lang="en-US" sz="2200" b="0" i="0">
              <a:solidFill>
                <a:srgbClr val="374151"/>
              </a:solidFill>
              <a:latin typeface="Barlow"/>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5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fade">
                                      <p:cBhvr>
                                        <p:cTn id="42"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r="http://schemas.openxmlformats.org/officeDocument/2006/relationships" xmlns:p="http://schemas.openxmlformats.org/presentationml/2006/main">
  <p:cSld name="Slide 11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10.2 — Why Observability Matters for Semantic Kernel Applications</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what logs, traces, and metrics reveal about copilot behavior.</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Production lens</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Observe prompts and requests without leaking secrets.</a:t>
            </a:r>
            <a:endParaRPr lang="en-US" sz="1120"/>
          </a:p>
          <a:p>
            <a:pPr marL="0" indent="0">
              <a:buNone/>
            </a:pPr>
            <a:r>
              <a:rPr lang="en-US" sz="2200">
                <a:solidFill>
                  <a:srgbClr val="374151"/>
                </a:solidFill>
                <a:latin typeface="Barlow" pitchFamily="34" charset="0"/>
                <a:ea typeface="Barlow" pitchFamily="34" charset="-122"/>
                <a:cs typeface="Barlow" pitchFamily="34" charset="-120"/>
              </a:rPr>
              <a:t>Trace model calls, plugin calls, and workflow branches.</a:t>
            </a:r>
            <a:endParaRPr lang="en-US" sz="1120"/>
          </a:p>
          <a:p>
            <a:pPr marL="0" indent="0">
              <a:buNone/>
            </a:pPr>
            <a:r>
              <a:rPr lang="en-US" sz="2200">
                <a:solidFill>
                  <a:srgbClr val="374151"/>
                </a:solidFill>
                <a:latin typeface="Barlow" pitchFamily="34" charset="0"/>
                <a:ea typeface="Barlow" pitchFamily="34" charset="-122"/>
                <a:cs typeface="Barlow" pitchFamily="34" charset="-120"/>
              </a:rPr>
              <a:t>Measure latency, failures, token usage, and user outcomes.</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111</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 · Lesson 10.2</a:t>
            </a:r>
            <a:endParaRPr lang="en-US" sz="750"/>
          </a:p>
        </p:txBody>
      </p:sp>
      <p:sp>
        <p:nvSpPr>
          <p:cNvPr id="21" name="TextBox 20"/>
          <p:cNvSpPr txBox="1"/>
          <p:nvPr/>
        </p:nvSpPr>
        <p:spPr>
          <a:xfrm>
            <a:off x="822960" y="1682496"/>
            <a:ext cx="5257800" cy="3616375"/>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AI failures can be prompt-related, retrieval-related, model-related, plugin-related, or permission-related.</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Logs reveal what happened; traces show the path; metrics show behavior over time.</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Observability is required to debug latency, cost, function calls, and quality regressions.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It turns the copilot from a demo into an operable system.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161.xml><?xml version="1.0" encoding="utf-8"?>
<p:sld xmlns:a="http://schemas.openxmlformats.org/drawingml/2006/main" xmlns:r="http://schemas.openxmlformats.org/officeDocument/2006/relationships" xmlns:p="http://schemas.openxmlformats.org/presentationml/2006/main">
  <p:cSld name="Slide 11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7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10.3 — Add Semantic Kernel Logging and Telemetry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Capture useful runtime details for troubleshooting and operational insight.</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AI workflow is visible enough to troubleshoot.</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Add logging scopes around copilot requests.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Trace model calls and plugin calls.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Capture latency and outcome data.</a:t>
            </a:r>
            <a:endParaRPr lang="en-US" sz="1160"/>
          </a:p>
          <a:p>
            <a:pPr marL="0" indent="0">
              <a:buNone/>
            </a:pPr>
            <a:r>
              <a:rPr lang="en-US" sz="2200">
                <a:solidFill>
                  <a:srgbClr val="374151"/>
                </a:solidFill>
                <a:latin typeface="Barlow" pitchFamily="34" charset="0"/>
                <a:ea typeface="Barlow" pitchFamily="34" charset="-122"/>
                <a:cs typeface="Barlow" pitchFamily="34" charset="-120"/>
              </a:rPr>
              <a:t>4. Inspect the trace during a sample workflow.</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112</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 · Lesson 10.3</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62.xml><?xml version="1.0" encoding="utf-8"?>
<p:sld xmlns:a="http://schemas.openxmlformats.org/drawingml/2006/main" xmlns:r="http://schemas.openxmlformats.org/officeDocument/2006/relationships" xmlns:p="http://schemas.openxmlformats.org/presentationml/2006/main">
  <p:cSld name="Slide 11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7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10.4 — Add OpenTelemetry for Copilot Requests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Trace requests through the web app, Semantic Kernel layer, and business actions.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70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End-to-end traces show how one copilot request flows through the web app, Semantic Kernel, and downstream actions.</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Add OpenTelemetry packages and service registration.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2. Instrument ASP.NET Core request handling and outbound AI calls.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Export traces to a local collector or observability backend.</a:t>
            </a:r>
            <a:endParaRPr lang="en-US" sz="1160"/>
          </a:p>
          <a:p>
            <a:pPr marL="0" indent="0">
              <a:buNone/>
            </a:pPr>
            <a:r>
              <a:rPr lang="en-US" sz="2200">
                <a:solidFill>
                  <a:srgbClr val="374151"/>
                </a:solidFill>
                <a:latin typeface="Barlow" pitchFamily="34" charset="0"/>
                <a:ea typeface="Barlow" pitchFamily="34" charset="-122"/>
                <a:cs typeface="Barlow" pitchFamily="34" charset="-120"/>
              </a:rPr>
              <a:t>4. Follow one copilot request across layers.</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113</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 · Lesson 10.4</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63.xml><?xml version="1.0" encoding="utf-8"?>
<p:sld xmlns:a="http://schemas.openxmlformats.org/drawingml/2006/main" xmlns:r="http://schemas.openxmlformats.org/officeDocument/2006/relationships" xmlns:p="http://schemas.openxmlformats.org/presentationml/2006/main">
  <p:cSld name="Slide 11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7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10.5 — Observe Function Calls and Workflow Paths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See which plugins were selected, what actions were proposed, and where failures occur.</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775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team can inspect which functions ran, which workflow branch was taken, and where failures occurred.</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Emit telemetry for plugin selection and function execution.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2. Correlate function calls with request IDs and record context.</a:t>
            </a:r>
            <a:endParaRPr lang="en-US" sz="1160"/>
          </a:p>
          <a:p>
            <a:pPr marL="0" indent="0">
              <a:buNone/>
            </a:pPr>
            <a:r>
              <a:rPr lang="en-US" sz="2200">
                <a:solidFill>
                  <a:srgbClr val="374151"/>
                </a:solidFill>
                <a:latin typeface="Barlow" pitchFamily="34" charset="0"/>
                <a:ea typeface="Barlow" pitchFamily="34" charset="-122"/>
                <a:cs typeface="Barlow" pitchFamily="34" charset="-120"/>
              </a:rPr>
              <a:t>3. Capture workflow branch decisions, refusals, and failures.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Review one successful path and one failed path.</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114</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 · Lesson 10.5</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64.xml><?xml version="1.0" encoding="utf-8"?>
<p:sld xmlns:a="http://schemas.openxmlformats.org/drawingml/2006/main" xmlns:r="http://schemas.openxmlformats.org/officeDocument/2006/relationships" xmlns:p="http://schemas.openxmlformats.org/presentationml/2006/main">
  <p:cSld name="Slide 11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10.6 — Build a Small Evaluation Set for Key Portal Tasks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Create repeatable checks for document summarization, grounded Q&amp;A, and triage quality.</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The team can repeatedly test AI behavior after changes.</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Create test prompts for key portal tasks.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Define expected traits of good responses.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Run responses through an evaluation harness.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Record regressions and improvement opportunities.</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115</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 · Lesson 10.6</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65.xml><?xml version="1.0" encoding="utf-8"?>
<p:sld xmlns:a="http://schemas.openxmlformats.org/drawingml/2006/main" xmlns:r="http://schemas.openxmlformats.org/officeDocument/2006/relationships" xmlns:p="http://schemas.openxmlformats.org/presentationml/2006/main">
  <p:cSld name="Slide 11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62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10.7 — Compare Outputs and Improve Prompt and Plugin Quality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Use evaluation feedback to improve accuracy, consistency, and user trust.</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Quality improvements are based on repeatable evidence, not intuition alone.</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Run the same task against the evaluation set.</a:t>
            </a:r>
            <a:endParaRPr lang="en-US" sz="1160"/>
          </a:p>
          <a:p>
            <a:pPr marL="0" indent="0">
              <a:buNone/>
            </a:pPr>
            <a:r>
              <a:rPr lang="en-US" sz="2200">
                <a:solidFill>
                  <a:srgbClr val="374151"/>
                </a:solidFill>
                <a:latin typeface="Barlow" pitchFamily="34" charset="0"/>
                <a:ea typeface="Barlow" pitchFamily="34" charset="-122"/>
                <a:cs typeface="Barlow" pitchFamily="34" charset="-120"/>
              </a:rPr>
              <a:t>2. Compare outputs before and after prompt/plugin changes.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Record improvements and regressions.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Update prompts or descriptions based on findings.</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116</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 · Lesson 10.7</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66.xml><?xml version="1.0" encoding="utf-8"?>
<p:sld xmlns:a="http://schemas.openxmlformats.org/drawingml/2006/main" xmlns:r="http://schemas.openxmlformats.org/officeDocument/2006/relationships" xmlns:p="http://schemas.openxmlformats.org/presentationml/2006/main">
  <p:cSld name="Slide 11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92500"/>
          </a:bodyPr>
          <a:lstStyle/>
          <a:p>
            <a:pPr marL="0" indent="0">
              <a:buNone/>
            </a:pPr>
            <a:r>
              <a:rPr lang="en-US" sz="3200" b="1">
                <a:solidFill>
                  <a:srgbClr val="007DB8"/>
                </a:solidFill>
                <a:latin typeface="Raleway" pitchFamily="34" charset="0"/>
                <a:ea typeface="Raleway" pitchFamily="34" charset="-122"/>
                <a:cs typeface="Raleway" pitchFamily="34" charset="-120"/>
              </a:rPr>
              <a:t>10.8 — Review Reliability, Cost, and UX Tradeoffs</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fontScale="85000"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the practical balance between model quality, latency, token usage, and user experience.</a:t>
            </a:r>
            <a:endParaRPr lang="en-US" sz="1250"/>
          </a:p>
        </p:txBody>
      </p:sp>
      <p:sp>
        <p:nvSpPr>
          <p:cNvPr id="5" name="Shape 3"/>
          <p:cNvSpPr/>
          <p:nvPr/>
        </p:nvSpPr>
        <p:spPr>
          <a:xfrm>
            <a:off x="68580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6" name="Shape 4"/>
          <p:cNvSpPr/>
          <p:nvPr/>
        </p:nvSpPr>
        <p:spPr>
          <a:xfrm>
            <a:off x="685800" y="1572768"/>
            <a:ext cx="73152" cy="1325880"/>
          </a:xfrm>
          <a:prstGeom prst="rect">
            <a:avLst/>
          </a:prstGeom>
          <a:solidFill>
            <a:srgbClr val="00AED6"/>
          </a:solidFill>
          <a:ln w="12700">
            <a:solidFill>
              <a:srgbClr val="00AED6"/>
            </a:solidFill>
            <a:prstDash val="solid"/>
          </a:ln>
        </p:spPr>
        <p:txBody>
          <a:bodyPr/>
          <a:lstStyle/>
          <a:p>
            <a:endParaRPr/>
          </a:p>
        </p:txBody>
      </p:sp>
      <p:sp>
        <p:nvSpPr>
          <p:cNvPr id="7" name="Text 5"/>
          <p:cNvSpPr/>
          <p:nvPr/>
        </p:nvSpPr>
        <p:spPr>
          <a:xfrm>
            <a:off x="94183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Tradeoff 1</a:t>
            </a:r>
            <a:endParaRPr lang="en-US" sz="1350"/>
          </a:p>
        </p:txBody>
      </p:sp>
      <p:sp>
        <p:nvSpPr>
          <p:cNvPr id="8" name="Text 6"/>
          <p:cNvSpPr/>
          <p:nvPr/>
        </p:nvSpPr>
        <p:spPr>
          <a:xfrm>
            <a:off x="941832" y="2084832"/>
            <a:ext cx="4507992" cy="667512"/>
          </a:xfrm>
          <a:prstGeom prst="rect">
            <a:avLst/>
          </a:prstGeom>
          <a:noFill/>
          <a:ln/>
        </p:spPr>
        <p:txBody>
          <a:bodyPr wrap="square" lIns="508" tIns="508" rIns="508" bIns="508" rtlCol="0" anchor="t">
            <a:normAutofit fontScale="775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Higher-quality models often improve answers, but they can increase latency and operating cost.</a:t>
            </a:r>
            <a:endParaRPr lang="en-US" sz="1100"/>
          </a:p>
        </p:txBody>
      </p:sp>
      <p:sp>
        <p:nvSpPr>
          <p:cNvPr id="9" name="Shape 7"/>
          <p:cNvSpPr/>
          <p:nvPr/>
        </p:nvSpPr>
        <p:spPr>
          <a:xfrm>
            <a:off x="612648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0" name="Shape 8"/>
          <p:cNvSpPr/>
          <p:nvPr/>
        </p:nvSpPr>
        <p:spPr>
          <a:xfrm>
            <a:off x="6126480" y="1572768"/>
            <a:ext cx="73152" cy="1325880"/>
          </a:xfrm>
          <a:prstGeom prst="rect">
            <a:avLst/>
          </a:prstGeom>
          <a:solidFill>
            <a:srgbClr val="007DB8"/>
          </a:solidFill>
          <a:ln w="12700">
            <a:solidFill>
              <a:srgbClr val="007DB8"/>
            </a:solidFill>
            <a:prstDash val="solid"/>
          </a:ln>
        </p:spPr>
        <p:txBody>
          <a:bodyPr/>
          <a:lstStyle/>
          <a:p>
            <a:endParaRPr/>
          </a:p>
        </p:txBody>
      </p:sp>
      <p:sp>
        <p:nvSpPr>
          <p:cNvPr id="11" name="Text 9"/>
          <p:cNvSpPr/>
          <p:nvPr/>
        </p:nvSpPr>
        <p:spPr>
          <a:xfrm>
            <a:off x="638251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Tradeoff 2</a:t>
            </a:r>
            <a:endParaRPr lang="en-US" sz="1350"/>
          </a:p>
        </p:txBody>
      </p:sp>
      <p:sp>
        <p:nvSpPr>
          <p:cNvPr id="12" name="Text 10"/>
          <p:cNvSpPr/>
          <p:nvPr/>
        </p:nvSpPr>
        <p:spPr>
          <a:xfrm>
            <a:off x="6382512" y="2084832"/>
            <a:ext cx="4507992" cy="667512"/>
          </a:xfrm>
          <a:prstGeom prst="rect">
            <a:avLst/>
          </a:prstGeom>
          <a:noFill/>
          <a:ln/>
        </p:spPr>
        <p:txBody>
          <a:bodyPr wrap="square" lIns="508" tIns="508" rIns="508" bIns="508" rtlCol="0" anchor="t">
            <a:normAutofit fontScale="775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More context can improve relevance, but too much context can slow responses and dilute the most useful signal.</a:t>
            </a:r>
            <a:endParaRPr lang="en-US" sz="1100"/>
          </a:p>
        </p:txBody>
      </p:sp>
      <p:sp>
        <p:nvSpPr>
          <p:cNvPr id="13" name="Shape 11"/>
          <p:cNvSpPr/>
          <p:nvPr/>
        </p:nvSpPr>
        <p:spPr>
          <a:xfrm>
            <a:off x="68580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4" name="Shape 12"/>
          <p:cNvSpPr/>
          <p:nvPr/>
        </p:nvSpPr>
        <p:spPr>
          <a:xfrm>
            <a:off x="685800" y="3401568"/>
            <a:ext cx="73152" cy="1325880"/>
          </a:xfrm>
          <a:prstGeom prst="rect">
            <a:avLst/>
          </a:prstGeom>
          <a:solidFill>
            <a:srgbClr val="6251BD"/>
          </a:solidFill>
          <a:ln w="12700">
            <a:solidFill>
              <a:srgbClr val="6251BD"/>
            </a:solidFill>
            <a:prstDash val="solid"/>
          </a:ln>
        </p:spPr>
        <p:txBody>
          <a:bodyPr/>
          <a:lstStyle/>
          <a:p>
            <a:endParaRPr/>
          </a:p>
        </p:txBody>
      </p:sp>
      <p:sp>
        <p:nvSpPr>
          <p:cNvPr id="15" name="Text 13"/>
          <p:cNvSpPr/>
          <p:nvPr/>
        </p:nvSpPr>
        <p:spPr>
          <a:xfrm>
            <a:off x="94183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Tradeoff 3</a:t>
            </a:r>
            <a:endParaRPr lang="en-US" sz="1350"/>
          </a:p>
        </p:txBody>
      </p:sp>
      <p:sp>
        <p:nvSpPr>
          <p:cNvPr id="16" name="Text 14"/>
          <p:cNvSpPr/>
          <p:nvPr/>
        </p:nvSpPr>
        <p:spPr>
          <a:xfrm>
            <a:off x="941832" y="3913632"/>
            <a:ext cx="4507992" cy="667512"/>
          </a:xfrm>
          <a:prstGeom prst="rect">
            <a:avLst/>
          </a:prstGeom>
          <a:noFill/>
          <a:ln/>
        </p:spPr>
        <p:txBody>
          <a:bodyPr wrap="square" lIns="508" tIns="508" rIns="508" bIns="508" rtlCol="0" anchor="t">
            <a:normAutofit fontScale="775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Guardrails, retrieval, and workflow checks improve trust, but they add engineering and operational complexity.</a:t>
            </a:r>
            <a:endParaRPr lang="en-US" sz="1100"/>
          </a:p>
        </p:txBody>
      </p:sp>
      <p:sp>
        <p:nvSpPr>
          <p:cNvPr id="17" name="Shape 15"/>
          <p:cNvSpPr/>
          <p:nvPr/>
        </p:nvSpPr>
        <p:spPr>
          <a:xfrm>
            <a:off x="612648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8" name="Shape 16"/>
          <p:cNvSpPr/>
          <p:nvPr/>
        </p:nvSpPr>
        <p:spPr>
          <a:xfrm>
            <a:off x="6126480" y="3401568"/>
            <a:ext cx="73152" cy="1325880"/>
          </a:xfrm>
          <a:prstGeom prst="rect">
            <a:avLst/>
          </a:prstGeom>
          <a:solidFill>
            <a:srgbClr val="F6C344"/>
          </a:solidFill>
          <a:ln w="12700">
            <a:solidFill>
              <a:srgbClr val="F6C344"/>
            </a:solidFill>
            <a:prstDash val="solid"/>
          </a:ln>
        </p:spPr>
        <p:txBody>
          <a:bodyPr/>
          <a:lstStyle/>
          <a:p>
            <a:endParaRPr/>
          </a:p>
        </p:txBody>
      </p:sp>
      <p:sp>
        <p:nvSpPr>
          <p:cNvPr id="19" name="Text 17"/>
          <p:cNvSpPr/>
          <p:nvPr/>
        </p:nvSpPr>
        <p:spPr>
          <a:xfrm>
            <a:off x="638251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Design rule</a:t>
            </a:r>
            <a:endParaRPr lang="en-US" sz="1350"/>
          </a:p>
        </p:txBody>
      </p:sp>
      <p:sp>
        <p:nvSpPr>
          <p:cNvPr id="20" name="Text 18"/>
          <p:cNvSpPr/>
          <p:nvPr/>
        </p:nvSpPr>
        <p:spPr>
          <a:xfrm>
            <a:off x="6382512" y="3913632"/>
            <a:ext cx="4507992" cy="667512"/>
          </a:xfrm>
          <a:prstGeom prst="rect">
            <a:avLst/>
          </a:prstGeom>
          <a:noFill/>
          <a:ln/>
        </p:spPr>
        <p:txBody>
          <a:bodyPr wrap="square" lIns="508" tIns="508" rIns="508" bIns="508" rtlCol="0" anchor="t">
            <a:normAutofit fontScale="775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Optimize for useful, observable, and affordable workflows instead of maximum model output everywhere.</a:t>
            </a:r>
            <a:endParaRPr lang="en-US" sz="1100"/>
          </a:p>
        </p:txBody>
      </p:sp>
      <p:sp>
        <p:nvSpPr>
          <p:cNvPr id="21" name="Shape 19"/>
          <p:cNvSpPr/>
          <p:nvPr/>
        </p:nvSpPr>
        <p:spPr>
          <a:xfrm>
            <a:off x="914400" y="5532120"/>
            <a:ext cx="73152" cy="502920"/>
          </a:xfrm>
          <a:prstGeom prst="rect">
            <a:avLst/>
          </a:prstGeom>
          <a:solidFill>
            <a:srgbClr val="00AED6"/>
          </a:solidFill>
          <a:ln w="12700">
            <a:solidFill>
              <a:srgbClr val="00AED6"/>
            </a:solidFill>
            <a:prstDash val="solid"/>
          </a:ln>
        </p:spPr>
        <p:txBody>
          <a:bodyPr/>
          <a:lstStyle/>
          <a:p>
            <a:endParaRPr/>
          </a:p>
        </p:txBody>
      </p:sp>
      <p:sp>
        <p:nvSpPr>
          <p:cNvPr id="22" name="Text 20"/>
          <p:cNvSpPr/>
          <p:nvPr/>
        </p:nvSpPr>
        <p:spPr>
          <a:xfrm>
            <a:off x="1115568" y="5532120"/>
            <a:ext cx="10222992" cy="502920"/>
          </a:xfrm>
          <a:prstGeom prst="rect">
            <a:avLst/>
          </a:prstGeom>
          <a:noFill/>
          <a:ln/>
        </p:spPr>
        <p:txBody>
          <a:bodyPr wrap="square" lIns="254" tIns="254" rIns="254" bIns="254" rtlCol="0" anchor="ctr">
            <a:normAutofit/>
          </a:bodyPr>
          <a:lstStyle/>
          <a:p>
            <a:pPr marL="0" indent="0">
              <a:buNone/>
            </a:pPr>
            <a:r>
              <a:rPr lang="en-US" sz="2200" i="1">
                <a:solidFill>
                  <a:srgbClr val="374151"/>
                </a:solidFill>
                <a:latin typeface="Barlow" pitchFamily="34" charset="0"/>
                <a:ea typeface="Barlow" pitchFamily="34" charset="-122"/>
                <a:cs typeface="Barlow" pitchFamily="34" charset="-120"/>
              </a:rPr>
              <a:t>Next: Prepare the Portal for Deployment [Demo]</a:t>
            </a:r>
            <a:endParaRPr lang="en-US" sz="1300"/>
          </a:p>
        </p:txBody>
      </p:sp>
      <p:sp>
        <p:nvSpPr>
          <p:cNvPr id="23" name="Shape 2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4" name="Text 2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117</a:t>
            </a:r>
            <a:endParaRPr lang="en-US" sz="900"/>
          </a:p>
        </p:txBody>
      </p:sp>
      <p:sp>
        <p:nvSpPr>
          <p:cNvPr id="25" name="Text 2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 · Lesson 10.8</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Lst>
  </p:timing>
</p:sld>
</file>

<file path=ppt/slides/slide167.xml><?xml version="1.0" encoding="utf-8"?>
<p:sld xmlns:a="http://schemas.openxmlformats.org/drawingml/2006/main" xmlns:r="http://schemas.openxmlformats.org/officeDocument/2006/relationships" xmlns:p="http://schemas.openxmlformats.org/presentationml/2006/main">
  <p:cSld name="Slide 11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92500"/>
          </a:bodyPr>
          <a:lstStyle/>
          <a:p>
            <a:pPr marL="0" indent="0">
              <a:buNone/>
            </a:pPr>
            <a:r>
              <a:rPr lang="en-US" sz="3200" b="1">
                <a:solidFill>
                  <a:srgbClr val="007DB8"/>
                </a:solidFill>
                <a:latin typeface="Raleway" pitchFamily="34" charset="0"/>
                <a:ea typeface="Raleway" pitchFamily="34" charset="-122"/>
                <a:cs typeface="Raleway" pitchFamily="34" charset="-120"/>
              </a:rPr>
              <a:t>10.9 — Prepare the Portal for Deployment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Finalize configuration, secrets, environments, and deployment readiness.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portal is ready for a controlled cloud deployment.</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Review environment variables and secrets.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Configure production settings.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Prepare database and storage dependencies.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Run a deployment readiness checklist.</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118</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 · Lesson 10.9</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68.xml><?xml version="1.0" encoding="utf-8"?>
<p:sld xmlns:a="http://schemas.openxmlformats.org/drawingml/2006/main" xmlns:r="http://schemas.openxmlformats.org/officeDocument/2006/relationships" xmlns:p="http://schemas.openxmlformats.org/presentationml/2006/main">
  <p:cSld name="Slide 11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10.10 — Final Enterprise Portal Walkthrough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Review the completed application from end to end.</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Learners see the complete enterprise-style Semantic Kernel solution end to end.</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Start from the dashboard.</a:t>
            </a:r>
            <a:endParaRPr lang="en-US" sz="1160"/>
          </a:p>
          <a:p>
            <a:pPr marL="0" indent="0">
              <a:buNone/>
            </a:pPr>
            <a:r>
              <a:rPr lang="en-US" sz="2200">
                <a:solidFill>
                  <a:srgbClr val="374151"/>
                </a:solidFill>
                <a:latin typeface="Barlow" pitchFamily="34" charset="0"/>
                <a:ea typeface="Barlow" pitchFamily="34" charset="-122"/>
                <a:cs typeface="Barlow" pitchFamily="34" charset="-120"/>
              </a:rPr>
              <a:t>2. Walk through documents, requests, copilot actions, RAG, and guardrails.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Show observability and evaluation checkpoints.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Summarize how every section contributed to the final system.</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119</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 · Lesson 10.10</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69.xml><?xml version="1.0" encoding="utf-8"?>
<p:sld xmlns:a="http://schemas.openxmlformats.org/drawingml/2006/main" xmlns:r="http://schemas.openxmlformats.org/officeDocument/2006/relationships" xmlns:p="http://schemas.openxmlformats.org/presentationml/2006/main">
  <p:cSld name="Slide 12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10.11 — Section Review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Key takeaways and transition to the next section.</a:t>
            </a:r>
            <a:endParaRPr lang="en-US" sz="1250"/>
          </a:p>
        </p:txBody>
      </p:sp>
      <p:sp>
        <p:nvSpPr>
          <p:cNvPr id="5" name="Shape 3"/>
          <p:cNvSpPr/>
          <p:nvPr/>
        </p:nvSpPr>
        <p:spPr>
          <a:xfrm>
            <a:off x="68580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6" name="Shape 4"/>
          <p:cNvSpPr/>
          <p:nvPr/>
        </p:nvSpPr>
        <p:spPr>
          <a:xfrm>
            <a:off x="685800" y="1572768"/>
            <a:ext cx="73152" cy="1325880"/>
          </a:xfrm>
          <a:prstGeom prst="rect">
            <a:avLst/>
          </a:prstGeom>
          <a:solidFill>
            <a:srgbClr val="00AED6"/>
          </a:solidFill>
          <a:ln w="12700">
            <a:solidFill>
              <a:srgbClr val="00AED6"/>
            </a:solidFill>
            <a:prstDash val="solid"/>
          </a:ln>
        </p:spPr>
        <p:txBody>
          <a:bodyPr/>
          <a:lstStyle/>
          <a:p>
            <a:endParaRPr/>
          </a:p>
        </p:txBody>
      </p:sp>
      <p:sp>
        <p:nvSpPr>
          <p:cNvPr id="7" name="Text 5"/>
          <p:cNvSpPr/>
          <p:nvPr/>
        </p:nvSpPr>
        <p:spPr>
          <a:xfrm>
            <a:off x="94183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1</a:t>
            </a:r>
            <a:endParaRPr lang="en-US" sz="1350"/>
          </a:p>
        </p:txBody>
      </p:sp>
      <p:sp>
        <p:nvSpPr>
          <p:cNvPr id="8" name="Text 6"/>
          <p:cNvSpPr/>
          <p:nvPr/>
        </p:nvSpPr>
        <p:spPr>
          <a:xfrm>
            <a:off x="941832" y="2084832"/>
            <a:ext cx="4507992" cy="667512"/>
          </a:xfrm>
          <a:prstGeom prst="rect">
            <a:avLst/>
          </a:prstGeom>
          <a:noFill/>
          <a:ln/>
        </p:spPr>
        <p:txBody>
          <a:bodyPr wrap="square" lIns="508" tIns="508" rIns="508" bIns="508" rtlCol="0" anchor="t">
            <a:normAutofit fontScale="775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Confirm the learner can build a commercially credible, observable, and controllable Semantic Kernel solution.</a:t>
            </a:r>
            <a:endParaRPr lang="en-US" sz="1100"/>
          </a:p>
        </p:txBody>
      </p:sp>
      <p:sp>
        <p:nvSpPr>
          <p:cNvPr id="9" name="Shape 7"/>
          <p:cNvSpPr/>
          <p:nvPr/>
        </p:nvSpPr>
        <p:spPr>
          <a:xfrm>
            <a:off x="612648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0" name="Shape 8"/>
          <p:cNvSpPr/>
          <p:nvPr/>
        </p:nvSpPr>
        <p:spPr>
          <a:xfrm>
            <a:off x="6126480" y="1572768"/>
            <a:ext cx="73152" cy="1325880"/>
          </a:xfrm>
          <a:prstGeom prst="rect">
            <a:avLst/>
          </a:prstGeom>
          <a:solidFill>
            <a:srgbClr val="007DB8"/>
          </a:solidFill>
          <a:ln w="12700">
            <a:solidFill>
              <a:srgbClr val="007DB8"/>
            </a:solidFill>
            <a:prstDash val="solid"/>
          </a:ln>
        </p:spPr>
        <p:txBody>
          <a:bodyPr/>
          <a:lstStyle/>
          <a:p>
            <a:endParaRPr/>
          </a:p>
        </p:txBody>
      </p:sp>
      <p:sp>
        <p:nvSpPr>
          <p:cNvPr id="11" name="Text 9"/>
          <p:cNvSpPr/>
          <p:nvPr/>
        </p:nvSpPr>
        <p:spPr>
          <a:xfrm>
            <a:off x="638251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2</a:t>
            </a:r>
            <a:endParaRPr lang="en-US" sz="1350"/>
          </a:p>
        </p:txBody>
      </p:sp>
      <p:sp>
        <p:nvSpPr>
          <p:cNvPr id="12" name="Text 10"/>
          <p:cNvSpPr/>
          <p:nvPr/>
        </p:nvSpPr>
        <p:spPr>
          <a:xfrm>
            <a:off x="6382512" y="20848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section concepts should now be connected to the course project.</a:t>
            </a:r>
            <a:endParaRPr lang="en-US" sz="1100"/>
          </a:p>
        </p:txBody>
      </p:sp>
      <p:sp>
        <p:nvSpPr>
          <p:cNvPr id="13" name="Shape 11"/>
          <p:cNvSpPr/>
          <p:nvPr/>
        </p:nvSpPr>
        <p:spPr>
          <a:xfrm>
            <a:off x="68580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4" name="Shape 12"/>
          <p:cNvSpPr/>
          <p:nvPr/>
        </p:nvSpPr>
        <p:spPr>
          <a:xfrm>
            <a:off x="685800" y="3401568"/>
            <a:ext cx="73152" cy="1325880"/>
          </a:xfrm>
          <a:prstGeom prst="rect">
            <a:avLst/>
          </a:prstGeom>
          <a:solidFill>
            <a:srgbClr val="6251BD"/>
          </a:solidFill>
          <a:ln w="12700">
            <a:solidFill>
              <a:srgbClr val="6251BD"/>
            </a:solidFill>
            <a:prstDash val="solid"/>
          </a:ln>
        </p:spPr>
        <p:txBody>
          <a:bodyPr/>
          <a:lstStyle/>
          <a:p>
            <a:endParaRPr/>
          </a:p>
        </p:txBody>
      </p:sp>
      <p:sp>
        <p:nvSpPr>
          <p:cNvPr id="15" name="Text 13"/>
          <p:cNvSpPr/>
          <p:nvPr/>
        </p:nvSpPr>
        <p:spPr>
          <a:xfrm>
            <a:off x="94183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3</a:t>
            </a:r>
            <a:endParaRPr lang="en-US" sz="1350"/>
          </a:p>
        </p:txBody>
      </p:sp>
      <p:sp>
        <p:nvSpPr>
          <p:cNvPr id="16" name="Text 14"/>
          <p:cNvSpPr/>
          <p:nvPr/>
        </p:nvSpPr>
        <p:spPr>
          <a:xfrm>
            <a:off x="94183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demos should leave the learner with a working checkpoint.</a:t>
            </a:r>
            <a:endParaRPr lang="en-US" sz="1100"/>
          </a:p>
        </p:txBody>
      </p:sp>
      <p:sp>
        <p:nvSpPr>
          <p:cNvPr id="17" name="Shape 15"/>
          <p:cNvSpPr/>
          <p:nvPr/>
        </p:nvSpPr>
        <p:spPr>
          <a:xfrm>
            <a:off x="612648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8" name="Shape 16"/>
          <p:cNvSpPr/>
          <p:nvPr/>
        </p:nvSpPr>
        <p:spPr>
          <a:xfrm>
            <a:off x="6126480" y="3401568"/>
            <a:ext cx="73152" cy="1325880"/>
          </a:xfrm>
          <a:prstGeom prst="rect">
            <a:avLst/>
          </a:prstGeom>
          <a:solidFill>
            <a:srgbClr val="F6C344"/>
          </a:solidFill>
          <a:ln w="12700">
            <a:solidFill>
              <a:srgbClr val="F6C344"/>
            </a:solidFill>
            <a:prstDash val="solid"/>
          </a:ln>
        </p:spPr>
        <p:txBody>
          <a:bodyPr/>
          <a:lstStyle/>
          <a:p>
            <a:endParaRPr/>
          </a:p>
        </p:txBody>
      </p:sp>
      <p:sp>
        <p:nvSpPr>
          <p:cNvPr id="19" name="Text 17"/>
          <p:cNvSpPr/>
          <p:nvPr/>
        </p:nvSpPr>
        <p:spPr>
          <a:xfrm>
            <a:off x="638251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4</a:t>
            </a:r>
            <a:endParaRPr lang="en-US" sz="1350"/>
          </a:p>
        </p:txBody>
      </p:sp>
      <p:sp>
        <p:nvSpPr>
          <p:cNvPr id="20" name="Text 18"/>
          <p:cNvSpPr/>
          <p:nvPr/>
        </p:nvSpPr>
        <p:spPr>
          <a:xfrm>
            <a:off x="638251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next section builds directly on this foundation.</a:t>
            </a:r>
            <a:endParaRPr lang="en-US" sz="1100"/>
          </a:p>
        </p:txBody>
      </p:sp>
      <p:sp>
        <p:nvSpPr>
          <p:cNvPr id="21" name="Shape 19"/>
          <p:cNvSpPr/>
          <p:nvPr/>
        </p:nvSpPr>
        <p:spPr>
          <a:xfrm>
            <a:off x="914400" y="5532120"/>
            <a:ext cx="73152" cy="502920"/>
          </a:xfrm>
          <a:prstGeom prst="rect">
            <a:avLst/>
          </a:prstGeom>
          <a:solidFill>
            <a:srgbClr val="00AED6"/>
          </a:solidFill>
          <a:ln w="12700">
            <a:solidFill>
              <a:srgbClr val="00AED6"/>
            </a:solidFill>
            <a:prstDash val="solid"/>
          </a:ln>
        </p:spPr>
        <p:txBody>
          <a:bodyPr/>
          <a:lstStyle/>
          <a:p>
            <a:endParaRPr/>
          </a:p>
        </p:txBody>
      </p:sp>
      <p:sp>
        <p:nvSpPr>
          <p:cNvPr id="22" name="Text 20"/>
          <p:cNvSpPr/>
          <p:nvPr/>
        </p:nvSpPr>
        <p:spPr>
          <a:xfrm>
            <a:off x="1115568" y="5532120"/>
            <a:ext cx="10222992" cy="502920"/>
          </a:xfrm>
          <a:prstGeom prst="rect">
            <a:avLst/>
          </a:prstGeom>
          <a:noFill/>
          <a:ln/>
        </p:spPr>
        <p:txBody>
          <a:bodyPr wrap="square" lIns="254" tIns="254" rIns="254" bIns="254" rtlCol="0" anchor="ctr">
            <a:normAutofit/>
          </a:bodyPr>
          <a:lstStyle/>
          <a:p>
            <a:pPr marL="0" indent="0">
              <a:buNone/>
            </a:pPr>
            <a:r>
              <a:rPr lang="en-US" sz="2200" i="1">
                <a:solidFill>
                  <a:srgbClr val="374151"/>
                </a:solidFill>
                <a:latin typeface="Barlow" pitchFamily="34" charset="0"/>
                <a:ea typeface="Barlow" pitchFamily="34" charset="-122"/>
                <a:cs typeface="Barlow" pitchFamily="34" charset="-120"/>
              </a:rPr>
              <a:t>Next: Conclusion and Next Steps</a:t>
            </a:r>
            <a:endParaRPr lang="en-US" sz="1300"/>
          </a:p>
        </p:txBody>
      </p:sp>
      <p:sp>
        <p:nvSpPr>
          <p:cNvPr id="23" name="Shape 2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4" name="Text 2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120</a:t>
            </a:r>
            <a:endParaRPr lang="en-US" sz="900"/>
          </a:p>
        </p:txBody>
      </p:sp>
      <p:sp>
        <p:nvSpPr>
          <p:cNvPr id="25" name="Text 2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 Review</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Lst>
  </p:timing>
</p:sld>
</file>

<file path=ppt/slides/slide170.xml><?xml version="1.0" encoding="utf-8"?>
<p:sld xmlns:a="http://schemas.openxmlformats.org/drawingml/2006/main" xmlns:r="http://schemas.openxmlformats.org/officeDocument/2006/relationships" xmlns:p="http://schemas.openxmlformats.org/presentationml/2006/main">
  <p:cSld name="Slide 12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Shape 1"/>
          <p:cNvSpPr/>
          <p:nvPr/>
        </p:nvSpPr>
        <p:spPr>
          <a:xfrm>
            <a:off x="0" y="0"/>
            <a:ext cx="12191695" cy="6858000"/>
          </a:xfrm>
          <a:prstGeom prst="rect">
            <a:avLst/>
          </a:prstGeom>
          <a:solidFill>
            <a:srgbClr val="F7F9FC"/>
          </a:solidFill>
          <a:ln w="12700">
            <a:solidFill>
              <a:srgbClr val="F7F9FC"/>
            </a:solidFill>
            <a:prstDash val="solid"/>
          </a:ln>
        </p:spPr>
        <p:txBody>
          <a:bodyPr/>
          <a:lstStyle/>
          <a:p>
            <a:endParaRPr/>
          </a:p>
        </p:txBody>
      </p:sp>
      <p:sp>
        <p:nvSpPr>
          <p:cNvPr id="4" name="Shape 2"/>
          <p:cNvSpPr/>
          <p:nvPr/>
        </p:nvSpPr>
        <p:spPr>
          <a:xfrm>
            <a:off x="0" y="2514600"/>
            <a:ext cx="960120" cy="1417320"/>
          </a:xfrm>
          <a:prstGeom prst="chevron">
            <a:avLst/>
          </a:prstGeom>
          <a:solidFill>
            <a:srgbClr val="00AED6"/>
          </a:solidFill>
          <a:ln w="12700">
            <a:solidFill>
              <a:srgbClr val="00AED6"/>
            </a:solidFill>
            <a:prstDash val="solid"/>
          </a:ln>
        </p:spPr>
        <p:txBody>
          <a:bodyPr/>
          <a:lstStyle/>
          <a:p>
            <a:endParaRPr/>
          </a:p>
        </p:txBody>
      </p:sp>
      <p:sp>
        <p:nvSpPr>
          <p:cNvPr id="5" name="Text 3"/>
          <p:cNvSpPr/>
          <p:nvPr/>
        </p:nvSpPr>
        <p:spPr>
          <a:xfrm>
            <a:off x="91440" y="2944368"/>
            <a:ext cx="457200" cy="402336"/>
          </a:xfrm>
          <a:prstGeom prst="rect">
            <a:avLst/>
          </a:prstGeom>
          <a:noFill/>
          <a:ln/>
        </p:spPr>
        <p:txBody>
          <a:bodyPr wrap="square" lIns="0" tIns="0" rIns="0" bIns="0" rtlCol="0" anchor="ctr"/>
          <a:lstStyle/>
          <a:p>
            <a:pPr marL="0" indent="0" algn="ctr">
              <a:buNone/>
            </a:pPr>
            <a:r>
              <a:rPr lang="en-US" sz="2200" b="1">
                <a:solidFill>
                  <a:srgbClr val="FFFFFF"/>
                </a:solidFill>
                <a:latin typeface="Raleway" pitchFamily="34" charset="0"/>
                <a:ea typeface="Raleway" pitchFamily="34" charset="-122"/>
                <a:cs typeface="Raleway" pitchFamily="34" charset="-120"/>
              </a:rPr>
              <a:t>11</a:t>
            </a:r>
            <a:endParaRPr lang="en-US" sz="2200"/>
          </a:p>
        </p:txBody>
      </p:sp>
      <p:sp>
        <p:nvSpPr>
          <p:cNvPr id="6" name="Text 4"/>
          <p:cNvSpPr/>
          <p:nvPr/>
        </p:nvSpPr>
        <p:spPr>
          <a:xfrm>
            <a:off x="1417320" y="2121408"/>
            <a:ext cx="3657600" cy="32004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11</a:t>
            </a:r>
            <a:endParaRPr lang="en-US" sz="1600"/>
          </a:p>
        </p:txBody>
      </p:sp>
      <p:sp>
        <p:nvSpPr>
          <p:cNvPr id="7" name="Text 5"/>
          <p:cNvSpPr/>
          <p:nvPr/>
        </p:nvSpPr>
        <p:spPr>
          <a:xfrm>
            <a:off x="1417320" y="2468880"/>
            <a:ext cx="6400800" cy="1097280"/>
          </a:xfrm>
          <a:prstGeom prst="rect">
            <a:avLst/>
          </a:prstGeom>
          <a:noFill/>
          <a:ln/>
        </p:spPr>
        <p:txBody>
          <a:bodyPr wrap="square" lIns="0" tIns="0" rIns="0" bIns="0" rtlCol="0" anchor="ctr">
            <a:normAutofit/>
          </a:bodyPr>
          <a:lstStyle/>
          <a:p>
            <a:pPr marL="0" indent="0">
              <a:buNone/>
            </a:pPr>
            <a:r>
              <a:rPr lang="en-US" sz="3600" b="1">
                <a:solidFill>
                  <a:srgbClr val="007DB8"/>
                </a:solidFill>
                <a:latin typeface="Raleway" pitchFamily="34" charset="0"/>
                <a:ea typeface="Raleway" pitchFamily="34" charset="-122"/>
                <a:cs typeface="Raleway" pitchFamily="34" charset="-120"/>
              </a:rPr>
              <a:t>Conclusion and Next Steps</a:t>
            </a:r>
            <a:endParaRPr lang="en-US" sz="3600"/>
          </a:p>
        </p:txBody>
      </p:sp>
      <p:sp>
        <p:nvSpPr>
          <p:cNvPr id="8" name="Text 6"/>
          <p:cNvSpPr/>
          <p:nvPr/>
        </p:nvSpPr>
        <p:spPr>
          <a:xfrm>
            <a:off x="1463040" y="3794760"/>
            <a:ext cx="6217920" cy="658368"/>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Close the course and point learners toward practical next steps.</a:t>
            </a:r>
            <a:endParaRPr lang="en-US" sz="1600"/>
          </a:p>
        </p:txBody>
      </p:sp>
      <p:sp>
        <p:nvSpPr>
          <p:cNvPr id="9" name="Shape 7"/>
          <p:cNvSpPr/>
          <p:nvPr/>
        </p:nvSpPr>
        <p:spPr>
          <a:xfrm>
            <a:off x="8321040" y="1783080"/>
            <a:ext cx="2468880" cy="1645920"/>
          </a:xfrm>
          <a:prstGeom prst="roundRect">
            <a:avLst>
              <a:gd name="adj" fmla="val 2778"/>
            </a:avLst>
          </a:prstGeom>
          <a:solidFill>
            <a:srgbClr val="FFFFFF"/>
          </a:solidFill>
          <a:ln w="12700">
            <a:solidFill>
              <a:srgbClr val="C9D4E2"/>
            </a:solidFill>
            <a:prstDash val="solid"/>
          </a:ln>
        </p:spPr>
        <p:txBody>
          <a:bodyPr/>
          <a:lstStyle/>
          <a:p>
            <a:endParaRPr/>
          </a:p>
        </p:txBody>
      </p:sp>
      <p:sp>
        <p:nvSpPr>
          <p:cNvPr id="10" name="Shape 8"/>
          <p:cNvSpPr/>
          <p:nvPr/>
        </p:nvSpPr>
        <p:spPr>
          <a:xfrm>
            <a:off x="8321040" y="1783080"/>
            <a:ext cx="2468880" cy="237744"/>
          </a:xfrm>
          <a:prstGeom prst="rect">
            <a:avLst/>
          </a:prstGeom>
          <a:solidFill>
            <a:srgbClr val="00AED6"/>
          </a:solidFill>
          <a:ln w="12700">
            <a:solidFill>
              <a:srgbClr val="00AED6"/>
            </a:solidFill>
            <a:prstDash val="solid"/>
          </a:ln>
        </p:spPr>
        <p:txBody>
          <a:bodyPr/>
          <a:lstStyle/>
          <a:p>
            <a:endParaRPr/>
          </a:p>
        </p:txBody>
      </p:sp>
      <p:sp>
        <p:nvSpPr>
          <p:cNvPr id="11" name="Shape 9"/>
          <p:cNvSpPr/>
          <p:nvPr/>
        </p:nvSpPr>
        <p:spPr>
          <a:xfrm>
            <a:off x="8577072" y="2331720"/>
            <a:ext cx="640080" cy="640080"/>
          </a:xfrm>
          <a:prstGeom prst="roundRect">
            <a:avLst>
              <a:gd name="adj" fmla="val 7143"/>
            </a:avLst>
          </a:prstGeom>
          <a:solidFill>
            <a:srgbClr val="E6F7FB"/>
          </a:solidFill>
          <a:ln w="12700">
            <a:solidFill>
              <a:srgbClr val="00AED6"/>
            </a:solidFill>
            <a:prstDash val="solid"/>
          </a:ln>
        </p:spPr>
        <p:txBody>
          <a:bodyPr/>
          <a:lstStyle/>
          <a:p>
            <a:endParaRPr/>
          </a:p>
        </p:txBody>
      </p:sp>
      <p:sp>
        <p:nvSpPr>
          <p:cNvPr id="12" name="Shape 10"/>
          <p:cNvSpPr/>
          <p:nvPr/>
        </p:nvSpPr>
        <p:spPr>
          <a:xfrm>
            <a:off x="9400032" y="2331720"/>
            <a:ext cx="109728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3" name="Shape 11"/>
          <p:cNvSpPr/>
          <p:nvPr/>
        </p:nvSpPr>
        <p:spPr>
          <a:xfrm>
            <a:off x="9400032" y="2633472"/>
            <a:ext cx="77724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4" name="Text 12"/>
          <p:cNvSpPr/>
          <p:nvPr/>
        </p:nvSpPr>
        <p:spPr>
          <a:xfrm>
            <a:off x="9189720" y="4114800"/>
            <a:ext cx="1097280" cy="548640"/>
          </a:xfrm>
          <a:prstGeom prst="rect">
            <a:avLst/>
          </a:prstGeom>
          <a:noFill/>
          <a:ln/>
        </p:spPr>
        <p:txBody>
          <a:bodyPr wrap="square" lIns="0" tIns="0" rIns="0" bIns="0" rtlCol="0" anchor="ctr"/>
          <a:lstStyle/>
          <a:p>
            <a:pPr marL="0" indent="0">
              <a:buNone/>
            </a:pPr>
            <a:r>
              <a:rPr lang="en-US" sz="3500" b="1">
                <a:solidFill>
                  <a:srgbClr val="00AED6"/>
                </a:solidFill>
                <a:latin typeface="Raleway" pitchFamily="34" charset="0"/>
                <a:ea typeface="Raleway" pitchFamily="34" charset="-122"/>
                <a:cs typeface="Raleway" pitchFamily="34" charset="-120"/>
              </a:rPr>
              <a:t>AI</a:t>
            </a:r>
            <a:endParaRPr lang="en-US" sz="3500"/>
          </a:p>
        </p:txBody>
      </p:sp>
      <p:sp>
        <p:nvSpPr>
          <p:cNvPr id="15" name="Shape 13"/>
          <p:cNvSpPr/>
          <p:nvPr/>
        </p:nvSpPr>
        <p:spPr>
          <a:xfrm>
            <a:off x="9473184" y="3474720"/>
            <a:ext cx="0" cy="502920"/>
          </a:xfrm>
          <a:prstGeom prst="line">
            <a:avLst/>
          </a:prstGeom>
          <a:noFill/>
          <a:ln w="25400">
            <a:solidFill>
              <a:srgbClr val="00AED6"/>
            </a:solidFill>
            <a:prstDash val="solid"/>
            <a:headEnd type="none"/>
            <a:tailEnd type="triangle"/>
          </a:ln>
        </p:spPr>
        <p:txBody>
          <a:bodyPr/>
          <a:lstStyle/>
          <a:p>
            <a:endParaRPr/>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121</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11</a:t>
            </a:r>
            <a:endParaRPr lang="en-US" sz="75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2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11.1 — Course Recap</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Review the path from kernels, prompts, and plugins to the final embedded copilot.</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Recap lens</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Ask: Which Semantic Kernel primitives became application features?</a:t>
            </a:r>
            <a:endParaRPr lang="en-US" sz="1120"/>
          </a:p>
          <a:p>
            <a:pPr marL="0" indent="0">
              <a:buNone/>
            </a:pPr>
            <a:r>
              <a:rPr lang="en-US" sz="2200">
                <a:solidFill>
                  <a:srgbClr val="374151"/>
                </a:solidFill>
                <a:latin typeface="Barlow" pitchFamily="34" charset="0"/>
                <a:ea typeface="Barlow" pitchFamily="34" charset="-122"/>
                <a:cs typeface="Barlow" pitchFamily="34" charset="-120"/>
              </a:rPr>
              <a:t>Ask: Which console lessons carried directly into the portal?</a:t>
            </a:r>
            <a:endParaRPr lang="en-US" sz="1120"/>
          </a:p>
          <a:p>
            <a:pPr marL="0" indent="0">
              <a:buNone/>
            </a:pPr>
            <a:r>
              <a:rPr lang="en-US" sz="2200">
                <a:solidFill>
                  <a:srgbClr val="374151"/>
                </a:solidFill>
                <a:latin typeface="Barlow" pitchFamily="34" charset="0"/>
                <a:ea typeface="Barlow" pitchFamily="34" charset="-122"/>
                <a:cs typeface="Barlow" pitchFamily="34" charset="-120"/>
              </a:rPr>
              <a:t>Ask: Which production concerns shaped the final design?</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122</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11 · Lesson 11.1</a:t>
            </a:r>
            <a:endParaRPr lang="en-US" sz="750"/>
          </a:p>
        </p:txBody>
      </p:sp>
      <p:sp>
        <p:nvSpPr>
          <p:cNvPr id="21" name="TextBox 20"/>
          <p:cNvSpPr txBox="1"/>
          <p:nvPr/>
        </p:nvSpPr>
        <p:spPr>
          <a:xfrm>
            <a:off x="822960" y="1682496"/>
            <a:ext cx="5257800" cy="3616375"/>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Review the path from kernels, prompts, and plugins to the final embedded copilot.</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Reconnect the console lessons to the portal architecture, RAG flow, and action patterns.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Highlight the checkpoints learners should now be able to reproduce on their own.</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Reinforce that every advanced feature was built from the same core Semantic Kernel primitives.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172.xml><?xml version="1.0" encoding="utf-8"?>
<p:sld xmlns:a="http://schemas.openxmlformats.org/drawingml/2006/main" xmlns:r="http://schemas.openxmlformats.org/officeDocument/2006/relationships" xmlns:p="http://schemas.openxmlformats.org/presentationml/2006/main">
  <p:cSld name="Slide 12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11.2 — What You Built and What You Learned</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fontScale="92500"/>
          </a:bodyPr>
          <a:lstStyle/>
          <a:p>
            <a:pPr marL="0" indent="0">
              <a:buNone/>
            </a:pPr>
            <a:r>
              <a:rPr lang="en-US" sz="2200">
                <a:solidFill>
                  <a:srgbClr val="697586"/>
                </a:solidFill>
                <a:latin typeface="Barlow" pitchFamily="34" charset="0"/>
                <a:ea typeface="Barlow" pitchFamily="34" charset="-122"/>
                <a:cs typeface="Barlow" pitchFamily="34" charset="-120"/>
              </a:rPr>
              <a:t>Map kernels, prompts, plugins, RAG, guardrails, and telemetry to concrete portal features.</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Skill mapping</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Ask: Which skill can you now explain with confidence?</a:t>
            </a:r>
            <a:endParaRPr lang="en-US" sz="1120"/>
          </a:p>
          <a:p>
            <a:pPr marL="0" indent="0">
              <a:buNone/>
            </a:pPr>
            <a:r>
              <a:rPr lang="en-US" sz="2200">
                <a:solidFill>
                  <a:srgbClr val="374151"/>
                </a:solidFill>
                <a:latin typeface="Barlow" pitchFamily="34" charset="0"/>
                <a:ea typeface="Barlow" pitchFamily="34" charset="-122"/>
                <a:cs typeface="Barlow" pitchFamily="34" charset="-120"/>
              </a:rPr>
              <a:t>Ask: Which feature can you now implement from scratch?</a:t>
            </a:r>
            <a:endParaRPr lang="en-US" sz="1120"/>
          </a:p>
          <a:p>
            <a:pPr marL="0" indent="0">
              <a:buNone/>
            </a:pPr>
            <a:r>
              <a:rPr lang="en-US" sz="2200">
                <a:solidFill>
                  <a:srgbClr val="374151"/>
                </a:solidFill>
                <a:latin typeface="Barlow" pitchFamily="34" charset="0"/>
                <a:ea typeface="Barlow" pitchFamily="34" charset="-122"/>
                <a:cs typeface="Barlow" pitchFamily="34" charset="-120"/>
              </a:rPr>
              <a:t>Ask: Which production concern can you now evaluate before shipping?</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123</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11 · Lesson 11.2</a:t>
            </a:r>
            <a:endParaRPr lang="en-US" sz="750"/>
          </a:p>
        </p:txBody>
      </p:sp>
      <p:sp>
        <p:nvSpPr>
          <p:cNvPr id="21" name="TextBox 20"/>
          <p:cNvSpPr txBox="1"/>
          <p:nvPr/>
        </p:nvSpPr>
        <p:spPr>
          <a:xfrm>
            <a:off x="822960" y="1682496"/>
            <a:ext cx="5257800" cy="3616375"/>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Map kernels, prompts, plugins, RAG, guardrails, and telemetry to concrete portal features.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Separate what the model should do from what should remain deterministic application code.</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Show how the final project demonstrates both AI integration and enterprise application discipline.</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Encourage learners to describe this build as a portfolio-ready, commercially relevant project.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173.xml><?xml version="1.0" encoding="utf-8"?>
<p:sld xmlns:a="http://schemas.openxmlformats.org/drawingml/2006/main" xmlns:r="http://schemas.openxmlformats.org/officeDocument/2006/relationships" xmlns:p="http://schemas.openxmlformats.org/presentationml/2006/main">
  <p:cSld name="Slide 12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11.3 — Where to Go Next with Semantic Kernel</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fontScale="77500" lnSpcReduction="20000"/>
          </a:bodyPr>
          <a:lstStyle/>
          <a:p>
            <a:pPr marL="0" indent="0">
              <a:buNone/>
            </a:pPr>
            <a:r>
              <a:rPr lang="en-US" sz="2200">
                <a:solidFill>
                  <a:srgbClr val="697586"/>
                </a:solidFill>
                <a:latin typeface="Barlow" pitchFamily="34" charset="0"/>
                <a:ea typeface="Barlow" pitchFamily="34" charset="-122"/>
                <a:cs typeface="Barlow" pitchFamily="34" charset="-120"/>
              </a:rPr>
              <a:t>Identify next-step topics such as advanced orchestration, memory, enterprise integrations, and agentic systems.</a:t>
            </a:r>
            <a:endParaRPr lang="en-US" sz="125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124</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11 · Lesson 11.3</a:t>
            </a:r>
            <a:endParaRPr lang="en-US" sz="750"/>
          </a:p>
        </p:txBody>
      </p:sp>
      <p:sp>
        <p:nvSpPr>
          <p:cNvPr id="18" name="TextBox 17"/>
          <p:cNvSpPr txBox="1"/>
          <p:nvPr/>
        </p:nvSpPr>
        <p:spPr>
          <a:xfrm>
            <a:off x="868680" y="1591056"/>
            <a:ext cx="10287000" cy="2000548"/>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Explore deeper orchestration patterns and process workflows.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Study advanced memory strategies and retrieval systems.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Evaluate Microsoft Agent Framework for new multi-agent scenarios.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Connect Semantic Kernel to existing enterprise APIs and data sources.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Build a portfolio project that demonstrates production thinking.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fade">
                                      <p:cBhvr>
                                        <p:cTn id="17" dur="500"/>
                                        <p:tgtEl>
                                          <p:spTgt spid="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xEl>
                                              <p:pRg st="3" end="3"/>
                                            </p:txEl>
                                          </p:spTgt>
                                        </p:tgtEl>
                                        <p:attrNameLst>
                                          <p:attrName>style.visibility</p:attrName>
                                        </p:attrNameLst>
                                      </p:cBhvr>
                                      <p:to>
                                        <p:strVal val="visible"/>
                                      </p:to>
                                    </p:set>
                                    <p:animEffect transition="in" filter="fade">
                                      <p:cBhvr>
                                        <p:cTn id="22" dur="500"/>
                                        <p:tgtEl>
                                          <p:spTgt spid="1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xEl>
                                              <p:pRg st="4" end="4"/>
                                            </p:txEl>
                                          </p:spTgt>
                                        </p:tgtEl>
                                        <p:attrNameLst>
                                          <p:attrName>style.visibility</p:attrName>
                                        </p:attrNameLst>
                                      </p:cBhvr>
                                      <p:to>
                                        <p:strVal val="visible"/>
                                      </p:to>
                                    </p:set>
                                    <p:animEffect transition="in" filter="fade">
                                      <p:cBhvr>
                                        <p:cTn id="27" dur="500"/>
                                        <p:tgtEl>
                                          <p:spTgt spid="1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174.xml><?xml version="1.0" encoding="utf-8"?>
<p:sld xmlns:a="http://schemas.openxmlformats.org/drawingml/2006/main" xmlns:r="http://schemas.openxmlformats.org/officeDocument/2006/relationships" xmlns:p="http://schemas.openxmlformats.org/presentationml/2006/main">
  <p:cSld name="Slide 12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11.4 — Conclusion</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fontScale="92500"/>
          </a:bodyPr>
          <a:lstStyle/>
          <a:p>
            <a:pPr marL="0" indent="0">
              <a:buNone/>
            </a:pPr>
            <a:r>
              <a:rPr lang="en-US" sz="2200">
                <a:solidFill>
                  <a:srgbClr val="697586"/>
                </a:solidFill>
                <a:latin typeface="Barlow" pitchFamily="34" charset="0"/>
                <a:ea typeface="Barlow" pitchFamily="34" charset="-122"/>
                <a:cs typeface="Barlow" pitchFamily="34" charset="-120"/>
              </a:rPr>
              <a:t>Close the course by emphasizing a repeatable approach for integrating AI into .NET systems.</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Closing message</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Ask: What is the next practical improvement you would make?</a:t>
            </a:r>
            <a:endParaRPr lang="en-US" sz="1120"/>
          </a:p>
          <a:p>
            <a:pPr marL="0" indent="0">
              <a:buNone/>
            </a:pPr>
            <a:r>
              <a:rPr lang="en-US" sz="2200">
                <a:solidFill>
                  <a:srgbClr val="374151"/>
                </a:solidFill>
                <a:latin typeface="Barlow" pitchFamily="34" charset="0"/>
                <a:ea typeface="Barlow" pitchFamily="34" charset="-122"/>
                <a:cs typeface="Barlow" pitchFamily="34" charset="-120"/>
              </a:rPr>
              <a:t>Ask: Which part of the portal would you deploy or extend first?</a:t>
            </a:r>
            <a:endParaRPr lang="en-US" sz="1120"/>
          </a:p>
          <a:p>
            <a:pPr marL="0" indent="0">
              <a:buNone/>
            </a:pPr>
            <a:r>
              <a:rPr lang="en-US" sz="2200">
                <a:solidFill>
                  <a:srgbClr val="374151"/>
                </a:solidFill>
                <a:latin typeface="Barlow" pitchFamily="34" charset="0"/>
                <a:ea typeface="Barlow" pitchFamily="34" charset="-122"/>
                <a:cs typeface="Barlow" pitchFamily="34" charset="-120"/>
              </a:rPr>
              <a:t>Ask: How will you keep future AI features observable and controlled?</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125</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11 · Lesson 11.4</a:t>
            </a:r>
            <a:endParaRPr lang="en-US" sz="750"/>
          </a:p>
        </p:txBody>
      </p:sp>
      <p:sp>
        <p:nvSpPr>
          <p:cNvPr id="21" name="TextBox 20"/>
          <p:cNvSpPr txBox="1"/>
          <p:nvPr/>
        </p:nvSpPr>
        <p:spPr>
          <a:xfrm>
            <a:off x="822960" y="1682496"/>
            <a:ext cx="5257800" cy="3616375"/>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Close the course by emphasizing a repeatable approach for integrating AI into .NET systems.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Encourage learners to start with clear workflows, then add prompts, plugins, retrieval, and controls deliberately.</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Remind them that trustworthy AI features combine model capability with application discipline.</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Point them toward the next step: extend, deploy, measure, and keep learning.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175.xml><?xml version="1.0" encoding="utf-8"?>
<p:sld xmlns:a="http://schemas.openxmlformats.org/drawingml/2006/main" xmlns:r="http://schemas.openxmlformats.org/officeDocument/2006/relationships" xmlns:p="http://schemas.openxmlformats.org/presentationml/2006/main">
  <p:cSld name="Slide 12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Documentation Reference Points</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Use these sources while recording and updating the course.</a:t>
            </a:r>
            <a:endParaRPr lang="en-US" sz="125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126</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Course References</a:t>
            </a:r>
            <a:endParaRPr lang="en-US" sz="750"/>
          </a:p>
        </p:txBody>
      </p:sp>
      <p:sp>
        <p:nvSpPr>
          <p:cNvPr id="18" name="TextBox 17"/>
          <p:cNvSpPr txBox="1"/>
          <p:nvPr/>
        </p:nvSpPr>
        <p:spPr>
          <a:xfrm>
            <a:off x="822960" y="1636776"/>
            <a:ext cx="10287000" cy="3354765"/>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Microsoft Learn: Semantic Kernel overview, kernel concepts, plugins, filters, observability, and process patterns.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Microsoft Learn: .NET AI templates and Microsoft.Extensions.AI quickstarts for ecosystem context.</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Microsoft Learn: Microsoft Agent Framework overview for the comparison lesson and future direction.</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IronPDF documentation: PDF text extraction, OCR, and AI-enabled PDF workflows.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Course reference transcripts: business alignment, contextual knowledge, real applications, memory, and logging.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fade">
                                      <p:cBhvr>
                                        <p:cTn id="17" dur="500"/>
                                        <p:tgtEl>
                                          <p:spTgt spid="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xEl>
                                              <p:pRg st="3" end="3"/>
                                            </p:txEl>
                                          </p:spTgt>
                                        </p:tgtEl>
                                        <p:attrNameLst>
                                          <p:attrName>style.visibility</p:attrName>
                                        </p:attrNameLst>
                                      </p:cBhvr>
                                      <p:to>
                                        <p:strVal val="visible"/>
                                      </p:to>
                                    </p:set>
                                    <p:animEffect transition="in" filter="fade">
                                      <p:cBhvr>
                                        <p:cTn id="22" dur="500"/>
                                        <p:tgtEl>
                                          <p:spTgt spid="1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xEl>
                                              <p:pRg st="4" end="4"/>
                                            </p:txEl>
                                          </p:spTgt>
                                        </p:tgtEl>
                                        <p:attrNameLst>
                                          <p:attrName>style.visibility</p:attrName>
                                        </p:attrNameLst>
                                      </p:cBhvr>
                                      <p:to>
                                        <p:strVal val="visible"/>
                                      </p:to>
                                    </p:set>
                                    <p:animEffect transition="in" filter="fade">
                                      <p:cBhvr>
                                        <p:cTn id="27" dur="500"/>
                                        <p:tgtEl>
                                          <p:spTgt spid="1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Ralew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Gaoler template">
  <a:themeElements>
    <a:clrScheme name="Custom 347">
      <a:dk1>
        <a:srgbClr val="3A3F50"/>
      </a:dk1>
      <a:lt1>
        <a:srgbClr val="FFFFFF"/>
      </a:lt1>
      <a:dk2>
        <a:srgbClr val="757B89"/>
      </a:dk2>
      <a:lt2>
        <a:srgbClr val="E9EAF2"/>
      </a:lt2>
      <a:accent1>
        <a:srgbClr val="00B5DD"/>
      </a:accent1>
      <a:accent2>
        <a:srgbClr val="007BB9"/>
      </a:accent2>
      <a:accent3>
        <a:srgbClr val="8C50FF"/>
      </a:accent3>
      <a:accent4>
        <a:srgbClr val="FF4D4D"/>
      </a:accent4>
      <a:accent5>
        <a:srgbClr val="F9CB07"/>
      </a:accent5>
      <a:accent6>
        <a:srgbClr val="A6CE28"/>
      </a:accent6>
      <a:hlink>
        <a:srgbClr val="007BB9"/>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4203</TotalTime>
  <Words>33760</Words>
  <Application>Microsoft Office PowerPoint</Application>
  <PresentationFormat>Widescreen</PresentationFormat>
  <Paragraphs>2563</Paragraphs>
  <Slides>175</Slides>
  <Notes>161</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175</vt:i4>
      </vt:variant>
    </vt:vector>
  </HeadingPairs>
  <TitlesOfParts>
    <vt:vector size="188" baseType="lpstr">
      <vt:lpstr>Aptos</vt:lpstr>
      <vt:lpstr>Aptos Display</vt:lpstr>
      <vt:lpstr>Arial</vt:lpstr>
      <vt:lpstr>Barlow</vt:lpstr>
      <vt:lpstr>Barlow Light</vt:lpstr>
      <vt:lpstr>Calibri</vt:lpstr>
      <vt:lpstr>Cascadia Code</vt:lpstr>
      <vt:lpstr>Cascadia Mono</vt:lpstr>
      <vt:lpstr>Raleway</vt:lpstr>
      <vt:lpstr>Raleway Thin</vt:lpstr>
      <vt:lpstr>Segoe UI Emoji</vt:lpstr>
      <vt:lpstr>Office Theme</vt:lpstr>
      <vt:lpstr>Gaoler template</vt:lpstr>
      <vt:lpstr>PowerPoint Presentation</vt:lpstr>
      <vt:lpstr>HELLO!</vt:lpstr>
      <vt:lpstr>PowerPoint Presentation</vt:lpstr>
      <vt:lpstr>PowerPoint Presentation</vt:lpstr>
      <vt:lpstr>PowerPoint Presentation</vt:lpstr>
      <vt:lpstr>Pre-requisites</vt:lpstr>
      <vt:lpstr>Welcome!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Why We Need Document Chunking</vt:lpstr>
      <vt:lpstr>PowerPoint Presentation</vt:lpstr>
      <vt:lpstr>PowerPoint Presentation</vt:lpstr>
      <vt:lpstr>Why Not Send the Whole Document?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an Embedding?</vt:lpstr>
      <vt:lpstr>Why Chunks Need Embeddings</vt:lpstr>
      <vt:lpstr>Azure OpenAI with SK and Vector Store</vt:lpstr>
      <vt:lpstr>End-to-End Portal Flow</vt:lpstr>
      <vt:lpstr>When the User Asks a Question</vt:lpstr>
      <vt:lpstr>Vector Store vs Relational Table</vt:lpstr>
      <vt:lpstr>How Azure Embeddings Fits In</vt:lpstr>
      <vt:lpstr>Alternative and suitable Vector Stores</vt:lpstr>
      <vt:lpstr>Choosing the Right Vector Store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Code With Trev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Semantic Kernel SDK with Azure OpenAI and .NET 10 - Full Lesson Deck</dc:title>
  <dc:subject>Understanding Semantic Kernel SDK with Azure OpenAI and .NET 10</dc:subject>
  <dc:creator>Trevoir Williams</dc:creator>
  <cp:lastModifiedBy>Trevoir Williams</cp:lastModifiedBy>
  <cp:revision>1</cp:revision>
  <dcterms:created xsi:type="dcterms:W3CDTF">2026-04-29T17:02:58Z</dcterms:created>
  <dcterms:modified xsi:type="dcterms:W3CDTF">2026-05-19T18:38:38Z</dcterms:modified>
</cp:coreProperties>
</file>