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14"/>
  </p:notesMasterIdLst>
  <p:sldIdLst>
    <p:sldId id="256" r:id="rId37"/>
    <p:sldId id="257" r:id="rId38"/>
    <p:sldId id="258" r:id="rId39"/>
    <p:sldId id="259" r:id="rId40"/>
    <p:sldId id="260" r:id="rId41"/>
    <p:sldId id="261" r:id="rId42"/>
    <p:sldId id="262" r:id="rId43"/>
    <p:sldId id="263" r:id="rId44"/>
    <p:sldId id="264" r:id="rId45"/>
    <p:sldId id="265" r:id="rId46"/>
    <p:sldId id="266" r:id="rId47"/>
    <p:sldId id="267" r:id="rId48"/>
    <p:sldId id="268" r:id="rId49"/>
    <p:sldId id="269" r:id="rId50"/>
  </p:sldIdLst>
  <p:sldSz cx="9144000" cy="5143500" type="screen16x9"/>
  <p:notesSz cx="6858000" cy="9144000"/>
  <p:embeddedFontLst>
    <p:embeddedFont>
      <p:font typeface="Barlow" panose="00000500000000000000" pitchFamily="2" charset="0"/>
      <p:regular r:id="rId115"/>
      <p:bold r:id="rId116"/>
      <p:italic r:id="rId117"/>
      <p:boldItalic r:id="rId118"/>
    </p:embeddedFont>
    <p:embeddedFont>
      <p:font typeface="Barlow Light" panose="00000400000000000000" pitchFamily="2" charset="0"/>
      <p:regular r:id="rId119"/>
      <p:bold r:id="rId120"/>
      <p:italic r:id="rId121"/>
      <p:boldItalic r:id="rId122"/>
    </p:embeddedFont>
    <p:embeddedFont>
      <p:font typeface="Barlow SemiBold" panose="00000700000000000000" pitchFamily="2" charset="0"/>
      <p:regular r:id="rId123"/>
      <p:bold r:id="rId124"/>
      <p:italic r:id="rId125"/>
      <p:boldItalic r:id="rId126"/>
    </p:embeddedFont>
    <p:embeddedFont>
      <p:font typeface="Montserrat" panose="00000500000000000000" pitchFamily="2" charset="0"/>
      <p:regular r:id="rId127"/>
      <p:bold r:id="rId128"/>
      <p:italic r:id="rId129"/>
      <p:boldItalic r:id="rId130"/>
    </p:embeddedFont>
    <p:embeddedFont>
      <p:font typeface="Raleway" pitchFamily="2" charset="0"/>
      <p:regular r:id="rId131"/>
      <p:bold r:id="rId132"/>
      <p:italic r:id="rId133"/>
      <p:boldItalic r:id="rId134"/>
    </p:embeddedFont>
    <p:embeddedFont>
      <p:font typeface="Raleway Thin" pitchFamily="2" charset="0"/>
      <p:regular r:id="rId135"/>
      <p:bold r:id="rId136"/>
      <p:italic r:id="rId137"/>
      <p:boldItalic r:id="rId138"/>
    </p:embeddedFont>
    <p:embeddedFont>
      <p:font typeface="Segoe UI" panose="020B0502040204020203" pitchFamily="34" charset="0"/>
      <p:regular r:id="rId139"/>
      <p:bold r:id="rId140"/>
      <p:italic r:id="rId141"/>
      <p:boldItalic r:id="rId1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Introduction" id="{1F58CDD1-FC47-4ECB-9943-A18C3153FCE7}">
          <p14:sldIdLst>
            <p14:sldId id="256"/>
            <p14:sldId id="258"/>
            <p14:sldId id="299"/>
            <p14:sldId id="655"/>
            <p14:sldId id="650"/>
            <p14:sldId id="656"/>
            <p14:sldId id="652"/>
            <p14:sldId id="654"/>
          </p14:sldIdLst>
        </p14:section>
        <p14:section name="Introduction to Semantic Kernel" id="{B926BB5B-3FD0-4D6B-A42F-6197FB4F8A81}">
          <p14:sldIdLst>
            <p14:sldId id="317"/>
            <p14:sldId id="318"/>
            <p14:sldId id="543"/>
            <p14:sldId id="542"/>
            <p14:sldId id="489"/>
            <p14:sldId id="500"/>
            <p14:sldId id="566"/>
            <p14:sldId id="497"/>
            <p14:sldId id="548"/>
            <p14:sldId id="544"/>
            <p14:sldId id="545"/>
            <p14:sldId id="501"/>
            <p14:sldId id="496"/>
          </p14:sldIdLst>
        </p14:section>
        <p14:section name="Environment Setup" id="{61BAFE6E-9FD7-402C-A761-E886CB896155}">
          <p14:sldIdLst>
            <p14:sldId id="511"/>
            <p14:sldId id="512"/>
            <p14:sldId id="513"/>
            <p14:sldId id="534"/>
            <p14:sldId id="574"/>
            <p14:sldId id="526"/>
            <p14:sldId id="514"/>
          </p14:sldIdLst>
        </p14:section>
        <p14:section name="Build Your Kernal" id="{4F5A4836-2DA6-4114-A54E-3724A05337DE}">
          <p14:sldIdLst>
            <p14:sldId id="549"/>
            <p14:sldId id="550"/>
            <p14:sldId id="546"/>
            <p14:sldId id="547"/>
            <p14:sldId id="551"/>
            <p14:sldId id="573"/>
            <p14:sldId id="518"/>
            <p14:sldId id="553"/>
            <p14:sldId id="552"/>
          </p14:sldIdLst>
        </p14:section>
        <p14:section name="Create plugins for semantic kernel" id="{7E8C9F36-FF3D-456E-9420-8B790E4D8FCB}">
          <p14:sldIdLst>
            <p14:sldId id="554"/>
            <p14:sldId id="555"/>
            <p14:sldId id="502"/>
            <p14:sldId id="565"/>
            <p14:sldId id="557"/>
            <p14:sldId id="558"/>
            <p14:sldId id="559"/>
            <p14:sldId id="560"/>
            <p14:sldId id="561"/>
            <p14:sldId id="562"/>
            <p14:sldId id="575"/>
            <p14:sldId id="576"/>
            <p14:sldId id="577"/>
            <p14:sldId id="578"/>
            <p14:sldId id="563"/>
            <p14:sldId id="564"/>
            <p14:sldId id="556"/>
          </p14:sldIdLst>
        </p14:section>
        <p14:section name="Plugins with Native Functions" id="{905D3569-B12C-4A00-9177-544F96C63794}">
          <p14:sldIdLst>
            <p14:sldId id="579"/>
            <p14:sldId id="580"/>
            <p14:sldId id="586"/>
            <p14:sldId id="587"/>
            <p14:sldId id="588"/>
            <p14:sldId id="589"/>
            <p14:sldId id="590"/>
            <p14:sldId id="591"/>
            <p14:sldId id="582"/>
          </p14:sldIdLst>
        </p14:section>
        <p14:section name="Create Web Chat Assistant" id="{D661DCA3-EB79-41DD-B90D-4BA5426C0DED}">
          <p14:sldIdLst>
            <p14:sldId id="657"/>
            <p14:sldId id="658"/>
            <p14:sldId id="660"/>
            <p14:sldId id="661"/>
            <p14:sldId id="662"/>
            <p14:sldId id="663"/>
            <p14:sldId id="659"/>
          </p14:sldIdLst>
        </p14:section>
        <p14:section name="Conclusion" id="{5E76EF12-603C-48E1-8720-058F9A733B24}">
          <p14:sldIdLst>
            <p14:sldId id="634"/>
            <p14:sldId id="635"/>
            <p14:sldId id="641"/>
            <p14:sldId id="636"/>
            <p14:sldId id="644"/>
          </p14:sldIdLst>
        </p14:section>
        <p14:section name="misc" id="{7242CC7C-D5BF-41FF-B0C8-C0AED96C2CB2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457B84-6A4F-4162-A297-3FD6B4E66E5C}" v="1665" dt="2025-02-25T13:59:16.640"/>
  </p1510:revLst>
</p1510:revInfo>
</file>

<file path=ppt/tableStyles.xml><?xml version="1.0" encoding="utf-8"?>
<a:tblStyleLst xmlns:a="http://schemas.openxmlformats.org/drawingml/2006/main" def="{11E2214B-EEA6-4F0E-851E-DA328E0D34B4}">
  <a:tblStyle styleId="{11E2214B-EEA6-4F0E-851E-DA328E0D34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E44D3EF-30E0-43DB-A017-93B0B98886E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37" autoAdjust="0"/>
    <p:restoredTop sz="81767" autoAdjust="0"/>
  </p:normalViewPr>
  <p:slideViewPr>
    <p:cSldViewPr snapToGrid="0">
      <p:cViewPr varScale="1">
        <p:scale>
          <a:sx n="158" d="100"/>
          <a:sy n="158" d="100"/>
        </p:scale>
        <p:origin x="2268" y="3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7" Type="http://schemas.openxmlformats.org/officeDocument/2006/relationships/slide" Target="slides/slide1.xml"/><Relationship Id="rId38" Type="http://schemas.openxmlformats.org/officeDocument/2006/relationships/slide" Target="slides/slide2.xml"/><Relationship Id="rId39" Type="http://schemas.openxmlformats.org/officeDocument/2006/relationships/slide" Target="slides/slide3.xml"/><Relationship Id="rId40" Type="http://schemas.openxmlformats.org/officeDocument/2006/relationships/slide" Target="slides/slide4.xml"/><Relationship Id="rId41" Type="http://schemas.openxmlformats.org/officeDocument/2006/relationships/slide" Target="slides/slide5.xml"/><Relationship Id="rId42" Type="http://schemas.openxmlformats.org/officeDocument/2006/relationships/slide" Target="slides/slide6.xml"/><Relationship Id="rId43" Type="http://schemas.openxmlformats.org/officeDocument/2006/relationships/slide" Target="slides/slide7.xml"/><Relationship Id="rId44" Type="http://schemas.openxmlformats.org/officeDocument/2006/relationships/slide" Target="slides/slide8.xml"/><Relationship Id="rId45" Type="http://schemas.openxmlformats.org/officeDocument/2006/relationships/slide" Target="slides/slide9.xml"/><Relationship Id="rId46" Type="http://schemas.openxmlformats.org/officeDocument/2006/relationships/slide" Target="slides/slide10.xml"/><Relationship Id="rId47" Type="http://schemas.openxmlformats.org/officeDocument/2006/relationships/slide" Target="slides/slide11.xml"/><Relationship Id="rId48" Type="http://schemas.openxmlformats.org/officeDocument/2006/relationships/slide" Target="slides/slide12.xml"/><Relationship Id="rId49" Type="http://schemas.openxmlformats.org/officeDocument/2006/relationships/slide" Target="slides/slide13.xml"/><Relationship Id="rId50" Type="http://schemas.openxmlformats.org/officeDocument/2006/relationships/slide" Target="slides/slide14.xml"/><Relationship Id="rId114" Type="http://schemas.openxmlformats.org/officeDocument/2006/relationships/notesMaster" Target="notesMasters/notesMaster1.xml"/><Relationship Id="rId115" Type="http://schemas.openxmlformats.org/officeDocument/2006/relationships/font" Target="fonts/font1.fntdata"/><Relationship Id="rId116" Type="http://schemas.openxmlformats.org/officeDocument/2006/relationships/font" Target="fonts/font2.fntdata"/><Relationship Id="rId117" Type="http://schemas.openxmlformats.org/officeDocument/2006/relationships/font" Target="fonts/font3.fntdata"/><Relationship Id="rId118" Type="http://schemas.openxmlformats.org/officeDocument/2006/relationships/font" Target="fonts/font4.fntdata"/><Relationship Id="rId119" Type="http://schemas.openxmlformats.org/officeDocument/2006/relationships/font" Target="fonts/font5.fntdata"/><Relationship Id="rId120" Type="http://schemas.openxmlformats.org/officeDocument/2006/relationships/font" Target="fonts/font6.fntdata"/><Relationship Id="rId121" Type="http://schemas.openxmlformats.org/officeDocument/2006/relationships/font" Target="fonts/font7.fntdata"/><Relationship Id="rId122" Type="http://schemas.openxmlformats.org/officeDocument/2006/relationships/font" Target="fonts/font8.fntdata"/><Relationship Id="rId123" Type="http://schemas.openxmlformats.org/officeDocument/2006/relationships/font" Target="fonts/font9.fntdata"/><Relationship Id="rId124" Type="http://schemas.openxmlformats.org/officeDocument/2006/relationships/font" Target="fonts/font10.fntdata"/><Relationship Id="rId125" Type="http://schemas.openxmlformats.org/officeDocument/2006/relationships/font" Target="fonts/font11.fntdata"/><Relationship Id="rId126" Type="http://schemas.openxmlformats.org/officeDocument/2006/relationships/font" Target="fonts/font12.fntdata"/><Relationship Id="rId127" Type="http://schemas.openxmlformats.org/officeDocument/2006/relationships/font" Target="fonts/font13.fntdata"/><Relationship Id="rId128" Type="http://schemas.openxmlformats.org/officeDocument/2006/relationships/font" Target="fonts/font14.fntdata"/><Relationship Id="rId129" Type="http://schemas.openxmlformats.org/officeDocument/2006/relationships/font" Target="fonts/font15.fntdata"/><Relationship Id="rId130" Type="http://schemas.openxmlformats.org/officeDocument/2006/relationships/font" Target="fonts/font16.fntdata"/><Relationship Id="rId131" Type="http://schemas.openxmlformats.org/officeDocument/2006/relationships/font" Target="fonts/font17.fntdata"/><Relationship Id="rId132" Type="http://schemas.openxmlformats.org/officeDocument/2006/relationships/font" Target="fonts/font18.fntdata"/><Relationship Id="rId133" Type="http://schemas.openxmlformats.org/officeDocument/2006/relationships/font" Target="fonts/font19.fntdata"/><Relationship Id="rId134" Type="http://schemas.openxmlformats.org/officeDocument/2006/relationships/font" Target="fonts/font20.fntdata"/><Relationship Id="rId135" Type="http://schemas.openxmlformats.org/officeDocument/2006/relationships/font" Target="fonts/font21.fntdata"/><Relationship Id="rId136" Type="http://schemas.openxmlformats.org/officeDocument/2006/relationships/font" Target="fonts/font22.fntdata"/><Relationship Id="rId137" Type="http://schemas.openxmlformats.org/officeDocument/2006/relationships/font" Target="fonts/font23.fntdata"/><Relationship Id="rId138" Type="http://schemas.openxmlformats.org/officeDocument/2006/relationships/font" Target="fonts/font24.fntdata"/><Relationship Id="rId139" Type="http://schemas.openxmlformats.org/officeDocument/2006/relationships/font" Target="fonts/font25.fntdata"/><Relationship Id="rId140" Type="http://schemas.openxmlformats.org/officeDocument/2006/relationships/font" Target="fonts/font26.fntdata"/><Relationship Id="rId141" Type="http://schemas.openxmlformats.org/officeDocument/2006/relationships/font" Target="fonts/font27.fntdata"/><Relationship Id="rId142" Type="http://schemas.openxmlformats.org/officeDocument/2006/relationships/font" Target="fonts/font28.fntdata"/><Relationship Id="rId143" Type="http://schemas.openxmlformats.org/officeDocument/2006/relationships/presProps" Target="presProps.xml"/><Relationship Id="rId144" Type="http://schemas.openxmlformats.org/officeDocument/2006/relationships/viewProps" Target="viewProps.xml"/><Relationship Id="rId145" Type="http://schemas.openxmlformats.org/officeDocument/2006/relationships/theme" Target="theme/theme1.xml"/><Relationship Id="rId146" Type="http://schemas.openxmlformats.org/officeDocument/2006/relationships/tableStyles" Target="tableStyles.xml"/><Relationship Id="rId147" Type="http://schemas.microsoft.com/office/2016/11/relationships/changesInfo" Target="changesInfos/changesInfo1.xml"/><Relationship Id="rId14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evoir Williams" userId="6a45007046124a3d" providerId="LiveId" clId="{1172E971-BE95-41D8-8417-A8E96DC25A07}"/>
    <pc:docChg chg="undo custSel addSld delSld modSld sldOrd addSection delSection modSection">
      <pc:chgData name="Trevoir Williams" userId="6a45007046124a3d" providerId="LiveId" clId="{1172E971-BE95-41D8-8417-A8E96DC25A07}" dt="2024-11-20T18:59:40.467" v="4542" actId="20577"/>
      <pc:docMkLst>
        <pc:docMk/>
      </pc:docMkLst>
      <pc:sldChg chg="modSp mod">
        <pc:chgData name="Trevoir Williams" userId="6a45007046124a3d" providerId="LiveId" clId="{1172E971-BE95-41D8-8417-A8E96DC25A07}" dt="2024-11-20T18:41:34.474" v="4079" actId="20577"/>
        <pc:sldMkLst>
          <pc:docMk/>
          <pc:sldMk cId="0" sldId="256"/>
        </pc:sldMkLst>
      </pc:sldChg>
      <pc:sldChg chg="del">
        <pc:chgData name="Trevoir Williams" userId="6a45007046124a3d" providerId="LiveId" clId="{1172E971-BE95-41D8-8417-A8E96DC25A07}" dt="2024-11-20T18:42:32.528" v="4080" actId="47"/>
        <pc:sldMkLst>
          <pc:docMk/>
          <pc:sldMk cId="0" sldId="257"/>
        </pc:sldMkLst>
      </pc:sldChg>
      <pc:sldChg chg="add del">
        <pc:chgData name="Trevoir Williams" userId="6a45007046124a3d" providerId="LiveId" clId="{1172E971-BE95-41D8-8417-A8E96DC25A07}" dt="2024-11-20T18:54:19.631" v="4535"/>
        <pc:sldMkLst>
          <pc:docMk/>
          <pc:sldMk cId="0" sldId="258"/>
        </pc:sldMkLst>
      </pc:sldChg>
      <pc:sldChg chg="addSp modSp add mod modAnim modNotesTx">
        <pc:chgData name="Trevoir Williams" userId="6a45007046124a3d" providerId="LiveId" clId="{1172E971-BE95-41D8-8417-A8E96DC25A07}" dt="2024-11-20T18:55:00.263" v="4537"/>
        <pc:sldMkLst>
          <pc:docMk/>
          <pc:sldMk cId="400484706" sldId="299"/>
        </pc:sldMkLst>
      </pc:sldChg>
      <pc:sldChg chg="modSp mod modAnim">
        <pc:chgData name="Trevoir Williams" userId="6a45007046124a3d" providerId="LiveId" clId="{1172E971-BE95-41D8-8417-A8E96DC25A07}" dt="2024-11-12T21:06:10.302" v="795" actId="20577"/>
        <pc:sldMkLst>
          <pc:docMk/>
          <pc:sldMk cId="1272069701" sldId="318"/>
        </pc:sldMkLst>
      </pc:sldChg>
      <pc:sldChg chg="modSp">
        <pc:chgData name="Trevoir Williams" userId="6a45007046124a3d" providerId="LiveId" clId="{1172E971-BE95-41D8-8417-A8E96DC25A07}" dt="2024-11-12T20:54:19.263" v="547" actId="20577"/>
        <pc:sldMkLst>
          <pc:docMk/>
          <pc:sldMk cId="2126565633" sldId="489"/>
        </pc:sldMkLst>
      </pc:sldChg>
      <pc:sldChg chg="modSp modAnim">
        <pc:chgData name="Trevoir Williams" userId="6a45007046124a3d" providerId="LiveId" clId="{1172E971-BE95-41D8-8417-A8E96DC25A07}" dt="2024-11-12T21:07:57.258" v="1067" actId="20577"/>
        <pc:sldMkLst>
          <pc:docMk/>
          <pc:sldMk cId="2856495926" sldId="496"/>
        </pc:sldMkLst>
      </pc:sldChg>
      <pc:sldChg chg="modSp mod">
        <pc:chgData name="Trevoir Williams" userId="6a45007046124a3d" providerId="LiveId" clId="{1172E971-BE95-41D8-8417-A8E96DC25A07}" dt="2024-11-12T20:39:48.606" v="322" actId="20577"/>
        <pc:sldMkLst>
          <pc:docMk/>
          <pc:sldMk cId="3627038635" sldId="497"/>
        </pc:sldMkLst>
      </pc:sldChg>
      <pc:sldChg chg="modSp del modAnim">
        <pc:chgData name="Trevoir Williams" userId="6a45007046124a3d" providerId="LiveId" clId="{1172E971-BE95-41D8-8417-A8E96DC25A07}" dt="2024-11-12T21:06:21.849" v="796" actId="47"/>
        <pc:sldMkLst>
          <pc:docMk/>
          <pc:sldMk cId="2707485716" sldId="498"/>
        </pc:sldMkLst>
      </pc:sldChg>
      <pc:sldChg chg="modSp add del mod ord modAnim">
        <pc:chgData name="Trevoir Williams" userId="6a45007046124a3d" providerId="LiveId" clId="{1172E971-BE95-41D8-8417-A8E96DC25A07}" dt="2024-11-13T13:12:05.930" v="1068" actId="47"/>
        <pc:sldMkLst>
          <pc:docMk/>
          <pc:sldMk cId="3414626463" sldId="499"/>
        </pc:sldMkLst>
      </pc:sldChg>
      <pc:sldChg chg="addSp delSp modSp add mod modAnim modNotesTx">
        <pc:chgData name="Trevoir Williams" userId="6a45007046124a3d" providerId="LiveId" clId="{1172E971-BE95-41D8-8417-A8E96DC25A07}" dt="2024-11-12T20:27:48.805" v="194"/>
        <pc:sldMkLst>
          <pc:docMk/>
          <pc:sldMk cId="4039687005" sldId="500"/>
        </pc:sldMkLst>
      </pc:sldChg>
      <pc:sldChg chg="modSp add mod ord modAnim">
        <pc:chgData name="Trevoir Williams" userId="6a45007046124a3d" providerId="LiveId" clId="{1172E971-BE95-41D8-8417-A8E96DC25A07}" dt="2024-11-12T21:03:47.927" v="627"/>
        <pc:sldMkLst>
          <pc:docMk/>
          <pc:sldMk cId="629129461" sldId="501"/>
        </pc:sldMkLst>
      </pc:sldChg>
      <pc:sldChg chg="modSp add mod ord">
        <pc:chgData name="Trevoir Williams" userId="6a45007046124a3d" providerId="LiveId" clId="{1172E971-BE95-41D8-8417-A8E96DC25A07}" dt="2024-11-12T20:47:49.551" v="516" actId="20577"/>
        <pc:sldMkLst>
          <pc:docMk/>
          <pc:sldMk cId="3630796767" sldId="502"/>
        </pc:sldMkLst>
      </pc:sldChg>
      <pc:sldChg chg="modSp add del mod modAnim">
        <pc:chgData name="Trevoir Williams" userId="6a45007046124a3d" providerId="LiveId" clId="{1172E971-BE95-41D8-8417-A8E96DC25A07}" dt="2024-11-12T21:06:21.849" v="796" actId="47"/>
        <pc:sldMkLst>
          <pc:docMk/>
          <pc:sldMk cId="1174540763" sldId="503"/>
        </pc:sldMkLst>
      </pc:sldChg>
      <pc:sldChg chg="add del">
        <pc:chgData name="Trevoir Williams" userId="6a45007046124a3d" providerId="LiveId" clId="{1172E971-BE95-41D8-8417-A8E96DC25A07}" dt="2024-11-12T20:55:03.998" v="551"/>
        <pc:sldMkLst>
          <pc:docMk/>
          <pc:sldMk cId="1118549957" sldId="504"/>
        </pc:sldMkLst>
      </pc:sldChg>
      <pc:sldChg chg="add">
        <pc:chgData name="Trevoir Williams" userId="6a45007046124a3d" providerId="LiveId" clId="{1172E971-BE95-41D8-8417-A8E96DC25A07}" dt="2024-11-13T15:04:37.605" v="1360"/>
        <pc:sldMkLst>
          <pc:docMk/>
          <pc:sldMk cId="1222343819" sldId="511"/>
        </pc:sldMkLst>
      </pc:sldChg>
      <pc:sldChg chg="modSp add modAnim">
        <pc:chgData name="Trevoir Williams" userId="6a45007046124a3d" providerId="LiveId" clId="{1172E971-BE95-41D8-8417-A8E96DC25A07}" dt="2024-11-13T15:06:01.246" v="1400" actId="20577"/>
        <pc:sldMkLst>
          <pc:docMk/>
          <pc:sldMk cId="290559400" sldId="512"/>
        </pc:sldMkLst>
      </pc:sldChg>
      <pc:sldChg chg="modSp add">
        <pc:chgData name="Trevoir Williams" userId="6a45007046124a3d" providerId="LiveId" clId="{1172E971-BE95-41D8-8417-A8E96DC25A07}" dt="2024-11-13T15:05:03.398" v="1385" actId="20577"/>
        <pc:sldMkLst>
          <pc:docMk/>
          <pc:sldMk cId="3969985296" sldId="513"/>
        </pc:sldMkLst>
      </pc:sldChg>
      <pc:sldChg chg="modSp add modAnim">
        <pc:chgData name="Trevoir Williams" userId="6a45007046124a3d" providerId="LiveId" clId="{1172E971-BE95-41D8-8417-A8E96DC25A07}" dt="2024-11-13T15:22:48.876" v="1497" actId="20577"/>
        <pc:sldMkLst>
          <pc:docMk/>
          <pc:sldMk cId="739463832" sldId="514"/>
        </pc:sldMkLst>
      </pc:sldChg>
      <pc:sldChg chg="add ord">
        <pc:chgData name="Trevoir Williams" userId="6a45007046124a3d" providerId="LiveId" clId="{1172E971-BE95-41D8-8417-A8E96DC25A07}" dt="2024-11-13T15:21:55.859" v="1411"/>
        <pc:sldMkLst>
          <pc:docMk/>
          <pc:sldMk cId="1238696468" sldId="518"/>
        </pc:sldMkLst>
      </pc:sldChg>
      <pc:sldChg chg="add">
        <pc:chgData name="Trevoir Williams" userId="6a45007046124a3d" providerId="LiveId" clId="{1172E971-BE95-41D8-8417-A8E96DC25A07}" dt="2024-11-13T15:06:35.965" v="1401"/>
        <pc:sldMkLst>
          <pc:docMk/>
          <pc:sldMk cId="1334761478" sldId="526"/>
        </pc:sldMkLst>
      </pc:sldChg>
      <pc:sldChg chg="add">
        <pc:chgData name="Trevoir Williams" userId="6a45007046124a3d" providerId="LiveId" clId="{1172E971-BE95-41D8-8417-A8E96DC25A07}" dt="2024-11-13T15:04:37.605" v="1360"/>
        <pc:sldMkLst>
          <pc:docMk/>
          <pc:sldMk cId="433684688" sldId="534"/>
        </pc:sldMkLst>
      </pc:sldChg>
      <pc:sldChg chg="add ord">
        <pc:chgData name="Trevoir Williams" userId="6a45007046124a3d" providerId="LiveId" clId="{1172E971-BE95-41D8-8417-A8E96DC25A07}" dt="2024-11-12T21:03:30.098" v="625"/>
        <pc:sldMkLst>
          <pc:docMk/>
          <pc:sldMk cId="2162253639" sldId="542"/>
        </pc:sldMkLst>
      </pc:sldChg>
      <pc:sldChg chg="modSp add mod ord modAnim">
        <pc:chgData name="Trevoir Williams" userId="6a45007046124a3d" providerId="LiveId" clId="{1172E971-BE95-41D8-8417-A8E96DC25A07}" dt="2024-11-13T13:21:00.840" v="1185" actId="20577"/>
        <pc:sldMkLst>
          <pc:docMk/>
          <pc:sldMk cId="454991802" sldId="543"/>
        </pc:sldMkLst>
      </pc:sldChg>
      <pc:sldChg chg="modSp add mod modAnim">
        <pc:chgData name="Trevoir Williams" userId="6a45007046124a3d" providerId="LiveId" clId="{1172E971-BE95-41D8-8417-A8E96DC25A07}" dt="2024-11-12T21:01:23.961" v="590"/>
        <pc:sldMkLst>
          <pc:docMk/>
          <pc:sldMk cId="3586758904" sldId="544"/>
        </pc:sldMkLst>
      </pc:sldChg>
      <pc:sldChg chg="addSp modSp add mod modAnim modNotesTx">
        <pc:chgData name="Trevoir Williams" userId="6a45007046124a3d" providerId="LiveId" clId="{1172E971-BE95-41D8-8417-A8E96DC25A07}" dt="2024-11-12T21:02:32.898" v="623" actId="20577"/>
        <pc:sldMkLst>
          <pc:docMk/>
          <pc:sldMk cId="2742521212" sldId="545"/>
        </pc:sldMkLst>
      </pc:sldChg>
      <pc:sldChg chg="add del">
        <pc:chgData name="Trevoir Williams" userId="6a45007046124a3d" providerId="LiveId" clId="{1172E971-BE95-41D8-8417-A8E96DC25A07}" dt="2024-11-12T21:06:28.550" v="797" actId="47"/>
        <pc:sldMkLst>
          <pc:docMk/>
          <pc:sldMk cId="4100598655" sldId="546"/>
        </pc:sldMkLst>
      </pc:sldChg>
      <pc:sldChg chg="addSp modSp modAnim">
        <pc:chgData name="Trevoir Williams" userId="6a45007046124a3d" providerId="LiveId" clId="{1172E971-BE95-41D8-8417-A8E96DC25A07}" dt="2024-11-18T13:57:11.208" v="1526"/>
        <pc:sldMkLst>
          <pc:docMk/>
          <pc:sldMk cId="4053681741" sldId="547"/>
        </pc:sldMkLst>
      </pc:sldChg>
      <pc:sldChg chg="modSp mod modAnim">
        <pc:chgData name="Trevoir Williams" userId="6a45007046124a3d" providerId="LiveId" clId="{1172E971-BE95-41D8-8417-A8E96DC25A07}" dt="2024-11-13T14:09:20.077" v="1232" actId="20577"/>
        <pc:sldMkLst>
          <pc:docMk/>
          <pc:sldMk cId="1917539655" sldId="548"/>
        </pc:sldMkLst>
      </pc:sldChg>
      <pc:sldChg chg="modSp mod modAnim">
        <pc:chgData name="Trevoir Williams" userId="6a45007046124a3d" providerId="LiveId" clId="{1172E971-BE95-41D8-8417-A8E96DC25A07}" dt="2024-11-18T14:56:56.359" v="1720" actId="20577"/>
        <pc:sldMkLst>
          <pc:docMk/>
          <pc:sldMk cId="4226409406" sldId="552"/>
        </pc:sldMkLst>
      </pc:sldChg>
      <pc:sldChg chg="modSp modAnim">
        <pc:chgData name="Trevoir Williams" userId="6a45007046124a3d" providerId="LiveId" clId="{1172E971-BE95-41D8-8417-A8E96DC25A07}" dt="2024-11-18T20:16:56.152" v="2354" actId="20577"/>
        <pc:sldMkLst>
          <pc:docMk/>
          <pc:sldMk cId="4187166047" sldId="556"/>
        </pc:sldMkLst>
      </pc:sldChg>
      <pc:sldChg chg="modNotesTx">
        <pc:chgData name="Trevoir Williams" userId="6a45007046124a3d" providerId="LiveId" clId="{1172E971-BE95-41D8-8417-A8E96DC25A07}" dt="2024-11-18T18:21:37.198" v="2047"/>
        <pc:sldMkLst>
          <pc:docMk/>
          <pc:sldMk cId="1219890637" sldId="563"/>
        </pc:sldMkLst>
      </pc:sldChg>
      <pc:sldChg chg="modSp add del mod">
        <pc:chgData name="Trevoir Williams" userId="6a45007046124a3d" providerId="LiveId" clId="{1172E971-BE95-41D8-8417-A8E96DC25A07}" dt="2024-11-13T15:04:35.463" v="1359" actId="47"/>
        <pc:sldMkLst>
          <pc:docMk/>
          <pc:sldMk cId="1610172579" sldId="567"/>
        </pc:sldMkLst>
      </pc:sldChg>
      <pc:sldChg chg="add del">
        <pc:chgData name="Trevoir Williams" userId="6a45007046124a3d" providerId="LiveId" clId="{1172E971-BE95-41D8-8417-A8E96DC25A07}" dt="2024-11-13T15:07:26.636" v="1403" actId="47"/>
        <pc:sldMkLst>
          <pc:docMk/>
          <pc:sldMk cId="1882707441" sldId="567"/>
        </pc:sldMkLst>
      </pc:sldChg>
      <pc:sldChg chg="modSp add del modAnim">
        <pc:chgData name="Trevoir Williams" userId="6a45007046124a3d" providerId="LiveId" clId="{1172E971-BE95-41D8-8417-A8E96DC25A07}" dt="2024-11-13T15:04:35.463" v="1359" actId="47"/>
        <pc:sldMkLst>
          <pc:docMk/>
          <pc:sldMk cId="459242774" sldId="568"/>
        </pc:sldMkLst>
      </pc:sldChg>
      <pc:sldChg chg="add del">
        <pc:chgData name="Trevoir Williams" userId="6a45007046124a3d" providerId="LiveId" clId="{1172E971-BE95-41D8-8417-A8E96DC25A07}" dt="2024-11-13T15:07:26.636" v="1403" actId="47"/>
        <pc:sldMkLst>
          <pc:docMk/>
          <pc:sldMk cId="529811125" sldId="568"/>
        </pc:sldMkLst>
      </pc:sldChg>
      <pc:sldChg chg="add del">
        <pc:chgData name="Trevoir Williams" userId="6a45007046124a3d" providerId="LiveId" clId="{1172E971-BE95-41D8-8417-A8E96DC25A07}" dt="2024-11-13T15:07:26.636" v="1403" actId="47"/>
        <pc:sldMkLst>
          <pc:docMk/>
          <pc:sldMk cId="1368308737" sldId="569"/>
        </pc:sldMkLst>
      </pc:sldChg>
      <pc:sldChg chg="add del">
        <pc:chgData name="Trevoir Williams" userId="6a45007046124a3d" providerId="LiveId" clId="{1172E971-BE95-41D8-8417-A8E96DC25A07}" dt="2024-11-13T15:04:35.463" v="1359" actId="47"/>
        <pc:sldMkLst>
          <pc:docMk/>
          <pc:sldMk cId="1425337824" sldId="569"/>
        </pc:sldMkLst>
      </pc:sldChg>
      <pc:sldChg chg="add del">
        <pc:chgData name="Trevoir Williams" userId="6a45007046124a3d" providerId="LiveId" clId="{1172E971-BE95-41D8-8417-A8E96DC25A07}" dt="2024-11-13T15:04:35.463" v="1359" actId="47"/>
        <pc:sldMkLst>
          <pc:docMk/>
          <pc:sldMk cId="556114158" sldId="570"/>
        </pc:sldMkLst>
      </pc:sldChg>
      <pc:sldChg chg="add del">
        <pc:chgData name="Trevoir Williams" userId="6a45007046124a3d" providerId="LiveId" clId="{1172E971-BE95-41D8-8417-A8E96DC25A07}" dt="2024-11-13T15:07:26.636" v="1403" actId="47"/>
        <pc:sldMkLst>
          <pc:docMk/>
          <pc:sldMk cId="2306183071" sldId="570"/>
        </pc:sldMkLst>
      </pc:sldChg>
      <pc:sldChg chg="add del">
        <pc:chgData name="Trevoir Williams" userId="6a45007046124a3d" providerId="LiveId" clId="{1172E971-BE95-41D8-8417-A8E96DC25A07}" dt="2024-11-13T15:07:26.636" v="1403" actId="47"/>
        <pc:sldMkLst>
          <pc:docMk/>
          <pc:sldMk cId="305060886" sldId="571"/>
        </pc:sldMkLst>
      </pc:sldChg>
      <pc:sldChg chg="add del">
        <pc:chgData name="Trevoir Williams" userId="6a45007046124a3d" providerId="LiveId" clId="{1172E971-BE95-41D8-8417-A8E96DC25A07}" dt="2024-11-13T15:21:14.943" v="1405" actId="47"/>
        <pc:sldMkLst>
          <pc:docMk/>
          <pc:sldMk cId="535636877" sldId="572"/>
        </pc:sldMkLst>
      </pc:sldChg>
      <pc:sldChg chg="add ord">
        <pc:chgData name="Trevoir Williams" userId="6a45007046124a3d" providerId="LiveId" clId="{1172E971-BE95-41D8-8417-A8E96DC25A07}" dt="2024-11-13T15:21:55.859" v="1411"/>
        <pc:sldMkLst>
          <pc:docMk/>
          <pc:sldMk cId="2025007425" sldId="573"/>
        </pc:sldMkLst>
      </pc:sldChg>
      <pc:sldChg chg="add">
        <pc:chgData name="Trevoir Williams" userId="6a45007046124a3d" providerId="LiveId" clId="{1172E971-BE95-41D8-8417-A8E96DC25A07}" dt="2024-11-13T15:07:47.193" v="1404"/>
        <pc:sldMkLst>
          <pc:docMk/>
          <pc:sldMk cId="1723620810" sldId="574"/>
        </pc:sldMkLst>
      </pc:sldChg>
      <pc:sldChg chg="modSp add mod modAnim">
        <pc:chgData name="Trevoir Williams" userId="6a45007046124a3d" providerId="LiveId" clId="{1172E971-BE95-41D8-8417-A8E96DC25A07}" dt="2024-11-18T18:16:20.284" v="1996" actId="6549"/>
        <pc:sldMkLst>
          <pc:docMk/>
          <pc:sldMk cId="268392604" sldId="575"/>
        </pc:sldMkLst>
      </pc:sldChg>
      <pc:sldChg chg="addSp delSp modSp add mod modAnim">
        <pc:chgData name="Trevoir Williams" userId="6a45007046124a3d" providerId="LiveId" clId="{1172E971-BE95-41D8-8417-A8E96DC25A07}" dt="2024-11-18T18:20:51.703" v="2016" actId="20577"/>
        <pc:sldMkLst>
          <pc:docMk/>
          <pc:sldMk cId="2480859063" sldId="576"/>
        </pc:sldMkLst>
      </pc:sldChg>
      <pc:sldChg chg="addSp delSp modSp add modAnim modNotesTx">
        <pc:chgData name="Trevoir Williams" userId="6a45007046124a3d" providerId="LiveId" clId="{1172E971-BE95-41D8-8417-A8E96DC25A07}" dt="2024-11-18T18:22:09.466" v="2061"/>
        <pc:sldMkLst>
          <pc:docMk/>
          <pc:sldMk cId="1193052195" sldId="577"/>
        </pc:sldMkLst>
      </pc:sldChg>
      <pc:sldChg chg="add del">
        <pc:chgData name="Trevoir Williams" userId="6a45007046124a3d" providerId="LiveId" clId="{1172E971-BE95-41D8-8417-A8E96DC25A07}" dt="2024-11-18T18:08:48.350" v="1795"/>
        <pc:sldMkLst>
          <pc:docMk/>
          <pc:sldMk cId="1901112534" sldId="577"/>
        </pc:sldMkLst>
      </pc:sldChg>
      <pc:sldChg chg="addSp delSp modSp add modAnim">
        <pc:chgData name="Trevoir Williams" userId="6a45007046124a3d" providerId="LiveId" clId="{1172E971-BE95-41D8-8417-A8E96DC25A07}" dt="2024-11-18T18:24:19.021" v="2090" actId="113"/>
        <pc:sldMkLst>
          <pc:docMk/>
          <pc:sldMk cId="3585984959" sldId="578"/>
        </pc:sldMkLst>
      </pc:sldChg>
      <pc:sldChg chg="addSp delSp modSp add mod">
        <pc:chgData name="Trevoir Williams" userId="6a45007046124a3d" providerId="LiveId" clId="{1172E971-BE95-41D8-8417-A8E96DC25A07}" dt="2024-11-19T16:01:38.581" v="3309" actId="20577"/>
        <pc:sldMkLst>
          <pc:docMk/>
          <pc:sldMk cId="3371294077" sldId="579"/>
        </pc:sldMkLst>
      </pc:sldChg>
      <pc:sldChg chg="modSp add modAnim">
        <pc:chgData name="Trevoir Williams" userId="6a45007046124a3d" providerId="LiveId" clId="{1172E971-BE95-41D8-8417-A8E96DC25A07}" dt="2024-11-19T20:49:45.257" v="3652" actId="20577"/>
        <pc:sldMkLst>
          <pc:docMk/>
          <pc:sldMk cId="1371302944" sldId="580"/>
        </pc:sldMkLst>
      </pc:sldChg>
      <pc:sldChg chg="modSp add del mod ord modAnim">
        <pc:chgData name="Trevoir Williams" userId="6a45007046124a3d" providerId="LiveId" clId="{1172E971-BE95-41D8-8417-A8E96DC25A07}" dt="2024-11-19T20:48:28.474" v="3624" actId="47"/>
        <pc:sldMkLst>
          <pc:docMk/>
          <pc:sldMk cId="3752896572" sldId="581"/>
        </pc:sldMkLst>
      </pc:sldChg>
      <pc:sldChg chg="modSp add modAnim">
        <pc:chgData name="Trevoir Williams" userId="6a45007046124a3d" providerId="LiveId" clId="{1172E971-BE95-41D8-8417-A8E96DC25A07}" dt="2024-11-20T16:47:00.305" v="4063" actId="20577"/>
        <pc:sldMkLst>
          <pc:docMk/>
          <pc:sldMk cId="374816430" sldId="582"/>
        </pc:sldMkLst>
      </pc:sldChg>
      <pc:sldChg chg="modSp add del mod ord modAnim modNotesTx">
        <pc:chgData name="Trevoir Williams" userId="6a45007046124a3d" providerId="LiveId" clId="{1172E971-BE95-41D8-8417-A8E96DC25A07}" dt="2024-11-19T20:48:28.474" v="3624" actId="47"/>
        <pc:sldMkLst>
          <pc:docMk/>
          <pc:sldMk cId="3703264136" sldId="583"/>
        </pc:sldMkLst>
      </pc:sldChg>
      <pc:sldChg chg="modSp add del mod ord modAnim modNotesTx">
        <pc:chgData name="Trevoir Williams" userId="6a45007046124a3d" providerId="LiveId" clId="{1172E971-BE95-41D8-8417-A8E96DC25A07}" dt="2024-11-19T20:48:28.474" v="3624" actId="47"/>
        <pc:sldMkLst>
          <pc:docMk/>
          <pc:sldMk cId="2242639053" sldId="584"/>
        </pc:sldMkLst>
      </pc:sldChg>
      <pc:sldChg chg="addSp modSp add del mod ord modAnim modNotesTx">
        <pc:chgData name="Trevoir Williams" userId="6a45007046124a3d" providerId="LiveId" clId="{1172E971-BE95-41D8-8417-A8E96DC25A07}" dt="2024-11-19T16:44:06.197" v="3312" actId="47"/>
        <pc:sldMkLst>
          <pc:docMk/>
          <pc:sldMk cId="2103872325" sldId="585"/>
        </pc:sldMkLst>
      </pc:sldChg>
      <pc:sldChg chg="addSp modSp add mod ord modAnim modNotesTx">
        <pc:chgData name="Trevoir Williams" userId="6a45007046124a3d" providerId="LiveId" clId="{1172E971-BE95-41D8-8417-A8E96DC25A07}" dt="2024-11-19T20:53:41.610" v="3820" actId="113"/>
        <pc:sldMkLst>
          <pc:docMk/>
          <pc:sldMk cId="3289197478" sldId="586"/>
        </pc:sldMkLst>
      </pc:sldChg>
      <pc:sldChg chg="modSp add mod ord modAnim">
        <pc:chgData name="Trevoir Williams" userId="6a45007046124a3d" providerId="LiveId" clId="{1172E971-BE95-41D8-8417-A8E96DC25A07}" dt="2024-11-19T15:54:07.060" v="3251"/>
        <pc:sldMkLst>
          <pc:docMk/>
          <pc:sldMk cId="660513789" sldId="587"/>
        </pc:sldMkLst>
      </pc:sldChg>
      <pc:sldChg chg="addSp delSp modSp add mod modAnim modNotesTx">
        <pc:chgData name="Trevoir Williams" userId="6a45007046124a3d" providerId="LiveId" clId="{1172E971-BE95-41D8-8417-A8E96DC25A07}" dt="2024-11-19T16:51:41.105" v="3535"/>
        <pc:sldMkLst>
          <pc:docMk/>
          <pc:sldMk cId="2861756391" sldId="588"/>
        </pc:sldMkLst>
      </pc:sldChg>
      <pc:sldChg chg="modSp add modAnim">
        <pc:chgData name="Trevoir Williams" userId="6a45007046124a3d" providerId="LiveId" clId="{1172E971-BE95-41D8-8417-A8E96DC25A07}" dt="2024-11-19T16:52:29.811" v="3540"/>
        <pc:sldMkLst>
          <pc:docMk/>
          <pc:sldMk cId="1739585494" sldId="589"/>
        </pc:sldMkLst>
      </pc:sldChg>
      <pc:sldChg chg="modSp add modAnim">
        <pc:chgData name="Trevoir Williams" userId="6a45007046124a3d" providerId="LiveId" clId="{1172E971-BE95-41D8-8417-A8E96DC25A07}" dt="2024-11-19T17:04:43.063" v="3620" actId="20577"/>
        <pc:sldMkLst>
          <pc:docMk/>
          <pc:sldMk cId="1730795753" sldId="590"/>
        </pc:sldMkLst>
      </pc:sldChg>
      <pc:sldChg chg="modSp add modAnim">
        <pc:chgData name="Trevoir Williams" userId="6a45007046124a3d" providerId="LiveId" clId="{1172E971-BE95-41D8-8417-A8E96DC25A07}" dt="2024-11-19T17:04:56.740" v="3623"/>
        <pc:sldMkLst>
          <pc:docMk/>
          <pc:sldMk cId="30861721" sldId="591"/>
        </pc:sldMkLst>
      </pc:sldChg>
      <pc:sldChg chg="addSp modSp add mod modAnim modNotesTx">
        <pc:chgData name="Trevoir Williams" userId="6a45007046124a3d" providerId="LiveId" clId="{1172E971-BE95-41D8-8417-A8E96DC25A07}" dt="2024-11-20T18:48:02.629" v="4222" actId="20577"/>
        <pc:sldMkLst>
          <pc:docMk/>
          <pc:sldMk cId="1304305565" sldId="650"/>
        </pc:sldMkLst>
      </pc:sldChg>
      <pc:sldChg chg="modSp add mod modAnim">
        <pc:chgData name="Trevoir Williams" userId="6a45007046124a3d" providerId="LiveId" clId="{1172E971-BE95-41D8-8417-A8E96DC25A07}" dt="2024-11-20T18:59:40.467" v="4542" actId="20577"/>
        <pc:sldMkLst>
          <pc:docMk/>
          <pc:sldMk cId="2507848002" sldId="652"/>
        </pc:sldMkLst>
      </pc:sldChg>
      <pc:sldChg chg="addSp delSp modSp add mod">
        <pc:chgData name="Trevoir Williams" userId="6a45007046124a3d" providerId="LiveId" clId="{1172E971-BE95-41D8-8417-A8E96DC25A07}" dt="2024-11-20T18:53:36.891" v="4534" actId="1076"/>
        <pc:sldMkLst>
          <pc:docMk/>
          <pc:sldMk cId="0" sldId="654"/>
        </pc:sldMkLst>
      </pc:sldChg>
      <pc:sldChg chg="addSp modSp add modAnim">
        <pc:chgData name="Trevoir Williams" userId="6a45007046124a3d" providerId="LiveId" clId="{1172E971-BE95-41D8-8417-A8E96DC25A07}" dt="2024-11-20T18:55:09.817" v="4538"/>
        <pc:sldMkLst>
          <pc:docMk/>
          <pc:sldMk cId="1098737572" sldId="655"/>
        </pc:sldMkLst>
      </pc:sldChg>
      <pc:sldChg chg="modSp add modAnim">
        <pc:chgData name="Trevoir Williams" userId="6a45007046124a3d" providerId="LiveId" clId="{1172E971-BE95-41D8-8417-A8E96DC25A07}" dt="2024-11-20T18:50:46.863" v="4351" actId="20577"/>
        <pc:sldMkLst>
          <pc:docMk/>
          <pc:sldMk cId="2590145000" sldId="656"/>
        </pc:sldMkLst>
      </pc:sldChg>
    </pc:docChg>
  </pc:docChgLst>
  <pc:docChgLst>
    <pc:chgData name="Trevoir Williams" userId="6a45007046124a3d" providerId="LiveId" clId="{421331A7-A467-487F-B0A7-19DE7F1F6E67}"/>
    <pc:docChg chg="undo custSel addSld delSld modSld sldOrd addSection modSection">
      <pc:chgData name="Trevoir Williams" userId="6a45007046124a3d" providerId="LiveId" clId="{421331A7-A467-487F-B0A7-19DE7F1F6E67}" dt="2024-11-13T03:27:47.814" v="1115"/>
      <pc:docMkLst>
        <pc:docMk/>
      </pc:docMkLst>
      <pc:sldChg chg="delSp modSp mod">
        <pc:chgData name="Trevoir Williams" userId="6a45007046124a3d" providerId="LiveId" clId="{421331A7-A467-487F-B0A7-19DE7F1F6E67}" dt="2024-11-12T03:08:37.871" v="8" actId="403"/>
        <pc:sldMkLst>
          <pc:docMk/>
          <pc:sldMk cId="0" sldId="256"/>
        </pc:sldMkLst>
      </pc:sldChg>
      <pc:sldChg chg="modNotes">
        <pc:chgData name="Trevoir Williams" userId="6a45007046124a3d" providerId="LiveId" clId="{421331A7-A467-487F-B0A7-19DE7F1F6E67}" dt="2024-11-12T03:29:00.195" v="28"/>
        <pc:sldMkLst>
          <pc:docMk/>
          <pc:sldMk cId="0" sldId="257"/>
        </pc:sldMkLst>
      </pc:sldChg>
      <pc:sldChg chg="modNotes">
        <pc:chgData name="Trevoir Williams" userId="6a45007046124a3d" providerId="LiveId" clId="{421331A7-A467-487F-B0A7-19DE7F1F6E67}" dt="2024-11-12T03:29:00.195" v="28"/>
        <pc:sldMkLst>
          <pc:docMk/>
          <pc:sldMk cId="0" sldId="258"/>
        </pc:sldMkLst>
      </pc:sldChg>
      <pc:sldChg chg="del modNotes">
        <pc:chgData name="Trevoir Williams" userId="6a45007046124a3d" providerId="LiveId" clId="{421331A7-A467-487F-B0A7-19DE7F1F6E67}" dt="2024-11-12T03:30:32.744" v="30" actId="47"/>
        <pc:sldMkLst>
          <pc:docMk/>
          <pc:sldMk cId="0" sldId="259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0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949641813" sldId="260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1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846300772" sldId="261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2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075105321" sldId="262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3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7727685" sldId="263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4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640926790" sldId="264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5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291869277" sldId="265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6"/>
        </pc:sldMkLst>
      </pc:sldChg>
      <pc:sldChg chg="add setBg modNotes">
        <pc:chgData name="Trevoir Williams" userId="6a45007046124a3d" providerId="LiveId" clId="{421331A7-A467-487F-B0A7-19DE7F1F6E67}" dt="2024-11-12T03:29:19.628" v="29"/>
        <pc:sldMkLst>
          <pc:docMk/>
          <pc:sldMk cId="183228358" sldId="266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7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2559386285" sldId="267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8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626029734" sldId="268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9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2249072639" sldId="269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0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381109713" sldId="270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1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3365049917" sldId="271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2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934691335" sldId="272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3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3749446084" sldId="273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4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930393583" sldId="274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5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625607916" sldId="275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6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824731030" sldId="276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7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2028957224" sldId="277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8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3110911952" sldId="278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9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299329008" sldId="279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0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4227866919" sldId="280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1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723522024" sldId="281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2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4229977496" sldId="282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3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3806066309" sldId="283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4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557343195" sldId="284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5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2860626756" sldId="285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6"/>
        </pc:sldMkLst>
      </pc:sldChg>
      <pc:sldChg chg="add setBg modNotes">
        <pc:chgData name="Trevoir Williams" userId="6a45007046124a3d" providerId="LiveId" clId="{421331A7-A467-487F-B0A7-19DE7F1F6E67}" dt="2024-11-12T03:29:19.628" v="29"/>
        <pc:sldMkLst>
          <pc:docMk/>
          <pc:sldMk cId="2479799353" sldId="286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7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551329310" sldId="287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8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539045948" sldId="288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9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706872464" sldId="289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90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764096650" sldId="290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91"/>
        </pc:sldMkLst>
      </pc:sldChg>
      <pc:sldChg chg="add setBg modNotes">
        <pc:chgData name="Trevoir Williams" userId="6a45007046124a3d" providerId="LiveId" clId="{421331A7-A467-487F-B0A7-19DE7F1F6E67}" dt="2024-11-12T03:29:19.628" v="29"/>
        <pc:sldMkLst>
          <pc:docMk/>
          <pc:sldMk cId="331783730" sldId="291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92"/>
        </pc:sldMkLst>
      </pc:sldChg>
      <pc:sldChg chg="add setBg modNotes">
        <pc:chgData name="Trevoir Williams" userId="6a45007046124a3d" providerId="LiveId" clId="{421331A7-A467-487F-B0A7-19DE7F1F6E67}" dt="2024-11-12T03:29:19.628" v="29"/>
        <pc:sldMkLst>
          <pc:docMk/>
          <pc:sldMk cId="470785031" sldId="292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93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331151764" sldId="293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94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322082977" sldId="294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95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3351949965" sldId="295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96"/>
        </pc:sldMkLst>
      </pc:sldChg>
      <pc:sldChg chg="add setBg modNotes">
        <pc:chgData name="Trevoir Williams" userId="6a45007046124a3d" providerId="LiveId" clId="{421331A7-A467-487F-B0A7-19DE7F1F6E67}" dt="2024-11-12T03:29:19.628" v="29"/>
        <pc:sldMkLst>
          <pc:docMk/>
          <pc:sldMk cId="2501177308" sldId="296"/>
        </pc:sldMkLst>
      </pc:sldChg>
      <pc:sldChg chg="modSp add mod">
        <pc:chgData name="Trevoir Williams" userId="6a45007046124a3d" providerId="LiveId" clId="{421331A7-A467-487F-B0A7-19DE7F1F6E67}" dt="2024-11-12T03:30:49.033" v="46" actId="20577"/>
        <pc:sldMkLst>
          <pc:docMk/>
          <pc:sldMk cId="81327638" sldId="317"/>
        </pc:sldMkLst>
      </pc:sldChg>
      <pc:sldChg chg="addSp delSp modSp add modAnim modNotesTx">
        <pc:chgData name="Trevoir Williams" userId="6a45007046124a3d" providerId="LiveId" clId="{421331A7-A467-487F-B0A7-19DE7F1F6E67}" dt="2024-11-12T03:35:39.103" v="66" actId="20577"/>
        <pc:sldMkLst>
          <pc:docMk/>
          <pc:sldMk cId="1272069701" sldId="318"/>
        </pc:sldMkLst>
      </pc:sldChg>
      <pc:sldChg chg="modSp add del mod">
        <pc:chgData name="Trevoir Williams" userId="6a45007046124a3d" providerId="LiveId" clId="{421331A7-A467-487F-B0A7-19DE7F1F6E67}" dt="2024-11-12T03:42:46.881" v="138" actId="47"/>
        <pc:sldMkLst>
          <pc:docMk/>
          <pc:sldMk cId="811493021" sldId="319"/>
        </pc:sldMkLst>
      </pc:sldChg>
      <pc:sldChg chg="modSp add mod modAnim">
        <pc:chgData name="Trevoir Williams" userId="6a45007046124a3d" providerId="LiveId" clId="{421331A7-A467-487F-B0A7-19DE7F1F6E67}" dt="2024-11-13T02:09:52.514" v="234" actId="6549"/>
        <pc:sldMkLst>
          <pc:docMk/>
          <pc:sldMk cId="2126565633" sldId="489"/>
        </pc:sldMkLst>
      </pc:sldChg>
      <pc:sldChg chg="add">
        <pc:chgData name="Trevoir Williams" userId="6a45007046124a3d" providerId="LiveId" clId="{421331A7-A467-487F-B0A7-19DE7F1F6E67}" dt="2024-11-12T03:30:36.692" v="31"/>
        <pc:sldMkLst>
          <pc:docMk/>
          <pc:sldMk cId="2856495926" sldId="496"/>
        </pc:sldMkLst>
      </pc:sldChg>
      <pc:sldChg chg="modSp add ord modAnim">
        <pc:chgData name="Trevoir Williams" userId="6a45007046124a3d" providerId="LiveId" clId="{421331A7-A467-487F-B0A7-19DE7F1F6E67}" dt="2024-11-13T02:09:35.869" v="233"/>
        <pc:sldMkLst>
          <pc:docMk/>
          <pc:sldMk cId="3627038635" sldId="497"/>
        </pc:sldMkLst>
      </pc:sldChg>
      <pc:sldChg chg="modSp add mod modAnim">
        <pc:chgData name="Trevoir Williams" userId="6a45007046124a3d" providerId="LiveId" clId="{421331A7-A467-487F-B0A7-19DE7F1F6E67}" dt="2024-11-12T03:54:40.445" v="189" actId="20577"/>
        <pc:sldMkLst>
          <pc:docMk/>
          <pc:sldMk cId="2707485716" sldId="498"/>
        </pc:sldMkLst>
      </pc:sldChg>
      <pc:sldChg chg="addSp delSp modSp mod modAnim modNotesTx">
        <pc:chgData name="Trevoir Williams" userId="6a45007046124a3d" providerId="LiveId" clId="{421331A7-A467-487F-B0A7-19DE7F1F6E67}" dt="2024-11-13T02:07:54.726" v="231"/>
        <pc:sldMkLst>
          <pc:docMk/>
          <pc:sldMk cId="4039687005" sldId="500"/>
        </pc:sldMkLst>
      </pc:sldChg>
      <pc:sldChg chg="addSp delSp modSp ord modAnim">
        <pc:chgData name="Trevoir Williams" userId="6a45007046124a3d" providerId="LiveId" clId="{421331A7-A467-487F-B0A7-19DE7F1F6E67}" dt="2024-11-13T02:30:39.395" v="557"/>
        <pc:sldMkLst>
          <pc:docMk/>
          <pc:sldMk cId="3630796767" sldId="502"/>
        </pc:sldMkLst>
      </pc:sldChg>
      <pc:sldChg chg="modSp modAnim">
        <pc:chgData name="Trevoir Williams" userId="6a45007046124a3d" providerId="LiveId" clId="{421331A7-A467-487F-B0A7-19DE7F1F6E67}" dt="2024-11-13T02:15:52.637" v="256"/>
        <pc:sldMkLst>
          <pc:docMk/>
          <pc:sldMk cId="3586758904" sldId="544"/>
        </pc:sldMkLst>
      </pc:sldChg>
      <pc:sldChg chg="add ord">
        <pc:chgData name="Trevoir Williams" userId="6a45007046124a3d" providerId="LiveId" clId="{421331A7-A467-487F-B0A7-19DE7F1F6E67}" dt="2024-11-13T02:19:22.722" v="267"/>
        <pc:sldMkLst>
          <pc:docMk/>
          <pc:sldMk cId="945714194" sldId="546"/>
        </pc:sldMkLst>
      </pc:sldChg>
      <pc:sldChg chg="modSp add del mod">
        <pc:chgData name="Trevoir Williams" userId="6a45007046124a3d" providerId="LiveId" clId="{421331A7-A467-487F-B0A7-19DE7F1F6E67}" dt="2024-11-13T02:18:43.740" v="261" actId="2696"/>
        <pc:sldMkLst>
          <pc:docMk/>
          <pc:sldMk cId="3272612365" sldId="546"/>
        </pc:sldMkLst>
      </pc:sldChg>
      <pc:sldChg chg="add">
        <pc:chgData name="Trevoir Williams" userId="6a45007046124a3d" providerId="LiveId" clId="{421331A7-A467-487F-B0A7-19DE7F1F6E67}" dt="2024-11-13T02:22:09.276" v="436"/>
        <pc:sldMkLst>
          <pc:docMk/>
          <pc:sldMk cId="4053681741" sldId="547"/>
        </pc:sldMkLst>
      </pc:sldChg>
      <pc:sldChg chg="add del">
        <pc:chgData name="Trevoir Williams" userId="6a45007046124a3d" providerId="LiveId" clId="{421331A7-A467-487F-B0A7-19DE7F1F6E67}" dt="2024-11-13T02:22:05.272" v="435" actId="2696"/>
        <pc:sldMkLst>
          <pc:docMk/>
          <pc:sldMk cId="4093913321" sldId="547"/>
        </pc:sldMkLst>
      </pc:sldChg>
      <pc:sldChg chg="modSp add modAnim">
        <pc:chgData name="Trevoir Williams" userId="6a45007046124a3d" providerId="LiveId" clId="{421331A7-A467-487F-B0A7-19DE7F1F6E67}" dt="2024-11-13T02:11:32.054" v="254" actId="20577"/>
        <pc:sldMkLst>
          <pc:docMk/>
          <pc:sldMk cId="1917539655" sldId="548"/>
        </pc:sldMkLst>
      </pc:sldChg>
      <pc:sldChg chg="addSp delSp modSp add mod">
        <pc:chgData name="Trevoir Williams" userId="6a45007046124a3d" providerId="LiveId" clId="{421331A7-A467-487F-B0A7-19DE7F1F6E67}" dt="2024-11-13T02:19:50.058" v="273" actId="20577"/>
        <pc:sldMkLst>
          <pc:docMk/>
          <pc:sldMk cId="2844995838" sldId="549"/>
        </pc:sldMkLst>
      </pc:sldChg>
      <pc:sldChg chg="modSp add modAnim">
        <pc:chgData name="Trevoir Williams" userId="6a45007046124a3d" providerId="LiveId" clId="{421331A7-A467-487F-B0A7-19DE7F1F6E67}" dt="2024-11-13T02:21:01.094" v="428" actId="20577"/>
        <pc:sldMkLst>
          <pc:docMk/>
          <pc:sldMk cId="3459666013" sldId="550"/>
        </pc:sldMkLst>
      </pc:sldChg>
      <pc:sldChg chg="addSp delSp modSp add mod modAnim">
        <pc:chgData name="Trevoir Williams" userId="6a45007046124a3d" providerId="LiveId" clId="{421331A7-A467-487F-B0A7-19DE7F1F6E67}" dt="2024-11-13T02:24:26.981" v="530" actId="20577"/>
        <pc:sldMkLst>
          <pc:docMk/>
          <pc:sldMk cId="27612516" sldId="551"/>
        </pc:sldMkLst>
      </pc:sldChg>
      <pc:sldChg chg="modSp add modAnim">
        <pc:chgData name="Trevoir Williams" userId="6a45007046124a3d" providerId="LiveId" clId="{421331A7-A467-487F-B0A7-19DE7F1F6E67}" dt="2024-11-13T02:30:28.671" v="554" actId="20577"/>
        <pc:sldMkLst>
          <pc:docMk/>
          <pc:sldMk cId="4226409406" sldId="552"/>
        </pc:sldMkLst>
      </pc:sldChg>
      <pc:sldChg chg="modSp add modAnim">
        <pc:chgData name="Trevoir Williams" userId="6a45007046124a3d" providerId="LiveId" clId="{421331A7-A467-487F-B0A7-19DE7F1F6E67}" dt="2024-11-13T02:26:55.636" v="544" actId="20577"/>
        <pc:sldMkLst>
          <pc:docMk/>
          <pc:sldMk cId="4064511792" sldId="553"/>
        </pc:sldMkLst>
      </pc:sldChg>
      <pc:sldChg chg="modSp add mod">
        <pc:chgData name="Trevoir Williams" userId="6a45007046124a3d" providerId="LiveId" clId="{421331A7-A467-487F-B0A7-19DE7F1F6E67}" dt="2024-11-13T03:27:47.814" v="1115"/>
        <pc:sldMkLst>
          <pc:docMk/>
          <pc:sldMk cId="354311336" sldId="554"/>
        </pc:sldMkLst>
      </pc:sldChg>
      <pc:sldChg chg="modSp add modAnim">
        <pc:chgData name="Trevoir Williams" userId="6a45007046124a3d" providerId="LiveId" clId="{421331A7-A467-487F-B0A7-19DE7F1F6E67}" dt="2024-11-13T03:27:17.888" v="1108" actId="20577"/>
        <pc:sldMkLst>
          <pc:docMk/>
          <pc:sldMk cId="3212231218" sldId="555"/>
        </pc:sldMkLst>
      </pc:sldChg>
      <pc:sldChg chg="modSp add modAnim">
        <pc:chgData name="Trevoir Williams" userId="6a45007046124a3d" providerId="LiveId" clId="{421331A7-A467-487F-B0A7-19DE7F1F6E67}" dt="2024-11-13T03:27:31.433" v="1113" actId="20577"/>
        <pc:sldMkLst>
          <pc:docMk/>
          <pc:sldMk cId="4187166047" sldId="556"/>
        </pc:sldMkLst>
      </pc:sldChg>
      <pc:sldChg chg="addSp modSp add mod modAnim modNotesTx">
        <pc:chgData name="Trevoir Williams" userId="6a45007046124a3d" providerId="LiveId" clId="{421331A7-A467-487F-B0A7-19DE7F1F6E67}" dt="2024-11-13T02:34:40.357" v="601" actId="20577"/>
        <pc:sldMkLst>
          <pc:docMk/>
          <pc:sldMk cId="2215009632" sldId="557"/>
        </pc:sldMkLst>
      </pc:sldChg>
      <pc:sldChg chg="modSp add mod modAnim">
        <pc:chgData name="Trevoir Williams" userId="6a45007046124a3d" providerId="LiveId" clId="{421331A7-A467-487F-B0A7-19DE7F1F6E67}" dt="2024-11-13T02:35:45.911" v="609" actId="20577"/>
        <pc:sldMkLst>
          <pc:docMk/>
          <pc:sldMk cId="731399359" sldId="558"/>
        </pc:sldMkLst>
      </pc:sldChg>
      <pc:sldChg chg="modSp add mod modAnim">
        <pc:chgData name="Trevoir Williams" userId="6a45007046124a3d" providerId="LiveId" clId="{421331A7-A467-487F-B0A7-19DE7F1F6E67}" dt="2024-11-13T02:51:30.897" v="703" actId="20577"/>
        <pc:sldMkLst>
          <pc:docMk/>
          <pc:sldMk cId="270644259" sldId="559"/>
        </pc:sldMkLst>
      </pc:sldChg>
      <pc:sldChg chg="modSp add mod modAnim">
        <pc:chgData name="Trevoir Williams" userId="6a45007046124a3d" providerId="LiveId" clId="{421331A7-A467-487F-B0A7-19DE7F1F6E67}" dt="2024-11-13T03:00:30.524" v="740" actId="20577"/>
        <pc:sldMkLst>
          <pc:docMk/>
          <pc:sldMk cId="1028559546" sldId="560"/>
        </pc:sldMkLst>
      </pc:sldChg>
      <pc:sldChg chg="addSp delSp modSp add mod modAnim modNotesTx">
        <pc:chgData name="Trevoir Williams" userId="6a45007046124a3d" providerId="LiveId" clId="{421331A7-A467-487F-B0A7-19DE7F1F6E67}" dt="2024-11-13T03:07:19.072" v="785" actId="20577"/>
        <pc:sldMkLst>
          <pc:docMk/>
          <pc:sldMk cId="233549796" sldId="561"/>
        </pc:sldMkLst>
      </pc:sldChg>
      <pc:sldChg chg="modSp add modAnim">
        <pc:chgData name="Trevoir Williams" userId="6a45007046124a3d" providerId="LiveId" clId="{421331A7-A467-487F-B0A7-19DE7F1F6E67}" dt="2024-11-13T03:07:40.651" v="789" actId="20577"/>
        <pc:sldMkLst>
          <pc:docMk/>
          <pc:sldMk cId="3188853731" sldId="562"/>
        </pc:sldMkLst>
      </pc:sldChg>
      <pc:sldChg chg="addSp delSp modSp add del mod modAnim modNotesTx">
        <pc:chgData name="Trevoir Williams" userId="6a45007046124a3d" providerId="LiveId" clId="{421331A7-A467-487F-B0A7-19DE7F1F6E67}" dt="2024-11-13T03:12:26.270" v="870" actId="2696"/>
        <pc:sldMkLst>
          <pc:docMk/>
          <pc:sldMk cId="1219890637" sldId="563"/>
        </pc:sldMkLst>
      </pc:sldChg>
      <pc:sldChg chg="add del">
        <pc:chgData name="Trevoir Williams" userId="6a45007046124a3d" providerId="LiveId" clId="{421331A7-A467-487F-B0A7-19DE7F1F6E67}" dt="2024-11-13T03:12:20.883" v="869"/>
        <pc:sldMkLst>
          <pc:docMk/>
          <pc:sldMk cId="3898933169" sldId="563"/>
        </pc:sldMkLst>
      </pc:sldChg>
      <pc:sldChg chg="addSp delSp modSp add modAnim modNotesTx">
        <pc:chgData name="Trevoir Williams" userId="6a45007046124a3d" providerId="LiveId" clId="{421331A7-A467-487F-B0A7-19DE7F1F6E67}" dt="2024-11-13T03:18:29.731" v="972" actId="113"/>
        <pc:sldMkLst>
          <pc:docMk/>
          <pc:sldMk cId="4011402005" sldId="564"/>
        </pc:sldMkLst>
      </pc:sldChg>
      <pc:sldMasterChg chg="delSldLayout">
        <pc:chgData name="Trevoir Williams" userId="6a45007046124a3d" providerId="LiveId" clId="{421331A7-A467-487F-B0A7-19DE7F1F6E67}" dt="2024-11-12T03:29:00.191" v="27" actId="2696"/>
        <pc:sldMasterMkLst>
          <pc:docMk/>
          <pc:sldMasterMk cId="0" sldId="2147483658"/>
        </pc:sldMasterMkLst>
        <pc:sldLayoutChg chg="del">
          <pc:chgData name="Trevoir Williams" userId="6a45007046124a3d" providerId="LiveId" clId="{421331A7-A467-487F-B0A7-19DE7F1F6E67}" dt="2024-11-12T03:29:00.191" v="27" actId="2696"/>
          <pc:sldLayoutMkLst>
            <pc:docMk/>
            <pc:sldMasterMk cId="0" sldId="2147483658"/>
            <pc:sldLayoutMk cId="0" sldId="2147483650"/>
          </pc:sldLayoutMkLst>
        </pc:sldLayoutChg>
        <pc:sldLayoutChg chg="del">
          <pc:chgData name="Trevoir Williams" userId="6a45007046124a3d" providerId="LiveId" clId="{421331A7-A467-487F-B0A7-19DE7F1F6E67}" dt="2024-11-12T03:29:00.191" v="27" actId="2696"/>
          <pc:sldLayoutMkLst>
            <pc:docMk/>
            <pc:sldMasterMk cId="0" sldId="2147483658"/>
            <pc:sldLayoutMk cId="0" sldId="2147483651"/>
          </pc:sldLayoutMkLst>
        </pc:sldLayoutChg>
        <pc:sldLayoutChg chg="del">
          <pc:chgData name="Trevoir Williams" userId="6a45007046124a3d" providerId="LiveId" clId="{421331A7-A467-487F-B0A7-19DE7F1F6E67}" dt="2024-11-12T03:29:00.191" v="27" actId="2696"/>
          <pc:sldLayoutMkLst>
            <pc:docMk/>
            <pc:sldMasterMk cId="0" sldId="2147483658"/>
            <pc:sldLayoutMk cId="0" sldId="2147483653"/>
          </pc:sldLayoutMkLst>
        </pc:sldLayoutChg>
        <pc:sldLayoutChg chg="del">
          <pc:chgData name="Trevoir Williams" userId="6a45007046124a3d" providerId="LiveId" clId="{421331A7-A467-487F-B0A7-19DE7F1F6E67}" dt="2024-11-12T03:29:00.191" v="27" actId="2696"/>
          <pc:sldLayoutMkLst>
            <pc:docMk/>
            <pc:sldMasterMk cId="0" sldId="2147483658"/>
            <pc:sldLayoutMk cId="0" sldId="2147483654"/>
          </pc:sldLayoutMkLst>
        </pc:sldLayoutChg>
        <pc:sldLayoutChg chg="del">
          <pc:chgData name="Trevoir Williams" userId="6a45007046124a3d" providerId="LiveId" clId="{421331A7-A467-487F-B0A7-19DE7F1F6E67}" dt="2024-11-12T03:29:00.191" v="27" actId="2696"/>
          <pc:sldLayoutMkLst>
            <pc:docMk/>
            <pc:sldMasterMk cId="0" sldId="2147483658"/>
            <pc:sldLayoutMk cId="0" sldId="2147483655"/>
          </pc:sldLayoutMkLst>
        </pc:sldLayoutChg>
        <pc:sldLayoutChg chg="del">
          <pc:chgData name="Trevoir Williams" userId="6a45007046124a3d" providerId="LiveId" clId="{421331A7-A467-487F-B0A7-19DE7F1F6E67}" dt="2024-11-12T03:29:00.191" v="27" actId="2696"/>
          <pc:sldLayoutMkLst>
            <pc:docMk/>
            <pc:sldMasterMk cId="0" sldId="2147483658"/>
            <pc:sldLayoutMk cId="0" sldId="2147483657"/>
          </pc:sldLayoutMkLst>
        </pc:sldLayoutChg>
      </pc:sldMasterChg>
    </pc:docChg>
  </pc:docChgLst>
  <pc:docChgLst>
    <pc:chgData name="Trevoir Williams" userId="6a45007046124a3d" providerId="LiveId" clId="{17457B84-6A4F-4162-A297-3FD6B4E66E5C}"/>
    <pc:docChg chg="undo custSel addSld delSld modSld addSection modSection">
      <pc:chgData name="Trevoir Williams" userId="6a45007046124a3d" providerId="LiveId" clId="{17457B84-6A4F-4162-A297-3FD6B4E66E5C}" dt="2025-02-25T13:59:16.640" v="1750" actId="20577"/>
      <pc:docMkLst>
        <pc:docMk/>
      </pc:docMkLst>
      <pc:sldChg chg="add">
        <pc:chgData name="Trevoir Williams" userId="6a45007046124a3d" providerId="LiveId" clId="{17457B84-6A4F-4162-A297-3FD6B4E66E5C}" dt="2025-02-25T13:39:25.918" v="764"/>
        <pc:sldMkLst>
          <pc:docMk/>
          <pc:sldMk cId="1559820207" sldId="634"/>
        </pc:sldMkLst>
      </pc:sldChg>
      <pc:sldChg chg="modSp add mod modAnim">
        <pc:chgData name="Trevoir Williams" userId="6a45007046124a3d" providerId="LiveId" clId="{17457B84-6A4F-4162-A297-3FD6B4E66E5C}" dt="2025-02-25T13:59:16.640" v="1750" actId="20577"/>
        <pc:sldMkLst>
          <pc:docMk/>
          <pc:sldMk cId="3304467464" sldId="635"/>
        </pc:sldMkLst>
        <pc:spChg chg="mod">
          <ac:chgData name="Trevoir Williams" userId="6a45007046124a3d" providerId="LiveId" clId="{17457B84-6A4F-4162-A297-3FD6B4E66E5C}" dt="2025-02-25T13:39:38.296" v="782" actId="313"/>
          <ac:spMkLst>
            <pc:docMk/>
            <pc:sldMk cId="3304467464" sldId="635"/>
            <ac:spMk id="2" creationId="{6412B4F8-7E01-53CD-30EA-74A41A181384}"/>
          </ac:spMkLst>
        </pc:spChg>
        <pc:spChg chg="mod">
          <ac:chgData name="Trevoir Williams" userId="6a45007046124a3d" providerId="LiveId" clId="{17457B84-6A4F-4162-A297-3FD6B4E66E5C}" dt="2025-02-25T13:59:16.640" v="1750" actId="20577"/>
          <ac:spMkLst>
            <pc:docMk/>
            <pc:sldMk cId="3304467464" sldId="635"/>
            <ac:spMk id="3" creationId="{CCFEACEA-5554-6EF4-5BAB-4826DFA78B1B}"/>
          </ac:spMkLst>
        </pc:spChg>
      </pc:sldChg>
      <pc:sldChg chg="modSp add modAnim">
        <pc:chgData name="Trevoir Williams" userId="6a45007046124a3d" providerId="LiveId" clId="{17457B84-6A4F-4162-A297-3FD6B4E66E5C}" dt="2025-02-25T13:49:10.655" v="1665" actId="20577"/>
        <pc:sldMkLst>
          <pc:docMk/>
          <pc:sldMk cId="2234838712" sldId="636"/>
        </pc:sldMkLst>
        <pc:spChg chg="mod">
          <ac:chgData name="Trevoir Williams" userId="6a45007046124a3d" providerId="LiveId" clId="{17457B84-6A4F-4162-A297-3FD6B4E66E5C}" dt="2025-02-25T13:49:10.655" v="1665" actId="20577"/>
          <ac:spMkLst>
            <pc:docMk/>
            <pc:sldMk cId="2234838712" sldId="636"/>
            <ac:spMk id="595" creationId="{00000000-0000-0000-0000-000000000000}"/>
          </ac:spMkLst>
        </pc:spChg>
      </pc:sldChg>
      <pc:sldChg chg="add del">
        <pc:chgData name="Trevoir Williams" userId="6a45007046124a3d" providerId="LiveId" clId="{17457B84-6A4F-4162-A297-3FD6B4E66E5C}" dt="2025-02-25T13:44:43.217" v="1246" actId="47"/>
        <pc:sldMkLst>
          <pc:docMk/>
          <pc:sldMk cId="985321075" sldId="637"/>
        </pc:sldMkLst>
      </pc:sldChg>
      <pc:sldChg chg="add del">
        <pc:chgData name="Trevoir Williams" userId="6a45007046124a3d" providerId="LiveId" clId="{17457B84-6A4F-4162-A297-3FD6B4E66E5C}" dt="2025-02-25T13:44:43.217" v="1246" actId="47"/>
        <pc:sldMkLst>
          <pc:docMk/>
          <pc:sldMk cId="2174749849" sldId="638"/>
        </pc:sldMkLst>
      </pc:sldChg>
      <pc:sldChg chg="add del">
        <pc:chgData name="Trevoir Williams" userId="6a45007046124a3d" providerId="LiveId" clId="{17457B84-6A4F-4162-A297-3FD6B4E66E5C}" dt="2025-02-25T13:44:43.217" v="1246" actId="47"/>
        <pc:sldMkLst>
          <pc:docMk/>
          <pc:sldMk cId="2853444685" sldId="639"/>
        </pc:sldMkLst>
      </pc:sldChg>
      <pc:sldChg chg="add del">
        <pc:chgData name="Trevoir Williams" userId="6a45007046124a3d" providerId="LiveId" clId="{17457B84-6A4F-4162-A297-3FD6B4E66E5C}" dt="2025-02-25T13:44:43.217" v="1246" actId="47"/>
        <pc:sldMkLst>
          <pc:docMk/>
          <pc:sldMk cId="4012679377" sldId="640"/>
        </pc:sldMkLst>
      </pc:sldChg>
      <pc:sldChg chg="modSp add modAnim">
        <pc:chgData name="Trevoir Williams" userId="6a45007046124a3d" providerId="LiveId" clId="{17457B84-6A4F-4162-A297-3FD6B4E66E5C}" dt="2025-02-25T13:47:35.913" v="1526" actId="20577"/>
        <pc:sldMkLst>
          <pc:docMk/>
          <pc:sldMk cId="347270093" sldId="641"/>
        </pc:sldMkLst>
        <pc:spChg chg="mod">
          <ac:chgData name="Trevoir Williams" userId="6a45007046124a3d" providerId="LiveId" clId="{17457B84-6A4F-4162-A297-3FD6B4E66E5C}" dt="2025-02-25T13:47:35.913" v="1526" actId="20577"/>
          <ac:spMkLst>
            <pc:docMk/>
            <pc:sldMk cId="347270093" sldId="641"/>
            <ac:spMk id="3" creationId="{CCFEACEA-5554-6EF4-5BAB-4826DFA78B1B}"/>
          </ac:spMkLst>
        </pc:spChg>
      </pc:sldChg>
      <pc:sldChg chg="add del">
        <pc:chgData name="Trevoir Williams" userId="6a45007046124a3d" providerId="LiveId" clId="{17457B84-6A4F-4162-A297-3FD6B4E66E5C}" dt="2025-02-25T13:44:43.217" v="1246" actId="47"/>
        <pc:sldMkLst>
          <pc:docMk/>
          <pc:sldMk cId="1356793863" sldId="642"/>
        </pc:sldMkLst>
      </pc:sldChg>
      <pc:sldChg chg="add del">
        <pc:chgData name="Trevoir Williams" userId="6a45007046124a3d" providerId="LiveId" clId="{17457B84-6A4F-4162-A297-3FD6B4E66E5C}" dt="2025-02-25T13:44:43.217" v="1246" actId="47"/>
        <pc:sldMkLst>
          <pc:docMk/>
          <pc:sldMk cId="204145924" sldId="643"/>
        </pc:sldMkLst>
      </pc:sldChg>
      <pc:sldChg chg="add">
        <pc:chgData name="Trevoir Williams" userId="6a45007046124a3d" providerId="LiveId" clId="{17457B84-6A4F-4162-A297-3FD6B4E66E5C}" dt="2025-02-25T13:39:25.918" v="764"/>
        <pc:sldMkLst>
          <pc:docMk/>
          <pc:sldMk cId="3994195124" sldId="644"/>
        </pc:sldMkLst>
      </pc:sldChg>
      <pc:sldChg chg="addSp delSp modSp add mod">
        <pc:chgData name="Trevoir Williams" userId="6a45007046124a3d" providerId="LiveId" clId="{17457B84-6A4F-4162-A297-3FD6B4E66E5C}" dt="2025-02-12T13:05:21.370" v="7" actId="20577"/>
        <pc:sldMkLst>
          <pc:docMk/>
          <pc:sldMk cId="3375552927" sldId="657"/>
        </pc:sldMkLst>
        <pc:spChg chg="add mod">
          <ac:chgData name="Trevoir Williams" userId="6a45007046124a3d" providerId="LiveId" clId="{17457B84-6A4F-4162-A297-3FD6B4E66E5C}" dt="2025-02-12T13:05:13.562" v="1"/>
          <ac:spMkLst>
            <pc:docMk/>
            <pc:sldMk cId="3375552927" sldId="657"/>
            <ac:spMk id="3" creationId="{6CAC4073-8591-35FD-C6CF-0993FCB5C834}"/>
          </ac:spMkLst>
        </pc:spChg>
        <pc:spChg chg="add del mod">
          <ac:chgData name="Trevoir Williams" userId="6a45007046124a3d" providerId="LiveId" clId="{17457B84-6A4F-4162-A297-3FD6B4E66E5C}" dt="2025-02-12T13:05:21.370" v="7" actId="20577"/>
          <ac:spMkLst>
            <pc:docMk/>
            <pc:sldMk cId="3375552927" sldId="657"/>
            <ac:spMk id="338" creationId="{85A6E484-1739-3BFF-BF4D-BCC219F53E7C}"/>
          </ac:spMkLst>
        </pc:spChg>
      </pc:sldChg>
      <pc:sldChg chg="modSp add modAnim">
        <pc:chgData name="Trevoir Williams" userId="6a45007046124a3d" providerId="LiveId" clId="{17457B84-6A4F-4162-A297-3FD6B4E66E5C}" dt="2025-02-12T13:06:58.038" v="212" actId="20577"/>
        <pc:sldMkLst>
          <pc:docMk/>
          <pc:sldMk cId="784149586" sldId="658"/>
        </pc:sldMkLst>
        <pc:spChg chg="mod">
          <ac:chgData name="Trevoir Williams" userId="6a45007046124a3d" providerId="LiveId" clId="{17457B84-6A4F-4162-A297-3FD6B4E66E5C}" dt="2025-02-12T13:06:58.038" v="212" actId="20577"/>
          <ac:spMkLst>
            <pc:docMk/>
            <pc:sldMk cId="784149586" sldId="658"/>
            <ac:spMk id="595" creationId="{D8B3505D-BF12-2DFE-A480-D4074C60EE9A}"/>
          </ac:spMkLst>
        </pc:spChg>
      </pc:sldChg>
      <pc:sldChg chg="modSp add mod addAnim delAnim modAnim">
        <pc:chgData name="Trevoir Williams" userId="6a45007046124a3d" providerId="LiveId" clId="{17457B84-6A4F-4162-A297-3FD6B4E66E5C}" dt="2025-02-25T13:52:51.510" v="1749" actId="20577"/>
        <pc:sldMkLst>
          <pc:docMk/>
          <pc:sldMk cId="2091653724" sldId="659"/>
        </pc:sldMkLst>
        <pc:spChg chg="mod">
          <ac:chgData name="Trevoir Williams" userId="6a45007046124a3d" providerId="LiveId" clId="{17457B84-6A4F-4162-A297-3FD6B4E66E5C}" dt="2025-02-25T13:52:51.510" v="1749" actId="20577"/>
          <ac:spMkLst>
            <pc:docMk/>
            <pc:sldMk cId="2091653724" sldId="659"/>
            <ac:spMk id="595" creationId="{E69957F8-DC51-DBAF-B9FB-EC12264FDC0B}"/>
          </ac:spMkLst>
        </pc:spChg>
      </pc:sldChg>
      <pc:sldChg chg="modSp add mod modAnim">
        <pc:chgData name="Trevoir Williams" userId="6a45007046124a3d" providerId="LiveId" clId="{17457B84-6A4F-4162-A297-3FD6B4E66E5C}" dt="2025-02-19T14:06:16.767" v="333" actId="20577"/>
        <pc:sldMkLst>
          <pc:docMk/>
          <pc:sldMk cId="2471413720" sldId="660"/>
        </pc:sldMkLst>
        <pc:spChg chg="mod">
          <ac:chgData name="Trevoir Williams" userId="6a45007046124a3d" providerId="LiveId" clId="{17457B84-6A4F-4162-A297-3FD6B4E66E5C}" dt="2025-02-19T14:02:54.401" v="320" actId="20577"/>
          <ac:spMkLst>
            <pc:docMk/>
            <pc:sldMk cId="2471413720" sldId="660"/>
            <ac:spMk id="594" creationId="{00E7A4D5-01AF-5541-CBEC-E54E8FF80B12}"/>
          </ac:spMkLst>
        </pc:spChg>
        <pc:spChg chg="mod">
          <ac:chgData name="Trevoir Williams" userId="6a45007046124a3d" providerId="LiveId" clId="{17457B84-6A4F-4162-A297-3FD6B4E66E5C}" dt="2025-02-19T14:06:16.767" v="333" actId="20577"/>
          <ac:spMkLst>
            <pc:docMk/>
            <pc:sldMk cId="2471413720" sldId="660"/>
            <ac:spMk id="595" creationId="{C34A43A2-9C5C-B07B-372D-9901C2F6597D}"/>
          </ac:spMkLst>
        </pc:spChg>
      </pc:sldChg>
      <pc:sldChg chg="add del">
        <pc:chgData name="Trevoir Williams" userId="6a45007046124a3d" providerId="LiveId" clId="{17457B84-6A4F-4162-A297-3FD6B4E66E5C}" dt="2025-02-19T14:06:37.036" v="335" actId="47"/>
        <pc:sldMkLst>
          <pc:docMk/>
          <pc:sldMk cId="0" sldId="661"/>
        </pc:sldMkLst>
      </pc:sldChg>
      <pc:sldChg chg="modSp add mod modAnim">
        <pc:chgData name="Trevoir Williams" userId="6a45007046124a3d" providerId="LiveId" clId="{17457B84-6A4F-4162-A297-3FD6B4E66E5C}" dt="2025-02-19T14:49:05.474" v="473" actId="20577"/>
        <pc:sldMkLst>
          <pc:docMk/>
          <pc:sldMk cId="2632494580" sldId="661"/>
        </pc:sldMkLst>
        <pc:spChg chg="mod">
          <ac:chgData name="Trevoir Williams" userId="6a45007046124a3d" providerId="LiveId" clId="{17457B84-6A4F-4162-A297-3FD6B4E66E5C}" dt="2025-02-19T14:06:48.421" v="339" actId="20577"/>
          <ac:spMkLst>
            <pc:docMk/>
            <pc:sldMk cId="2632494580" sldId="661"/>
            <ac:spMk id="594" creationId="{A8116AB4-1DC9-F0B8-18FE-FF3FF3CF43B2}"/>
          </ac:spMkLst>
        </pc:spChg>
        <pc:spChg chg="mod">
          <ac:chgData name="Trevoir Williams" userId="6a45007046124a3d" providerId="LiveId" clId="{17457B84-6A4F-4162-A297-3FD6B4E66E5C}" dt="2025-02-19T14:49:05.474" v="473" actId="20577"/>
          <ac:spMkLst>
            <pc:docMk/>
            <pc:sldMk cId="2632494580" sldId="661"/>
            <ac:spMk id="595" creationId="{58F18798-84CF-6309-A484-F004C966F52D}"/>
          </ac:spMkLst>
        </pc:spChg>
      </pc:sldChg>
      <pc:sldChg chg="modSp add mod modAnim">
        <pc:chgData name="Trevoir Williams" userId="6a45007046124a3d" providerId="LiveId" clId="{17457B84-6A4F-4162-A297-3FD6B4E66E5C}" dt="2025-02-19T14:08:48.706" v="355"/>
        <pc:sldMkLst>
          <pc:docMk/>
          <pc:sldMk cId="2212495400" sldId="662"/>
        </pc:sldMkLst>
        <pc:spChg chg="mod">
          <ac:chgData name="Trevoir Williams" userId="6a45007046124a3d" providerId="LiveId" clId="{17457B84-6A4F-4162-A297-3FD6B4E66E5C}" dt="2025-02-19T14:07:42.807" v="349"/>
          <ac:spMkLst>
            <pc:docMk/>
            <pc:sldMk cId="2212495400" sldId="662"/>
            <ac:spMk id="594" creationId="{D87DA082-3C61-9D94-5F62-F25B4F95E0E6}"/>
          </ac:spMkLst>
        </pc:spChg>
        <pc:spChg chg="mod">
          <ac:chgData name="Trevoir Williams" userId="6a45007046124a3d" providerId="LiveId" clId="{17457B84-6A4F-4162-A297-3FD6B4E66E5C}" dt="2025-02-19T14:08:48.706" v="355"/>
          <ac:spMkLst>
            <pc:docMk/>
            <pc:sldMk cId="2212495400" sldId="662"/>
            <ac:spMk id="595" creationId="{3D269472-B572-ED64-CE37-10184368530C}"/>
          </ac:spMkLst>
        </pc:spChg>
      </pc:sldChg>
      <pc:sldChg chg="modSp add mod modAnim">
        <pc:chgData name="Trevoir Williams" userId="6a45007046124a3d" providerId="LiveId" clId="{17457B84-6A4F-4162-A297-3FD6B4E66E5C}" dt="2025-02-19T14:10:46.107" v="470" actId="20577"/>
        <pc:sldMkLst>
          <pc:docMk/>
          <pc:sldMk cId="3320196270" sldId="663"/>
        </pc:sldMkLst>
        <pc:spChg chg="mod">
          <ac:chgData name="Trevoir Williams" userId="6a45007046124a3d" providerId="LiveId" clId="{17457B84-6A4F-4162-A297-3FD6B4E66E5C}" dt="2025-02-19T14:09:28.739" v="395" actId="1035"/>
          <ac:spMkLst>
            <pc:docMk/>
            <pc:sldMk cId="3320196270" sldId="663"/>
            <ac:spMk id="594" creationId="{19CC3DB8-9EDF-146D-E896-182B4A4CA2DF}"/>
          </ac:spMkLst>
        </pc:spChg>
        <pc:spChg chg="mod">
          <ac:chgData name="Trevoir Williams" userId="6a45007046124a3d" providerId="LiveId" clId="{17457B84-6A4F-4162-A297-3FD6B4E66E5C}" dt="2025-02-19T14:10:46.107" v="470" actId="20577"/>
          <ac:spMkLst>
            <pc:docMk/>
            <pc:sldMk cId="3320196270" sldId="663"/>
            <ac:spMk id="595" creationId="{DC301D7A-AAE6-109E-5C3B-9658DE20EC96}"/>
          </ac:spMkLst>
        </pc:spChg>
      </pc:sldChg>
      <pc:sldChg chg="new del">
        <pc:chgData name="Trevoir Williams" userId="6a45007046124a3d" providerId="LiveId" clId="{17457B84-6A4F-4162-A297-3FD6B4E66E5C}" dt="2025-02-25T13:39:22.465" v="763" actId="47"/>
        <pc:sldMkLst>
          <pc:docMk/>
          <pc:sldMk cId="2643309021" sldId="664"/>
        </pc:sldMkLst>
      </pc:sldChg>
      <pc:sldChg chg="add del">
        <pc:chgData name="Trevoir Williams" userId="6a45007046124a3d" providerId="LiveId" clId="{17457B84-6A4F-4162-A297-3FD6B4E66E5C}" dt="2025-02-25T13:39:22.465" v="763" actId="47"/>
        <pc:sldMkLst>
          <pc:docMk/>
          <pc:sldMk cId="757112687" sldId="665"/>
        </pc:sldMkLst>
      </pc:sldChg>
      <pc:sldChg chg="add del">
        <pc:chgData name="Trevoir Williams" userId="6a45007046124a3d" providerId="LiveId" clId="{17457B84-6A4F-4162-A297-3FD6B4E66E5C}" dt="2025-02-25T13:39:22.465" v="763" actId="47"/>
        <pc:sldMkLst>
          <pc:docMk/>
          <pc:sldMk cId="3746025421" sldId="666"/>
        </pc:sldMkLst>
      </pc:sldChg>
      <pc:sldChg chg="add del">
        <pc:chgData name="Trevoir Williams" userId="6a45007046124a3d" providerId="LiveId" clId="{17457B84-6A4F-4162-A297-3FD6B4E66E5C}" dt="2025-02-25T13:39:22.465" v="763" actId="47"/>
        <pc:sldMkLst>
          <pc:docMk/>
          <pc:sldMk cId="3246003957" sldId="667"/>
        </pc:sldMkLst>
      </pc:sldChg>
      <pc:sldMasterChg chg="delSldLayout">
        <pc:chgData name="Trevoir Williams" userId="6a45007046124a3d" providerId="LiveId" clId="{17457B84-6A4F-4162-A297-3FD6B4E66E5C}" dt="2025-02-19T14:06:37.036" v="335" actId="47"/>
        <pc:sldMasterMkLst>
          <pc:docMk/>
          <pc:sldMasterMk cId="0" sldId="2147483658"/>
        </pc:sldMasterMkLst>
        <pc:sldLayoutChg chg="del">
          <pc:chgData name="Trevoir Williams" userId="6a45007046124a3d" providerId="LiveId" clId="{17457B84-6A4F-4162-A297-3FD6B4E66E5C}" dt="2025-02-19T14:06:37.036" v="335" actId="47"/>
          <pc:sldLayoutMkLst>
            <pc:docMk/>
            <pc:sldMasterMk cId="0" sldId="2147483658"/>
            <pc:sldLayoutMk cId="2864378423" sldId="2147483665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ctrTitle"/>
          </p:nvPr>
        </p:nvSpPr>
        <p:spPr>
          <a:xfrm>
            <a:off x="1085850" y="2031025"/>
            <a:ext cx="46767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1085850" y="3287726"/>
            <a:ext cx="4676700" cy="38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6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26826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marL="4114800" lvl="8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2"/>
          </p:nvPr>
        </p:nvSpPr>
        <p:spPr>
          <a:xfrm>
            <a:off x="3415578" y="1995750"/>
            <a:ext cx="26826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marL="4114800" lvl="8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200038" scaled="0"/>
        </a:gra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/>
          <p:nvPr/>
        </p:nvSpPr>
        <p:spPr>
          <a:xfrm rot="5400000">
            <a:off x="-303375" y="9274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039050" y="1028325"/>
            <a:ext cx="4742700" cy="357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▸"/>
              <a:defRPr sz="3200">
                <a:solidFill>
                  <a:schemeClr val="lt1"/>
                </a:solidFill>
              </a:defRPr>
            </a:lvl1pPr>
            <a:lvl2pPr marL="914400" lvl="1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2pPr>
            <a:lvl3pPr marL="1371600" lvl="2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3pPr>
            <a:lvl4pPr marL="1828800" lvl="3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4pPr>
            <a:lvl5pPr marL="2286000" lvl="4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5pPr>
            <a:lvl6pPr marL="2743200" lvl="5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6pPr>
            <a:lvl7pPr marL="3200400" lvl="6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7pPr>
            <a:lvl8pPr marL="3657600" lvl="7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8pPr>
            <a:lvl9pPr marL="4114800" lvl="8" indent="-431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/>
          <p:nvPr/>
        </p:nvSpPr>
        <p:spPr>
          <a:xfrm>
            <a:off x="19050" y="933775"/>
            <a:ext cx="5310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600" b="1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sz="8600" b="1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accent2"/>
                </a:solidFill>
              </a:defRPr>
            </a:lvl1pPr>
            <a:lvl2pPr lvl="1">
              <a:buNone/>
              <a:defRPr>
                <a:solidFill>
                  <a:schemeClr val="accent2"/>
                </a:solidFill>
              </a:defRPr>
            </a:lvl2pPr>
            <a:lvl3pPr lvl="2">
              <a:buNone/>
              <a:defRPr>
                <a:solidFill>
                  <a:schemeClr val="accent2"/>
                </a:solidFill>
              </a:defRPr>
            </a:lvl3pPr>
            <a:lvl4pPr lvl="3">
              <a:buNone/>
              <a:defRPr>
                <a:solidFill>
                  <a:schemeClr val="accent2"/>
                </a:solidFill>
              </a:defRPr>
            </a:lvl4pPr>
            <a:lvl5pPr lvl="4">
              <a:buNone/>
              <a:defRPr>
                <a:solidFill>
                  <a:schemeClr val="accent2"/>
                </a:solidFill>
              </a:defRPr>
            </a:lvl5pPr>
            <a:lvl6pPr lvl="5">
              <a:buNone/>
              <a:defRPr>
                <a:solidFill>
                  <a:schemeClr val="accent2"/>
                </a:solidFill>
              </a:defRPr>
            </a:lvl6pPr>
            <a:lvl7pPr lvl="6">
              <a:buNone/>
              <a:defRPr>
                <a:solidFill>
                  <a:schemeClr val="accent2"/>
                </a:solidFill>
              </a:defRPr>
            </a:lvl7pPr>
            <a:lvl8pPr lvl="7">
              <a:buNone/>
              <a:defRPr>
                <a:solidFill>
                  <a:schemeClr val="accent2"/>
                </a:solidFill>
              </a:defRPr>
            </a:lvl8pPr>
            <a:lvl9pPr lvl="8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5772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marL="1828800" lvl="3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marL="2286000" lvl="4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marL="2743200" lvl="5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marL="3200400" lvl="6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marL="3657600" lvl="7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marL="4114800" lvl="8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946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7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25635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marL="1371600" lvl="2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marL="1828800" lvl="3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marL="2286000" lvl="4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marL="2743200" lvl="5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marL="3200400" lvl="6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marL="3657600" lvl="7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marL="4114800" lvl="8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3290250" y="1995750"/>
            <a:ext cx="25635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marL="1371600" lvl="2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marL="1828800" lvl="3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marL="2286000" lvl="4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marL="2743200" lvl="5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marL="3200400" lvl="6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marL="3657600" lvl="7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marL="4114800" lvl="8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3"/>
          </p:nvPr>
        </p:nvSpPr>
        <p:spPr>
          <a:xfrm>
            <a:off x="6123300" y="1995750"/>
            <a:ext cx="25635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marL="1371600" lvl="2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marL="1828800" lvl="3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marL="2286000" lvl="4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marL="2743200" lvl="5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marL="3200400" lvl="6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marL="3657600" lvl="7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marL="4114800" lvl="8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0736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 dark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200038" scaled="0"/>
        </a:gra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2988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8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3623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9"/>
          <p:cNvSpPr/>
          <p:nvPr/>
        </p:nvSpPr>
        <p:spPr>
          <a:xfrm rot="5400000">
            <a:off x="-100350" y="4448760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45437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6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007EB5"/>
                </a:solidFill>
                <a:latin typeface="Aptos Display"/>
              </a:rPr>
              <a:t>Document Chunking
for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1720" y="324612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F6872"/>
                </a:solidFill>
                <a:latin typeface="Aptos"/>
              </a:rPr>
              <a:t>Prepare Document Chunks and Metadata [Demo]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4718304"/>
            <a:ext cx="228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FFFFF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900" b="0">
                <a:solidFill>
                  <a:srgbClr val="007EB5"/>
                </a:solidFill>
                <a:latin typeface="Aptos Display"/>
              </a:rPr>
              <a:t>Why We Need Document Chunking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84632" y="896112"/>
            <a:ext cx="73152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1">
                <a:solidFill>
                  <a:srgbClr val="00AECC"/>
                </a:solidFill>
                <a:latin typeface="Aptos"/>
              </a:rPr>
              <a:t>Turning large documents into searchable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7498079" cy="2560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 b="1">
                <a:solidFill>
                  <a:srgbClr val="00AECC"/>
                </a:solidFill>
                <a:latin typeface="Aptos"/>
              </a:rPr>
              <a:t>▸ </a:t>
            </a:r>
            <a:r>
              <a:rPr sz="1600">
                <a:solidFill>
                  <a:srgbClr val="303740"/>
                </a:solidFill>
                <a:latin typeface="Aptos"/>
              </a:rPr>
              <a:t>Large documents often contain more information than the user’s question needs.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 b="1">
                <a:solidFill>
                  <a:srgbClr val="00AECC"/>
                </a:solidFill>
                <a:latin typeface="Aptos"/>
              </a:rPr>
              <a:t>▸ </a:t>
            </a:r>
            <a:r>
              <a:rPr sz="1600">
                <a:solidFill>
                  <a:srgbClr val="303740"/>
                </a:solidFill>
                <a:latin typeface="Aptos"/>
              </a:rPr>
              <a:t>Sending the full document to the model increases token usage, cost, and latency.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 b="1">
                <a:solidFill>
                  <a:srgbClr val="00AECC"/>
                </a:solidFill>
                <a:latin typeface="Aptos"/>
              </a:rPr>
              <a:t>▸ </a:t>
            </a:r>
            <a:r>
              <a:rPr sz="1600">
                <a:solidFill>
                  <a:srgbClr val="303740"/>
                </a:solidFill>
                <a:latin typeface="Aptos"/>
              </a:rPr>
              <a:t>Retrieval works better when the system searches focused document sections.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 b="1">
                <a:solidFill>
                  <a:srgbClr val="00AECC"/>
                </a:solidFill>
                <a:latin typeface="Aptos"/>
              </a:rPr>
              <a:t>▸ </a:t>
            </a:r>
            <a:r>
              <a:rPr sz="1600">
                <a:solidFill>
                  <a:srgbClr val="303740"/>
                </a:solidFill>
                <a:latin typeface="Aptos"/>
              </a:rPr>
              <a:t>Smaller chunks make it easier to trace an answer back to its source.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 b="1">
                <a:solidFill>
                  <a:srgbClr val="00AECC"/>
                </a:solidFill>
                <a:latin typeface="Aptos"/>
              </a:rPr>
              <a:t>▸ </a:t>
            </a:r>
            <a:r>
              <a:rPr sz="1600">
                <a:solidFill>
                  <a:srgbClr val="303740"/>
                </a:solidFill>
                <a:latin typeface="Aptos"/>
              </a:rPr>
              <a:t>Chunking prepares extracted text for embeddings and semantic search.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3886200"/>
            <a:ext cx="13716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007EB5"/>
                </a:solidFill>
                <a:latin typeface="Aptos"/>
              </a:rPr>
              <a:t>Full PDF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23160" y="4096512"/>
            <a:ext cx="548640" cy="0"/>
          </a:xfrm>
          <a:prstGeom prst="line">
            <a:avLst/>
          </a:prstGeom>
          <a:ln w="2540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063240" y="3886200"/>
            <a:ext cx="960120" cy="411480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007EB5"/>
                </a:solidFill>
                <a:latin typeface="Aptos"/>
              </a:rPr>
              <a:t>Chunk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3886200"/>
            <a:ext cx="960120" cy="411480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007EB5"/>
                </a:solidFill>
                <a:latin typeface="Aptos"/>
              </a:rPr>
              <a:t>Chunk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95544" y="3886200"/>
            <a:ext cx="960120" cy="411480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007EB5"/>
                </a:solidFill>
                <a:latin typeface="Aptos"/>
              </a:rPr>
              <a:t>Chunk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11696" y="3886200"/>
            <a:ext cx="960120" cy="411480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007EB5"/>
                </a:solidFill>
                <a:latin typeface="Aptos"/>
              </a:rPr>
              <a:t>Chunk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4718304"/>
            <a:ext cx="228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FFFF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84048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>
                <a:solidFill>
                  <a:srgbClr val="007EB5"/>
                </a:solidFill>
                <a:latin typeface="Aptos Display"/>
              </a:rPr>
              <a:t>Where Chunking Fits in the RAG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96112"/>
            <a:ext cx="73152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1">
                <a:solidFill>
                  <a:srgbClr val="00AECC"/>
                </a:solidFill>
                <a:latin typeface="Aptos"/>
              </a:rPr>
              <a:t>The bridge between extraction and embeddings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965960"/>
            <a:ext cx="868680" cy="676656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50" b="0">
                <a:solidFill>
                  <a:srgbClr val="303740"/>
                </a:solidFill>
                <a:latin typeface="Aptos"/>
              </a:rPr>
              <a:t>PDF
Upload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90472" y="2304288"/>
            <a:ext cx="128015" cy="0"/>
          </a:xfrm>
          <a:prstGeom prst="line">
            <a:avLst/>
          </a:prstGeom>
          <a:ln w="1905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664207" y="1965960"/>
            <a:ext cx="868680" cy="676656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50" b="0">
                <a:solidFill>
                  <a:srgbClr val="303740"/>
                </a:solidFill>
                <a:latin typeface="Aptos"/>
              </a:rPr>
              <a:t>Text
Extraction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19" y="2304288"/>
            <a:ext cx="128017" cy="0"/>
          </a:xfrm>
          <a:prstGeom prst="line">
            <a:avLst/>
          </a:prstGeom>
          <a:ln w="1905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34056" y="1965960"/>
            <a:ext cx="868680" cy="676656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50" b="0">
                <a:solidFill>
                  <a:srgbClr val="303740"/>
                </a:solidFill>
                <a:latin typeface="Aptos"/>
              </a:rPr>
              <a:t>Text
Cleanup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30167" y="2304288"/>
            <a:ext cx="128017" cy="0"/>
          </a:xfrm>
          <a:prstGeom prst="line">
            <a:avLst/>
          </a:prstGeom>
          <a:ln w="1905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03904" y="1965960"/>
            <a:ext cx="868680" cy="676656"/>
          </a:xfrm>
          <a:prstGeom prst="roundRect">
            <a:avLst/>
          </a:prstGeom>
          <a:solidFill>
            <a:srgbClr val="D5F2F8"/>
          </a:solidFill>
          <a:ln w="12700">
            <a:solidFill>
              <a:srgbClr val="007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50" b="1">
                <a:solidFill>
                  <a:srgbClr val="007EB5"/>
                </a:solidFill>
                <a:latin typeface="Aptos"/>
              </a:rPr>
              <a:t>Document
Chunking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00016" y="2304288"/>
            <a:ext cx="128016" cy="0"/>
          </a:xfrm>
          <a:prstGeom prst="line">
            <a:avLst/>
          </a:prstGeom>
          <a:ln w="1905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873752" y="1965960"/>
            <a:ext cx="868680" cy="676656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50" b="0">
                <a:solidFill>
                  <a:srgbClr val="303740"/>
                </a:solidFill>
                <a:latin typeface="Aptos"/>
              </a:rPr>
              <a:t>Embedding
Generation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69864" y="2304288"/>
            <a:ext cx="128016" cy="0"/>
          </a:xfrm>
          <a:prstGeom prst="line">
            <a:avLst/>
          </a:prstGeom>
          <a:ln w="1905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43600" y="1965960"/>
            <a:ext cx="868680" cy="676656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50" b="0">
                <a:solidFill>
                  <a:srgbClr val="303740"/>
                </a:solidFill>
                <a:latin typeface="Aptos"/>
              </a:rPr>
              <a:t>Vector
Storage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39712" y="2304288"/>
            <a:ext cx="128016" cy="0"/>
          </a:xfrm>
          <a:prstGeom prst="line">
            <a:avLst/>
          </a:prstGeom>
          <a:ln w="1905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13448" y="1965960"/>
            <a:ext cx="868680" cy="676656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50" b="0">
                <a:solidFill>
                  <a:srgbClr val="303740"/>
                </a:solidFill>
                <a:latin typeface="Aptos"/>
              </a:rPr>
              <a:t>Retrieval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09559" y="2304288"/>
            <a:ext cx="128016" cy="0"/>
          </a:xfrm>
          <a:prstGeom prst="line">
            <a:avLst/>
          </a:prstGeom>
          <a:ln w="1905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83296" y="1965960"/>
            <a:ext cx="868680" cy="676656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50" b="0">
                <a:solidFill>
                  <a:srgbClr val="303740"/>
                </a:solidFill>
                <a:latin typeface="Aptos"/>
              </a:rPr>
              <a:t>Grounded
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154680"/>
            <a:ext cx="7132320" cy="1143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00AECC"/>
                </a:solidFill>
                <a:latin typeface="Aptos"/>
              </a:rPr>
              <a:t>▸ </a:t>
            </a:r>
            <a:r>
              <a:rPr sz="1500">
                <a:solidFill>
                  <a:srgbClr val="303740"/>
                </a:solidFill>
                <a:latin typeface="Aptos"/>
              </a:rPr>
              <a:t>Chunking happens after text has been extracted and cleaned.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00AECC"/>
                </a:solidFill>
                <a:latin typeface="Aptos"/>
              </a:rPr>
              <a:t>▸ </a:t>
            </a:r>
            <a:r>
              <a:rPr sz="1500">
                <a:solidFill>
                  <a:srgbClr val="303740"/>
                </a:solidFill>
                <a:latin typeface="Aptos"/>
              </a:rPr>
              <a:t>Each chunk becomes the unit that will later be embedded and searched.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00AECC"/>
                </a:solidFill>
                <a:latin typeface="Aptos"/>
              </a:rPr>
              <a:t>▸ </a:t>
            </a:r>
            <a:r>
              <a:rPr sz="1500">
                <a:solidFill>
                  <a:srgbClr val="303740"/>
                </a:solidFill>
                <a:latin typeface="Aptos"/>
              </a:rPr>
              <a:t>The next lesson uses these chunks to generate embeddings.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718304"/>
            <a:ext cx="228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FFFF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84048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>
                <a:solidFill>
                  <a:srgbClr val="007EB5"/>
                </a:solidFill>
                <a:latin typeface="Aptos Display"/>
              </a:rPr>
              <a:t>What Is a Document Chunk?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96112"/>
            <a:ext cx="73152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1">
                <a:solidFill>
                  <a:srgbClr val="00AECC"/>
                </a:solidFill>
                <a:latin typeface="Aptos"/>
              </a:rPr>
              <a:t>A focused unit of retrievable document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3657600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00AECC"/>
                </a:solidFill>
                <a:latin typeface="Aptos"/>
              </a:rPr>
              <a:t>▸ </a:t>
            </a:r>
            <a:r>
              <a:rPr sz="1400">
                <a:solidFill>
                  <a:srgbClr val="303740"/>
                </a:solidFill>
                <a:latin typeface="Aptos"/>
              </a:rPr>
              <a:t>A smaller section of extracted text.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00AECC"/>
                </a:solidFill>
                <a:latin typeface="Aptos"/>
              </a:rPr>
              <a:t>▸ </a:t>
            </a:r>
            <a:r>
              <a:rPr sz="1400">
                <a:solidFill>
                  <a:srgbClr val="303740"/>
                </a:solidFill>
                <a:latin typeface="Aptos"/>
              </a:rPr>
              <a:t>Large enough to preserve meaning.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00AECC"/>
                </a:solidFill>
                <a:latin typeface="Aptos"/>
              </a:rPr>
              <a:t>▸ </a:t>
            </a:r>
            <a:r>
              <a:rPr sz="1400">
                <a:solidFill>
                  <a:srgbClr val="303740"/>
                </a:solidFill>
                <a:latin typeface="Aptos"/>
              </a:rPr>
              <a:t>Small enough to retrieve efficiently.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00AECC"/>
                </a:solidFill>
                <a:latin typeface="Aptos"/>
              </a:rPr>
              <a:t>▸ </a:t>
            </a:r>
            <a:r>
              <a:rPr sz="1400">
                <a:solidFill>
                  <a:srgbClr val="303740"/>
                </a:solidFill>
                <a:latin typeface="Aptos"/>
              </a:rPr>
              <a:t>Stored with metadata that identifies its source and position.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261872"/>
            <a:ext cx="3291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F6872"/>
                </a:solidFill>
                <a:latin typeface="Aptos"/>
              </a:rPr>
              <a:t>Original extracted 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536192"/>
            <a:ext cx="786384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850" b="1">
                <a:solidFill>
                  <a:srgbClr val="007EB5"/>
                </a:solidFill>
                <a:latin typeface="Aptos"/>
              </a:rPr>
              <a:t>Intro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58968" y="1536192"/>
            <a:ext cx="786384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850" b="1">
                <a:solidFill>
                  <a:srgbClr val="007EB5"/>
                </a:solidFill>
                <a:latin typeface="Aptos"/>
              </a:rPr>
              <a:t>Policy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0216" y="1536192"/>
            <a:ext cx="786384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850" b="1">
                <a:solidFill>
                  <a:srgbClr val="007EB5"/>
                </a:solidFill>
                <a:latin typeface="Aptos"/>
              </a:rPr>
              <a:t>Examples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41464" y="1536192"/>
            <a:ext cx="786384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850" b="1">
                <a:solidFill>
                  <a:srgbClr val="007EB5"/>
                </a:solidFill>
                <a:latin typeface="Aptos"/>
              </a:rPr>
              <a:t>FAQ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63640" y="1993392"/>
            <a:ext cx="0" cy="411480"/>
          </a:xfrm>
          <a:prstGeom prst="line">
            <a:avLst/>
          </a:prstGeom>
          <a:ln w="2540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09160" y="2514600"/>
            <a:ext cx="3291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F6872"/>
                </a:solidFill>
                <a:latin typeface="Aptos"/>
              </a:rPr>
              <a:t>Retrieval-ready chunks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45152" y="2834640"/>
            <a:ext cx="960120" cy="658368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850" b="1">
                <a:solidFill>
                  <a:srgbClr val="007EB5"/>
                </a:solidFill>
                <a:latin typeface="Aptos"/>
              </a:rPr>
              <a:t>Chunk 0
Intro + Policy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24144" y="2834640"/>
            <a:ext cx="960120" cy="658368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850" b="1">
                <a:solidFill>
                  <a:srgbClr val="007EB5"/>
                </a:solidFill>
                <a:latin typeface="Aptos"/>
              </a:rPr>
              <a:t>Chunk 1
Policy + Examples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03136" y="2834640"/>
            <a:ext cx="960120" cy="658368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850" b="1">
                <a:solidFill>
                  <a:srgbClr val="007EB5"/>
                </a:solidFill>
                <a:latin typeface="Aptos"/>
              </a:rPr>
              <a:t>Chunk 2
Examples + FAQ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718304"/>
            <a:ext cx="228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FFFF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900" b="0">
                <a:solidFill>
                  <a:srgbClr val="007EB5"/>
                </a:solidFill>
                <a:latin typeface="Aptos Display"/>
              </a:rPr>
              <a:t>Why Not Send the Whole Document?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84632" y="896112"/>
            <a:ext cx="73152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1">
                <a:solidFill>
                  <a:srgbClr val="00AECC"/>
                </a:solidFill>
                <a:latin typeface="Aptos"/>
              </a:rPr>
              <a:t>Full-document prompting does not scale well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747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007EB5"/>
                </a:solidFill>
                <a:latin typeface="Aptos"/>
              </a:rPr>
              <a:t>Whole Document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965960"/>
            <a:ext cx="310896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 b="1">
                <a:solidFill>
                  <a:srgbClr val="00AECC"/>
                </a:solidFill>
                <a:latin typeface="Aptos"/>
              </a:rPr>
              <a:t>▸ </a:t>
            </a:r>
            <a:r>
              <a:rPr sz="1300">
                <a:solidFill>
                  <a:srgbClr val="303740"/>
                </a:solidFill>
                <a:latin typeface="Aptos"/>
              </a:rPr>
              <a:t>Higher token usage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 b="1">
                <a:solidFill>
                  <a:srgbClr val="00AECC"/>
                </a:solidFill>
                <a:latin typeface="Aptos"/>
              </a:rPr>
              <a:t>▸ </a:t>
            </a:r>
            <a:r>
              <a:rPr sz="1300">
                <a:solidFill>
                  <a:srgbClr val="303740"/>
                </a:solidFill>
                <a:latin typeface="Aptos"/>
              </a:rPr>
              <a:t>Slower responses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 b="1">
                <a:solidFill>
                  <a:srgbClr val="00AECC"/>
                </a:solidFill>
                <a:latin typeface="Aptos"/>
              </a:rPr>
              <a:t>▸ </a:t>
            </a:r>
            <a:r>
              <a:rPr sz="1300">
                <a:solidFill>
                  <a:srgbClr val="303740"/>
                </a:solidFill>
                <a:latin typeface="Aptos"/>
              </a:rPr>
              <a:t>More irrelevant context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 b="1">
                <a:solidFill>
                  <a:srgbClr val="00AECC"/>
                </a:solidFill>
                <a:latin typeface="Aptos"/>
              </a:rPr>
              <a:t>▸ </a:t>
            </a:r>
            <a:r>
              <a:rPr sz="1300">
                <a:solidFill>
                  <a:srgbClr val="303740"/>
                </a:solidFill>
                <a:latin typeface="Aptos"/>
              </a:rPr>
              <a:t>Harder source citation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417320"/>
            <a:ext cx="3474720" cy="411480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007EB5"/>
                </a:solidFill>
                <a:latin typeface="Aptos"/>
              </a:rPr>
              <a:t>Chunked Retrieval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2312" y="1965960"/>
            <a:ext cx="310896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 b="1">
                <a:solidFill>
                  <a:srgbClr val="00AECC"/>
                </a:solidFill>
                <a:latin typeface="Aptos"/>
              </a:rPr>
              <a:t>▸ </a:t>
            </a:r>
            <a:r>
              <a:rPr sz="1300">
                <a:solidFill>
                  <a:srgbClr val="303740"/>
                </a:solidFill>
                <a:latin typeface="Aptos"/>
              </a:rPr>
              <a:t>Retrieves only useful sections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 b="1">
                <a:solidFill>
                  <a:srgbClr val="00AECC"/>
                </a:solidFill>
                <a:latin typeface="Aptos"/>
              </a:rPr>
              <a:t>▸ </a:t>
            </a:r>
            <a:r>
              <a:rPr sz="1300">
                <a:solidFill>
                  <a:srgbClr val="303740"/>
                </a:solidFill>
                <a:latin typeface="Aptos"/>
              </a:rPr>
              <a:t>Reduces context noise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 b="1">
                <a:solidFill>
                  <a:srgbClr val="00AECC"/>
                </a:solidFill>
                <a:latin typeface="Aptos"/>
              </a:rPr>
              <a:t>▸ </a:t>
            </a:r>
            <a:r>
              <a:rPr sz="1300">
                <a:solidFill>
                  <a:srgbClr val="303740"/>
                </a:solidFill>
                <a:latin typeface="Aptos"/>
              </a:rPr>
              <a:t>Improves response focus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 b="1">
                <a:solidFill>
                  <a:srgbClr val="00AECC"/>
                </a:solidFill>
                <a:latin typeface="Aptos"/>
              </a:rPr>
              <a:t>▸ </a:t>
            </a:r>
            <a:r>
              <a:rPr sz="1300">
                <a:solidFill>
                  <a:srgbClr val="303740"/>
                </a:solidFill>
                <a:latin typeface="Aptos"/>
              </a:rPr>
              <a:t>Supports traceable citations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60520" y="2468880"/>
            <a:ext cx="384048" cy="0"/>
          </a:xfrm>
          <a:prstGeom prst="line">
            <a:avLst/>
          </a:prstGeom>
          <a:ln w="3810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280160" y="3977639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5F6872"/>
                </a:solidFill>
                <a:latin typeface="Aptos"/>
              </a:rPr>
              <a:t>Better retrieval starts with better chunk preparation.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4718304"/>
            <a:ext cx="228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FFFF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84048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>
                <a:solidFill>
                  <a:srgbClr val="007EB5"/>
                </a:solidFill>
                <a:latin typeface="Aptos Display"/>
              </a:rPr>
              <a:t>Chunk Size and Overlap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96112"/>
            <a:ext cx="73152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1">
                <a:solidFill>
                  <a:srgbClr val="00AECC"/>
                </a:solidFill>
                <a:latin typeface="Aptos"/>
              </a:rPr>
              <a:t>Preserving meaning across boundaries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3017520" cy="8229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C9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/>
            <a:r>
              <a:rPr sz="1400">
                <a:solidFill>
                  <a:srgbClr val="303740"/>
                </a:solidFill>
                <a:latin typeface="Cascadia Mono"/>
              </a:rPr>
              <a:t>Chunk Size: 1,200 characters
Overlap:       200 characters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1430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F6872"/>
                </a:solidFill>
                <a:latin typeface="Aptos"/>
              </a:rPr>
              <a:t>Raw extracted 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508760"/>
            <a:ext cx="3749039" cy="146304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15968" y="2148840"/>
            <a:ext cx="2514600" cy="502920"/>
          </a:xfrm>
          <a:prstGeom prst="roundRect">
            <a:avLst/>
          </a:prstGeom>
          <a:solidFill>
            <a:srgbClr val="E2F6FB"/>
          </a:solidFill>
          <a:ln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sz="1200">
                <a:solidFill>
                  <a:srgbClr val="007EB5"/>
                </a:solidFill>
              </a:rPr>
              <a:t>Chunk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16752" y="2743200"/>
            <a:ext cx="2011680" cy="502920"/>
          </a:xfrm>
          <a:prstGeom prst="roundRect">
            <a:avLst/>
          </a:prstGeom>
          <a:solidFill>
            <a:srgbClr val="EAF9FC"/>
          </a:solidFill>
          <a:ln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sz="1200">
                <a:solidFill>
                  <a:srgbClr val="007EB5"/>
                </a:solidFill>
              </a:rPr>
              <a:t>Chunk 2</a:t>
            </a:r>
          </a:p>
        </p:txBody>
      </p:sp>
      <p:sp>
        <p:nvSpPr>
          <p:cNvPr id="9" name="Rectangle 8"/>
          <p:cNvSpPr/>
          <p:nvPr/>
        </p:nvSpPr>
        <p:spPr>
          <a:xfrm>
            <a:off x="6016752" y="2148840"/>
            <a:ext cx="804672" cy="502920"/>
          </a:xfrm>
          <a:prstGeom prst="rect">
            <a:avLst/>
          </a:prstGeom>
          <a:solidFill>
            <a:srgbClr val="FFEFC6"/>
          </a:solidFill>
          <a:ln>
            <a:solidFill>
              <a:srgbClr val="F49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5204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F6872"/>
                </a:solidFill>
                <a:latin typeface="Aptos"/>
              </a:rPr>
              <a:t>Overlap preserves context across chunk boundaries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3337560" cy="1325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50" b="1">
                <a:solidFill>
                  <a:srgbClr val="00AECC"/>
                </a:solidFill>
                <a:latin typeface="Aptos"/>
              </a:rPr>
              <a:t>▸ </a:t>
            </a:r>
            <a:r>
              <a:rPr sz="1350">
                <a:solidFill>
                  <a:srgbClr val="303740"/>
                </a:solidFill>
                <a:latin typeface="Aptos"/>
              </a:rPr>
              <a:t>Chunk size controls how much text each retrieval unit contains.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50" b="1">
                <a:solidFill>
                  <a:srgbClr val="00AECC"/>
                </a:solidFill>
                <a:latin typeface="Aptos"/>
              </a:rPr>
              <a:t>▸ </a:t>
            </a:r>
            <a:r>
              <a:rPr sz="1350">
                <a:solidFill>
                  <a:srgbClr val="303740"/>
                </a:solidFill>
                <a:latin typeface="Aptos"/>
              </a:rPr>
              <a:t>Overlap prevents important sentences from being split without context.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50" b="1">
                <a:solidFill>
                  <a:srgbClr val="00AECC"/>
                </a:solidFill>
                <a:latin typeface="Aptos"/>
              </a:rPr>
              <a:t>▸ </a:t>
            </a:r>
            <a:r>
              <a:rPr sz="1350">
                <a:solidFill>
                  <a:srgbClr val="303740"/>
                </a:solidFill>
                <a:latin typeface="Aptos"/>
              </a:rPr>
              <a:t>The demo uses a simple character-based approach for clarity.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4718304"/>
            <a:ext cx="228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FFFFF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84048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>
                <a:solidFill>
                  <a:srgbClr val="007EB5"/>
                </a:solidFill>
                <a:latin typeface="Aptos Display"/>
              </a:rPr>
              <a:t>Good Chunking vs Poor Chunking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96112"/>
            <a:ext cx="73152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1">
                <a:solidFill>
                  <a:srgbClr val="00AECC"/>
                </a:solidFill>
                <a:latin typeface="Aptos"/>
              </a:rPr>
              <a:t>Retrieval quality depends on chunk quality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3657600" cy="411480"/>
          </a:xfrm>
          <a:prstGeom prst="roundRect">
            <a:avLst/>
          </a:prstGeom>
          <a:solidFill>
            <a:srgbClr val="FCEEEE"/>
          </a:solidFill>
          <a:ln w="12700">
            <a:solidFill>
              <a:srgbClr val="D2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007EB5"/>
                </a:solidFill>
                <a:latin typeface="Aptos"/>
              </a:rPr>
              <a:t>Poor Chunking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234440"/>
            <a:ext cx="3657600" cy="41148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50A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500" b="1">
                <a:solidFill>
                  <a:srgbClr val="007EB5"/>
                </a:solidFill>
                <a:latin typeface="Aptos"/>
              </a:rPr>
              <a:t>Better Chunking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65760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l"/>
            <a:r>
              <a:rPr sz="1100" b="0">
                <a:solidFill>
                  <a:srgbClr val="303740"/>
                </a:solidFill>
                <a:latin typeface="Aptos"/>
              </a:rPr>
              <a:t>Splits sentences randomly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783080"/>
            <a:ext cx="365760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l"/>
            <a:r>
              <a:rPr sz="1100" b="0">
                <a:solidFill>
                  <a:srgbClr val="303740"/>
                </a:solidFill>
                <a:latin typeface="Aptos"/>
              </a:rPr>
              <a:t>Preserves natural boundaries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58568"/>
            <a:ext cx="365760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l"/>
            <a:r>
              <a:rPr sz="1100" b="0">
                <a:solidFill>
                  <a:srgbClr val="303740"/>
                </a:solidFill>
                <a:latin typeface="Aptos"/>
              </a:rPr>
              <a:t>Chunks are too small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258568"/>
            <a:ext cx="365760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l"/>
            <a:r>
              <a:rPr sz="1100" b="0">
                <a:solidFill>
                  <a:srgbClr val="303740"/>
                </a:solidFill>
                <a:latin typeface="Aptos"/>
              </a:rPr>
              <a:t>Keeps enough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34056"/>
            <a:ext cx="365760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l"/>
            <a:r>
              <a:rPr sz="1100" b="0">
                <a:solidFill>
                  <a:srgbClr val="303740"/>
                </a:solidFill>
                <a:latin typeface="Aptos"/>
              </a:rPr>
              <a:t>Chunks are too large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734056"/>
            <a:ext cx="365760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l"/>
            <a:r>
              <a:rPr sz="1100" b="0">
                <a:solidFill>
                  <a:srgbClr val="303740"/>
                </a:solidFill>
                <a:latin typeface="Aptos"/>
              </a:rPr>
              <a:t>Keeps chunks focused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9544"/>
            <a:ext cx="365760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l"/>
            <a:r>
              <a:rPr sz="1100" b="0">
                <a:solidFill>
                  <a:srgbClr val="303740"/>
                </a:solidFill>
                <a:latin typeface="Aptos"/>
              </a:rPr>
              <a:t>Stores text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209544"/>
            <a:ext cx="365760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l"/>
            <a:r>
              <a:rPr sz="1100" b="0">
                <a:solidFill>
                  <a:srgbClr val="303740"/>
                </a:solidFill>
                <a:latin typeface="Aptos"/>
              </a:rPr>
              <a:t>Stores text with metadata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85032"/>
            <a:ext cx="365760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l"/>
            <a:r>
              <a:rPr sz="1100" b="0">
                <a:solidFill>
                  <a:srgbClr val="303740"/>
                </a:solidFill>
                <a:latin typeface="Aptos"/>
              </a:rPr>
              <a:t>Loses source location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685032"/>
            <a:ext cx="365760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l"/>
            <a:r>
              <a:rPr sz="1100" b="0">
                <a:solidFill>
                  <a:srgbClr val="303740"/>
                </a:solidFill>
                <a:latin typeface="Aptos"/>
              </a:rPr>
              <a:t>Tracks document and offsets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343400"/>
            <a:ext cx="6492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5F6872"/>
                </a:solidFill>
                <a:latin typeface="Aptos"/>
              </a:rPr>
              <a:t>Good chunks improve the quality of retrieval, grounding, and source references.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718304"/>
            <a:ext cx="228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FFFFF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84048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>
                <a:solidFill>
                  <a:srgbClr val="007EB5"/>
                </a:solidFill>
                <a:latin typeface="Aptos Display"/>
              </a:rPr>
              <a:t>Metadata Makes Chunks Useful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96112"/>
            <a:ext cx="73152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1">
                <a:solidFill>
                  <a:srgbClr val="00AECC"/>
                </a:solidFill>
                <a:latin typeface="Aptos"/>
              </a:rPr>
              <a:t>The information that makes retrieval traceable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65960"/>
            <a:ext cx="1828800" cy="685800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600" b="1">
                <a:solidFill>
                  <a:srgbClr val="007EB5"/>
                </a:solidFill>
                <a:latin typeface="Aptos"/>
              </a:rPr>
              <a:t>Chunk Text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97480" y="2304288"/>
            <a:ext cx="548640" cy="0"/>
          </a:xfrm>
          <a:prstGeom prst="line">
            <a:avLst/>
          </a:prstGeom>
          <a:ln w="2540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29000" y="1143000"/>
            <a:ext cx="1600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50" b="1">
                <a:solidFill>
                  <a:srgbClr val="007EB5"/>
                </a:solidFill>
                <a:latin typeface="Aptos"/>
              </a:rPr>
              <a:t>Document 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1143000"/>
            <a:ext cx="1600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50" b="1">
                <a:solidFill>
                  <a:srgbClr val="007EB5"/>
                </a:solidFill>
                <a:latin typeface="Aptos"/>
              </a:rPr>
              <a:t>Chunk Index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74519"/>
            <a:ext cx="1600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50" b="1">
                <a:solidFill>
                  <a:srgbClr val="007EB5"/>
                </a:solidFill>
                <a:latin typeface="Aptos"/>
              </a:rPr>
              <a:t>Character Offsets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874519"/>
            <a:ext cx="1600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50" b="1">
                <a:solidFill>
                  <a:srgbClr val="007EB5"/>
                </a:solidFill>
                <a:latin typeface="Aptos"/>
              </a:rPr>
              <a:t>Token Estimate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606040"/>
            <a:ext cx="1600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50" b="1">
                <a:solidFill>
                  <a:srgbClr val="007EB5"/>
                </a:solidFill>
                <a:latin typeface="Aptos"/>
              </a:rPr>
              <a:t>Source 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2606040"/>
            <a:ext cx="1600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50" b="1">
                <a:solidFill>
                  <a:srgbClr val="007EB5"/>
                </a:solidFill>
                <a:latin typeface="Aptos"/>
              </a:rPr>
              <a:t>Tags / Category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3337560"/>
            <a:ext cx="1600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50" b="1">
                <a:solidFill>
                  <a:srgbClr val="007EB5"/>
                </a:solidFill>
                <a:latin typeface="Aptos"/>
              </a:rPr>
              <a:t>Content Hash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3337560"/>
            <a:ext cx="1600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50" b="1">
                <a:solidFill>
                  <a:srgbClr val="007EB5"/>
                </a:solidFill>
                <a:latin typeface="Aptos"/>
              </a:rPr>
              <a:t>Created UTC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256032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00" b="1">
                <a:solidFill>
                  <a:srgbClr val="00AECC"/>
                </a:solidFill>
                <a:latin typeface="Aptos"/>
              </a:rPr>
              <a:t>▸ </a:t>
            </a:r>
            <a:r>
              <a:rPr sz="1200">
                <a:solidFill>
                  <a:srgbClr val="303740"/>
                </a:solidFill>
                <a:latin typeface="Aptos"/>
              </a:rPr>
              <a:t>Metadata lets the application filter, order, cite, and reprocess chunks later.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00" b="1">
                <a:solidFill>
                  <a:srgbClr val="00AECC"/>
                </a:solidFill>
                <a:latin typeface="Aptos"/>
              </a:rPr>
              <a:t>▸ </a:t>
            </a:r>
            <a:r>
              <a:rPr sz="1200">
                <a:solidFill>
                  <a:srgbClr val="303740"/>
                </a:solidFill>
                <a:latin typeface="Aptos"/>
              </a:rPr>
              <a:t>Do not claim page-level citations unless the extraction step preserves page boundaries.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718304"/>
            <a:ext cx="228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FFFFF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84048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>
                <a:solidFill>
                  <a:srgbClr val="007EB5"/>
                </a:solidFill>
                <a:latin typeface="Aptos Display"/>
              </a:rPr>
              <a:t>How the Application Prepares Chunks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96112"/>
            <a:ext cx="73152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1">
                <a:solidFill>
                  <a:srgbClr val="00AECC"/>
                </a:solidFill>
                <a:latin typeface="Aptos"/>
              </a:rPr>
              <a:t>From extracted text to retrieval-ready records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1417320" cy="612648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19" b="1">
                <a:solidFill>
                  <a:srgbClr val="007EB5"/>
                </a:solidFill>
                <a:latin typeface="Aptos"/>
              </a:rPr>
              <a:t>Load document
and raw text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40280" y="1819656"/>
            <a:ext cx="384048" cy="0"/>
          </a:xfrm>
          <a:prstGeom prst="line">
            <a:avLst/>
          </a:prstGeom>
          <a:ln w="1905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697480" y="1508760"/>
            <a:ext cx="1417320" cy="612648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19" b="1">
                <a:solidFill>
                  <a:srgbClr val="007EB5"/>
                </a:solidFill>
                <a:latin typeface="Aptos"/>
              </a:rPr>
              <a:t>Validate
status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60520" y="1819656"/>
            <a:ext cx="384048" cy="0"/>
          </a:xfrm>
          <a:prstGeom prst="line">
            <a:avLst/>
          </a:prstGeom>
          <a:ln w="1905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617720" y="1508760"/>
            <a:ext cx="1417320" cy="612648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19" b="1">
                <a:solidFill>
                  <a:srgbClr val="007EB5"/>
                </a:solidFill>
                <a:latin typeface="Aptos"/>
              </a:rPr>
              <a:t>Normalize
text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1819656"/>
            <a:ext cx="384048" cy="0"/>
          </a:xfrm>
          <a:prstGeom prst="line">
            <a:avLst/>
          </a:prstGeom>
          <a:ln w="1905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537960" y="1508760"/>
            <a:ext cx="1417320" cy="612648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19" b="1">
                <a:solidFill>
                  <a:srgbClr val="007EB5"/>
                </a:solidFill>
                <a:latin typeface="Aptos"/>
              </a:rPr>
              <a:t>Split with
overlap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743200"/>
            <a:ext cx="1417320" cy="612648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19" b="1">
                <a:solidFill>
                  <a:srgbClr val="007EB5"/>
                </a:solidFill>
                <a:latin typeface="Aptos"/>
              </a:rPr>
              <a:t>Attach
metadata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40280" y="3054096"/>
            <a:ext cx="384048" cy="0"/>
          </a:xfrm>
          <a:prstGeom prst="line">
            <a:avLst/>
          </a:prstGeom>
          <a:ln w="1905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97480" y="2743200"/>
            <a:ext cx="1417320" cy="612648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19" b="1">
                <a:solidFill>
                  <a:srgbClr val="007EB5"/>
                </a:solidFill>
                <a:latin typeface="Aptos"/>
              </a:rPr>
              <a:t>Remove stale
chunks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60520" y="3054096"/>
            <a:ext cx="384048" cy="0"/>
          </a:xfrm>
          <a:prstGeom prst="line">
            <a:avLst/>
          </a:prstGeom>
          <a:ln w="1905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617720" y="2743200"/>
            <a:ext cx="1417320" cy="612648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19" b="1">
                <a:solidFill>
                  <a:srgbClr val="007EB5"/>
                </a:solidFill>
                <a:latin typeface="Aptos"/>
              </a:rPr>
              <a:t>Save new
chunks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3054096"/>
            <a:ext cx="384048" cy="0"/>
          </a:xfrm>
          <a:prstGeom prst="line">
            <a:avLst/>
          </a:prstGeom>
          <a:ln w="1905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37960" y="2743200"/>
            <a:ext cx="1417320" cy="612648"/>
          </a:xfrm>
          <a:prstGeom prst="roundRect">
            <a:avLst/>
          </a:prstGeom>
          <a:solidFill>
            <a:srgbClr val="E6F7EC"/>
          </a:solidFill>
          <a:ln w="12700">
            <a:solidFill>
              <a:srgbClr val="50A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19" b="1">
                <a:solidFill>
                  <a:srgbClr val="007EB5"/>
                </a:solidFill>
                <a:latin typeface="Aptos"/>
              </a:rPr>
              <a:t>Mark as
Chunked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269480" y="2148840"/>
            <a:ext cx="0" cy="411480"/>
          </a:xfrm>
          <a:prstGeom prst="line">
            <a:avLst/>
          </a:prstGeom>
          <a:ln w="2540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240280" y="3054096"/>
            <a:ext cx="384048" cy="0"/>
          </a:xfrm>
          <a:prstGeom prst="line">
            <a:avLst/>
          </a:prstGeom>
          <a:ln w="1905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160520" y="3054096"/>
            <a:ext cx="384048" cy="0"/>
          </a:xfrm>
          <a:prstGeom prst="line">
            <a:avLst/>
          </a:prstGeom>
          <a:ln w="1905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80760" y="3054096"/>
            <a:ext cx="384048" cy="0"/>
          </a:xfrm>
          <a:prstGeom prst="line">
            <a:avLst/>
          </a:prstGeom>
          <a:ln w="1905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371600" y="4114800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5F6872"/>
                </a:solidFill>
                <a:latin typeface="Aptos"/>
              </a:rPr>
              <a:t>This lesson stops after the document is chunked. Embeddings come next.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718304"/>
            <a:ext cx="228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FFFFF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84048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>
                <a:solidFill>
                  <a:srgbClr val="007EB5"/>
                </a:solidFill>
                <a:latin typeface="Aptos Display"/>
              </a:rPr>
              <a:t>Processing Status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96112"/>
            <a:ext cx="73152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1">
                <a:solidFill>
                  <a:srgbClr val="00AECC"/>
                </a:solidFill>
                <a:latin typeface="Aptos"/>
              </a:rPr>
              <a:t>Tracking document readiness through the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10058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80" b="1">
                <a:solidFill>
                  <a:srgbClr val="007EB5"/>
                </a:solidFill>
                <a:latin typeface="Aptos"/>
              </a:rPr>
              <a:t>Uploaded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48840" y="2267712"/>
            <a:ext cx="164592" cy="0"/>
          </a:xfrm>
          <a:prstGeom prst="line">
            <a:avLst/>
          </a:prstGeom>
          <a:ln w="1905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31720" y="2011680"/>
            <a:ext cx="10058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80" b="1">
                <a:solidFill>
                  <a:srgbClr val="007EB5"/>
                </a:solidFill>
                <a:latin typeface="Aptos"/>
              </a:rPr>
              <a:t>ExtractingText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83280" y="2267712"/>
            <a:ext cx="164592" cy="0"/>
          </a:xfrm>
          <a:prstGeom prst="line">
            <a:avLst/>
          </a:prstGeom>
          <a:ln w="1905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66160" y="2011680"/>
            <a:ext cx="1005840" cy="502920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80" b="1">
                <a:solidFill>
                  <a:srgbClr val="007EB5"/>
                </a:solidFill>
                <a:latin typeface="Aptos"/>
              </a:rPr>
              <a:t>TextExtracted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17720" y="2267712"/>
            <a:ext cx="164592" cy="0"/>
          </a:xfrm>
          <a:prstGeom prst="line">
            <a:avLst/>
          </a:prstGeom>
          <a:ln w="1905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800600" y="2011680"/>
            <a:ext cx="1005840" cy="502920"/>
          </a:xfrm>
          <a:prstGeom prst="roundRect">
            <a:avLst/>
          </a:prstGeom>
          <a:solidFill>
            <a:srgbClr val="E6F7EC"/>
          </a:solidFill>
          <a:ln w="12700">
            <a:solidFill>
              <a:srgbClr val="50A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80" b="1">
                <a:solidFill>
                  <a:srgbClr val="007EB5"/>
                </a:solidFill>
                <a:latin typeface="Aptos"/>
              </a:rPr>
              <a:t>Chunked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52160" y="2267712"/>
            <a:ext cx="164592" cy="0"/>
          </a:xfrm>
          <a:prstGeom prst="line">
            <a:avLst/>
          </a:prstGeom>
          <a:ln w="1905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035040" y="2011680"/>
            <a:ext cx="1005840" cy="502920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80" b="1">
                <a:solidFill>
                  <a:srgbClr val="007EB5"/>
                </a:solidFill>
                <a:latin typeface="Aptos"/>
              </a:rPr>
              <a:t>Embedded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86600" y="2267712"/>
            <a:ext cx="164592" cy="0"/>
          </a:xfrm>
          <a:prstGeom prst="line">
            <a:avLst/>
          </a:prstGeom>
          <a:ln w="1905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69480" y="2011680"/>
            <a:ext cx="1005840" cy="502920"/>
          </a:xfrm>
          <a:prstGeom prst="roundRect">
            <a:avLst/>
          </a:prstGeom>
          <a:solidFill>
            <a:srgbClr val="E6F7EC"/>
          </a:solidFill>
          <a:ln w="12700">
            <a:solidFill>
              <a:srgbClr val="50A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80" b="1">
                <a:solidFill>
                  <a:srgbClr val="007EB5"/>
                </a:solidFill>
                <a:latin typeface="Aptos"/>
              </a:rPr>
              <a:t>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54680"/>
            <a:ext cx="68580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00AECC"/>
                </a:solidFill>
                <a:latin typeface="Aptos"/>
              </a:rPr>
              <a:t>▸ </a:t>
            </a:r>
            <a:r>
              <a:rPr sz="1400">
                <a:solidFill>
                  <a:srgbClr val="303740"/>
                </a:solidFill>
                <a:latin typeface="Aptos"/>
              </a:rPr>
              <a:t>The document should not be embedded before chunks exist.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00AECC"/>
                </a:solidFill>
                <a:latin typeface="Aptos"/>
              </a:rPr>
              <a:t>▸ </a:t>
            </a:r>
            <a:r>
              <a:rPr sz="1400">
                <a:solidFill>
                  <a:srgbClr val="303740"/>
                </a:solidFill>
                <a:latin typeface="Aptos"/>
              </a:rPr>
              <a:t>The document should not be retrieved until embeddings are available.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00AECC"/>
                </a:solidFill>
                <a:latin typeface="Aptos"/>
              </a:rPr>
              <a:t>▸ </a:t>
            </a:r>
            <a:r>
              <a:rPr sz="1400">
                <a:solidFill>
                  <a:srgbClr val="303740"/>
                </a:solidFill>
                <a:latin typeface="Aptos"/>
              </a:rPr>
              <a:t>Clear statuses make the pipeline predictable and easier to troubleshoot.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718304"/>
            <a:ext cx="228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FFFF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84048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>
                <a:solidFill>
                  <a:srgbClr val="007EB5"/>
                </a:solidFill>
                <a:latin typeface="Aptos Display"/>
              </a:rPr>
              <a:t>Chunking Prepares Text for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96112"/>
            <a:ext cx="73152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1">
                <a:solidFill>
                  <a:srgbClr val="00AECC"/>
                </a:solidFill>
                <a:latin typeface="Aptos"/>
              </a:rPr>
              <a:t>Each chunk becomes a searchable semantic unit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1234440" cy="621792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50" b="1">
                <a:solidFill>
                  <a:srgbClr val="007EB5"/>
                </a:solidFill>
                <a:latin typeface="Aptos"/>
              </a:rPr>
              <a:t>Chunk Text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57400" y="2231136"/>
            <a:ext cx="502920" cy="0"/>
          </a:xfrm>
          <a:prstGeom prst="line">
            <a:avLst/>
          </a:prstGeom>
          <a:ln w="1905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606040" y="1920240"/>
            <a:ext cx="1234440" cy="621792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50" b="1">
                <a:solidFill>
                  <a:srgbClr val="007EB5"/>
                </a:solidFill>
                <a:latin typeface="Aptos"/>
              </a:rPr>
              <a:t>Embedding Model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86200" y="2231136"/>
            <a:ext cx="502920" cy="0"/>
          </a:xfrm>
          <a:prstGeom prst="line">
            <a:avLst/>
          </a:prstGeom>
          <a:ln w="1905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34840" y="1920240"/>
            <a:ext cx="1234440" cy="621792"/>
          </a:xfrm>
          <a:prstGeom prst="roundRect">
            <a:avLst/>
          </a:prstGeom>
          <a:solidFill>
            <a:srgbClr val="E6F7EC"/>
          </a:solidFill>
          <a:ln w="12700">
            <a:solidFill>
              <a:srgbClr val="50A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50" b="1">
                <a:solidFill>
                  <a:srgbClr val="007EB5"/>
                </a:solidFill>
                <a:latin typeface="Aptos"/>
              </a:rPr>
              <a:t>Vector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14999" y="2231136"/>
            <a:ext cx="137161" cy="0"/>
          </a:xfrm>
          <a:prstGeom prst="line">
            <a:avLst/>
          </a:prstGeom>
          <a:ln w="1905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897880" y="1920240"/>
            <a:ext cx="1234440" cy="621792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50" b="1">
                <a:solidFill>
                  <a:srgbClr val="007EB5"/>
                </a:solidFill>
                <a:latin typeface="Aptos"/>
              </a:rPr>
              <a:t>Vector Store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78040" y="2231136"/>
            <a:ext cx="45720" cy="0"/>
          </a:xfrm>
          <a:prstGeom prst="line">
            <a:avLst/>
          </a:prstGeom>
          <a:ln w="1905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269480" y="1920240"/>
            <a:ext cx="1234440" cy="621792"/>
          </a:xfrm>
          <a:prstGeom prst="roundRect">
            <a:avLst/>
          </a:prstGeom>
          <a:solidFill>
            <a:srgbClr val="E6F7EC"/>
          </a:solidFill>
          <a:ln w="12700">
            <a:solidFill>
              <a:srgbClr val="50A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50" b="1">
                <a:solidFill>
                  <a:srgbClr val="007EB5"/>
                </a:solidFill>
                <a:latin typeface="Aptos"/>
              </a:rPr>
              <a:t>Similarity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7040880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00AECC"/>
                </a:solidFill>
                <a:latin typeface="Aptos"/>
              </a:rPr>
              <a:t>▸ </a:t>
            </a:r>
            <a:r>
              <a:rPr sz="1400">
                <a:solidFill>
                  <a:srgbClr val="303740"/>
                </a:solidFill>
                <a:latin typeface="Aptos"/>
              </a:rPr>
              <a:t>Chunking produces the records that will be embedded.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00AECC"/>
                </a:solidFill>
                <a:latin typeface="Aptos"/>
              </a:rPr>
              <a:t>▸ </a:t>
            </a:r>
            <a:r>
              <a:rPr sz="1400">
                <a:solidFill>
                  <a:srgbClr val="303740"/>
                </a:solidFill>
                <a:latin typeface="Aptos"/>
              </a:rPr>
              <a:t>The embedding vector is generated from the chunk text, not the entire PDF.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00AECC"/>
                </a:solidFill>
                <a:latin typeface="Aptos"/>
              </a:rPr>
              <a:t>▸ </a:t>
            </a:r>
            <a:r>
              <a:rPr sz="1400">
                <a:solidFill>
                  <a:srgbClr val="303740"/>
                </a:solidFill>
                <a:latin typeface="Aptos"/>
              </a:rPr>
              <a:t>The vector store later compares the user question to stored chunk vectors.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718304"/>
            <a:ext cx="228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FFFFF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84048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>
                <a:solidFill>
                  <a:srgbClr val="007EB5"/>
                </a:solidFill>
                <a:latin typeface="Aptos Display"/>
              </a:rPr>
              <a:t>How Retrieval Uses Chunks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96112"/>
            <a:ext cx="73152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1">
                <a:solidFill>
                  <a:srgbClr val="00AECC"/>
                </a:solidFill>
                <a:latin typeface="Aptos"/>
              </a:rPr>
              <a:t>Retrieve only what the model needs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1089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50" b="1">
                <a:solidFill>
                  <a:srgbClr val="007EB5"/>
                </a:solidFill>
                <a:latin typeface="Aptos"/>
              </a:rPr>
              <a:t>User Question
“What does the policy say about customer data retention?”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86200" y="1664208"/>
            <a:ext cx="457200" cy="0"/>
          </a:xfrm>
          <a:prstGeom prst="line">
            <a:avLst/>
          </a:prstGeom>
          <a:ln w="2540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434840" y="1234440"/>
            <a:ext cx="3657600" cy="822960"/>
          </a:xfrm>
          <a:prstGeom prst="roundRect">
            <a:avLst/>
          </a:prstGeom>
          <a:solidFill>
            <a:srgbClr val="E2F6FB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l"/>
            <a:r>
              <a:rPr sz="1050" b="0">
                <a:solidFill>
                  <a:srgbClr val="303740"/>
                </a:solidFill>
                <a:latin typeface="Aptos"/>
              </a:rPr>
              <a:t>Retrieve matching chunks
• Customer Data Policy — Chunk 3
• Customer Data Policy — Chunk 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263640" y="2139696"/>
            <a:ext cx="0" cy="502919"/>
          </a:xfrm>
          <a:prstGeom prst="line">
            <a:avLst/>
          </a:prstGeom>
          <a:ln w="2540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800600" y="2788920"/>
            <a:ext cx="29260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007EB5"/>
                </a:solidFill>
                <a:latin typeface="Aptos"/>
              </a:rPr>
              <a:t>Send retrieved chunks to model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63640" y="3337560"/>
            <a:ext cx="0" cy="384048"/>
          </a:xfrm>
          <a:prstGeom prst="line">
            <a:avLst/>
          </a:prstGeom>
          <a:ln w="25400">
            <a:solidFill>
              <a:srgbClr val="00A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51960" y="3886200"/>
            <a:ext cx="3977639" cy="502920"/>
          </a:xfrm>
          <a:prstGeom prst="roundRect">
            <a:avLst/>
          </a:prstGeom>
          <a:solidFill>
            <a:srgbClr val="E6F7EC"/>
          </a:solidFill>
          <a:ln w="12700">
            <a:solidFill>
              <a:srgbClr val="50A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007EB5"/>
                </a:solidFill>
                <a:latin typeface="Aptos"/>
              </a:rPr>
              <a:t>Generate grounded answer with source 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31089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50" b="1">
                <a:solidFill>
                  <a:srgbClr val="00AECC"/>
                </a:solidFill>
                <a:latin typeface="Aptos"/>
              </a:rPr>
              <a:t>▸ </a:t>
            </a:r>
            <a:r>
              <a:rPr sz="1250">
                <a:solidFill>
                  <a:srgbClr val="303740"/>
                </a:solidFill>
                <a:latin typeface="Aptos"/>
              </a:rPr>
              <a:t>The model answers from retrieved context instead of guessing from general knowledge.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4718304"/>
            <a:ext cx="228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FFFFF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900" b="0">
                <a:solidFill>
                  <a:srgbClr val="007EB5"/>
                </a:solidFill>
                <a:latin typeface="Aptos Display"/>
              </a:rPr>
              <a:t>Key Takeaways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84632" y="896112"/>
            <a:ext cx="73152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1">
                <a:solidFill>
                  <a:srgbClr val="00AECC"/>
                </a:solidFill>
                <a:latin typeface="Aptos"/>
              </a:rPr>
              <a:t>Chunking is the foundation of useful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7315200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00AECC"/>
                </a:solidFill>
                <a:latin typeface="Aptos"/>
              </a:rPr>
              <a:t>▸ </a:t>
            </a:r>
            <a:r>
              <a:rPr sz="1500">
                <a:solidFill>
                  <a:srgbClr val="303740"/>
                </a:solidFill>
                <a:latin typeface="Aptos"/>
              </a:rPr>
              <a:t>Chunking converts raw extracted text into searchable units.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00AECC"/>
                </a:solidFill>
                <a:latin typeface="Aptos"/>
              </a:rPr>
              <a:t>▸ </a:t>
            </a:r>
            <a:r>
              <a:rPr sz="1500">
                <a:solidFill>
                  <a:srgbClr val="303740"/>
                </a:solidFill>
                <a:latin typeface="Aptos"/>
              </a:rPr>
              <a:t>Good chunks preserve meaning and reduce context overload.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00AECC"/>
                </a:solidFill>
                <a:latin typeface="Aptos"/>
              </a:rPr>
              <a:t>▸ </a:t>
            </a:r>
            <a:r>
              <a:rPr sz="1500">
                <a:solidFill>
                  <a:srgbClr val="303740"/>
                </a:solidFill>
                <a:latin typeface="Aptos"/>
              </a:rPr>
              <a:t>Overlap helps prevent important ideas from being split.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00AECC"/>
                </a:solidFill>
                <a:latin typeface="Aptos"/>
              </a:rPr>
              <a:t>▸ </a:t>
            </a:r>
            <a:r>
              <a:rPr sz="1500">
                <a:solidFill>
                  <a:srgbClr val="303740"/>
                </a:solidFill>
                <a:latin typeface="Aptos"/>
              </a:rPr>
              <a:t>Metadata supports filtering, traceability, and citations.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00AECC"/>
                </a:solidFill>
                <a:latin typeface="Aptos"/>
              </a:rPr>
              <a:t>▸ </a:t>
            </a:r>
            <a:r>
              <a:rPr sz="1500">
                <a:solidFill>
                  <a:srgbClr val="303740"/>
                </a:solidFill>
                <a:latin typeface="Aptos"/>
              </a:rPr>
              <a:t>Chunking must happen before embedding generation.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00AECC"/>
                </a:solidFill>
                <a:latin typeface="Aptos"/>
              </a:rPr>
              <a:t>▸ </a:t>
            </a:r>
            <a:r>
              <a:rPr sz="1500">
                <a:solidFill>
                  <a:srgbClr val="303740"/>
                </a:solidFill>
                <a:latin typeface="Aptos"/>
              </a:rPr>
              <a:t>The next step is to create embeddings for each chunk.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4718304"/>
            <a:ext cx="228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FFFFF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84048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>
                <a:solidFill>
                  <a:srgbClr val="007EB5"/>
                </a:solidFill>
                <a:latin typeface="Aptos Display"/>
              </a:rPr>
              <a:t>Implementation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96112"/>
            <a:ext cx="73152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1">
                <a:solidFill>
                  <a:srgbClr val="00AECC"/>
                </a:solidFill>
                <a:latin typeface="Aptos"/>
              </a:rPr>
              <a:t>How this maps to the current persistence-rag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7406640" cy="1600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00AECC"/>
                </a:solidFill>
                <a:latin typeface="Aptos"/>
              </a:rPr>
              <a:t>▸ </a:t>
            </a:r>
            <a:r>
              <a:rPr sz="1400">
                <a:solidFill>
                  <a:srgbClr val="303740"/>
                </a:solidFill>
                <a:latin typeface="Aptos"/>
              </a:rPr>
              <a:t>The application stores extracted text in PortalDocumentContent.RawText.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00AECC"/>
                </a:solidFill>
                <a:latin typeface="Aptos"/>
              </a:rPr>
              <a:t>▸ </a:t>
            </a:r>
            <a:r>
              <a:rPr sz="1400">
                <a:solidFill>
                  <a:srgbClr val="303740"/>
                </a:solidFill>
                <a:latin typeface="Aptos"/>
              </a:rPr>
              <a:t>PortalDocument tracks processing state through DocumentProcessingStatus.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00AECC"/>
                </a:solidFill>
                <a:latin typeface="Aptos"/>
              </a:rPr>
              <a:t>▸ </a:t>
            </a:r>
            <a:r>
              <a:rPr sz="1400">
                <a:solidFill>
                  <a:srgbClr val="303740"/>
                </a:solidFill>
                <a:latin typeface="Aptos"/>
              </a:rPr>
              <a:t>The chunking demo adds PortalDocumentChunk as the retrieval-ready record.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00AECC"/>
                </a:solidFill>
                <a:latin typeface="Aptos"/>
              </a:rPr>
              <a:t>▸ </a:t>
            </a:r>
            <a:r>
              <a:rPr sz="1400">
                <a:solidFill>
                  <a:srgbClr val="303740"/>
                </a:solidFill>
                <a:latin typeface="Aptos"/>
              </a:rPr>
              <a:t>The next demo adds embeddings for each saved chunk.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200400"/>
            <a:ext cx="6720840" cy="8229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C9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/>
            <a:r>
              <a:rPr sz="1250">
                <a:solidFill>
                  <a:srgbClr val="303740"/>
                </a:solidFill>
                <a:latin typeface="Cascadia Mono"/>
              </a:rPr>
              <a:t>PortalDocumentContent → RawText
PortalDocumentChunk   → Text + Metadata
Embedding Record      → Chunk Vector (next demo)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F6872"/>
                </a:solidFill>
                <a:latin typeface="Aptos"/>
              </a:rPr>
              <a:t>Reference: KnowledgeOpsPortal.SemanticKernel.Demo / persistence-rag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4718304"/>
            <a:ext cx="228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FFFFFF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6556</Words>
  <Application>Microsoft Office PowerPoint</Application>
  <PresentationFormat>On-screen Show (16:9)</PresentationFormat>
  <Paragraphs>916</Paragraphs>
  <Slides>112</Slides>
  <Notes>111</Notes>
  <HiddenSlides>2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23" baseType="lpstr">
      <vt:lpstr>Arial</vt:lpstr>
      <vt:lpstr>Calibri</vt:lpstr>
      <vt:lpstr>Barlow Light</vt:lpstr>
      <vt:lpstr>Barlow</vt:lpstr>
      <vt:lpstr>SFMono-Regular</vt:lpstr>
      <vt:lpstr>Barlow SemiBold</vt:lpstr>
      <vt:lpstr>Raleway Thin</vt:lpstr>
      <vt:lpstr>Segoe UI</vt:lpstr>
      <vt:lpstr>Montserrat</vt:lpstr>
      <vt:lpstr>Raleway</vt:lpstr>
      <vt:lpstr>Gaoler template</vt:lpstr>
      <vt:lpstr>Understanding Semantic Kernel SDK</vt:lpstr>
      <vt:lpstr>HELLO!</vt:lpstr>
      <vt:lpstr>Course Objectives</vt:lpstr>
      <vt:lpstr>Course Objectives</vt:lpstr>
      <vt:lpstr>Key Features</vt:lpstr>
      <vt:lpstr>Key Features</vt:lpstr>
      <vt:lpstr>Pre-requisites</vt:lpstr>
      <vt:lpstr>Welcome!</vt:lpstr>
      <vt:lpstr>Introduction to Semantic Kernel</vt:lpstr>
      <vt:lpstr>Section Overview</vt:lpstr>
      <vt:lpstr>What is an LLM?</vt:lpstr>
      <vt:lpstr>What is Generative AI?</vt:lpstr>
      <vt:lpstr>What is Semantic Kernel?</vt:lpstr>
      <vt:lpstr>PowerPoint Presentation</vt:lpstr>
      <vt:lpstr>PowerPoint Presentation</vt:lpstr>
      <vt:lpstr>Why use Semantic Kernel?</vt:lpstr>
      <vt:lpstr>Why use Semantic Kernel?</vt:lpstr>
      <vt:lpstr>AI Agents</vt:lpstr>
      <vt:lpstr>AI Agent examples</vt:lpstr>
      <vt:lpstr>Understanding AI Agents in Business Context</vt:lpstr>
      <vt:lpstr>Section Review</vt:lpstr>
      <vt:lpstr>Development Environment Setup</vt:lpstr>
      <vt:lpstr>Section Overview</vt:lpstr>
      <vt:lpstr>Visual Studio &amp; .NET Versions</vt:lpstr>
      <vt:lpstr>Visual Studio Code</vt:lpstr>
      <vt:lpstr>Overview of Microsoft Azure </vt:lpstr>
      <vt:lpstr>Setting Up Your Azure Account and Subscription</vt:lpstr>
      <vt:lpstr>Section Review</vt:lpstr>
      <vt:lpstr>Build Your Kernal</vt:lpstr>
      <vt:lpstr>Section Overview</vt:lpstr>
      <vt:lpstr>What is the Kernel?</vt:lpstr>
      <vt:lpstr>PowerPoint Presentation</vt:lpstr>
      <vt:lpstr>How to build your kernel</vt:lpstr>
      <vt:lpstr>Azure AI Services </vt:lpstr>
      <vt:lpstr>What is Azure OpenAI Service?</vt:lpstr>
      <vt:lpstr>Demo</vt:lpstr>
      <vt:lpstr>Section Review</vt:lpstr>
      <vt:lpstr>Create plugins for semantic kernel</vt:lpstr>
      <vt:lpstr>Section Overview</vt:lpstr>
      <vt:lpstr>What is a plugin? </vt:lpstr>
      <vt:lpstr>What is a plugin? </vt:lpstr>
      <vt:lpstr>Built-in plugins </vt:lpstr>
      <vt:lpstr>Demo</vt:lpstr>
      <vt:lpstr>Prompts</vt:lpstr>
      <vt:lpstr>Tips for effective prompts</vt:lpstr>
      <vt:lpstr>Optimizing Prompts</vt:lpstr>
      <vt:lpstr>Demo</vt:lpstr>
      <vt:lpstr>Personas in prompts</vt:lpstr>
      <vt:lpstr>Personas in prompts</vt:lpstr>
      <vt:lpstr>Personas in prompts</vt:lpstr>
      <vt:lpstr>Personas in prompts</vt:lpstr>
      <vt:lpstr>Saving prompts to files</vt:lpstr>
      <vt:lpstr>Saving prompts to files</vt:lpstr>
      <vt:lpstr>Section Review</vt:lpstr>
      <vt:lpstr>Native Functions and Plugins</vt:lpstr>
      <vt:lpstr>Section Overview</vt:lpstr>
      <vt:lpstr>Understanding Native Funcitons</vt:lpstr>
      <vt:lpstr>Demo!!</vt:lpstr>
      <vt:lpstr>Combining Functions with Prompts </vt:lpstr>
      <vt:lpstr>Demo</vt:lpstr>
      <vt:lpstr>Automatic function invocation</vt:lpstr>
      <vt:lpstr>Demo</vt:lpstr>
      <vt:lpstr>Section Review</vt:lpstr>
      <vt:lpstr>Create Web Chat Assistant</vt:lpstr>
      <vt:lpstr>Section Overview</vt:lpstr>
      <vt:lpstr>What is RAG?</vt:lpstr>
      <vt:lpstr>How RAG Works</vt:lpstr>
      <vt:lpstr>Benefits of RAG</vt:lpstr>
      <vt:lpstr>RAG with Semantic Kernel</vt:lpstr>
      <vt:lpstr>Section Review</vt:lpstr>
      <vt:lpstr>Conclusion</vt:lpstr>
      <vt:lpstr>Recap – Semantic Kernel</vt:lpstr>
      <vt:lpstr>Overall Result</vt:lpstr>
      <vt:lpstr>Next Steps</vt:lpstr>
      <vt:lpstr>THANK YOU!</vt:lpstr>
      <vt:lpstr>PowerPoint Presentation</vt:lpstr>
      <vt:lpstr>This is a slide title</vt:lpstr>
      <vt:lpstr>BIG CONCEPT</vt:lpstr>
      <vt:lpstr>You can also split your content</vt:lpstr>
      <vt:lpstr>In two or three columns</vt:lpstr>
      <vt:lpstr>A picture is worth a thousand words</vt:lpstr>
      <vt:lpstr>Want big impact? Use big image.</vt:lpstr>
      <vt:lpstr>Use diagrams to explain your ideas</vt:lpstr>
      <vt:lpstr>And tables to compare data</vt:lpstr>
      <vt:lpstr>Maps</vt:lpstr>
      <vt:lpstr>89,526,124</vt:lpstr>
      <vt:lpstr>89,526,124$</vt:lpstr>
      <vt:lpstr>Our process is easy</vt:lpstr>
      <vt:lpstr>Let’s review some concepts</vt:lpstr>
      <vt:lpstr>PowerPoint Presentation</vt:lpstr>
      <vt:lpstr>PowerPoint Presentation</vt:lpstr>
      <vt:lpstr>PowerPoint Presentation</vt:lpstr>
      <vt:lpstr>PowerPoint Presentation</vt:lpstr>
      <vt:lpstr>THANKS!</vt:lpstr>
      <vt:lpstr>Credits</vt:lpstr>
      <vt:lpstr>Presentation design</vt:lpstr>
      <vt:lpstr>Extra Resources</vt:lpstr>
      <vt:lpstr>Timeline</vt:lpstr>
      <vt:lpstr>Roadmap</vt:lpstr>
      <vt:lpstr>Gantt chart</vt:lpstr>
      <vt:lpstr>SWOT Analysis</vt:lpstr>
      <vt:lpstr>Business Model Canvas</vt:lpstr>
      <vt:lpstr>Funnel</vt:lpstr>
      <vt:lpstr>Team Presentation</vt:lpstr>
      <vt:lpstr>Competitor Matrix</vt:lpstr>
      <vt:lpstr>Weekly Planner</vt:lpstr>
      <vt:lpstr>Extra resources</vt:lpstr>
      <vt:lpstr>Extra resources</vt:lpstr>
      <vt:lpstr>PowerPoint Presentation</vt:lpstr>
      <vt:lpstr>Diagrams and infographics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Trevoir Williams</cp:lastModifiedBy>
  <cp:revision>1</cp:revision>
  <dcterms:modified xsi:type="dcterms:W3CDTF">2025-02-25T13:59:26Z</dcterms:modified>
</cp:coreProperties>
</file>