
<file path=[Content_Types].xml><?xml version="1.0" encoding="utf-8"?>
<Types xmlns="http://schemas.openxmlformats.org/package/2006/content-types">
  <Default Extension="fntdata" ContentType="application/x-fontdata"/>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5143500" type="screen16x9"/>
  <p:notesSz cx="6858000" cy="9144000"/>
  <p:embeddedFontLst>
    <p:embeddedFont>
      <p:font typeface="Barlow Light" panose="00000400000000000000" pitchFamily="2" charset="0"/>
      <p:regular r:id="rId16"/>
      <p:bold r:id="rId17"/>
      <p:italic r:id="rId18"/>
      <p:boldItalic r:id="rId19"/>
    </p:embeddedFont>
    <p:embeddedFont>
      <p:font typeface="Raleway" pitchFamily="2" charset="0"/>
      <p:regular r:id="rId20"/>
      <p:bold r:id="rId21"/>
      <p:italic r:id="rId22"/>
      <p:boldItalic r:id="rId23"/>
    </p:embeddedFont>
    <p:embeddedFont>
      <p:font typeface="Raleway Thin" pitchFamily="2" charset="0"/>
      <p:regular r:id="rId24"/>
      <p:bold r:id="rId25"/>
      <p:italic r:id="rId26"/>
      <p:boldItalic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Introduction" id="{1F58CDD1-FC47-4ECB-9943-A18C3153FCE7}">
          <p14:sldIdLst>
            <p14:sldId id="256"/>
            <p14:sldId id="257"/>
            <p14:sldId id="258"/>
            <p14:sldId id="259"/>
          </p14:sldIdLst>
        </p14:section>
        <p14:section name="Introduction to Semantic Kernel" id="{B926BB5B-3FD0-4D6B-A42F-6197FB4F8A81}">
          <p14:sldIdLst/>
        </p14:section>
        <p14:section name="Environment Setup" id="{61BAFE6E-9FD7-402C-A761-E886CB896155}">
          <p14:sldIdLst/>
        </p14:section>
        <p14:section name="Build Your Kernal" id="{4F5A4836-2DA6-4114-A54E-3724A05337DE}">
          <p14:sldIdLst/>
        </p14:section>
        <p14:section name="Create plugins for semantic kernel" id="{7E8C9F36-FF3D-456E-9420-8B790E4D8FCB}">
          <p14:sldIdLst/>
        </p14:section>
        <p14:section name="Plugins with Native Functions" id="{905D3569-B12C-4A00-9177-544F96C63794}">
          <p14:sldIdLst/>
        </p14:section>
        <p14:section name="Create Web Chat Assistant" id="{D661DCA3-EB79-41DD-B90D-4BA5426C0DED}">
          <p14:sldIdLst/>
        </p14:section>
        <p14:section name="Conclusion" id="{5E76EF12-603C-48E1-8720-058F9A733B24}">
          <p14:sldIdLst/>
        </p14:section>
        <p14:section name="misc" id="{7242CC7C-D5BF-41FF-B0C8-C0AED96C2CB2}">
          <p14:sldIdLst>
            <p14:sldId id="260"/>
            <p14:sldId id="261"/>
            <p14:sldId id="262"/>
            <p14:sldId id="263"/>
            <p14:sldId id="264"/>
            <p14:sldId id="265"/>
            <p14:sldId id="266"/>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1E2214B-EEA6-4F0E-851E-DA328E0D34B4}">
  <a:tblStyle styleId="{11E2214B-EEA6-4F0E-851E-DA328E0D34B4}"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9E44D3EF-30E0-43DB-A017-93B0B98886E5}"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537" autoAdjust="0"/>
    <p:restoredTop sz="81767" autoAdjust="0"/>
  </p:normalViewPr>
  <p:slideViewPr>
    <p:cSldViewPr snapToGrid="0">
      <p:cViewPr varScale="1">
        <p:scale>
          <a:sx n="129" d="100"/>
          <a:sy n="129" d="100"/>
        </p:scale>
        <p:origin x="1389" y="66"/>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font" Target="fonts/font11.fntdata"/><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4.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font" Target="fonts/font12.fnt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revoir Williams" userId="6a45007046124a3d" providerId="LiveId" clId="{FD24E84C-CD6E-40B8-B391-F2F3CD6A9CAD}"/>
    <pc:docChg chg="undo custSel modSld">
      <pc:chgData name="Trevoir Williams" userId="6a45007046124a3d" providerId="LiveId" clId="{FD24E84C-CD6E-40B8-B391-F2F3CD6A9CAD}" dt="2026-05-17T18:46:18.504" v="33" actId="478"/>
      <pc:docMkLst>
        <pc:docMk/>
      </pc:docMkLst>
      <pc:sldChg chg="modSp mod">
        <pc:chgData name="Trevoir Williams" userId="6a45007046124a3d" providerId="LiveId" clId="{FD24E84C-CD6E-40B8-B391-F2F3CD6A9CAD}" dt="2026-05-17T18:44:42.636" v="19" actId="20577"/>
        <pc:sldMkLst>
          <pc:docMk/>
          <pc:sldMk cId="0" sldId="259"/>
        </pc:sldMkLst>
        <pc:spChg chg="mod">
          <ac:chgData name="Trevoir Williams" userId="6a45007046124a3d" providerId="LiveId" clId="{FD24E84C-CD6E-40B8-B391-F2F3CD6A9CAD}" dt="2026-05-17T18:44:38.886" v="18" actId="20577"/>
          <ac:spMkLst>
            <pc:docMk/>
            <pc:sldMk cId="0" sldId="259"/>
            <ac:spMk id="3" creationId="{00000000-0000-0000-0000-000000000000}"/>
          </ac:spMkLst>
        </pc:spChg>
        <pc:spChg chg="mod">
          <ac:chgData name="Trevoir Williams" userId="6a45007046124a3d" providerId="LiveId" clId="{FD24E84C-CD6E-40B8-B391-F2F3CD6A9CAD}" dt="2026-05-17T18:44:42.636" v="19" actId="20577"/>
          <ac:spMkLst>
            <pc:docMk/>
            <pc:sldMk cId="0" sldId="259"/>
            <ac:spMk id="4" creationId="{00000000-0000-0000-0000-000000000000}"/>
          </ac:spMkLst>
        </pc:spChg>
      </pc:sldChg>
      <pc:sldChg chg="modSp mod">
        <pc:chgData name="Trevoir Williams" userId="6a45007046124a3d" providerId="LiveId" clId="{FD24E84C-CD6E-40B8-B391-F2F3CD6A9CAD}" dt="2026-05-17T18:44:56.308" v="20" actId="6549"/>
        <pc:sldMkLst>
          <pc:docMk/>
          <pc:sldMk cId="0" sldId="260"/>
        </pc:sldMkLst>
        <pc:spChg chg="mod">
          <ac:chgData name="Trevoir Williams" userId="6a45007046124a3d" providerId="LiveId" clId="{FD24E84C-CD6E-40B8-B391-F2F3CD6A9CAD}" dt="2026-05-17T18:44:56.308" v="20" actId="6549"/>
          <ac:spMkLst>
            <pc:docMk/>
            <pc:sldMk cId="0" sldId="260"/>
            <ac:spMk id="14" creationId="{00000000-0000-0000-0000-000000000000}"/>
          </ac:spMkLst>
        </pc:spChg>
      </pc:sldChg>
      <pc:sldChg chg="addSp delSp modSp mod">
        <pc:chgData name="Trevoir Williams" userId="6a45007046124a3d" providerId="LiveId" clId="{FD24E84C-CD6E-40B8-B391-F2F3CD6A9CAD}" dt="2026-05-17T18:45:40.519" v="27" actId="17032"/>
        <pc:sldMkLst>
          <pc:docMk/>
          <pc:sldMk cId="0" sldId="261"/>
        </pc:sldMkLst>
        <pc:cxnChg chg="mod">
          <ac:chgData name="Trevoir Williams" userId="6a45007046124a3d" providerId="LiveId" clId="{FD24E84C-CD6E-40B8-B391-F2F3CD6A9CAD}" dt="2026-05-17T18:45:24.800" v="21" actId="17032"/>
          <ac:cxnSpMkLst>
            <pc:docMk/>
            <pc:sldMk cId="0" sldId="261"/>
            <ac:cxnSpMk id="9" creationId="{00000000-0000-0000-0000-000000000000}"/>
          </ac:cxnSpMkLst>
        </pc:cxnChg>
        <pc:cxnChg chg="mod">
          <ac:chgData name="Trevoir Williams" userId="6a45007046124a3d" providerId="LiveId" clId="{FD24E84C-CD6E-40B8-B391-F2F3CD6A9CAD}" dt="2026-05-17T18:45:31.835" v="24" actId="17032"/>
          <ac:cxnSpMkLst>
            <pc:docMk/>
            <pc:sldMk cId="0" sldId="261"/>
            <ac:cxnSpMk id="10" creationId="{00000000-0000-0000-0000-000000000000}"/>
          </ac:cxnSpMkLst>
        </pc:cxnChg>
        <pc:cxnChg chg="mod">
          <ac:chgData name="Trevoir Williams" userId="6a45007046124a3d" providerId="LiveId" clId="{FD24E84C-CD6E-40B8-B391-F2F3CD6A9CAD}" dt="2026-05-17T18:45:34.588" v="25" actId="17032"/>
          <ac:cxnSpMkLst>
            <pc:docMk/>
            <pc:sldMk cId="0" sldId="261"/>
            <ac:cxnSpMk id="11" creationId="{00000000-0000-0000-0000-000000000000}"/>
          </ac:cxnSpMkLst>
        </pc:cxnChg>
        <pc:cxnChg chg="mod">
          <ac:chgData name="Trevoir Williams" userId="6a45007046124a3d" providerId="LiveId" clId="{FD24E84C-CD6E-40B8-B391-F2F3CD6A9CAD}" dt="2026-05-17T18:45:37.369" v="26" actId="17032"/>
          <ac:cxnSpMkLst>
            <pc:docMk/>
            <pc:sldMk cId="0" sldId="261"/>
            <ac:cxnSpMk id="12" creationId="{00000000-0000-0000-0000-000000000000}"/>
          </ac:cxnSpMkLst>
        </pc:cxnChg>
        <pc:cxnChg chg="mod">
          <ac:chgData name="Trevoir Williams" userId="6a45007046124a3d" providerId="LiveId" clId="{FD24E84C-CD6E-40B8-B391-F2F3CD6A9CAD}" dt="2026-05-17T18:45:40.519" v="27" actId="17032"/>
          <ac:cxnSpMkLst>
            <pc:docMk/>
            <pc:sldMk cId="0" sldId="261"/>
            <ac:cxnSpMk id="13" creationId="{00000000-0000-0000-0000-000000000000}"/>
          </ac:cxnSpMkLst>
        </pc:cxnChg>
        <pc:cxnChg chg="add del">
          <ac:chgData name="Trevoir Williams" userId="6a45007046124a3d" providerId="LiveId" clId="{FD24E84C-CD6E-40B8-B391-F2F3CD6A9CAD}" dt="2026-05-17T18:45:29.238" v="23" actId="11529"/>
          <ac:cxnSpMkLst>
            <pc:docMk/>
            <pc:sldMk cId="0" sldId="261"/>
            <ac:cxnSpMk id="17" creationId="{2E9BBDF5-F567-7B7E-E485-7DC52EAE6C9D}"/>
          </ac:cxnSpMkLst>
        </pc:cxnChg>
      </pc:sldChg>
      <pc:sldChg chg="delSp modSp mod">
        <pc:chgData name="Trevoir Williams" userId="6a45007046124a3d" providerId="LiveId" clId="{FD24E84C-CD6E-40B8-B391-F2F3CD6A9CAD}" dt="2026-05-17T18:46:18.504" v="33" actId="478"/>
        <pc:sldMkLst>
          <pc:docMk/>
          <pc:sldMk cId="0" sldId="262"/>
        </pc:sldMkLst>
        <pc:spChg chg="del mod">
          <ac:chgData name="Trevoir Williams" userId="6a45007046124a3d" providerId="LiveId" clId="{FD24E84C-CD6E-40B8-B391-F2F3CD6A9CAD}" dt="2026-05-17T18:46:12.989" v="31" actId="478"/>
          <ac:spMkLst>
            <pc:docMk/>
            <pc:sldMk cId="0" sldId="262"/>
            <ac:spMk id="13" creationId="{00000000-0000-0000-0000-000000000000}"/>
          </ac:spMkLst>
        </pc:spChg>
        <pc:cxnChg chg="del mod">
          <ac:chgData name="Trevoir Williams" userId="6a45007046124a3d" providerId="LiveId" clId="{FD24E84C-CD6E-40B8-B391-F2F3CD6A9CAD}" dt="2026-05-17T18:46:17.576" v="32" actId="478"/>
          <ac:cxnSpMkLst>
            <pc:docMk/>
            <pc:sldMk cId="0" sldId="262"/>
            <ac:cxnSpMk id="11" creationId="{00000000-0000-0000-0000-000000000000}"/>
          </ac:cxnSpMkLst>
        </pc:cxnChg>
        <pc:cxnChg chg="del">
          <ac:chgData name="Trevoir Williams" userId="6a45007046124a3d" providerId="LiveId" clId="{FD24E84C-CD6E-40B8-B391-F2F3CD6A9CAD}" dt="2026-05-17T18:46:18.504" v="33" actId="478"/>
          <ac:cxnSpMkLst>
            <pc:docMk/>
            <pc:sldMk cId="0" sldId="262"/>
            <ac:cxnSpMk id="12" creationId="{00000000-0000-0000-0000-000000000000}"/>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
        <p:cNvGrpSpPr/>
        <p:nvPr/>
      </p:nvGrpSpPr>
      <p:grpSpPr>
        <a:xfrm>
          <a:off x="0" y="0"/>
          <a:ext cx="0" cy="0"/>
          <a:chOff x="0" y="0"/>
          <a:chExt cx="0" cy="0"/>
        </a:xfrm>
      </p:grpSpPr>
      <p:sp>
        <p:nvSpPr>
          <p:cNvPr id="2" name="Slide Image Placeholder"/>
          <p:cNvSpPr>
            <a:spLocks noGrp="1" noRot="1" noChangeAspect="1"/>
          </p:cNvSpPr>
          <p:nvPr>
            <p:ph type="sldImg" idx="2"/>
          </p:nvPr>
        </p:nvSpPr>
        <p:spPr>
          <a:xfrm>
            <a:off x="381000" y="685800"/>
            <a:ext cx="6096000" cy="3429000"/>
          </a:xfrm>
          <a:prstGeom prst="rect">
            <a:avLst/>
          </a:prstGeom>
        </p:spPr>
      </p:sp>
      <p:sp>
        <p:nvSpPr>
          <p:cNvPr id="3" name="Notes Placeholde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sz="1200"/>
              <a:t>Open this lesson by telling students that embeddings are the bridge between raw document text and semantic search. Clarify that this lesson prepares them for the hands-on demo where the portal generates embeddings and stores searchable knowledge for RAG.</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
        <p:cNvGrpSpPr/>
        <p:nvPr/>
      </p:nvGrpSpPr>
      <p:grpSpPr>
        <a:xfrm>
          <a:off x="0" y="0"/>
          <a:ext cx="0" cy="0"/>
          <a:chOff x="0" y="0"/>
          <a:chExt cx="0" cy="0"/>
        </a:xfrm>
      </p:grpSpPr>
      <p:sp>
        <p:nvSpPr>
          <p:cNvPr id="2" name="Slide Image Placeholder"/>
          <p:cNvSpPr>
            <a:spLocks noGrp="1" noRot="1" noChangeAspect="1"/>
          </p:cNvSpPr>
          <p:nvPr>
            <p:ph type="sldImg" idx="2"/>
          </p:nvPr>
        </p:nvSpPr>
        <p:spPr>
          <a:xfrm>
            <a:off x="381000" y="685800"/>
            <a:ext cx="6096000" cy="3429000"/>
          </a:xfrm>
          <a:prstGeom prst="rect">
            <a:avLst/>
          </a:prstGeom>
        </p:spPr>
      </p:sp>
      <p:sp>
        <p:nvSpPr>
          <p:cNvPr id="3" name="Notes Placeholde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sz="1200"/>
              <a:t>Narration points: The goal is not to make learners memorize vector math. The goal is to understand the system boundary: Azure OpenAI creates embeddings, SQLite stores and searches them, and Semantic Kernel/.NET vector abstractions let the application orchestrate the flow cleanly.</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
        <p:cNvGrpSpPr/>
        <p:nvPr/>
      </p:nvGrpSpPr>
      <p:grpSpPr>
        <a:xfrm>
          <a:off x="0" y="0"/>
          <a:ext cx="0" cy="0"/>
          <a:chOff x="0" y="0"/>
          <a:chExt cx="0" cy="0"/>
        </a:xfrm>
      </p:grpSpPr>
      <p:sp>
        <p:nvSpPr>
          <p:cNvPr id="2" name="Slide Image Placeholder"/>
          <p:cNvSpPr>
            <a:spLocks noGrp="1" noRot="1" noChangeAspect="1"/>
          </p:cNvSpPr>
          <p:nvPr>
            <p:ph type="sldImg" idx="2"/>
          </p:nvPr>
        </p:nvSpPr>
        <p:spPr>
          <a:xfrm>
            <a:off x="381000" y="685800"/>
            <a:ext cx="6096000" cy="3429000"/>
          </a:xfrm>
          <a:prstGeom prst="rect">
            <a:avLst/>
          </a:prstGeom>
        </p:spPr>
      </p:sp>
      <p:sp>
        <p:nvSpPr>
          <p:cNvPr id="3" name="Notes Placeholde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sz="1200"/>
              <a:t>Explain that an embedding is not a summary and not the original document. It is a numeric representation of meaning. Use the cancellation policy example to show why semantic search works better than plain keyword matching when users phrase questions differently from the source document.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
        <p:cNvGrpSpPr/>
        <p:nvPr/>
      </p:nvGrpSpPr>
      <p:grpSpPr>
        <a:xfrm>
          <a:off x="0" y="0"/>
          <a:ext cx="0" cy="0"/>
          <a:chOff x="0" y="0"/>
          <a:chExt cx="0" cy="0"/>
        </a:xfrm>
      </p:grpSpPr>
      <p:sp>
        <p:nvSpPr>
          <p:cNvPr id="2" name="Slide Image Placeholder"/>
          <p:cNvSpPr>
            <a:spLocks noGrp="1" noRot="1" noChangeAspect="1"/>
          </p:cNvSpPr>
          <p:nvPr>
            <p:ph type="sldImg" idx="2"/>
          </p:nvPr>
        </p:nvSpPr>
        <p:spPr>
          <a:xfrm>
            <a:off x="381000" y="685800"/>
            <a:ext cx="6096000" cy="3429000"/>
          </a:xfrm>
          <a:prstGeom prst="rect">
            <a:avLst/>
          </a:prstGeom>
        </p:spPr>
      </p:sp>
      <p:sp>
        <p:nvSpPr>
          <p:cNvPr id="3" name="Notes Placeholde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sz="1200"/>
              <a:t>Narration points: The chunks already exist in the database, but storing text is not the same as making it semantically searchable. The embedding gives the vector store something it can compare. Without embeddings, the app can mostly do filtering, exact matching, and keyword search.</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
        <p:cNvGrpSpPr/>
        <p:nvPr/>
      </p:nvGrpSpPr>
      <p:grpSpPr>
        <a:xfrm>
          <a:off x="0" y="0"/>
          <a:ext cx="0" cy="0"/>
          <a:chOff x="0" y="0"/>
          <a:chExt cx="0" cy="0"/>
        </a:xfrm>
      </p:grpSpPr>
      <p:sp>
        <p:nvSpPr>
          <p:cNvPr id="2" name="Slide Image Placeholder"/>
          <p:cNvSpPr>
            <a:spLocks noGrp="1" noRot="1" noChangeAspect="1"/>
          </p:cNvSpPr>
          <p:nvPr>
            <p:ph type="sldImg" idx="2"/>
          </p:nvPr>
        </p:nvSpPr>
        <p:spPr>
          <a:xfrm>
            <a:off x="381000" y="685800"/>
            <a:ext cx="6096000" cy="3429000"/>
          </a:xfrm>
          <a:prstGeom prst="rect">
            <a:avLst/>
          </a:prstGeom>
        </p:spPr>
      </p:sp>
      <p:sp>
        <p:nvSpPr>
          <p:cNvPr id="3" name="Notes Placeholde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sz="1200"/>
              <a:t>This is the key clarification. Avoid saying that embeddings are needed 'on Azure and in SQLite.' Azure OpenAI is the generator; SQLite is the store/search engine. The same vector is not being created twice. The embedding model creates it once for a chunk, and the vector store persists it for later retrieval.</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
        <p:cNvGrpSpPr/>
        <p:nvPr/>
      </p:nvGrpSpPr>
      <p:grpSpPr>
        <a:xfrm>
          <a:off x="0" y="0"/>
          <a:ext cx="0" cy="0"/>
          <a:chOff x="0" y="0"/>
          <a:chExt cx="0" cy="0"/>
        </a:xfrm>
      </p:grpSpPr>
      <p:sp>
        <p:nvSpPr>
          <p:cNvPr id="2" name="Slide Image Placeholder"/>
          <p:cNvSpPr>
            <a:spLocks noGrp="1" noRot="1" noChangeAspect="1"/>
          </p:cNvSpPr>
          <p:nvPr>
            <p:ph type="sldImg" idx="2"/>
          </p:nvPr>
        </p:nvSpPr>
        <p:spPr>
          <a:xfrm>
            <a:off x="381000" y="685800"/>
            <a:ext cx="6096000" cy="3429000"/>
          </a:xfrm>
          <a:prstGeom prst="rect">
            <a:avLst/>
          </a:prstGeom>
        </p:spPr>
      </p:sp>
      <p:sp>
        <p:nvSpPr>
          <p:cNvPr id="3" name="Notes Placeholde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sz="1200"/>
              <a:t>Walk through the diagram slowly. Emphasize that embedding happens after chunking because embedding full documents is usually too broad and inefficient. The retriever needs smaller units that can be returned as focused context for the user’s question.</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
        <p:cNvGrpSpPr/>
        <p:nvPr/>
      </p:nvGrpSpPr>
      <p:grpSpPr>
        <a:xfrm>
          <a:off x="0" y="0"/>
          <a:ext cx="0" cy="0"/>
          <a:chOff x="0" y="0"/>
          <a:chExt cx="0" cy="0"/>
        </a:xfrm>
      </p:grpSpPr>
      <p:sp>
        <p:nvSpPr>
          <p:cNvPr id="2" name="Slide Image Placeholder"/>
          <p:cNvSpPr>
            <a:spLocks noGrp="1" noRot="1" noChangeAspect="1"/>
          </p:cNvSpPr>
          <p:nvPr>
            <p:ph type="sldImg" idx="2"/>
          </p:nvPr>
        </p:nvSpPr>
        <p:spPr>
          <a:xfrm>
            <a:off x="381000" y="685800"/>
            <a:ext cx="6096000" cy="3429000"/>
          </a:xfrm>
          <a:prstGeom prst="rect">
            <a:avLst/>
          </a:prstGeom>
        </p:spPr>
      </p:sp>
      <p:sp>
        <p:nvSpPr>
          <p:cNvPr id="3" name="Notes Placeholde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sz="1200"/>
              <a:t>Narration points: This is where learners should connect the theory to the upcoming demo. The important code concept is the upsert into a vector collection. The vector-store abstraction can be configured with an embedding generator, which reduces manual preprocessing code.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
        <p:cNvGrpSpPr/>
        <p:nvPr/>
      </p:nvGrpSpPr>
      <p:grpSpPr>
        <a:xfrm>
          <a:off x="0" y="0"/>
          <a:ext cx="0" cy="0"/>
          <a:chOff x="0" y="0"/>
          <a:chExt cx="0" cy="0"/>
        </a:xfrm>
      </p:grpSpPr>
      <p:sp>
        <p:nvSpPr>
          <p:cNvPr id="2" name="Slide Image Placeholder"/>
          <p:cNvSpPr>
            <a:spLocks noGrp="1" noRot="1" noChangeAspect="1"/>
          </p:cNvSpPr>
          <p:nvPr>
            <p:ph type="sldImg" idx="2"/>
          </p:nvPr>
        </p:nvSpPr>
        <p:spPr>
          <a:xfrm>
            <a:off x="381000" y="685800"/>
            <a:ext cx="6096000" cy="3429000"/>
          </a:xfrm>
          <a:prstGeom prst="rect">
            <a:avLst/>
          </a:prstGeom>
        </p:spPr>
      </p:sp>
      <p:sp>
        <p:nvSpPr>
          <p:cNvPr id="3" name="Notes Placeholde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sz="1200"/>
              <a:t>Make the query-time distinction explicit: stored chunks already have vectors, but the user’s new question also needs a vector. The search operation is not comparing a sentence to a sentence directly; it compares the question vector to stored chunk vectors.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
        <p:cNvGrpSpPr/>
        <p:nvPr/>
      </p:nvGrpSpPr>
      <p:grpSpPr>
        <a:xfrm>
          <a:off x="0" y="0"/>
          <a:ext cx="0" cy="0"/>
          <a:chOff x="0" y="0"/>
          <a:chExt cx="0" cy="0"/>
        </a:xfrm>
      </p:grpSpPr>
      <p:sp>
        <p:nvSpPr>
          <p:cNvPr id="2" name="Slide Image Placeholder"/>
          <p:cNvSpPr>
            <a:spLocks noGrp="1" noRot="1" noChangeAspect="1"/>
          </p:cNvSpPr>
          <p:nvPr>
            <p:ph type="sldImg" idx="2"/>
          </p:nvPr>
        </p:nvSpPr>
        <p:spPr>
          <a:xfrm>
            <a:off x="381000" y="685800"/>
            <a:ext cx="6096000" cy="3429000"/>
          </a:xfrm>
          <a:prstGeom prst="rect">
            <a:avLst/>
          </a:prstGeom>
        </p:spPr>
      </p:sp>
      <p:sp>
        <p:nvSpPr>
          <p:cNvPr id="3" name="Notes Placeholde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sz="1200"/>
              <a:t>Explain that SQLite can be used as the local vector store because the SQLite connector maps a collection to tables and stores vectors separately from key/data properties. Also emphasize the Microsoft guidance: generated vector properties do not replace the original text. Keep the original text in a data property for citations and grounded answers.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
        <p:cNvGrpSpPr/>
        <p:nvPr/>
      </p:nvGrpSpPr>
      <p:grpSpPr>
        <a:xfrm>
          <a:off x="0" y="0"/>
          <a:ext cx="0" cy="0"/>
          <a:chOff x="0" y="0"/>
          <a:chExt cx="0" cy="0"/>
        </a:xfrm>
      </p:grpSpPr>
      <p:sp>
        <p:nvSpPr>
          <p:cNvPr id="2" name="Slide Image Placeholder"/>
          <p:cNvSpPr>
            <a:spLocks noGrp="1" noRot="1" noChangeAspect="1"/>
          </p:cNvSpPr>
          <p:nvPr>
            <p:ph type="sldImg" idx="2"/>
          </p:nvPr>
        </p:nvSpPr>
        <p:spPr>
          <a:xfrm>
            <a:off x="381000" y="685800"/>
            <a:ext cx="6096000" cy="3429000"/>
          </a:xfrm>
          <a:prstGeom prst="rect">
            <a:avLst/>
          </a:prstGeom>
        </p:spPr>
      </p:sp>
      <p:sp>
        <p:nvSpPr>
          <p:cNvPr id="3" name="Notes Placeholde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sz="1200"/>
              <a:t>Clarify that Azure is not the vector database in this demo. Azure OpenAI supplies the embedding model and the chat model. The local vector database is SQLite. In production, Azure could also be involved on the storage side if the app uses Azure AI Search or another Azure data service with vector support.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
        <p:cNvGrpSpPr/>
        <p:nvPr/>
      </p:nvGrpSpPr>
      <p:grpSpPr>
        <a:xfrm>
          <a:off x="0" y="0"/>
          <a:ext cx="0" cy="0"/>
          <a:chOff x="0" y="0"/>
          <a:chExt cx="0" cy="0"/>
        </a:xfrm>
      </p:grpSpPr>
      <p:sp>
        <p:nvSpPr>
          <p:cNvPr id="2" name="Slide Image Placeholder"/>
          <p:cNvSpPr>
            <a:spLocks noGrp="1" noRot="1" noChangeAspect="1"/>
          </p:cNvSpPr>
          <p:nvPr>
            <p:ph type="sldImg" idx="2"/>
          </p:nvPr>
        </p:nvSpPr>
        <p:spPr>
          <a:xfrm>
            <a:off x="381000" y="685800"/>
            <a:ext cx="6096000" cy="3429000"/>
          </a:xfrm>
          <a:prstGeom prst="rect">
            <a:avLst/>
          </a:prstGeom>
        </p:spPr>
      </p:sp>
      <p:sp>
        <p:nvSpPr>
          <p:cNvPr id="3" name="Notes Placeholde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sz="1200"/>
              <a:t>Use this slide to avoid over-teaching SQLite as the only option. SQLite is the course-friendly local store. In real systems, learners can choose a vector store based on scale, latency, hosting requirements, operational maturity, and cloud alignment. Semantic Kernel provides out-of-the-box connectors, though Microsoft advises evaluating each connector’s support and version compatibility.</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
        <p:cNvGrpSpPr/>
        <p:nvPr/>
      </p:nvGrpSpPr>
      <p:grpSpPr>
        <a:xfrm>
          <a:off x="0" y="0"/>
          <a:ext cx="0" cy="0"/>
          <a:chOff x="0" y="0"/>
          <a:chExt cx="0" cy="0"/>
        </a:xfrm>
      </p:grpSpPr>
      <p:sp>
        <p:nvSpPr>
          <p:cNvPr id="2" name="Slide Image Placeholder"/>
          <p:cNvSpPr>
            <a:spLocks noGrp="1" noRot="1" noChangeAspect="1"/>
          </p:cNvSpPr>
          <p:nvPr>
            <p:ph type="sldImg" idx="2"/>
          </p:nvPr>
        </p:nvSpPr>
        <p:spPr>
          <a:xfrm>
            <a:off x="381000" y="685800"/>
            <a:ext cx="6096000" cy="3429000"/>
          </a:xfrm>
          <a:prstGeom prst="rect">
            <a:avLst/>
          </a:prstGeom>
        </p:spPr>
      </p:sp>
      <p:sp>
        <p:nvSpPr>
          <p:cNvPr id="3" name="Notes Placeholde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sz="1200"/>
              <a:t>Narration points: Do not position SQLite as a toy, but do position it correctly. It is excellent for local learning and compact scenarios. For enterprise workloads, provider choice depends on search scale, managed service requirements, security, indexes, filters, hybrid search, and operational support.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
        <p:cNvGrpSpPr/>
        <p:nvPr/>
      </p:nvGrpSpPr>
      <p:grpSpPr>
        <a:xfrm>
          <a:off x="0" y="0"/>
          <a:ext cx="0" cy="0"/>
          <a:chOff x="0" y="0"/>
          <a:chExt cx="0" cy="0"/>
        </a:xfrm>
      </p:grpSpPr>
      <p:sp>
        <p:nvSpPr>
          <p:cNvPr id="2" name="Slide Image Placeholder"/>
          <p:cNvSpPr>
            <a:spLocks noGrp="1" noRot="1" noChangeAspect="1"/>
          </p:cNvSpPr>
          <p:nvPr>
            <p:ph type="sldImg" idx="2"/>
          </p:nvPr>
        </p:nvSpPr>
        <p:spPr>
          <a:xfrm>
            <a:off x="381000" y="685800"/>
            <a:ext cx="6096000" cy="3429000"/>
          </a:xfrm>
          <a:prstGeom prst="rect">
            <a:avLst/>
          </a:prstGeom>
        </p:spPr>
      </p:sp>
      <p:sp>
        <p:nvSpPr>
          <p:cNvPr id="3" name="Notes Placeholde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sz="1200"/>
              <a:t>Close by connecting directly to the upcoming demo. Learners should expect to add an embedding configuration, an embedding service, a vector-store record, and a background worker. The outcome of the demo is a document that moves from Chunked to Ready because its chunks are now searchable knowledge.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1076325" y="1863600"/>
            <a:ext cx="4962600" cy="1416300"/>
          </a:xfrm>
          <a:prstGeom prst="rect">
            <a:avLst/>
          </a:prstGeom>
        </p:spPr>
        <p:txBody>
          <a:bodyPr spcFirstLastPara="1" wrap="square" lIns="0" tIns="0" rIns="0" bIns="0" anchor="ctr" anchorCtr="0">
            <a:noAutofit/>
          </a:bodyPr>
          <a:lstStyle>
            <a:lvl1pPr lvl="0">
              <a:lnSpc>
                <a:spcPct val="90000"/>
              </a:lnSpc>
              <a:spcBef>
                <a:spcPts val="0"/>
              </a:spcBef>
              <a:spcAft>
                <a:spcPts val="0"/>
              </a:spcAft>
              <a:buSzPts val="4800"/>
              <a:buNone/>
              <a:defRPr/>
            </a:lvl1pPr>
            <a:lvl2pPr lvl="1">
              <a:lnSpc>
                <a:spcPct val="90000"/>
              </a:lnSpc>
              <a:spcBef>
                <a:spcPts val="0"/>
              </a:spcBef>
              <a:spcAft>
                <a:spcPts val="0"/>
              </a:spcAft>
              <a:buSzPts val="4800"/>
              <a:buNone/>
              <a:defRPr/>
            </a:lvl2pPr>
            <a:lvl3pPr lvl="2">
              <a:lnSpc>
                <a:spcPct val="90000"/>
              </a:lnSpc>
              <a:spcBef>
                <a:spcPts val="0"/>
              </a:spcBef>
              <a:spcAft>
                <a:spcPts val="0"/>
              </a:spcAft>
              <a:buSzPts val="4800"/>
              <a:buNone/>
              <a:defRPr/>
            </a:lvl3pPr>
            <a:lvl4pPr lvl="3">
              <a:lnSpc>
                <a:spcPct val="90000"/>
              </a:lnSpc>
              <a:spcBef>
                <a:spcPts val="0"/>
              </a:spcBef>
              <a:spcAft>
                <a:spcPts val="0"/>
              </a:spcAft>
              <a:buSzPts val="4800"/>
              <a:buNone/>
              <a:defRPr/>
            </a:lvl4pPr>
            <a:lvl5pPr lvl="4">
              <a:lnSpc>
                <a:spcPct val="90000"/>
              </a:lnSpc>
              <a:spcBef>
                <a:spcPts val="0"/>
              </a:spcBef>
              <a:spcAft>
                <a:spcPts val="0"/>
              </a:spcAft>
              <a:buSzPts val="4800"/>
              <a:buNone/>
              <a:defRPr/>
            </a:lvl5pPr>
            <a:lvl6pPr lvl="5">
              <a:lnSpc>
                <a:spcPct val="90000"/>
              </a:lnSpc>
              <a:spcBef>
                <a:spcPts val="0"/>
              </a:spcBef>
              <a:spcAft>
                <a:spcPts val="0"/>
              </a:spcAft>
              <a:buSzPts val="4800"/>
              <a:buNone/>
              <a:defRPr/>
            </a:lvl6pPr>
            <a:lvl7pPr lvl="6">
              <a:lnSpc>
                <a:spcPct val="90000"/>
              </a:lnSpc>
              <a:spcBef>
                <a:spcPts val="0"/>
              </a:spcBef>
              <a:spcAft>
                <a:spcPts val="0"/>
              </a:spcAft>
              <a:buSzPts val="4800"/>
              <a:buNone/>
              <a:defRPr/>
            </a:lvl7pPr>
            <a:lvl8pPr lvl="7">
              <a:lnSpc>
                <a:spcPct val="90000"/>
              </a:lnSpc>
              <a:spcBef>
                <a:spcPts val="0"/>
              </a:spcBef>
              <a:spcAft>
                <a:spcPts val="0"/>
              </a:spcAft>
              <a:buSzPts val="4800"/>
              <a:buNone/>
              <a:defRPr/>
            </a:lvl8pPr>
            <a:lvl9pPr lvl="8">
              <a:lnSpc>
                <a:spcPct val="90000"/>
              </a:lnSpc>
              <a:spcBef>
                <a:spcPts val="0"/>
              </a:spcBef>
              <a:spcAft>
                <a:spcPts val="0"/>
              </a:spcAft>
              <a:buSzPts val="4800"/>
              <a:buNone/>
              <a:defRPr/>
            </a:lvl9pPr>
          </a:lstStyle>
          <a:p>
            <a:endParaRPr/>
          </a:p>
        </p:txBody>
      </p:sp>
      <p:sp>
        <p:nvSpPr>
          <p:cNvPr id="11" name="Google Shape;11;p2"/>
          <p:cNvSpPr/>
          <p:nvPr/>
        </p:nvSpPr>
        <p:spPr>
          <a:xfrm rot="5400000">
            <a:off x="-303375" y="2166905"/>
            <a:ext cx="1416300" cy="80970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ubtitle">
  <p:cSld name="TITLE_1">
    <p:spTree>
      <p:nvGrpSpPr>
        <p:cNvPr id="1" name="Shape 12"/>
        <p:cNvGrpSpPr/>
        <p:nvPr/>
      </p:nvGrpSpPr>
      <p:grpSpPr>
        <a:xfrm>
          <a:off x="0" y="0"/>
          <a:ext cx="0" cy="0"/>
          <a:chOff x="0" y="0"/>
          <a:chExt cx="0" cy="0"/>
        </a:xfrm>
      </p:grpSpPr>
      <p:sp>
        <p:nvSpPr>
          <p:cNvPr id="13" name="Google Shape;13;p3"/>
          <p:cNvSpPr txBox="1">
            <a:spLocks noGrp="1"/>
          </p:cNvSpPr>
          <p:nvPr>
            <p:ph type="ctrTitle"/>
          </p:nvPr>
        </p:nvSpPr>
        <p:spPr>
          <a:xfrm>
            <a:off x="1085850" y="2031025"/>
            <a:ext cx="4676700" cy="1159800"/>
          </a:xfrm>
          <a:prstGeom prst="rect">
            <a:avLst/>
          </a:prstGeom>
        </p:spPr>
        <p:txBody>
          <a:bodyPr spcFirstLastPara="1" wrap="square" lIns="0" tIns="0" rIns="0" bIns="0" anchor="b" anchorCtr="0">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
        <p:nvSpPr>
          <p:cNvPr id="14" name="Google Shape;14;p3"/>
          <p:cNvSpPr txBox="1">
            <a:spLocks noGrp="1"/>
          </p:cNvSpPr>
          <p:nvPr>
            <p:ph type="subTitle" idx="1"/>
          </p:nvPr>
        </p:nvSpPr>
        <p:spPr>
          <a:xfrm>
            <a:off x="1085850" y="3287726"/>
            <a:ext cx="4676700" cy="383700"/>
          </a:xfrm>
          <a:prstGeom prst="rect">
            <a:avLst/>
          </a:prstGeom>
        </p:spPr>
        <p:txBody>
          <a:bodyPr spcFirstLastPara="1" wrap="square" lIns="0" tIns="0" rIns="0" bIns="0" anchor="t" anchorCtr="0">
            <a:noAutofit/>
          </a:bodyPr>
          <a:lstStyle>
            <a:lvl1pPr lvl="0" rtl="0">
              <a:spcBef>
                <a:spcPts val="0"/>
              </a:spcBef>
              <a:spcAft>
                <a:spcPts val="0"/>
              </a:spcAft>
              <a:buClr>
                <a:schemeClr val="dk2"/>
              </a:buClr>
              <a:buSzPts val="1800"/>
              <a:buNone/>
              <a:defRPr>
                <a:solidFill>
                  <a:schemeClr val="dk2"/>
                </a:solidFill>
              </a:defRPr>
            </a:lvl1pPr>
            <a:lvl2pPr lvl="1" rtl="0">
              <a:spcBef>
                <a:spcPts val="0"/>
              </a:spcBef>
              <a:spcAft>
                <a:spcPts val="0"/>
              </a:spcAft>
              <a:buClr>
                <a:schemeClr val="dk2"/>
              </a:buClr>
              <a:buSzPts val="3000"/>
              <a:buNone/>
              <a:defRPr sz="3000">
                <a:solidFill>
                  <a:schemeClr val="dk2"/>
                </a:solidFill>
              </a:defRPr>
            </a:lvl2pPr>
            <a:lvl3pPr lvl="2" rtl="0">
              <a:spcBef>
                <a:spcPts val="0"/>
              </a:spcBef>
              <a:spcAft>
                <a:spcPts val="0"/>
              </a:spcAft>
              <a:buClr>
                <a:schemeClr val="dk2"/>
              </a:buClr>
              <a:buSzPts val="3000"/>
              <a:buNone/>
              <a:defRPr sz="3000">
                <a:solidFill>
                  <a:schemeClr val="dk2"/>
                </a:solidFill>
              </a:defRPr>
            </a:lvl3pPr>
            <a:lvl4pPr lvl="3" rtl="0">
              <a:spcBef>
                <a:spcPts val="0"/>
              </a:spcBef>
              <a:spcAft>
                <a:spcPts val="0"/>
              </a:spcAft>
              <a:buClr>
                <a:schemeClr val="dk2"/>
              </a:buClr>
              <a:buSzPts val="3000"/>
              <a:buNone/>
              <a:defRPr sz="3000">
                <a:solidFill>
                  <a:schemeClr val="dk2"/>
                </a:solidFill>
              </a:defRPr>
            </a:lvl4pPr>
            <a:lvl5pPr lvl="4" rtl="0">
              <a:spcBef>
                <a:spcPts val="0"/>
              </a:spcBef>
              <a:spcAft>
                <a:spcPts val="0"/>
              </a:spcAft>
              <a:buClr>
                <a:schemeClr val="dk2"/>
              </a:buClr>
              <a:buSzPts val="3000"/>
              <a:buNone/>
              <a:defRPr sz="3000">
                <a:solidFill>
                  <a:schemeClr val="dk2"/>
                </a:solidFill>
              </a:defRPr>
            </a:lvl5pPr>
            <a:lvl6pPr lvl="5" rtl="0">
              <a:spcBef>
                <a:spcPts val="0"/>
              </a:spcBef>
              <a:spcAft>
                <a:spcPts val="0"/>
              </a:spcAft>
              <a:buClr>
                <a:schemeClr val="dk2"/>
              </a:buClr>
              <a:buSzPts val="3000"/>
              <a:buNone/>
              <a:defRPr sz="3000">
                <a:solidFill>
                  <a:schemeClr val="dk2"/>
                </a:solidFill>
              </a:defRPr>
            </a:lvl6pPr>
            <a:lvl7pPr lvl="6" rtl="0">
              <a:spcBef>
                <a:spcPts val="0"/>
              </a:spcBef>
              <a:spcAft>
                <a:spcPts val="0"/>
              </a:spcAft>
              <a:buClr>
                <a:schemeClr val="dk2"/>
              </a:buClr>
              <a:buSzPts val="3000"/>
              <a:buNone/>
              <a:defRPr sz="3000">
                <a:solidFill>
                  <a:schemeClr val="dk2"/>
                </a:solidFill>
              </a:defRPr>
            </a:lvl7pPr>
            <a:lvl8pPr lvl="7" rtl="0">
              <a:spcBef>
                <a:spcPts val="0"/>
              </a:spcBef>
              <a:spcAft>
                <a:spcPts val="0"/>
              </a:spcAft>
              <a:buClr>
                <a:schemeClr val="dk2"/>
              </a:buClr>
              <a:buSzPts val="3000"/>
              <a:buNone/>
              <a:defRPr sz="3000">
                <a:solidFill>
                  <a:schemeClr val="dk2"/>
                </a:solidFill>
              </a:defRPr>
            </a:lvl8pPr>
            <a:lvl9pPr lvl="8" rtl="0">
              <a:spcBef>
                <a:spcPts val="0"/>
              </a:spcBef>
              <a:spcAft>
                <a:spcPts val="0"/>
              </a:spcAft>
              <a:buClr>
                <a:schemeClr val="dk2"/>
              </a:buClr>
              <a:buSzPts val="3000"/>
              <a:buNone/>
              <a:defRPr sz="3000">
                <a:solidFill>
                  <a:schemeClr val="dk2"/>
                </a:solidFill>
              </a:defRPr>
            </a:lvl9pPr>
          </a:lstStyle>
          <a:p>
            <a:endParaRPr/>
          </a:p>
        </p:txBody>
      </p:sp>
      <p:sp>
        <p:nvSpPr>
          <p:cNvPr id="15" name="Google Shape;15;p3"/>
          <p:cNvSpPr/>
          <p:nvPr/>
        </p:nvSpPr>
        <p:spPr>
          <a:xfrm rot="5400000">
            <a:off x="-303375" y="2166905"/>
            <a:ext cx="1416300" cy="80970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 2 columns" type="twoColTx">
  <p:cSld name="TITLE_AND_TWO_COLUMNS">
    <p:spTree>
      <p:nvGrpSpPr>
        <p:cNvPr id="1" name="Shape 28"/>
        <p:cNvGrpSpPr/>
        <p:nvPr/>
      </p:nvGrpSpPr>
      <p:grpSpPr>
        <a:xfrm>
          <a:off x="0" y="0"/>
          <a:ext cx="0" cy="0"/>
          <a:chOff x="0" y="0"/>
          <a:chExt cx="0" cy="0"/>
        </a:xfrm>
      </p:grpSpPr>
      <p:sp>
        <p:nvSpPr>
          <p:cNvPr id="29" name="Google Shape;29;p6"/>
          <p:cNvSpPr/>
          <p:nvPr/>
        </p:nvSpPr>
        <p:spPr>
          <a:xfrm flipH="1">
            <a:off x="8686800" y="4674850"/>
            <a:ext cx="468600" cy="4686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6"/>
          <p:cNvSpPr/>
          <p:nvPr/>
        </p:nvSpPr>
        <p:spPr>
          <a:xfrm rot="5400000">
            <a:off x="-100350" y="724485"/>
            <a:ext cx="468600" cy="26790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6"/>
          <p:cNvSpPr txBox="1">
            <a:spLocks noGrp="1"/>
          </p:cNvSpPr>
          <p:nvPr>
            <p:ph type="title"/>
          </p:nvPr>
        </p:nvSpPr>
        <p:spPr>
          <a:xfrm>
            <a:off x="457200" y="605600"/>
            <a:ext cx="5640900" cy="1082700"/>
          </a:xfrm>
          <a:prstGeom prst="rect">
            <a:avLst/>
          </a:prstGeom>
        </p:spPr>
        <p:txBody>
          <a:bodyPr spcFirstLastPara="1" wrap="square" lIns="0" tIns="0" rIns="0" bIns="0" anchor="t" anchorCtr="0">
            <a:noAutofit/>
          </a:bodyPr>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a:endParaRPr/>
          </a:p>
        </p:txBody>
      </p:sp>
      <p:sp>
        <p:nvSpPr>
          <p:cNvPr id="32" name="Google Shape;32;p6"/>
          <p:cNvSpPr txBox="1">
            <a:spLocks noGrp="1"/>
          </p:cNvSpPr>
          <p:nvPr>
            <p:ph type="body" idx="1"/>
          </p:nvPr>
        </p:nvSpPr>
        <p:spPr>
          <a:xfrm>
            <a:off x="457200" y="1995750"/>
            <a:ext cx="2682600" cy="2679000"/>
          </a:xfrm>
          <a:prstGeom prst="rect">
            <a:avLst/>
          </a:prstGeom>
        </p:spPr>
        <p:txBody>
          <a:bodyPr spcFirstLastPara="1" wrap="square" lIns="0" tIns="0" rIns="0" bIns="0" anchor="t" anchorCtr="0">
            <a:noAutofit/>
          </a:bodyPr>
          <a:lstStyle>
            <a:lvl1pPr marL="457200" lvl="0" indent="-342900">
              <a:spcBef>
                <a:spcPts val="600"/>
              </a:spcBef>
              <a:spcAft>
                <a:spcPts val="0"/>
              </a:spcAft>
              <a:buSzPts val="1800"/>
              <a:buChar char="▸"/>
              <a:defRPr sz="1800"/>
            </a:lvl1pPr>
            <a:lvl2pPr marL="914400" lvl="1" indent="-342900">
              <a:spcBef>
                <a:spcPts val="600"/>
              </a:spcBef>
              <a:spcAft>
                <a:spcPts val="0"/>
              </a:spcAft>
              <a:buSzPts val="1800"/>
              <a:buChar char="▹"/>
              <a:defRPr sz="1800"/>
            </a:lvl2pPr>
            <a:lvl3pPr marL="1371600" lvl="2" indent="-342900">
              <a:spcBef>
                <a:spcPts val="600"/>
              </a:spcBef>
              <a:spcAft>
                <a:spcPts val="0"/>
              </a:spcAft>
              <a:buSzPts val="1800"/>
              <a:buChar char="▹"/>
              <a:defRPr sz="1800"/>
            </a:lvl3pPr>
            <a:lvl4pPr marL="1828800" lvl="3" indent="-342900">
              <a:spcBef>
                <a:spcPts val="600"/>
              </a:spcBef>
              <a:spcAft>
                <a:spcPts val="0"/>
              </a:spcAft>
              <a:buSzPts val="1800"/>
              <a:buChar char="▹"/>
              <a:defRPr sz="1800"/>
            </a:lvl4pPr>
            <a:lvl5pPr marL="2286000" lvl="4" indent="-342900">
              <a:spcBef>
                <a:spcPts val="600"/>
              </a:spcBef>
              <a:spcAft>
                <a:spcPts val="0"/>
              </a:spcAft>
              <a:buSzPts val="1800"/>
              <a:buChar char="▹"/>
              <a:defRPr sz="1800"/>
            </a:lvl5pPr>
            <a:lvl6pPr marL="2743200" lvl="5" indent="-342900">
              <a:spcBef>
                <a:spcPts val="600"/>
              </a:spcBef>
              <a:spcAft>
                <a:spcPts val="0"/>
              </a:spcAft>
              <a:buSzPts val="1800"/>
              <a:buChar char="▹"/>
              <a:defRPr sz="1800"/>
            </a:lvl6pPr>
            <a:lvl7pPr marL="3200400" lvl="6" indent="-342900">
              <a:spcBef>
                <a:spcPts val="600"/>
              </a:spcBef>
              <a:spcAft>
                <a:spcPts val="0"/>
              </a:spcAft>
              <a:buSzPts val="1800"/>
              <a:buChar char="▹"/>
              <a:defRPr sz="1800"/>
            </a:lvl7pPr>
            <a:lvl8pPr marL="3657600" lvl="7" indent="-342900">
              <a:spcBef>
                <a:spcPts val="600"/>
              </a:spcBef>
              <a:spcAft>
                <a:spcPts val="0"/>
              </a:spcAft>
              <a:buSzPts val="1800"/>
              <a:buChar char="▹"/>
              <a:defRPr sz="1800"/>
            </a:lvl8pPr>
            <a:lvl9pPr marL="4114800" lvl="8" indent="-342900">
              <a:spcBef>
                <a:spcPts val="600"/>
              </a:spcBef>
              <a:spcAft>
                <a:spcPts val="0"/>
              </a:spcAft>
              <a:buSzPts val="1800"/>
              <a:buChar char="▹"/>
              <a:defRPr sz="1800"/>
            </a:lvl9pPr>
          </a:lstStyle>
          <a:p>
            <a:endParaRPr/>
          </a:p>
        </p:txBody>
      </p:sp>
      <p:sp>
        <p:nvSpPr>
          <p:cNvPr id="33" name="Google Shape;33;p6"/>
          <p:cNvSpPr txBox="1">
            <a:spLocks noGrp="1"/>
          </p:cNvSpPr>
          <p:nvPr>
            <p:ph type="body" idx="2"/>
          </p:nvPr>
        </p:nvSpPr>
        <p:spPr>
          <a:xfrm>
            <a:off x="3415578" y="1995750"/>
            <a:ext cx="2682600" cy="2679000"/>
          </a:xfrm>
          <a:prstGeom prst="rect">
            <a:avLst/>
          </a:prstGeom>
        </p:spPr>
        <p:txBody>
          <a:bodyPr spcFirstLastPara="1" wrap="square" lIns="0" tIns="0" rIns="0" bIns="0" anchor="t" anchorCtr="0">
            <a:noAutofit/>
          </a:bodyPr>
          <a:lstStyle>
            <a:lvl1pPr marL="457200" lvl="0" indent="-342900">
              <a:spcBef>
                <a:spcPts val="600"/>
              </a:spcBef>
              <a:spcAft>
                <a:spcPts val="0"/>
              </a:spcAft>
              <a:buSzPts val="1800"/>
              <a:buChar char="▸"/>
              <a:defRPr sz="1800"/>
            </a:lvl1pPr>
            <a:lvl2pPr marL="914400" lvl="1" indent="-342900">
              <a:spcBef>
                <a:spcPts val="600"/>
              </a:spcBef>
              <a:spcAft>
                <a:spcPts val="0"/>
              </a:spcAft>
              <a:buSzPts val="1800"/>
              <a:buChar char="▹"/>
              <a:defRPr sz="1800"/>
            </a:lvl2pPr>
            <a:lvl3pPr marL="1371600" lvl="2" indent="-342900">
              <a:spcBef>
                <a:spcPts val="600"/>
              </a:spcBef>
              <a:spcAft>
                <a:spcPts val="0"/>
              </a:spcAft>
              <a:buSzPts val="1800"/>
              <a:buChar char="▹"/>
              <a:defRPr sz="1800"/>
            </a:lvl3pPr>
            <a:lvl4pPr marL="1828800" lvl="3" indent="-342900">
              <a:spcBef>
                <a:spcPts val="600"/>
              </a:spcBef>
              <a:spcAft>
                <a:spcPts val="0"/>
              </a:spcAft>
              <a:buSzPts val="1800"/>
              <a:buChar char="▹"/>
              <a:defRPr sz="1800"/>
            </a:lvl4pPr>
            <a:lvl5pPr marL="2286000" lvl="4" indent="-342900">
              <a:spcBef>
                <a:spcPts val="600"/>
              </a:spcBef>
              <a:spcAft>
                <a:spcPts val="0"/>
              </a:spcAft>
              <a:buSzPts val="1800"/>
              <a:buChar char="▹"/>
              <a:defRPr sz="1800"/>
            </a:lvl5pPr>
            <a:lvl6pPr marL="2743200" lvl="5" indent="-342900">
              <a:spcBef>
                <a:spcPts val="600"/>
              </a:spcBef>
              <a:spcAft>
                <a:spcPts val="0"/>
              </a:spcAft>
              <a:buSzPts val="1800"/>
              <a:buChar char="▹"/>
              <a:defRPr sz="1800"/>
            </a:lvl6pPr>
            <a:lvl7pPr marL="3200400" lvl="6" indent="-342900">
              <a:spcBef>
                <a:spcPts val="600"/>
              </a:spcBef>
              <a:spcAft>
                <a:spcPts val="0"/>
              </a:spcAft>
              <a:buSzPts val="1800"/>
              <a:buChar char="▹"/>
              <a:defRPr sz="1800"/>
            </a:lvl7pPr>
            <a:lvl8pPr marL="3657600" lvl="7" indent="-342900">
              <a:spcBef>
                <a:spcPts val="600"/>
              </a:spcBef>
              <a:spcAft>
                <a:spcPts val="0"/>
              </a:spcAft>
              <a:buSzPts val="1800"/>
              <a:buChar char="▹"/>
              <a:defRPr sz="1800"/>
            </a:lvl8pPr>
            <a:lvl9pPr marL="4114800" lvl="8" indent="-342900">
              <a:spcBef>
                <a:spcPts val="600"/>
              </a:spcBef>
              <a:spcAft>
                <a:spcPts val="0"/>
              </a:spcAft>
              <a:buSzPts val="1800"/>
              <a:buChar char="▹"/>
              <a:defRPr sz="1800"/>
            </a:lvl9pPr>
          </a:lstStyle>
          <a:p>
            <a:endParaRPr/>
          </a:p>
        </p:txBody>
      </p:sp>
      <p:sp>
        <p:nvSpPr>
          <p:cNvPr id="34" name="Google Shape;34;p6"/>
          <p:cNvSpPr txBox="1">
            <a:spLocks noGrp="1"/>
          </p:cNvSpPr>
          <p:nvPr>
            <p:ph type="sldNum" idx="12"/>
          </p:nvPr>
        </p:nvSpPr>
        <p:spPr>
          <a:xfrm>
            <a:off x="8649025" y="4636750"/>
            <a:ext cx="456900" cy="468600"/>
          </a:xfrm>
          <a:prstGeom prst="rect">
            <a:avLst/>
          </a:prstGeom>
        </p:spPr>
        <p:txBody>
          <a:bodyPr spcFirstLastPara="1" wrap="square" lIns="0" tIns="0" rIns="0" bIns="0" anchor="b"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10"/>
          <p:cNvSpPr/>
          <p:nvPr/>
        </p:nvSpPr>
        <p:spPr>
          <a:xfrm flipH="1">
            <a:off x="8686800" y="4674850"/>
            <a:ext cx="468600" cy="4686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10"/>
          <p:cNvSpPr txBox="1">
            <a:spLocks noGrp="1"/>
          </p:cNvSpPr>
          <p:nvPr>
            <p:ph type="sldNum" idx="12"/>
          </p:nvPr>
        </p:nvSpPr>
        <p:spPr>
          <a:xfrm>
            <a:off x="8649025" y="4636750"/>
            <a:ext cx="456900" cy="468600"/>
          </a:xfrm>
          <a:prstGeom prst="rect">
            <a:avLst/>
          </a:prstGeom>
        </p:spPr>
        <p:txBody>
          <a:bodyPr spcFirstLastPara="1" wrap="square" lIns="0" tIns="0" rIns="0" bIns="0" anchor="b"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Quote">
  <p:cSld name="Quote">
    <p:bg>
      <p:bgPr>
        <a:gradFill>
          <a:gsLst>
            <a:gs pos="0">
              <a:schemeClr val="accent1"/>
            </a:gs>
            <a:gs pos="50000">
              <a:schemeClr val="accent1"/>
            </a:gs>
            <a:gs pos="100000">
              <a:schemeClr val="accent2"/>
            </a:gs>
          </a:gsLst>
          <a:lin ang="16200038" scaled="0"/>
        </a:gradFill>
        <a:effectLst/>
      </p:bgPr>
    </p:bg>
    <p:spTree>
      <p:nvGrpSpPr>
        <p:cNvPr id="1" name="Shape 16"/>
        <p:cNvGrpSpPr/>
        <p:nvPr/>
      </p:nvGrpSpPr>
      <p:grpSpPr>
        <a:xfrm>
          <a:off x="0" y="0"/>
          <a:ext cx="0" cy="0"/>
          <a:chOff x="0" y="0"/>
          <a:chExt cx="0" cy="0"/>
        </a:xfrm>
      </p:grpSpPr>
      <p:sp>
        <p:nvSpPr>
          <p:cNvPr id="17" name="Google Shape;17;p4"/>
          <p:cNvSpPr/>
          <p:nvPr/>
        </p:nvSpPr>
        <p:spPr>
          <a:xfrm flipH="1">
            <a:off x="8686800" y="4674850"/>
            <a:ext cx="468600" cy="468600"/>
          </a:xfrm>
          <a:prstGeom prst="rtTriangl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4"/>
          <p:cNvSpPr/>
          <p:nvPr/>
        </p:nvSpPr>
        <p:spPr>
          <a:xfrm rot="5400000">
            <a:off x="-303375" y="927405"/>
            <a:ext cx="1416300" cy="809700"/>
          </a:xfrm>
          <a:prstGeom prst="triangle">
            <a:avLst>
              <a:gd name="adj" fmla="val 500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4"/>
          <p:cNvSpPr txBox="1">
            <a:spLocks noGrp="1"/>
          </p:cNvSpPr>
          <p:nvPr>
            <p:ph type="body" idx="1"/>
          </p:nvPr>
        </p:nvSpPr>
        <p:spPr>
          <a:xfrm>
            <a:off x="1039050" y="1028325"/>
            <a:ext cx="4742700" cy="3579900"/>
          </a:xfrm>
          <a:prstGeom prst="rect">
            <a:avLst/>
          </a:prstGeom>
        </p:spPr>
        <p:txBody>
          <a:bodyPr spcFirstLastPara="1" wrap="square" lIns="0" tIns="0" rIns="0" bIns="0" anchor="t" anchorCtr="0">
            <a:noAutofit/>
          </a:bodyPr>
          <a:lstStyle>
            <a:lvl1pPr marL="457200" lvl="0" indent="-431800" rtl="0">
              <a:spcBef>
                <a:spcPts val="600"/>
              </a:spcBef>
              <a:spcAft>
                <a:spcPts val="0"/>
              </a:spcAft>
              <a:buClr>
                <a:schemeClr val="lt1"/>
              </a:buClr>
              <a:buSzPts val="3200"/>
              <a:buChar char="▸"/>
              <a:defRPr sz="3200">
                <a:solidFill>
                  <a:schemeClr val="lt1"/>
                </a:solidFill>
              </a:defRPr>
            </a:lvl1pPr>
            <a:lvl2pPr marL="914400" lvl="1" indent="-431800" rtl="0">
              <a:spcBef>
                <a:spcPts val="600"/>
              </a:spcBef>
              <a:spcAft>
                <a:spcPts val="0"/>
              </a:spcAft>
              <a:buClr>
                <a:schemeClr val="lt1"/>
              </a:buClr>
              <a:buSzPts val="3200"/>
              <a:buChar char="▹"/>
              <a:defRPr sz="3200">
                <a:solidFill>
                  <a:schemeClr val="lt1"/>
                </a:solidFill>
              </a:defRPr>
            </a:lvl2pPr>
            <a:lvl3pPr marL="1371600" lvl="2" indent="-431800" rtl="0">
              <a:spcBef>
                <a:spcPts val="600"/>
              </a:spcBef>
              <a:spcAft>
                <a:spcPts val="0"/>
              </a:spcAft>
              <a:buClr>
                <a:schemeClr val="lt1"/>
              </a:buClr>
              <a:buSzPts val="3200"/>
              <a:buChar char="▹"/>
              <a:defRPr sz="3200">
                <a:solidFill>
                  <a:schemeClr val="lt1"/>
                </a:solidFill>
              </a:defRPr>
            </a:lvl3pPr>
            <a:lvl4pPr marL="1828800" lvl="3" indent="-431800" rtl="0">
              <a:spcBef>
                <a:spcPts val="600"/>
              </a:spcBef>
              <a:spcAft>
                <a:spcPts val="0"/>
              </a:spcAft>
              <a:buClr>
                <a:schemeClr val="lt1"/>
              </a:buClr>
              <a:buSzPts val="3200"/>
              <a:buChar char="▹"/>
              <a:defRPr sz="3200">
                <a:solidFill>
                  <a:schemeClr val="lt1"/>
                </a:solidFill>
              </a:defRPr>
            </a:lvl4pPr>
            <a:lvl5pPr marL="2286000" lvl="4" indent="-431800" rtl="0">
              <a:spcBef>
                <a:spcPts val="600"/>
              </a:spcBef>
              <a:spcAft>
                <a:spcPts val="0"/>
              </a:spcAft>
              <a:buClr>
                <a:schemeClr val="lt1"/>
              </a:buClr>
              <a:buSzPts val="3200"/>
              <a:buChar char="▹"/>
              <a:defRPr sz="3200">
                <a:solidFill>
                  <a:schemeClr val="lt1"/>
                </a:solidFill>
              </a:defRPr>
            </a:lvl5pPr>
            <a:lvl6pPr marL="2743200" lvl="5" indent="-431800" rtl="0">
              <a:spcBef>
                <a:spcPts val="600"/>
              </a:spcBef>
              <a:spcAft>
                <a:spcPts val="0"/>
              </a:spcAft>
              <a:buClr>
                <a:schemeClr val="lt1"/>
              </a:buClr>
              <a:buSzPts val="3200"/>
              <a:buChar char="▹"/>
              <a:defRPr sz="3200">
                <a:solidFill>
                  <a:schemeClr val="lt1"/>
                </a:solidFill>
              </a:defRPr>
            </a:lvl6pPr>
            <a:lvl7pPr marL="3200400" lvl="6" indent="-431800" rtl="0">
              <a:spcBef>
                <a:spcPts val="600"/>
              </a:spcBef>
              <a:spcAft>
                <a:spcPts val="0"/>
              </a:spcAft>
              <a:buClr>
                <a:schemeClr val="lt1"/>
              </a:buClr>
              <a:buSzPts val="3200"/>
              <a:buChar char="▹"/>
              <a:defRPr sz="3200">
                <a:solidFill>
                  <a:schemeClr val="lt1"/>
                </a:solidFill>
              </a:defRPr>
            </a:lvl7pPr>
            <a:lvl8pPr marL="3657600" lvl="7" indent="-431800" rtl="0">
              <a:spcBef>
                <a:spcPts val="600"/>
              </a:spcBef>
              <a:spcAft>
                <a:spcPts val="0"/>
              </a:spcAft>
              <a:buClr>
                <a:schemeClr val="lt1"/>
              </a:buClr>
              <a:buSzPts val="3200"/>
              <a:buChar char="▹"/>
              <a:defRPr sz="3200">
                <a:solidFill>
                  <a:schemeClr val="lt1"/>
                </a:solidFill>
              </a:defRPr>
            </a:lvl8pPr>
            <a:lvl9pPr marL="4114800" lvl="8" indent="-431800">
              <a:spcBef>
                <a:spcPts val="600"/>
              </a:spcBef>
              <a:spcAft>
                <a:spcPts val="0"/>
              </a:spcAft>
              <a:buClr>
                <a:schemeClr val="lt1"/>
              </a:buClr>
              <a:buSzPts val="3200"/>
              <a:buChar char="▹"/>
              <a:defRPr sz="3200">
                <a:solidFill>
                  <a:schemeClr val="lt1"/>
                </a:solidFill>
              </a:defRPr>
            </a:lvl9pPr>
          </a:lstStyle>
          <a:p>
            <a:endParaRPr/>
          </a:p>
        </p:txBody>
      </p:sp>
      <p:sp>
        <p:nvSpPr>
          <p:cNvPr id="20" name="Google Shape;20;p4"/>
          <p:cNvSpPr txBox="1"/>
          <p:nvPr/>
        </p:nvSpPr>
        <p:spPr>
          <a:xfrm>
            <a:off x="19050" y="933775"/>
            <a:ext cx="531000" cy="6537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sz="8600" b="1">
                <a:solidFill>
                  <a:schemeClr val="accent2"/>
                </a:solidFill>
                <a:latin typeface="Raleway"/>
                <a:ea typeface="Raleway"/>
                <a:cs typeface="Raleway"/>
                <a:sym typeface="Raleway"/>
              </a:rPr>
              <a:t>“</a:t>
            </a:r>
            <a:endParaRPr sz="8600" b="1">
              <a:solidFill>
                <a:schemeClr val="accent2"/>
              </a:solidFill>
              <a:latin typeface="Raleway"/>
              <a:ea typeface="Raleway"/>
              <a:cs typeface="Raleway"/>
              <a:sym typeface="Raleway"/>
            </a:endParaRPr>
          </a:p>
        </p:txBody>
      </p:sp>
      <p:sp>
        <p:nvSpPr>
          <p:cNvPr id="21" name="Google Shape;21;p4"/>
          <p:cNvSpPr txBox="1">
            <a:spLocks noGrp="1"/>
          </p:cNvSpPr>
          <p:nvPr>
            <p:ph type="sldNum" idx="12"/>
          </p:nvPr>
        </p:nvSpPr>
        <p:spPr>
          <a:xfrm>
            <a:off x="8649025" y="4636750"/>
            <a:ext cx="456900" cy="468600"/>
          </a:xfrm>
          <a:prstGeom prst="rect">
            <a:avLst/>
          </a:prstGeom>
        </p:spPr>
        <p:txBody>
          <a:bodyPr spcFirstLastPara="1" wrap="square" lIns="0" tIns="0" rIns="0" bIns="0" anchor="b" anchorCtr="0">
            <a:noAutofit/>
          </a:bodyPr>
          <a:lstStyle>
            <a:lvl1pPr lvl="0">
              <a:buNone/>
              <a:defRPr>
                <a:solidFill>
                  <a:schemeClr val="accent2"/>
                </a:solidFill>
              </a:defRPr>
            </a:lvl1pPr>
            <a:lvl2pPr lvl="1">
              <a:buNone/>
              <a:defRPr>
                <a:solidFill>
                  <a:schemeClr val="accent2"/>
                </a:solidFill>
              </a:defRPr>
            </a:lvl2pPr>
            <a:lvl3pPr lvl="2">
              <a:buNone/>
              <a:defRPr>
                <a:solidFill>
                  <a:schemeClr val="accent2"/>
                </a:solidFill>
              </a:defRPr>
            </a:lvl3pPr>
            <a:lvl4pPr lvl="3">
              <a:buNone/>
              <a:defRPr>
                <a:solidFill>
                  <a:schemeClr val="accent2"/>
                </a:solidFill>
              </a:defRPr>
            </a:lvl4pPr>
            <a:lvl5pPr lvl="4">
              <a:buNone/>
              <a:defRPr>
                <a:solidFill>
                  <a:schemeClr val="accent2"/>
                </a:solidFill>
              </a:defRPr>
            </a:lvl5pPr>
            <a:lvl6pPr lvl="5">
              <a:buNone/>
              <a:defRPr>
                <a:solidFill>
                  <a:schemeClr val="accent2"/>
                </a:solidFill>
              </a:defRPr>
            </a:lvl6pPr>
            <a:lvl7pPr lvl="6">
              <a:buNone/>
              <a:defRPr>
                <a:solidFill>
                  <a:schemeClr val="accent2"/>
                </a:solidFill>
              </a:defRPr>
            </a:lvl7pPr>
            <a:lvl8pPr lvl="7">
              <a:buNone/>
              <a:defRPr>
                <a:solidFill>
                  <a:schemeClr val="accent2"/>
                </a:solidFill>
              </a:defRPr>
            </a:lvl8pPr>
            <a:lvl9pPr lvl="8">
              <a:buNone/>
              <a:defRPr>
                <a:solidFill>
                  <a:schemeClr val="accent2"/>
                </a:solidFill>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9257722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 1 column" type="tx">
  <p:cSld name="Title + 1 column">
    <p:spTree>
      <p:nvGrpSpPr>
        <p:cNvPr id="1" name="Shape 22"/>
        <p:cNvGrpSpPr/>
        <p:nvPr/>
      </p:nvGrpSpPr>
      <p:grpSpPr>
        <a:xfrm>
          <a:off x="0" y="0"/>
          <a:ext cx="0" cy="0"/>
          <a:chOff x="0" y="0"/>
          <a:chExt cx="0" cy="0"/>
        </a:xfrm>
      </p:grpSpPr>
      <p:sp>
        <p:nvSpPr>
          <p:cNvPr id="23" name="Google Shape;23;p5"/>
          <p:cNvSpPr/>
          <p:nvPr/>
        </p:nvSpPr>
        <p:spPr>
          <a:xfrm flipH="1">
            <a:off x="8686800" y="4674850"/>
            <a:ext cx="468600" cy="4686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5"/>
          <p:cNvSpPr/>
          <p:nvPr/>
        </p:nvSpPr>
        <p:spPr>
          <a:xfrm rot="5400000">
            <a:off x="-100350" y="724485"/>
            <a:ext cx="468600" cy="26790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5"/>
          <p:cNvSpPr txBox="1">
            <a:spLocks noGrp="1"/>
          </p:cNvSpPr>
          <p:nvPr>
            <p:ph type="title"/>
          </p:nvPr>
        </p:nvSpPr>
        <p:spPr>
          <a:xfrm>
            <a:off x="457200" y="605600"/>
            <a:ext cx="5640900" cy="1082700"/>
          </a:xfrm>
          <a:prstGeom prst="rect">
            <a:avLst/>
          </a:prstGeom>
        </p:spPr>
        <p:txBody>
          <a:bodyPr spcFirstLastPara="1" wrap="square" lIns="0" tIns="0" rIns="0" bIns="0" anchor="t" anchorCtr="0">
            <a:noAutofit/>
          </a:bodyPr>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a:endParaRPr/>
          </a:p>
        </p:txBody>
      </p:sp>
      <p:sp>
        <p:nvSpPr>
          <p:cNvPr id="26" name="Google Shape;26;p5"/>
          <p:cNvSpPr txBox="1">
            <a:spLocks noGrp="1"/>
          </p:cNvSpPr>
          <p:nvPr>
            <p:ph type="body" idx="1"/>
          </p:nvPr>
        </p:nvSpPr>
        <p:spPr>
          <a:xfrm>
            <a:off x="457200" y="1995750"/>
            <a:ext cx="5640900" cy="2640900"/>
          </a:xfrm>
          <a:prstGeom prst="rect">
            <a:avLst/>
          </a:prstGeom>
        </p:spPr>
        <p:txBody>
          <a:bodyPr spcFirstLastPara="1" wrap="square" lIns="0" tIns="0" rIns="0" bIns="0" anchor="t" anchorCtr="0">
            <a:noAutofit/>
          </a:bodyPr>
          <a:lstStyle>
            <a:lvl1pPr marL="457200" lvl="0" indent="-342900">
              <a:spcBef>
                <a:spcPts val="600"/>
              </a:spcBef>
              <a:spcAft>
                <a:spcPts val="0"/>
              </a:spcAft>
              <a:buSzPts val="1800"/>
              <a:buChar char="▸"/>
              <a:defRPr/>
            </a:lvl1pPr>
            <a:lvl2pPr marL="914400" lvl="1" indent="-342900">
              <a:spcBef>
                <a:spcPts val="600"/>
              </a:spcBef>
              <a:spcAft>
                <a:spcPts val="0"/>
              </a:spcAft>
              <a:buSzPts val="1800"/>
              <a:buChar char="▹"/>
              <a:defRPr/>
            </a:lvl2pPr>
            <a:lvl3pPr marL="1371600" lvl="2" indent="-342900">
              <a:spcBef>
                <a:spcPts val="600"/>
              </a:spcBef>
              <a:spcAft>
                <a:spcPts val="0"/>
              </a:spcAft>
              <a:buSzPts val="1800"/>
              <a:buChar char="▹"/>
              <a:defRPr/>
            </a:lvl3pPr>
            <a:lvl4pPr marL="1828800" lvl="3" indent="-355600">
              <a:spcBef>
                <a:spcPts val="600"/>
              </a:spcBef>
              <a:spcAft>
                <a:spcPts val="0"/>
              </a:spcAft>
              <a:buSzPts val="2000"/>
              <a:buChar char="▹"/>
              <a:defRPr/>
            </a:lvl4pPr>
            <a:lvl5pPr marL="2286000" lvl="4" indent="-355600">
              <a:spcBef>
                <a:spcPts val="600"/>
              </a:spcBef>
              <a:spcAft>
                <a:spcPts val="0"/>
              </a:spcAft>
              <a:buSzPts val="2000"/>
              <a:buChar char="▹"/>
              <a:defRPr/>
            </a:lvl5pPr>
            <a:lvl6pPr marL="2743200" lvl="5" indent="-355600">
              <a:spcBef>
                <a:spcPts val="600"/>
              </a:spcBef>
              <a:spcAft>
                <a:spcPts val="0"/>
              </a:spcAft>
              <a:buSzPts val="2000"/>
              <a:buChar char="▹"/>
              <a:defRPr/>
            </a:lvl6pPr>
            <a:lvl7pPr marL="3200400" lvl="6" indent="-355600">
              <a:spcBef>
                <a:spcPts val="600"/>
              </a:spcBef>
              <a:spcAft>
                <a:spcPts val="0"/>
              </a:spcAft>
              <a:buSzPts val="2000"/>
              <a:buChar char="▹"/>
              <a:defRPr/>
            </a:lvl7pPr>
            <a:lvl8pPr marL="3657600" lvl="7" indent="-355600">
              <a:spcBef>
                <a:spcPts val="600"/>
              </a:spcBef>
              <a:spcAft>
                <a:spcPts val="0"/>
              </a:spcAft>
              <a:buSzPts val="2000"/>
              <a:buChar char="▹"/>
              <a:defRPr/>
            </a:lvl8pPr>
            <a:lvl9pPr marL="4114800" lvl="8" indent="-355600">
              <a:spcBef>
                <a:spcPts val="600"/>
              </a:spcBef>
              <a:spcAft>
                <a:spcPts val="0"/>
              </a:spcAft>
              <a:buSzPts val="2000"/>
              <a:buChar char="▹"/>
              <a:defRPr/>
            </a:lvl9pPr>
          </a:lstStyle>
          <a:p>
            <a:endParaRPr/>
          </a:p>
        </p:txBody>
      </p:sp>
      <p:sp>
        <p:nvSpPr>
          <p:cNvPr id="27" name="Google Shape;27;p5"/>
          <p:cNvSpPr txBox="1">
            <a:spLocks noGrp="1"/>
          </p:cNvSpPr>
          <p:nvPr>
            <p:ph type="sldNum" idx="12"/>
          </p:nvPr>
        </p:nvSpPr>
        <p:spPr>
          <a:xfrm>
            <a:off x="8649025" y="4636750"/>
            <a:ext cx="456900" cy="468600"/>
          </a:xfrm>
          <a:prstGeom prst="rect">
            <a:avLst/>
          </a:prstGeom>
        </p:spPr>
        <p:txBody>
          <a:bodyPr spcFirstLastPara="1" wrap="square" lIns="0" tIns="0" rIns="0" bIns="0" anchor="b"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24119464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 3 columns">
  <p:cSld name="Title + 3 columns">
    <p:spTree>
      <p:nvGrpSpPr>
        <p:cNvPr id="1" name="Shape 35"/>
        <p:cNvGrpSpPr/>
        <p:nvPr/>
      </p:nvGrpSpPr>
      <p:grpSpPr>
        <a:xfrm>
          <a:off x="0" y="0"/>
          <a:ext cx="0" cy="0"/>
          <a:chOff x="0" y="0"/>
          <a:chExt cx="0" cy="0"/>
        </a:xfrm>
      </p:grpSpPr>
      <p:sp>
        <p:nvSpPr>
          <p:cNvPr id="36" name="Google Shape;36;p7"/>
          <p:cNvSpPr/>
          <p:nvPr/>
        </p:nvSpPr>
        <p:spPr>
          <a:xfrm flipH="1">
            <a:off x="8686800" y="4674850"/>
            <a:ext cx="468600" cy="4686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7"/>
          <p:cNvSpPr/>
          <p:nvPr/>
        </p:nvSpPr>
        <p:spPr>
          <a:xfrm rot="5400000">
            <a:off x="-100350" y="724485"/>
            <a:ext cx="468600" cy="26790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7"/>
          <p:cNvSpPr txBox="1">
            <a:spLocks noGrp="1"/>
          </p:cNvSpPr>
          <p:nvPr>
            <p:ph type="title"/>
          </p:nvPr>
        </p:nvSpPr>
        <p:spPr>
          <a:xfrm>
            <a:off x="457200" y="605600"/>
            <a:ext cx="5640900" cy="1082700"/>
          </a:xfrm>
          <a:prstGeom prst="rect">
            <a:avLst/>
          </a:prstGeom>
        </p:spPr>
        <p:txBody>
          <a:bodyPr spcFirstLastPara="1" wrap="square" lIns="0" tIns="0" rIns="0" bIns="0" anchor="t" anchorCtr="0">
            <a:noAutofit/>
          </a:bodyPr>
          <a:lstStyle>
            <a:lvl1pPr lvl="0" rtl="0">
              <a:spcBef>
                <a:spcPts val="0"/>
              </a:spcBef>
              <a:spcAft>
                <a:spcPts val="0"/>
              </a:spcAft>
              <a:buSzPts val="4800"/>
              <a:buNone/>
              <a:defRPr/>
            </a:lvl1pPr>
            <a:lvl2pPr lvl="1" rtl="0">
              <a:spcBef>
                <a:spcPts val="0"/>
              </a:spcBef>
              <a:spcAft>
                <a:spcPts val="0"/>
              </a:spcAft>
              <a:buSzPts val="4800"/>
              <a:buNone/>
              <a:defRPr/>
            </a:lvl2pPr>
            <a:lvl3pPr lvl="2" rtl="0">
              <a:spcBef>
                <a:spcPts val="0"/>
              </a:spcBef>
              <a:spcAft>
                <a:spcPts val="0"/>
              </a:spcAft>
              <a:buSzPts val="4800"/>
              <a:buNone/>
              <a:defRPr/>
            </a:lvl3pPr>
            <a:lvl4pPr lvl="3" rtl="0">
              <a:spcBef>
                <a:spcPts val="0"/>
              </a:spcBef>
              <a:spcAft>
                <a:spcPts val="0"/>
              </a:spcAft>
              <a:buSzPts val="4800"/>
              <a:buNone/>
              <a:defRPr/>
            </a:lvl4pPr>
            <a:lvl5pPr lvl="4" rtl="0">
              <a:spcBef>
                <a:spcPts val="0"/>
              </a:spcBef>
              <a:spcAft>
                <a:spcPts val="0"/>
              </a:spcAft>
              <a:buSzPts val="4800"/>
              <a:buNone/>
              <a:defRPr/>
            </a:lvl5pPr>
            <a:lvl6pPr lvl="5" rtl="0">
              <a:spcBef>
                <a:spcPts val="0"/>
              </a:spcBef>
              <a:spcAft>
                <a:spcPts val="0"/>
              </a:spcAft>
              <a:buSzPts val="4800"/>
              <a:buNone/>
              <a:defRPr/>
            </a:lvl6pPr>
            <a:lvl7pPr lvl="6" rtl="0">
              <a:spcBef>
                <a:spcPts val="0"/>
              </a:spcBef>
              <a:spcAft>
                <a:spcPts val="0"/>
              </a:spcAft>
              <a:buSzPts val="4800"/>
              <a:buNone/>
              <a:defRPr/>
            </a:lvl7pPr>
            <a:lvl8pPr lvl="7" rtl="0">
              <a:spcBef>
                <a:spcPts val="0"/>
              </a:spcBef>
              <a:spcAft>
                <a:spcPts val="0"/>
              </a:spcAft>
              <a:buSzPts val="4800"/>
              <a:buNone/>
              <a:defRPr/>
            </a:lvl8pPr>
            <a:lvl9pPr lvl="8" rtl="0">
              <a:spcBef>
                <a:spcPts val="0"/>
              </a:spcBef>
              <a:spcAft>
                <a:spcPts val="0"/>
              </a:spcAft>
              <a:buSzPts val="4800"/>
              <a:buNone/>
              <a:defRPr/>
            </a:lvl9pPr>
          </a:lstStyle>
          <a:p>
            <a:endParaRPr/>
          </a:p>
        </p:txBody>
      </p:sp>
      <p:sp>
        <p:nvSpPr>
          <p:cNvPr id="39" name="Google Shape;39;p7"/>
          <p:cNvSpPr txBox="1">
            <a:spLocks noGrp="1"/>
          </p:cNvSpPr>
          <p:nvPr>
            <p:ph type="body" idx="1"/>
          </p:nvPr>
        </p:nvSpPr>
        <p:spPr>
          <a:xfrm>
            <a:off x="457200" y="1995750"/>
            <a:ext cx="2563500" cy="2679000"/>
          </a:xfrm>
          <a:prstGeom prst="rect">
            <a:avLst/>
          </a:prstGeom>
        </p:spPr>
        <p:txBody>
          <a:bodyPr spcFirstLastPara="1" wrap="square" lIns="0" tIns="0" rIns="0" bIns="0" anchor="t" anchorCtr="0">
            <a:noAutofit/>
          </a:bodyPr>
          <a:lstStyle>
            <a:lvl1pPr marL="457200" lvl="0" indent="-330200" rtl="0">
              <a:spcBef>
                <a:spcPts val="600"/>
              </a:spcBef>
              <a:spcAft>
                <a:spcPts val="0"/>
              </a:spcAft>
              <a:buSzPts val="1600"/>
              <a:buChar char="▸"/>
              <a:defRPr sz="1600"/>
            </a:lvl1pPr>
            <a:lvl2pPr marL="914400" lvl="1" indent="-330200" rtl="0">
              <a:spcBef>
                <a:spcPts val="600"/>
              </a:spcBef>
              <a:spcAft>
                <a:spcPts val="0"/>
              </a:spcAft>
              <a:buSzPts val="1600"/>
              <a:buChar char="▹"/>
              <a:defRPr sz="1600"/>
            </a:lvl2pPr>
            <a:lvl3pPr marL="1371600" lvl="2" indent="-330200" rtl="0">
              <a:spcBef>
                <a:spcPts val="600"/>
              </a:spcBef>
              <a:spcAft>
                <a:spcPts val="0"/>
              </a:spcAft>
              <a:buSzPts val="1600"/>
              <a:buChar char="▹"/>
              <a:defRPr sz="1600"/>
            </a:lvl3pPr>
            <a:lvl4pPr marL="1828800" lvl="3" indent="-330200" rtl="0">
              <a:spcBef>
                <a:spcPts val="600"/>
              </a:spcBef>
              <a:spcAft>
                <a:spcPts val="0"/>
              </a:spcAft>
              <a:buSzPts val="1600"/>
              <a:buChar char="▹"/>
              <a:defRPr sz="1600"/>
            </a:lvl4pPr>
            <a:lvl5pPr marL="2286000" lvl="4" indent="-330200" rtl="0">
              <a:spcBef>
                <a:spcPts val="600"/>
              </a:spcBef>
              <a:spcAft>
                <a:spcPts val="0"/>
              </a:spcAft>
              <a:buSzPts val="1600"/>
              <a:buChar char="▹"/>
              <a:defRPr sz="1600"/>
            </a:lvl5pPr>
            <a:lvl6pPr marL="2743200" lvl="5" indent="-330200" rtl="0">
              <a:spcBef>
                <a:spcPts val="600"/>
              </a:spcBef>
              <a:spcAft>
                <a:spcPts val="0"/>
              </a:spcAft>
              <a:buSzPts val="1600"/>
              <a:buChar char="▹"/>
              <a:defRPr sz="1600"/>
            </a:lvl6pPr>
            <a:lvl7pPr marL="3200400" lvl="6" indent="-330200" rtl="0">
              <a:spcBef>
                <a:spcPts val="600"/>
              </a:spcBef>
              <a:spcAft>
                <a:spcPts val="0"/>
              </a:spcAft>
              <a:buSzPts val="1600"/>
              <a:buChar char="▹"/>
              <a:defRPr sz="1600"/>
            </a:lvl7pPr>
            <a:lvl8pPr marL="3657600" lvl="7" indent="-330200" rtl="0">
              <a:spcBef>
                <a:spcPts val="600"/>
              </a:spcBef>
              <a:spcAft>
                <a:spcPts val="0"/>
              </a:spcAft>
              <a:buSzPts val="1600"/>
              <a:buChar char="▹"/>
              <a:defRPr sz="1600"/>
            </a:lvl8pPr>
            <a:lvl9pPr marL="4114800" lvl="8" indent="-330200" rtl="0">
              <a:spcBef>
                <a:spcPts val="600"/>
              </a:spcBef>
              <a:spcAft>
                <a:spcPts val="0"/>
              </a:spcAft>
              <a:buSzPts val="1600"/>
              <a:buChar char="▹"/>
              <a:defRPr sz="1600"/>
            </a:lvl9pPr>
          </a:lstStyle>
          <a:p>
            <a:endParaRPr/>
          </a:p>
        </p:txBody>
      </p:sp>
      <p:sp>
        <p:nvSpPr>
          <p:cNvPr id="40" name="Google Shape;40;p7"/>
          <p:cNvSpPr txBox="1">
            <a:spLocks noGrp="1"/>
          </p:cNvSpPr>
          <p:nvPr>
            <p:ph type="body" idx="2"/>
          </p:nvPr>
        </p:nvSpPr>
        <p:spPr>
          <a:xfrm>
            <a:off x="3290250" y="1995750"/>
            <a:ext cx="2563500" cy="2679000"/>
          </a:xfrm>
          <a:prstGeom prst="rect">
            <a:avLst/>
          </a:prstGeom>
        </p:spPr>
        <p:txBody>
          <a:bodyPr spcFirstLastPara="1" wrap="square" lIns="0" tIns="0" rIns="0" bIns="0" anchor="t" anchorCtr="0">
            <a:noAutofit/>
          </a:bodyPr>
          <a:lstStyle>
            <a:lvl1pPr marL="457200" lvl="0" indent="-330200" rtl="0">
              <a:spcBef>
                <a:spcPts val="600"/>
              </a:spcBef>
              <a:spcAft>
                <a:spcPts val="0"/>
              </a:spcAft>
              <a:buSzPts val="1600"/>
              <a:buChar char="▸"/>
              <a:defRPr sz="1600"/>
            </a:lvl1pPr>
            <a:lvl2pPr marL="914400" lvl="1" indent="-330200" rtl="0">
              <a:spcBef>
                <a:spcPts val="600"/>
              </a:spcBef>
              <a:spcAft>
                <a:spcPts val="0"/>
              </a:spcAft>
              <a:buSzPts val="1600"/>
              <a:buChar char="▹"/>
              <a:defRPr sz="1600"/>
            </a:lvl2pPr>
            <a:lvl3pPr marL="1371600" lvl="2" indent="-330200" rtl="0">
              <a:spcBef>
                <a:spcPts val="600"/>
              </a:spcBef>
              <a:spcAft>
                <a:spcPts val="0"/>
              </a:spcAft>
              <a:buSzPts val="1600"/>
              <a:buChar char="▹"/>
              <a:defRPr sz="1600"/>
            </a:lvl3pPr>
            <a:lvl4pPr marL="1828800" lvl="3" indent="-330200" rtl="0">
              <a:spcBef>
                <a:spcPts val="600"/>
              </a:spcBef>
              <a:spcAft>
                <a:spcPts val="0"/>
              </a:spcAft>
              <a:buSzPts val="1600"/>
              <a:buChar char="▹"/>
              <a:defRPr sz="1600"/>
            </a:lvl4pPr>
            <a:lvl5pPr marL="2286000" lvl="4" indent="-330200" rtl="0">
              <a:spcBef>
                <a:spcPts val="600"/>
              </a:spcBef>
              <a:spcAft>
                <a:spcPts val="0"/>
              </a:spcAft>
              <a:buSzPts val="1600"/>
              <a:buChar char="▹"/>
              <a:defRPr sz="1600"/>
            </a:lvl5pPr>
            <a:lvl6pPr marL="2743200" lvl="5" indent="-330200" rtl="0">
              <a:spcBef>
                <a:spcPts val="600"/>
              </a:spcBef>
              <a:spcAft>
                <a:spcPts val="0"/>
              </a:spcAft>
              <a:buSzPts val="1600"/>
              <a:buChar char="▹"/>
              <a:defRPr sz="1600"/>
            </a:lvl6pPr>
            <a:lvl7pPr marL="3200400" lvl="6" indent="-330200" rtl="0">
              <a:spcBef>
                <a:spcPts val="600"/>
              </a:spcBef>
              <a:spcAft>
                <a:spcPts val="0"/>
              </a:spcAft>
              <a:buSzPts val="1600"/>
              <a:buChar char="▹"/>
              <a:defRPr sz="1600"/>
            </a:lvl7pPr>
            <a:lvl8pPr marL="3657600" lvl="7" indent="-330200" rtl="0">
              <a:spcBef>
                <a:spcPts val="600"/>
              </a:spcBef>
              <a:spcAft>
                <a:spcPts val="0"/>
              </a:spcAft>
              <a:buSzPts val="1600"/>
              <a:buChar char="▹"/>
              <a:defRPr sz="1600"/>
            </a:lvl8pPr>
            <a:lvl9pPr marL="4114800" lvl="8" indent="-330200" rtl="0">
              <a:spcBef>
                <a:spcPts val="600"/>
              </a:spcBef>
              <a:spcAft>
                <a:spcPts val="0"/>
              </a:spcAft>
              <a:buSzPts val="1600"/>
              <a:buChar char="▹"/>
              <a:defRPr sz="1600"/>
            </a:lvl9pPr>
          </a:lstStyle>
          <a:p>
            <a:endParaRPr/>
          </a:p>
        </p:txBody>
      </p:sp>
      <p:sp>
        <p:nvSpPr>
          <p:cNvPr id="41" name="Google Shape;41;p7"/>
          <p:cNvSpPr txBox="1">
            <a:spLocks noGrp="1"/>
          </p:cNvSpPr>
          <p:nvPr>
            <p:ph type="body" idx="3"/>
          </p:nvPr>
        </p:nvSpPr>
        <p:spPr>
          <a:xfrm>
            <a:off x="6123300" y="1995750"/>
            <a:ext cx="2563500" cy="2679000"/>
          </a:xfrm>
          <a:prstGeom prst="rect">
            <a:avLst/>
          </a:prstGeom>
        </p:spPr>
        <p:txBody>
          <a:bodyPr spcFirstLastPara="1" wrap="square" lIns="0" tIns="0" rIns="0" bIns="0" anchor="t" anchorCtr="0">
            <a:noAutofit/>
          </a:bodyPr>
          <a:lstStyle>
            <a:lvl1pPr marL="457200" lvl="0" indent="-330200" rtl="0">
              <a:spcBef>
                <a:spcPts val="600"/>
              </a:spcBef>
              <a:spcAft>
                <a:spcPts val="0"/>
              </a:spcAft>
              <a:buSzPts val="1600"/>
              <a:buChar char="▸"/>
              <a:defRPr sz="1600"/>
            </a:lvl1pPr>
            <a:lvl2pPr marL="914400" lvl="1" indent="-330200" rtl="0">
              <a:spcBef>
                <a:spcPts val="600"/>
              </a:spcBef>
              <a:spcAft>
                <a:spcPts val="0"/>
              </a:spcAft>
              <a:buSzPts val="1600"/>
              <a:buChar char="▹"/>
              <a:defRPr sz="1600"/>
            </a:lvl2pPr>
            <a:lvl3pPr marL="1371600" lvl="2" indent="-330200" rtl="0">
              <a:spcBef>
                <a:spcPts val="600"/>
              </a:spcBef>
              <a:spcAft>
                <a:spcPts val="0"/>
              </a:spcAft>
              <a:buSzPts val="1600"/>
              <a:buChar char="▹"/>
              <a:defRPr sz="1600"/>
            </a:lvl3pPr>
            <a:lvl4pPr marL="1828800" lvl="3" indent="-330200" rtl="0">
              <a:spcBef>
                <a:spcPts val="600"/>
              </a:spcBef>
              <a:spcAft>
                <a:spcPts val="0"/>
              </a:spcAft>
              <a:buSzPts val="1600"/>
              <a:buChar char="▹"/>
              <a:defRPr sz="1600"/>
            </a:lvl4pPr>
            <a:lvl5pPr marL="2286000" lvl="4" indent="-330200" rtl="0">
              <a:spcBef>
                <a:spcPts val="600"/>
              </a:spcBef>
              <a:spcAft>
                <a:spcPts val="0"/>
              </a:spcAft>
              <a:buSzPts val="1600"/>
              <a:buChar char="▹"/>
              <a:defRPr sz="1600"/>
            </a:lvl5pPr>
            <a:lvl6pPr marL="2743200" lvl="5" indent="-330200" rtl="0">
              <a:spcBef>
                <a:spcPts val="600"/>
              </a:spcBef>
              <a:spcAft>
                <a:spcPts val="0"/>
              </a:spcAft>
              <a:buSzPts val="1600"/>
              <a:buChar char="▹"/>
              <a:defRPr sz="1600"/>
            </a:lvl6pPr>
            <a:lvl7pPr marL="3200400" lvl="6" indent="-330200" rtl="0">
              <a:spcBef>
                <a:spcPts val="600"/>
              </a:spcBef>
              <a:spcAft>
                <a:spcPts val="0"/>
              </a:spcAft>
              <a:buSzPts val="1600"/>
              <a:buChar char="▹"/>
              <a:defRPr sz="1600"/>
            </a:lvl7pPr>
            <a:lvl8pPr marL="3657600" lvl="7" indent="-330200" rtl="0">
              <a:spcBef>
                <a:spcPts val="600"/>
              </a:spcBef>
              <a:spcAft>
                <a:spcPts val="0"/>
              </a:spcAft>
              <a:buSzPts val="1600"/>
              <a:buChar char="▹"/>
              <a:defRPr sz="1600"/>
            </a:lvl8pPr>
            <a:lvl9pPr marL="4114800" lvl="8" indent="-330200" rtl="0">
              <a:spcBef>
                <a:spcPts val="600"/>
              </a:spcBef>
              <a:spcAft>
                <a:spcPts val="0"/>
              </a:spcAft>
              <a:buSzPts val="1600"/>
              <a:buChar char="▹"/>
              <a:defRPr sz="1600"/>
            </a:lvl9pPr>
          </a:lstStyle>
          <a:p>
            <a:endParaRPr/>
          </a:p>
        </p:txBody>
      </p:sp>
      <p:sp>
        <p:nvSpPr>
          <p:cNvPr id="42" name="Google Shape;42;p7"/>
          <p:cNvSpPr txBox="1">
            <a:spLocks noGrp="1"/>
          </p:cNvSpPr>
          <p:nvPr>
            <p:ph type="sldNum" idx="12"/>
          </p:nvPr>
        </p:nvSpPr>
        <p:spPr>
          <a:xfrm>
            <a:off x="8649025" y="4636750"/>
            <a:ext cx="456900" cy="468600"/>
          </a:xfrm>
          <a:prstGeom prst="rect">
            <a:avLst/>
          </a:prstGeom>
        </p:spPr>
        <p:txBody>
          <a:bodyPr spcFirstLastPara="1" wrap="square" lIns="0" tIns="0" rIns="0" bIns="0" anchor="b"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15907365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dark">
  <p:cSld name="Blank dark">
    <p:bg>
      <p:bgPr>
        <a:gradFill>
          <a:gsLst>
            <a:gs pos="0">
              <a:schemeClr val="accent1"/>
            </a:gs>
            <a:gs pos="50000">
              <a:schemeClr val="accent1"/>
            </a:gs>
            <a:gs pos="100000">
              <a:schemeClr val="accent2"/>
            </a:gs>
          </a:gsLst>
          <a:lin ang="16200038" scaled="0"/>
        </a:gradFill>
        <a:effectLst/>
      </p:bgPr>
    </p:bg>
    <p:spTree>
      <p:nvGrpSpPr>
        <p:cNvPr id="1" name="Shape 56"/>
        <p:cNvGrpSpPr/>
        <p:nvPr/>
      </p:nvGrpSpPr>
      <p:grpSpPr>
        <a:xfrm>
          <a:off x="0" y="0"/>
          <a:ext cx="0" cy="0"/>
          <a:chOff x="0" y="0"/>
          <a:chExt cx="0" cy="0"/>
        </a:xfrm>
      </p:grpSpPr>
      <p:sp>
        <p:nvSpPr>
          <p:cNvPr id="57" name="Google Shape;57;p11"/>
          <p:cNvSpPr/>
          <p:nvPr/>
        </p:nvSpPr>
        <p:spPr>
          <a:xfrm flipH="1">
            <a:off x="8686800" y="4674850"/>
            <a:ext cx="468600" cy="468600"/>
          </a:xfrm>
          <a:prstGeom prst="rtTriangl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11"/>
          <p:cNvSpPr txBox="1">
            <a:spLocks noGrp="1"/>
          </p:cNvSpPr>
          <p:nvPr>
            <p:ph type="sldNum" idx="12"/>
          </p:nvPr>
        </p:nvSpPr>
        <p:spPr>
          <a:xfrm>
            <a:off x="8649025" y="4636750"/>
            <a:ext cx="456900" cy="468600"/>
          </a:xfrm>
          <a:prstGeom prst="rect">
            <a:avLst/>
          </a:prstGeom>
        </p:spPr>
        <p:txBody>
          <a:bodyPr spcFirstLastPara="1" wrap="square" lIns="0" tIns="0" rIns="0" bIns="0" anchor="b" anchorCtr="0">
            <a:noAutofit/>
          </a:bodyPr>
          <a:lstStyle>
            <a:lvl1pPr lvl="0" rtl="0">
              <a:buNone/>
              <a:defRPr>
                <a:solidFill>
                  <a:schemeClr val="accent2"/>
                </a:solidFill>
              </a:defRPr>
            </a:lvl1pPr>
            <a:lvl2pPr lvl="1" rtl="0">
              <a:buNone/>
              <a:defRPr>
                <a:solidFill>
                  <a:schemeClr val="accent2"/>
                </a:solidFill>
              </a:defRPr>
            </a:lvl2pPr>
            <a:lvl3pPr lvl="2" rtl="0">
              <a:buNone/>
              <a:defRPr>
                <a:solidFill>
                  <a:schemeClr val="accent2"/>
                </a:solidFill>
              </a:defRPr>
            </a:lvl3pPr>
            <a:lvl4pPr lvl="3" rtl="0">
              <a:buNone/>
              <a:defRPr>
                <a:solidFill>
                  <a:schemeClr val="accent2"/>
                </a:solidFill>
              </a:defRPr>
            </a:lvl4pPr>
            <a:lvl5pPr lvl="4" rtl="0">
              <a:buNone/>
              <a:defRPr>
                <a:solidFill>
                  <a:schemeClr val="accent2"/>
                </a:solidFill>
              </a:defRPr>
            </a:lvl5pPr>
            <a:lvl6pPr lvl="5" rtl="0">
              <a:buNone/>
              <a:defRPr>
                <a:solidFill>
                  <a:schemeClr val="accent2"/>
                </a:solidFill>
              </a:defRPr>
            </a:lvl6pPr>
            <a:lvl7pPr lvl="6" rtl="0">
              <a:buNone/>
              <a:defRPr>
                <a:solidFill>
                  <a:schemeClr val="accent2"/>
                </a:solidFill>
              </a:defRPr>
            </a:lvl7pPr>
            <a:lvl8pPr lvl="7" rtl="0">
              <a:buNone/>
              <a:defRPr>
                <a:solidFill>
                  <a:schemeClr val="accent2"/>
                </a:solidFill>
              </a:defRPr>
            </a:lvl8pPr>
            <a:lvl9pPr lvl="8" rtl="0">
              <a:buNone/>
              <a:defRPr>
                <a:solidFill>
                  <a:schemeClr val="accent2"/>
                </a:solidFill>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22829884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43"/>
        <p:cNvGrpSpPr/>
        <p:nvPr/>
      </p:nvGrpSpPr>
      <p:grpSpPr>
        <a:xfrm>
          <a:off x="0" y="0"/>
          <a:ext cx="0" cy="0"/>
          <a:chOff x="0" y="0"/>
          <a:chExt cx="0" cy="0"/>
        </a:xfrm>
      </p:grpSpPr>
      <p:sp>
        <p:nvSpPr>
          <p:cNvPr id="44" name="Google Shape;44;p8"/>
          <p:cNvSpPr/>
          <p:nvPr/>
        </p:nvSpPr>
        <p:spPr>
          <a:xfrm flipH="1">
            <a:off x="8686800" y="4674850"/>
            <a:ext cx="468600" cy="4686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8"/>
          <p:cNvSpPr/>
          <p:nvPr/>
        </p:nvSpPr>
        <p:spPr>
          <a:xfrm rot="5400000">
            <a:off x="-100350" y="724485"/>
            <a:ext cx="468600" cy="26790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8"/>
          <p:cNvSpPr txBox="1">
            <a:spLocks noGrp="1"/>
          </p:cNvSpPr>
          <p:nvPr>
            <p:ph type="title"/>
          </p:nvPr>
        </p:nvSpPr>
        <p:spPr>
          <a:xfrm>
            <a:off x="457200" y="605600"/>
            <a:ext cx="5640900" cy="1082700"/>
          </a:xfrm>
          <a:prstGeom prst="rect">
            <a:avLst/>
          </a:prstGeom>
        </p:spPr>
        <p:txBody>
          <a:bodyPr spcFirstLastPara="1" wrap="square" lIns="0" tIns="0" rIns="0" bIns="0" anchor="t" anchorCtr="0">
            <a:noAutofit/>
          </a:bodyPr>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a:endParaRPr/>
          </a:p>
        </p:txBody>
      </p:sp>
      <p:sp>
        <p:nvSpPr>
          <p:cNvPr id="47" name="Google Shape;47;p8"/>
          <p:cNvSpPr txBox="1">
            <a:spLocks noGrp="1"/>
          </p:cNvSpPr>
          <p:nvPr>
            <p:ph type="sldNum" idx="12"/>
          </p:nvPr>
        </p:nvSpPr>
        <p:spPr>
          <a:xfrm>
            <a:off x="8649025" y="4636750"/>
            <a:ext cx="456900" cy="468600"/>
          </a:xfrm>
          <a:prstGeom prst="rect">
            <a:avLst/>
          </a:prstGeom>
        </p:spPr>
        <p:txBody>
          <a:bodyPr spcFirstLastPara="1" wrap="square" lIns="0" tIns="0" rIns="0" bIns="0" anchor="b"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11336230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48"/>
        <p:cNvGrpSpPr/>
        <p:nvPr/>
      </p:nvGrpSpPr>
      <p:grpSpPr>
        <a:xfrm>
          <a:off x="0" y="0"/>
          <a:ext cx="0" cy="0"/>
          <a:chOff x="0" y="0"/>
          <a:chExt cx="0" cy="0"/>
        </a:xfrm>
      </p:grpSpPr>
      <p:sp>
        <p:nvSpPr>
          <p:cNvPr id="49" name="Google Shape;49;p9"/>
          <p:cNvSpPr/>
          <p:nvPr/>
        </p:nvSpPr>
        <p:spPr>
          <a:xfrm flipH="1">
            <a:off x="8686800" y="4674850"/>
            <a:ext cx="468600" cy="4686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9"/>
          <p:cNvSpPr/>
          <p:nvPr/>
        </p:nvSpPr>
        <p:spPr>
          <a:xfrm rot="5400000">
            <a:off x="-100350" y="4448760"/>
            <a:ext cx="468600" cy="26790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9"/>
          <p:cNvSpPr txBox="1">
            <a:spLocks noGrp="1"/>
          </p:cNvSpPr>
          <p:nvPr>
            <p:ph type="body" idx="1"/>
          </p:nvPr>
        </p:nvSpPr>
        <p:spPr>
          <a:xfrm>
            <a:off x="457200" y="4406309"/>
            <a:ext cx="8229600" cy="519600"/>
          </a:xfrm>
          <a:prstGeom prst="rect">
            <a:avLst/>
          </a:prstGeom>
        </p:spPr>
        <p:txBody>
          <a:bodyPr spcFirstLastPara="1" wrap="square" lIns="0" tIns="0" rIns="0" bIns="0" anchor="t" anchorCtr="0">
            <a:noAutofit/>
          </a:bodyPr>
          <a:lstStyle>
            <a:lvl1pPr marL="457200" lvl="0" indent="-228600">
              <a:spcBef>
                <a:spcPts val="360"/>
              </a:spcBef>
              <a:spcAft>
                <a:spcPts val="0"/>
              </a:spcAft>
              <a:buSzPts val="1800"/>
              <a:buNone/>
              <a:defRPr sz="1800"/>
            </a:lvl1pPr>
          </a:lstStyle>
          <a:p>
            <a:endParaRPr/>
          </a:p>
        </p:txBody>
      </p:sp>
      <p:sp>
        <p:nvSpPr>
          <p:cNvPr id="52" name="Google Shape;52;p9"/>
          <p:cNvSpPr txBox="1">
            <a:spLocks noGrp="1"/>
          </p:cNvSpPr>
          <p:nvPr>
            <p:ph type="sldNum" idx="12"/>
          </p:nvPr>
        </p:nvSpPr>
        <p:spPr>
          <a:xfrm>
            <a:off x="8649025" y="4636750"/>
            <a:ext cx="456900" cy="468600"/>
          </a:xfrm>
          <a:prstGeom prst="rect">
            <a:avLst/>
          </a:prstGeom>
        </p:spPr>
        <p:txBody>
          <a:bodyPr spcFirstLastPara="1" wrap="square" lIns="0" tIns="0" rIns="0" bIns="0" anchor="b"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12145437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
    <p:bg>
      <p:bgPr>
        <a:gradFill>
          <a:gsLst>
            <a:gs pos="0">
              <a:schemeClr val="lt1"/>
            </a:gs>
            <a:gs pos="50000">
              <a:schemeClr val="lt1"/>
            </a:gs>
            <a:gs pos="100000">
              <a:schemeClr val="lt2"/>
            </a:gs>
          </a:gsLst>
          <a:lin ang="16200038" scaled="0"/>
        </a:gra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605600"/>
            <a:ext cx="5640900" cy="1082700"/>
          </a:xfrm>
          <a:prstGeom prst="rect">
            <a:avLst/>
          </a:prstGeom>
          <a:noFill/>
          <a:ln>
            <a:noFill/>
          </a:ln>
        </p:spPr>
        <p:txBody>
          <a:bodyPr spcFirstLastPara="1" wrap="square" lIns="0" tIns="0" rIns="0" bIns="0" anchor="t" anchorCtr="0">
            <a:noAutofit/>
          </a:bodyPr>
          <a:lstStyle>
            <a:lvl1pPr lvl="0">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1pPr>
            <a:lvl2pPr lvl="1">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2pPr>
            <a:lvl3pPr lvl="2">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3pPr>
            <a:lvl4pPr lvl="3">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4pPr>
            <a:lvl5pPr lvl="4">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5pPr>
            <a:lvl6pPr lvl="5">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6pPr>
            <a:lvl7pPr lvl="6">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7pPr>
            <a:lvl8pPr lvl="7">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8pPr>
            <a:lvl9pPr lvl="8">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9pPr>
          </a:lstStyle>
          <a:p>
            <a:endParaRPr/>
          </a:p>
        </p:txBody>
      </p:sp>
      <p:sp>
        <p:nvSpPr>
          <p:cNvPr id="7" name="Google Shape;7;p1"/>
          <p:cNvSpPr txBox="1">
            <a:spLocks noGrp="1"/>
          </p:cNvSpPr>
          <p:nvPr>
            <p:ph type="body" idx="1"/>
          </p:nvPr>
        </p:nvSpPr>
        <p:spPr>
          <a:xfrm>
            <a:off x="457200" y="1995750"/>
            <a:ext cx="5640900" cy="2679000"/>
          </a:xfrm>
          <a:prstGeom prst="rect">
            <a:avLst/>
          </a:prstGeom>
          <a:noFill/>
          <a:ln>
            <a:noFill/>
          </a:ln>
        </p:spPr>
        <p:txBody>
          <a:bodyPr spcFirstLastPara="1" wrap="square" lIns="0" tIns="0" rIns="0" bIns="0" anchor="t" anchorCtr="0">
            <a:noAutofit/>
          </a:bodyPr>
          <a:lstStyle>
            <a:lvl1pPr marL="457200" lvl="0" indent="-342900">
              <a:lnSpc>
                <a:spcPct val="110000"/>
              </a:lnSpc>
              <a:spcBef>
                <a:spcPts val="600"/>
              </a:spcBef>
              <a:spcAft>
                <a:spcPts val="0"/>
              </a:spcAft>
              <a:buClr>
                <a:schemeClr val="accent1"/>
              </a:buClr>
              <a:buSzPts val="1800"/>
              <a:buFont typeface="Barlow Light"/>
              <a:buChar char="▸"/>
              <a:defRPr sz="2000">
                <a:solidFill>
                  <a:schemeClr val="dk1"/>
                </a:solidFill>
                <a:latin typeface="Barlow Light"/>
                <a:ea typeface="Barlow Light"/>
                <a:cs typeface="Barlow Light"/>
                <a:sym typeface="Barlow Light"/>
              </a:defRPr>
            </a:lvl1pPr>
            <a:lvl2pPr marL="914400" lvl="1" indent="-342900">
              <a:lnSpc>
                <a:spcPct val="110000"/>
              </a:lnSpc>
              <a:spcBef>
                <a:spcPts val="600"/>
              </a:spcBef>
              <a:spcAft>
                <a:spcPts val="0"/>
              </a:spcAft>
              <a:buClr>
                <a:schemeClr val="accent1"/>
              </a:buClr>
              <a:buSzPts val="1800"/>
              <a:buFont typeface="Barlow Light"/>
              <a:buChar char="▹"/>
              <a:defRPr sz="2000">
                <a:solidFill>
                  <a:schemeClr val="dk1"/>
                </a:solidFill>
                <a:latin typeface="Barlow Light"/>
                <a:ea typeface="Barlow Light"/>
                <a:cs typeface="Barlow Light"/>
                <a:sym typeface="Barlow Light"/>
              </a:defRPr>
            </a:lvl2pPr>
            <a:lvl3pPr marL="1371600" lvl="2" indent="-342900">
              <a:lnSpc>
                <a:spcPct val="110000"/>
              </a:lnSpc>
              <a:spcBef>
                <a:spcPts val="600"/>
              </a:spcBef>
              <a:spcAft>
                <a:spcPts val="0"/>
              </a:spcAft>
              <a:buClr>
                <a:schemeClr val="accent1"/>
              </a:buClr>
              <a:buSzPts val="1800"/>
              <a:buFont typeface="Barlow Light"/>
              <a:buChar char="▹"/>
              <a:defRPr sz="2000">
                <a:solidFill>
                  <a:schemeClr val="dk1"/>
                </a:solidFill>
                <a:latin typeface="Barlow Light"/>
                <a:ea typeface="Barlow Light"/>
                <a:cs typeface="Barlow Light"/>
                <a:sym typeface="Barlow Light"/>
              </a:defRPr>
            </a:lvl3pPr>
            <a:lvl4pPr marL="1828800" lvl="3" indent="-355600">
              <a:lnSpc>
                <a:spcPct val="110000"/>
              </a:lnSpc>
              <a:spcBef>
                <a:spcPts val="600"/>
              </a:spcBef>
              <a:spcAft>
                <a:spcPts val="0"/>
              </a:spcAft>
              <a:buClr>
                <a:schemeClr val="dk1"/>
              </a:buClr>
              <a:buSzPts val="2000"/>
              <a:buFont typeface="Barlow Light"/>
              <a:buChar char="▹"/>
              <a:defRPr sz="2000">
                <a:solidFill>
                  <a:schemeClr val="dk1"/>
                </a:solidFill>
                <a:latin typeface="Barlow Light"/>
                <a:ea typeface="Barlow Light"/>
                <a:cs typeface="Barlow Light"/>
                <a:sym typeface="Barlow Light"/>
              </a:defRPr>
            </a:lvl4pPr>
            <a:lvl5pPr marL="2286000" lvl="4" indent="-355600">
              <a:lnSpc>
                <a:spcPct val="110000"/>
              </a:lnSpc>
              <a:spcBef>
                <a:spcPts val="600"/>
              </a:spcBef>
              <a:spcAft>
                <a:spcPts val="0"/>
              </a:spcAft>
              <a:buClr>
                <a:schemeClr val="dk1"/>
              </a:buClr>
              <a:buSzPts val="2000"/>
              <a:buFont typeface="Barlow Light"/>
              <a:buChar char="▹"/>
              <a:defRPr sz="2000">
                <a:solidFill>
                  <a:schemeClr val="dk1"/>
                </a:solidFill>
                <a:latin typeface="Barlow Light"/>
                <a:ea typeface="Barlow Light"/>
                <a:cs typeface="Barlow Light"/>
                <a:sym typeface="Barlow Light"/>
              </a:defRPr>
            </a:lvl5pPr>
            <a:lvl6pPr marL="2743200" lvl="5" indent="-355600">
              <a:lnSpc>
                <a:spcPct val="110000"/>
              </a:lnSpc>
              <a:spcBef>
                <a:spcPts val="600"/>
              </a:spcBef>
              <a:spcAft>
                <a:spcPts val="0"/>
              </a:spcAft>
              <a:buClr>
                <a:schemeClr val="dk1"/>
              </a:buClr>
              <a:buSzPts val="2000"/>
              <a:buFont typeface="Barlow Light"/>
              <a:buChar char="▹"/>
              <a:defRPr sz="2000">
                <a:solidFill>
                  <a:schemeClr val="dk1"/>
                </a:solidFill>
                <a:latin typeface="Barlow Light"/>
                <a:ea typeface="Barlow Light"/>
                <a:cs typeface="Barlow Light"/>
                <a:sym typeface="Barlow Light"/>
              </a:defRPr>
            </a:lvl6pPr>
            <a:lvl7pPr marL="3200400" lvl="6" indent="-355600">
              <a:lnSpc>
                <a:spcPct val="110000"/>
              </a:lnSpc>
              <a:spcBef>
                <a:spcPts val="600"/>
              </a:spcBef>
              <a:spcAft>
                <a:spcPts val="0"/>
              </a:spcAft>
              <a:buClr>
                <a:schemeClr val="dk1"/>
              </a:buClr>
              <a:buSzPts val="2000"/>
              <a:buFont typeface="Barlow Light"/>
              <a:buChar char="▹"/>
              <a:defRPr sz="2000">
                <a:solidFill>
                  <a:schemeClr val="dk1"/>
                </a:solidFill>
                <a:latin typeface="Barlow Light"/>
                <a:ea typeface="Barlow Light"/>
                <a:cs typeface="Barlow Light"/>
                <a:sym typeface="Barlow Light"/>
              </a:defRPr>
            </a:lvl7pPr>
            <a:lvl8pPr marL="3657600" lvl="7" indent="-355600">
              <a:lnSpc>
                <a:spcPct val="110000"/>
              </a:lnSpc>
              <a:spcBef>
                <a:spcPts val="600"/>
              </a:spcBef>
              <a:spcAft>
                <a:spcPts val="0"/>
              </a:spcAft>
              <a:buClr>
                <a:schemeClr val="dk1"/>
              </a:buClr>
              <a:buSzPts val="2000"/>
              <a:buFont typeface="Barlow Light"/>
              <a:buChar char="▹"/>
              <a:defRPr sz="2000">
                <a:solidFill>
                  <a:schemeClr val="dk1"/>
                </a:solidFill>
                <a:latin typeface="Barlow Light"/>
                <a:ea typeface="Barlow Light"/>
                <a:cs typeface="Barlow Light"/>
                <a:sym typeface="Barlow Light"/>
              </a:defRPr>
            </a:lvl8pPr>
            <a:lvl9pPr marL="4114800" lvl="8" indent="-355600">
              <a:lnSpc>
                <a:spcPct val="110000"/>
              </a:lnSpc>
              <a:spcBef>
                <a:spcPts val="600"/>
              </a:spcBef>
              <a:spcAft>
                <a:spcPts val="0"/>
              </a:spcAft>
              <a:buClr>
                <a:schemeClr val="dk1"/>
              </a:buClr>
              <a:buSzPts val="2000"/>
              <a:buFont typeface="Barlow Light"/>
              <a:buChar char="▹"/>
              <a:defRPr sz="2000">
                <a:solidFill>
                  <a:schemeClr val="dk1"/>
                </a:solidFill>
                <a:latin typeface="Barlow Light"/>
                <a:ea typeface="Barlow Light"/>
                <a:cs typeface="Barlow Light"/>
                <a:sym typeface="Barlow Light"/>
              </a:defRPr>
            </a:lvl9pPr>
          </a:lstStyle>
          <a:p>
            <a:endParaRPr/>
          </a:p>
        </p:txBody>
      </p:sp>
      <p:sp>
        <p:nvSpPr>
          <p:cNvPr id="8" name="Google Shape;8;p1"/>
          <p:cNvSpPr txBox="1">
            <a:spLocks noGrp="1"/>
          </p:cNvSpPr>
          <p:nvPr>
            <p:ph type="sldNum" idx="12"/>
          </p:nvPr>
        </p:nvSpPr>
        <p:spPr>
          <a:xfrm>
            <a:off x="8649025" y="4636750"/>
            <a:ext cx="456900" cy="468600"/>
          </a:xfrm>
          <a:prstGeom prst="rect">
            <a:avLst/>
          </a:prstGeom>
          <a:noFill/>
          <a:ln>
            <a:noFill/>
          </a:ln>
        </p:spPr>
        <p:txBody>
          <a:bodyPr spcFirstLastPara="1" wrap="square" lIns="0" tIns="0" rIns="0" bIns="0" anchor="b" anchorCtr="0">
            <a:noAutofit/>
          </a:bodyPr>
          <a:lstStyle>
            <a:lvl1pPr lvl="0" algn="r">
              <a:buNone/>
              <a:defRPr sz="1200">
                <a:solidFill>
                  <a:schemeClr val="lt1"/>
                </a:solidFill>
                <a:latin typeface="Barlow Light"/>
                <a:ea typeface="Barlow Light"/>
                <a:cs typeface="Barlow Light"/>
                <a:sym typeface="Barlow Light"/>
              </a:defRPr>
            </a:lvl1pPr>
            <a:lvl2pPr lvl="1" algn="r">
              <a:buNone/>
              <a:defRPr sz="1200">
                <a:solidFill>
                  <a:schemeClr val="lt1"/>
                </a:solidFill>
                <a:latin typeface="Barlow Light"/>
                <a:ea typeface="Barlow Light"/>
                <a:cs typeface="Barlow Light"/>
                <a:sym typeface="Barlow Light"/>
              </a:defRPr>
            </a:lvl2pPr>
            <a:lvl3pPr lvl="2" algn="r">
              <a:buNone/>
              <a:defRPr sz="1200">
                <a:solidFill>
                  <a:schemeClr val="lt1"/>
                </a:solidFill>
                <a:latin typeface="Barlow Light"/>
                <a:ea typeface="Barlow Light"/>
                <a:cs typeface="Barlow Light"/>
                <a:sym typeface="Barlow Light"/>
              </a:defRPr>
            </a:lvl3pPr>
            <a:lvl4pPr lvl="3" algn="r">
              <a:buNone/>
              <a:defRPr sz="1200">
                <a:solidFill>
                  <a:schemeClr val="lt1"/>
                </a:solidFill>
                <a:latin typeface="Barlow Light"/>
                <a:ea typeface="Barlow Light"/>
                <a:cs typeface="Barlow Light"/>
                <a:sym typeface="Barlow Light"/>
              </a:defRPr>
            </a:lvl4pPr>
            <a:lvl5pPr lvl="4" algn="r">
              <a:buNone/>
              <a:defRPr sz="1200">
                <a:solidFill>
                  <a:schemeClr val="lt1"/>
                </a:solidFill>
                <a:latin typeface="Barlow Light"/>
                <a:ea typeface="Barlow Light"/>
                <a:cs typeface="Barlow Light"/>
                <a:sym typeface="Barlow Light"/>
              </a:defRPr>
            </a:lvl5pPr>
            <a:lvl6pPr lvl="5" algn="r">
              <a:buNone/>
              <a:defRPr sz="1200">
                <a:solidFill>
                  <a:schemeClr val="lt1"/>
                </a:solidFill>
                <a:latin typeface="Barlow Light"/>
                <a:ea typeface="Barlow Light"/>
                <a:cs typeface="Barlow Light"/>
                <a:sym typeface="Barlow Light"/>
              </a:defRPr>
            </a:lvl6pPr>
            <a:lvl7pPr lvl="6" algn="r">
              <a:buNone/>
              <a:defRPr sz="1200">
                <a:solidFill>
                  <a:schemeClr val="lt1"/>
                </a:solidFill>
                <a:latin typeface="Barlow Light"/>
                <a:ea typeface="Barlow Light"/>
                <a:cs typeface="Barlow Light"/>
                <a:sym typeface="Barlow Light"/>
              </a:defRPr>
            </a:lvl7pPr>
            <a:lvl8pPr lvl="7" algn="r">
              <a:buNone/>
              <a:defRPr sz="1200">
                <a:solidFill>
                  <a:schemeClr val="lt1"/>
                </a:solidFill>
                <a:latin typeface="Barlow Light"/>
                <a:ea typeface="Barlow Light"/>
                <a:cs typeface="Barlow Light"/>
                <a:sym typeface="Barlow Light"/>
              </a:defRPr>
            </a:lvl8pPr>
            <a:lvl9pPr lvl="8" algn="r">
              <a:buNone/>
              <a:defRPr sz="1200">
                <a:solidFill>
                  <a:schemeClr val="lt1"/>
                </a:solidFill>
                <a:latin typeface="Barlow Light"/>
                <a:ea typeface="Barlow Light"/>
                <a:cs typeface="Barlow Light"/>
                <a:sym typeface="Barlow Light"/>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2" r:id="rId3"/>
    <p:sldLayoutId id="2147483656" r:id="rId4"/>
    <p:sldLayoutId id="2147483659" r:id="rId5"/>
    <p:sldLayoutId id="2147483660" r:id="rId6"/>
    <p:sldLayoutId id="2147483661" r:id="rId7"/>
    <p:sldLayoutId id="2147483662" r:id="rId8"/>
    <p:sldLayoutId id="2147483663" r:id="rId9"/>
    <p:sldLayoutId id="2147483664" r:id="rId10"/>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sz="4400">
                <a:solidFill>
                  <a:srgbClr val="0078B4"/>
                </a:solidFill>
              </a:rPr>
              <a:t>Embeddings and</a:t>
            </a:r>
          </a:p>
          <a:p>
            <a:r>
              <a:rPr sz="4400">
                <a:solidFill>
                  <a:srgbClr val="0078B4"/>
                </a:solidFill>
              </a:rPr>
              <a:t>Searchable Knowledge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502920"/>
            <a:ext cx="8138160" cy="777240"/>
          </a:xfrm>
        </p:spPr>
        <p:txBody>
          <a:bodyPr/>
          <a:lstStyle/>
          <a:p>
            <a:r>
              <a:rPr sz="4400" b="1">
                <a:solidFill>
                  <a:srgbClr val="0078B4"/>
                </a:solidFill>
              </a:rPr>
              <a:t>Section Overview</a:t>
            </a:r>
          </a:p>
        </p:txBody>
      </p:sp>
      <p:sp>
        <p:nvSpPr>
          <p:cNvPr id="3" name="Text Placeholder 2"/>
          <p:cNvSpPr>
            <a:spLocks noGrp="1"/>
          </p:cNvSpPr>
          <p:nvPr>
            <p:ph type="body" idx="1"/>
          </p:nvPr>
        </p:nvSpPr>
        <p:spPr/>
        <p:txBody>
          <a:bodyPr wrap="square"/>
          <a:lstStyle/>
          <a:p>
            <a:pPr>
              <a:spcAft>
                <a:spcPts val="700"/>
              </a:spcAft>
            </a:pPr>
            <a:r>
              <a:rPr sz="2100" dirty="0">
                <a:solidFill>
                  <a:srgbClr val="383B4B"/>
                </a:solidFill>
              </a:rPr>
              <a:t>What embeddings are and why document chunks need them</a:t>
            </a:r>
          </a:p>
          <a:p>
            <a:pPr>
              <a:spcAft>
                <a:spcPts val="700"/>
              </a:spcAft>
            </a:pPr>
            <a:r>
              <a:rPr sz="2100" dirty="0">
                <a:solidFill>
                  <a:srgbClr val="383B4B"/>
                </a:solidFill>
              </a:rPr>
              <a:t>Why Azure OpenAI and SQLite have different responsibilities</a:t>
            </a:r>
          </a:p>
          <a:p>
            <a:pPr>
              <a:spcAft>
                <a:spcPts val="700"/>
              </a:spcAft>
            </a:pPr>
            <a:r>
              <a:rPr sz="2100" dirty="0">
                <a:solidFill>
                  <a:srgbClr val="383B4B"/>
                </a:solidFill>
              </a:rPr>
              <a:t>How embeddings are created during document ingestion</a:t>
            </a:r>
          </a:p>
          <a:p>
            <a:pPr>
              <a:spcAft>
                <a:spcPts val="700"/>
              </a:spcAft>
            </a:pPr>
            <a:r>
              <a:rPr sz="2100" dirty="0">
                <a:solidFill>
                  <a:srgbClr val="383B4B"/>
                </a:solidFill>
              </a:rPr>
              <a:t>How a user question is matched to relevant document chunks</a:t>
            </a:r>
          </a:p>
          <a:p>
            <a:pPr>
              <a:spcAft>
                <a:spcPts val="700"/>
              </a:spcAft>
            </a:pPr>
            <a:r>
              <a:rPr sz="2100" dirty="0">
                <a:solidFill>
                  <a:srgbClr val="383B4B"/>
                </a:solidFill>
              </a:rPr>
              <a:t>How SQLite works as a local vector store</a:t>
            </a:r>
          </a:p>
          <a:p>
            <a:pPr>
              <a:spcAft>
                <a:spcPts val="700"/>
              </a:spcAft>
            </a:pPr>
            <a:r>
              <a:rPr sz="2100" dirty="0">
                <a:solidFill>
                  <a:srgbClr val="383B4B"/>
                </a:solidFill>
              </a:rPr>
              <a:t>How the same pattern applies to Azure, PostgreSQL, </a:t>
            </a:r>
            <a:r>
              <a:rPr sz="2100" dirty="0" err="1">
                <a:solidFill>
                  <a:srgbClr val="383B4B"/>
                </a:solidFill>
              </a:rPr>
              <a:t>Qdrant</a:t>
            </a:r>
            <a:r>
              <a:rPr sz="2100" dirty="0">
                <a:solidFill>
                  <a:srgbClr val="383B4B"/>
                </a:solidFill>
              </a:rPr>
              <a:t>, Redis, Pinecone, and other providers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502920"/>
            <a:ext cx="8138160" cy="777240"/>
          </a:xfrm>
        </p:spPr>
        <p:txBody>
          <a:bodyPr/>
          <a:lstStyle/>
          <a:p>
            <a:r>
              <a:rPr sz="3800" b="1">
                <a:solidFill>
                  <a:srgbClr val="0078B4"/>
                </a:solidFill>
              </a:rPr>
              <a:t>What Is an Embedding?</a:t>
            </a:r>
          </a:p>
        </p:txBody>
      </p:sp>
      <p:sp>
        <p:nvSpPr>
          <p:cNvPr id="3" name="Rounded Rectangle 2"/>
          <p:cNvSpPr/>
          <p:nvPr/>
        </p:nvSpPr>
        <p:spPr>
          <a:xfrm>
            <a:off x="594360" y="1325880"/>
            <a:ext cx="2514600" cy="2560320"/>
          </a:xfrm>
          <a:prstGeom prst="roundRect">
            <a:avLst/>
          </a:prstGeom>
          <a:solidFill>
            <a:srgbClr val="FFFFFF"/>
          </a:solidFill>
          <a:ln w="12700">
            <a:solidFill>
              <a:srgbClr val="CDD7E5"/>
            </a:solidFill>
          </a:ln>
        </p:spPr>
        <p:style>
          <a:lnRef idx="1">
            <a:schemeClr val="accent1"/>
          </a:lnRef>
          <a:fillRef idx="3">
            <a:schemeClr val="accent1"/>
          </a:fillRef>
          <a:effectRef idx="2">
            <a:schemeClr val="accent1"/>
          </a:effectRef>
          <a:fontRef idx="minor">
            <a:schemeClr val="lt1"/>
          </a:fontRef>
        </p:style>
        <p:txBody>
          <a:bodyPr wrap="square" lIns="128016" tIns="100584" rIns="128016" bIns="73152" rtlCol="0" anchor="ctr"/>
          <a:lstStyle/>
          <a:p>
            <a:pPr algn="ctr"/>
            <a:r>
              <a:rPr sz="1500" b="1">
                <a:solidFill>
                  <a:srgbClr val="0078B4"/>
                </a:solidFill>
              </a:rPr>
              <a:t>Raw content</a:t>
            </a:r>
          </a:p>
          <a:p>
            <a:pPr algn="l">
              <a:spcBef>
                <a:spcPts val="400"/>
              </a:spcBef>
            </a:pPr>
            <a:r>
              <a:rPr sz="1150">
                <a:solidFill>
                  <a:srgbClr val="383B4B"/>
                </a:solidFill>
              </a:rPr>
              <a:t>Text such as:</a:t>
            </a:r>
            <a:br/>
            <a:r>
              <a:rPr sz="1150">
                <a:solidFill>
                  <a:srgbClr val="383B4B"/>
                </a:solidFill>
              </a:rPr>
              <a:t>“The cancellation terms are listed in section 4.”</a:t>
            </a:r>
            <a:br/>
            <a:br/>
            <a:r>
              <a:rPr sz="1150">
                <a:solidFill>
                  <a:srgbClr val="383B4B"/>
                </a:solidFill>
              </a:rPr>
              <a:t>Readable by humans and useful for display, citation, and audit trails.</a:t>
            </a:r>
          </a:p>
        </p:txBody>
      </p:sp>
      <p:sp>
        <p:nvSpPr>
          <p:cNvPr id="4" name="Rectangle 3"/>
          <p:cNvSpPr/>
          <p:nvPr/>
        </p:nvSpPr>
        <p:spPr>
          <a:xfrm>
            <a:off x="594360" y="1325880"/>
            <a:ext cx="2514600" cy="54864"/>
          </a:xfrm>
          <a:prstGeom prst="rect">
            <a:avLst/>
          </a:prstGeom>
          <a:solidFill>
            <a:srgbClr val="00AE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3337560" y="1325880"/>
            <a:ext cx="2514600" cy="2560320"/>
          </a:xfrm>
          <a:prstGeom prst="roundRect">
            <a:avLst/>
          </a:prstGeom>
          <a:solidFill>
            <a:srgbClr val="FFFFFF"/>
          </a:solidFill>
          <a:ln w="12700">
            <a:solidFill>
              <a:srgbClr val="CDD7E5"/>
            </a:solidFill>
          </a:ln>
        </p:spPr>
        <p:style>
          <a:lnRef idx="1">
            <a:schemeClr val="accent1"/>
          </a:lnRef>
          <a:fillRef idx="3">
            <a:schemeClr val="accent1"/>
          </a:fillRef>
          <a:effectRef idx="2">
            <a:schemeClr val="accent1"/>
          </a:effectRef>
          <a:fontRef idx="minor">
            <a:schemeClr val="lt1"/>
          </a:fontRef>
        </p:style>
        <p:txBody>
          <a:bodyPr wrap="square" lIns="128016" tIns="100584" rIns="128016" bIns="73152" rtlCol="0" anchor="ctr"/>
          <a:lstStyle/>
          <a:p>
            <a:pPr algn="ctr"/>
            <a:r>
              <a:rPr sz="1500" b="1">
                <a:solidFill>
                  <a:srgbClr val="0078B4"/>
                </a:solidFill>
              </a:rPr>
              <a:t>Embedding vector</a:t>
            </a:r>
          </a:p>
          <a:p>
            <a:pPr algn="l">
              <a:spcBef>
                <a:spcPts val="400"/>
              </a:spcBef>
            </a:pPr>
            <a:r>
              <a:rPr sz="1150">
                <a:solidFill>
                  <a:srgbClr val="383B4B"/>
                </a:solidFill>
              </a:rPr>
              <a:t>A numeric representation of meaning.</a:t>
            </a:r>
            <a:br/>
            <a:br/>
            <a:r>
              <a:rPr sz="1150">
                <a:solidFill>
                  <a:srgbClr val="383B4B"/>
                </a:solidFill>
              </a:rPr>
              <a:t>Example shape:</a:t>
            </a:r>
            <a:br/>
            <a:r>
              <a:rPr sz="1150">
                <a:solidFill>
                  <a:srgbClr val="383B4B"/>
                </a:solidFill>
              </a:rPr>
              <a:t>[0.012, -0.084, 0.337, ...]</a:t>
            </a:r>
            <a:br/>
            <a:br/>
            <a:r>
              <a:rPr sz="1150">
                <a:solidFill>
                  <a:srgbClr val="383B4B"/>
                </a:solidFill>
              </a:rPr>
              <a:t>The numbers are produced by an embedding model.</a:t>
            </a:r>
          </a:p>
        </p:txBody>
      </p:sp>
      <p:sp>
        <p:nvSpPr>
          <p:cNvPr id="6" name="Rectangle 5"/>
          <p:cNvSpPr/>
          <p:nvPr/>
        </p:nvSpPr>
        <p:spPr>
          <a:xfrm>
            <a:off x="3337560" y="1325880"/>
            <a:ext cx="2514600" cy="54864"/>
          </a:xfrm>
          <a:prstGeom prst="rect">
            <a:avLst/>
          </a:prstGeom>
          <a:solidFill>
            <a:srgbClr val="0078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080760" y="1325880"/>
            <a:ext cx="2514600" cy="2560320"/>
          </a:xfrm>
          <a:prstGeom prst="roundRect">
            <a:avLst/>
          </a:prstGeom>
          <a:solidFill>
            <a:srgbClr val="FFFFFF"/>
          </a:solidFill>
          <a:ln w="12700">
            <a:solidFill>
              <a:srgbClr val="CDD7E5"/>
            </a:solidFill>
          </a:ln>
        </p:spPr>
        <p:style>
          <a:lnRef idx="1">
            <a:schemeClr val="accent1"/>
          </a:lnRef>
          <a:fillRef idx="3">
            <a:schemeClr val="accent1"/>
          </a:fillRef>
          <a:effectRef idx="2">
            <a:schemeClr val="accent1"/>
          </a:effectRef>
          <a:fontRef idx="minor">
            <a:schemeClr val="lt1"/>
          </a:fontRef>
        </p:style>
        <p:txBody>
          <a:bodyPr wrap="square" lIns="128016" tIns="100584" rIns="128016" bIns="73152" rtlCol="0" anchor="ctr"/>
          <a:lstStyle/>
          <a:p>
            <a:pPr algn="ctr"/>
            <a:r>
              <a:rPr sz="1500" b="1">
                <a:solidFill>
                  <a:srgbClr val="0078B4"/>
                </a:solidFill>
              </a:rPr>
              <a:t>Meaning space</a:t>
            </a:r>
          </a:p>
          <a:p>
            <a:pPr algn="l">
              <a:spcBef>
                <a:spcPts val="400"/>
              </a:spcBef>
            </a:pPr>
            <a:r>
              <a:rPr sz="1150">
                <a:solidFill>
                  <a:srgbClr val="383B4B"/>
                </a:solidFill>
              </a:rPr>
              <a:t>Similar ideas end up closer together.</a:t>
            </a:r>
            <a:br/>
            <a:br/>
            <a:r>
              <a:rPr sz="1150">
                <a:solidFill>
                  <a:srgbClr val="383B4B"/>
                </a:solidFill>
              </a:rPr>
              <a:t>The app can match related language even when the exact words are different.</a:t>
            </a:r>
          </a:p>
        </p:txBody>
      </p:sp>
      <p:sp>
        <p:nvSpPr>
          <p:cNvPr id="8" name="Rectangle 7"/>
          <p:cNvSpPr/>
          <p:nvPr/>
        </p:nvSpPr>
        <p:spPr>
          <a:xfrm>
            <a:off x="6080760" y="1325880"/>
            <a:ext cx="2514600" cy="54864"/>
          </a:xfrm>
          <a:prstGeom prst="rect">
            <a:avLst/>
          </a:prstGeom>
          <a:solidFill>
            <a:srgbClr val="1E9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9" name="Connector 8"/>
          <p:cNvCxnSpPr/>
          <p:nvPr/>
        </p:nvCxnSpPr>
        <p:spPr>
          <a:xfrm>
            <a:off x="3108960" y="2606040"/>
            <a:ext cx="228600" cy="0"/>
          </a:xfrm>
          <a:prstGeom prst="line">
            <a:avLst/>
          </a:prstGeom>
          <a:ln w="25400">
            <a:solidFill>
              <a:srgbClr val="00AED1"/>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5852160" y="2606040"/>
            <a:ext cx="228600" cy="0"/>
          </a:xfrm>
          <a:prstGeom prst="line">
            <a:avLst/>
          </a:prstGeom>
          <a:ln w="25400">
            <a:solidFill>
              <a:srgbClr val="00AED1"/>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502920" y="4956048"/>
            <a:ext cx="8138160" cy="146304"/>
          </a:xfrm>
          <a:prstGeom prst="rect">
            <a:avLst/>
          </a:prstGeom>
          <a:noFill/>
        </p:spPr>
        <p:txBody>
          <a:bodyPr wrap="none">
            <a:spAutoFit/>
          </a:bodyPr>
          <a:lstStyle/>
          <a:p>
            <a:r>
              <a:rPr sz="650">
                <a:solidFill>
                  <a:srgbClr val="6E7482"/>
                </a:solidFill>
              </a:rPr>
              <a:t>Sources: Microsoft Learn - Generate embeddings for vector store providers; Azure OpenAI embeddings documentation.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502920"/>
            <a:ext cx="8138160" cy="777240"/>
          </a:xfrm>
        </p:spPr>
        <p:txBody>
          <a:bodyPr/>
          <a:lstStyle/>
          <a:p>
            <a:r>
              <a:rPr sz="3800" b="1">
                <a:solidFill>
                  <a:srgbClr val="0078B4"/>
                </a:solidFill>
              </a:rPr>
              <a:t>Why Chunks Need Embeddings</a:t>
            </a:r>
          </a:p>
        </p:txBody>
      </p:sp>
      <p:sp>
        <p:nvSpPr>
          <p:cNvPr id="3" name="Text Placeholder 2"/>
          <p:cNvSpPr>
            <a:spLocks noGrp="1"/>
          </p:cNvSpPr>
          <p:nvPr>
            <p:ph type="body" idx="1"/>
          </p:nvPr>
        </p:nvSpPr>
        <p:spPr>
          <a:xfrm>
            <a:off x="502920" y="1569221"/>
            <a:ext cx="2682600" cy="2679000"/>
          </a:xfrm>
        </p:spPr>
        <p:txBody>
          <a:bodyPr/>
          <a:lstStyle/>
          <a:p>
            <a:r>
              <a:rPr sz="1600" dirty="0">
                <a:solidFill>
                  <a:srgbClr val="383B4B"/>
                </a:solidFill>
              </a:rPr>
              <a:t>Keyword search</a:t>
            </a:r>
          </a:p>
          <a:p>
            <a:r>
              <a:rPr sz="1600" dirty="0">
                <a:solidFill>
                  <a:srgbClr val="383B4B"/>
                </a:solidFill>
              </a:rPr>
              <a:t>Looks for matching words or phrases</a:t>
            </a:r>
          </a:p>
          <a:p>
            <a:r>
              <a:rPr sz="1600" dirty="0">
                <a:solidFill>
                  <a:srgbClr val="383B4B"/>
                </a:solidFill>
              </a:rPr>
              <a:t>Can miss relevant content when wording changes</a:t>
            </a:r>
          </a:p>
          <a:p>
            <a:r>
              <a:rPr sz="1600" dirty="0">
                <a:solidFill>
                  <a:srgbClr val="383B4B"/>
                </a:solidFill>
              </a:rPr>
              <a:t>Useful, but limited for natural-language questions</a:t>
            </a:r>
          </a:p>
        </p:txBody>
      </p:sp>
      <p:sp>
        <p:nvSpPr>
          <p:cNvPr id="4" name="Text Placeholder 3"/>
          <p:cNvSpPr>
            <a:spLocks noGrp="1"/>
          </p:cNvSpPr>
          <p:nvPr>
            <p:ph type="body" idx="2"/>
          </p:nvPr>
        </p:nvSpPr>
        <p:spPr>
          <a:xfrm>
            <a:off x="5125914" y="1569221"/>
            <a:ext cx="2682600" cy="2679000"/>
          </a:xfrm>
        </p:spPr>
        <p:txBody>
          <a:bodyPr/>
          <a:lstStyle/>
          <a:p>
            <a:r>
              <a:rPr sz="1600" dirty="0">
                <a:solidFill>
                  <a:srgbClr val="383B4B"/>
                </a:solidFill>
              </a:rPr>
              <a:t>Semantic search</a:t>
            </a:r>
          </a:p>
          <a:p>
            <a:r>
              <a:rPr sz="1600" dirty="0">
                <a:solidFill>
                  <a:srgbClr val="383B4B"/>
                </a:solidFill>
              </a:rPr>
              <a:t>Looks for related meaning</a:t>
            </a:r>
          </a:p>
          <a:p>
            <a:r>
              <a:rPr sz="1600" dirty="0">
                <a:solidFill>
                  <a:srgbClr val="383B4B"/>
                </a:solidFill>
              </a:rPr>
              <a:t>Uses embeddings to compare ideas numerically</a:t>
            </a:r>
          </a:p>
          <a:p>
            <a:r>
              <a:rPr sz="1600" dirty="0">
                <a:solidFill>
                  <a:srgbClr val="383B4B"/>
                </a:solidFill>
              </a:rPr>
              <a:t>Works better for business language and follow-up questions</a:t>
            </a:r>
          </a:p>
        </p:txBody>
      </p:sp>
      <p:sp>
        <p:nvSpPr>
          <p:cNvPr id="5" name="TextBox 4"/>
          <p:cNvSpPr txBox="1"/>
          <p:nvPr/>
        </p:nvSpPr>
        <p:spPr>
          <a:xfrm>
            <a:off x="502920" y="4956048"/>
            <a:ext cx="8138160" cy="146304"/>
          </a:xfrm>
          <a:prstGeom prst="rect">
            <a:avLst/>
          </a:prstGeom>
          <a:noFill/>
        </p:spPr>
        <p:txBody>
          <a:bodyPr wrap="none">
            <a:spAutoFit/>
          </a:bodyPr>
          <a:lstStyle/>
          <a:p>
            <a:r>
              <a:rPr sz="650">
                <a:solidFill>
                  <a:srgbClr val="6E7482"/>
                </a:solidFill>
              </a:rPr>
              <a:t>Sources: Microsoft Learn - .NET vector stores and embedding generation.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502920"/>
            <a:ext cx="8138160" cy="777240"/>
          </a:xfrm>
        </p:spPr>
        <p:txBody>
          <a:bodyPr/>
          <a:lstStyle/>
          <a:p>
            <a:r>
              <a:rPr sz="3800" b="1">
                <a:solidFill>
                  <a:srgbClr val="0078B4"/>
                </a:solidFill>
              </a:rPr>
              <a:t>Azure OpenAI vs SQLite</a:t>
            </a:r>
          </a:p>
        </p:txBody>
      </p:sp>
      <p:sp>
        <p:nvSpPr>
          <p:cNvPr id="3" name="Rounded Rectangle 2"/>
          <p:cNvSpPr/>
          <p:nvPr/>
        </p:nvSpPr>
        <p:spPr>
          <a:xfrm>
            <a:off x="502920" y="1143000"/>
            <a:ext cx="2423160" cy="685800"/>
          </a:xfrm>
          <a:prstGeom prst="roundRect">
            <a:avLst/>
          </a:prstGeom>
          <a:solidFill>
            <a:srgbClr val="0078B4"/>
          </a:solidFill>
          <a:ln w="12700">
            <a:solidFill>
              <a:srgbClr val="0078B4"/>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700" b="1">
                <a:solidFill>
                  <a:srgbClr val="FFFFFF"/>
                </a:solidFill>
              </a:rPr>
              <a:t>Azure OpenAI</a:t>
            </a:r>
            <a:br/>
            <a:r>
              <a:rPr sz="1700" b="1">
                <a:solidFill>
                  <a:srgbClr val="FFFFFF"/>
                </a:solidFill>
              </a:rPr>
              <a:t>Embedding Model</a:t>
            </a:r>
          </a:p>
        </p:txBody>
      </p:sp>
      <p:sp>
        <p:nvSpPr>
          <p:cNvPr id="4" name="Rounded Rectangle 3"/>
          <p:cNvSpPr/>
          <p:nvPr/>
        </p:nvSpPr>
        <p:spPr>
          <a:xfrm>
            <a:off x="3337560" y="1060704"/>
            <a:ext cx="2468880" cy="877824"/>
          </a:xfrm>
          <a:prstGeom prst="roundRect">
            <a:avLst/>
          </a:prstGeom>
          <a:solidFill>
            <a:srgbClr val="00AED1"/>
          </a:solidFill>
          <a:ln w="12700">
            <a:solidFill>
              <a:srgbClr val="00AED1"/>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400" b="1">
                <a:solidFill>
                  <a:srgbClr val="FFFFFF"/>
                </a:solidFill>
              </a:rPr>
              <a:t>Application</a:t>
            </a:r>
            <a:br/>
            <a:r>
              <a:rPr sz="1400" b="1">
                <a:solidFill>
                  <a:srgbClr val="FFFFFF"/>
                </a:solidFill>
              </a:rPr>
              <a:t>Semantic Kernel</a:t>
            </a:r>
            <a:br/>
            <a:r>
              <a:rPr sz="1400" b="1">
                <a:solidFill>
                  <a:srgbClr val="FFFFFF"/>
                </a:solidFill>
              </a:rPr>
              <a:t>.NET</a:t>
            </a:r>
          </a:p>
        </p:txBody>
      </p:sp>
      <p:sp>
        <p:nvSpPr>
          <p:cNvPr id="5" name="Rounded Rectangle 4"/>
          <p:cNvSpPr/>
          <p:nvPr/>
        </p:nvSpPr>
        <p:spPr>
          <a:xfrm>
            <a:off x="6263640" y="1143000"/>
            <a:ext cx="2423160" cy="685800"/>
          </a:xfrm>
          <a:prstGeom prst="roundRect">
            <a:avLst/>
          </a:prstGeom>
          <a:solidFill>
            <a:srgbClr val="1E966E"/>
          </a:solidFill>
          <a:ln w="12700">
            <a:solidFill>
              <a:srgbClr val="1E966E"/>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700" b="1">
                <a:solidFill>
                  <a:srgbClr val="FFFFFF"/>
                </a:solidFill>
              </a:rPr>
              <a:t>SQLite</a:t>
            </a:r>
            <a:br/>
            <a:r>
              <a:rPr sz="1700" b="1">
                <a:solidFill>
                  <a:srgbClr val="FFFFFF"/>
                </a:solidFill>
              </a:rPr>
              <a:t>Vector Store</a:t>
            </a:r>
          </a:p>
        </p:txBody>
      </p:sp>
      <p:cxnSp>
        <p:nvCxnSpPr>
          <p:cNvPr id="6" name="Connector 5"/>
          <p:cNvCxnSpPr/>
          <p:nvPr/>
        </p:nvCxnSpPr>
        <p:spPr>
          <a:xfrm>
            <a:off x="2926080" y="1481328"/>
            <a:ext cx="411480" cy="0"/>
          </a:xfrm>
          <a:prstGeom prst="line">
            <a:avLst/>
          </a:prstGeom>
          <a:ln w="25400">
            <a:solidFill>
              <a:srgbClr val="00AED1"/>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5806440" y="1481328"/>
            <a:ext cx="457200" cy="0"/>
          </a:xfrm>
          <a:prstGeom prst="line">
            <a:avLst/>
          </a:prstGeom>
          <a:ln w="25400">
            <a:solidFill>
              <a:srgbClr val="00AED1"/>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502920" y="2103120"/>
            <a:ext cx="2423160" cy="1600200"/>
          </a:xfrm>
          <a:prstGeom prst="roundRect">
            <a:avLst/>
          </a:prstGeom>
          <a:solidFill>
            <a:srgbClr val="FFFFFF"/>
          </a:solidFill>
          <a:ln w="12700">
            <a:solidFill>
              <a:srgbClr val="CDD7E5"/>
            </a:solidFill>
          </a:ln>
        </p:spPr>
        <p:style>
          <a:lnRef idx="1">
            <a:schemeClr val="accent1"/>
          </a:lnRef>
          <a:fillRef idx="3">
            <a:schemeClr val="accent1"/>
          </a:fillRef>
          <a:effectRef idx="2">
            <a:schemeClr val="accent1"/>
          </a:effectRef>
          <a:fontRef idx="minor">
            <a:schemeClr val="lt1"/>
          </a:fontRef>
        </p:style>
        <p:txBody>
          <a:bodyPr wrap="square" lIns="128016" tIns="100584" rIns="128016" bIns="73152" rtlCol="0" anchor="ctr"/>
          <a:lstStyle/>
          <a:p>
            <a:pPr algn="ctr"/>
            <a:r>
              <a:rPr sz="1400" b="1">
                <a:solidFill>
                  <a:srgbClr val="0078B4"/>
                </a:solidFill>
              </a:rPr>
              <a:t>Creates embeddings</a:t>
            </a:r>
          </a:p>
          <a:p>
            <a:pPr algn="l">
              <a:spcBef>
                <a:spcPts val="400"/>
              </a:spcBef>
            </a:pPr>
            <a:r>
              <a:rPr sz="1100">
                <a:solidFill>
                  <a:srgbClr val="383B4B"/>
                </a:solidFill>
              </a:rPr>
              <a:t>Converts text into numeric vectors using an embedding deployment such as text-embedding-3-small.</a:t>
            </a:r>
          </a:p>
        </p:txBody>
      </p:sp>
      <p:sp>
        <p:nvSpPr>
          <p:cNvPr id="9" name="Rectangle 8"/>
          <p:cNvSpPr/>
          <p:nvPr/>
        </p:nvSpPr>
        <p:spPr>
          <a:xfrm>
            <a:off x="502920" y="2103120"/>
            <a:ext cx="2423160" cy="54864"/>
          </a:xfrm>
          <a:prstGeom prst="rect">
            <a:avLst/>
          </a:prstGeom>
          <a:solidFill>
            <a:srgbClr val="0078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3337560" y="2103120"/>
            <a:ext cx="2468880" cy="1600200"/>
          </a:xfrm>
          <a:prstGeom prst="roundRect">
            <a:avLst/>
          </a:prstGeom>
          <a:solidFill>
            <a:srgbClr val="FFFFFF"/>
          </a:solidFill>
          <a:ln w="12700">
            <a:solidFill>
              <a:srgbClr val="CDD7E5"/>
            </a:solidFill>
          </a:ln>
        </p:spPr>
        <p:style>
          <a:lnRef idx="1">
            <a:schemeClr val="accent1"/>
          </a:lnRef>
          <a:fillRef idx="3">
            <a:schemeClr val="accent1"/>
          </a:fillRef>
          <a:effectRef idx="2">
            <a:schemeClr val="accent1"/>
          </a:effectRef>
          <a:fontRef idx="minor">
            <a:schemeClr val="lt1"/>
          </a:fontRef>
        </p:style>
        <p:txBody>
          <a:bodyPr wrap="square" lIns="128016" tIns="100584" rIns="128016" bIns="73152" rtlCol="0" anchor="ctr"/>
          <a:lstStyle/>
          <a:p>
            <a:pPr algn="ctr"/>
            <a:r>
              <a:rPr sz="1400" b="1">
                <a:solidFill>
                  <a:srgbClr val="0078B4"/>
                </a:solidFill>
              </a:rPr>
              <a:t>Orchestrates the flow</a:t>
            </a:r>
          </a:p>
          <a:p>
            <a:pPr algn="l">
              <a:spcBef>
                <a:spcPts val="400"/>
              </a:spcBef>
            </a:pPr>
            <a:r>
              <a:rPr sz="1100">
                <a:solidFill>
                  <a:srgbClr val="383B4B"/>
                </a:solidFill>
              </a:rPr>
              <a:t>Sends chunk text for embedding, upserts vector records, and later sends a user question for retrieval.</a:t>
            </a:r>
          </a:p>
        </p:txBody>
      </p:sp>
      <p:sp>
        <p:nvSpPr>
          <p:cNvPr id="11" name="Rectangle 10"/>
          <p:cNvSpPr/>
          <p:nvPr/>
        </p:nvSpPr>
        <p:spPr>
          <a:xfrm>
            <a:off x="3337560" y="2103120"/>
            <a:ext cx="2468880" cy="54864"/>
          </a:xfrm>
          <a:prstGeom prst="rect">
            <a:avLst/>
          </a:prstGeom>
          <a:solidFill>
            <a:srgbClr val="00AE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6263640" y="2103120"/>
            <a:ext cx="2423160" cy="1600200"/>
          </a:xfrm>
          <a:prstGeom prst="roundRect">
            <a:avLst/>
          </a:prstGeom>
          <a:solidFill>
            <a:srgbClr val="FFFFFF"/>
          </a:solidFill>
          <a:ln w="12700">
            <a:solidFill>
              <a:srgbClr val="CDD7E5"/>
            </a:solidFill>
          </a:ln>
        </p:spPr>
        <p:style>
          <a:lnRef idx="1">
            <a:schemeClr val="accent1"/>
          </a:lnRef>
          <a:fillRef idx="3">
            <a:schemeClr val="accent1"/>
          </a:fillRef>
          <a:effectRef idx="2">
            <a:schemeClr val="accent1"/>
          </a:effectRef>
          <a:fontRef idx="minor">
            <a:schemeClr val="lt1"/>
          </a:fontRef>
        </p:style>
        <p:txBody>
          <a:bodyPr wrap="square" lIns="128016" tIns="100584" rIns="128016" bIns="73152" rtlCol="0" anchor="ctr"/>
          <a:lstStyle/>
          <a:p>
            <a:pPr algn="ctr"/>
            <a:r>
              <a:rPr sz="1400" b="1">
                <a:solidFill>
                  <a:srgbClr val="0078B4"/>
                </a:solidFill>
              </a:rPr>
              <a:t>Stores and searches</a:t>
            </a:r>
          </a:p>
          <a:p>
            <a:pPr algn="l">
              <a:spcBef>
                <a:spcPts val="400"/>
              </a:spcBef>
            </a:pPr>
            <a:r>
              <a:rPr sz="1100">
                <a:solidFill>
                  <a:srgbClr val="383B4B"/>
                </a:solidFill>
              </a:rPr>
              <a:t>Persists vectors, metadata, and source text; returns nearest matching records during retrieval.</a:t>
            </a:r>
          </a:p>
        </p:txBody>
      </p:sp>
      <p:sp>
        <p:nvSpPr>
          <p:cNvPr id="13" name="Rectangle 12"/>
          <p:cNvSpPr/>
          <p:nvPr/>
        </p:nvSpPr>
        <p:spPr>
          <a:xfrm>
            <a:off x="6263640" y="2103120"/>
            <a:ext cx="2423160" cy="54864"/>
          </a:xfrm>
          <a:prstGeom prst="rect">
            <a:avLst/>
          </a:prstGeom>
          <a:solidFill>
            <a:srgbClr val="1E9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1051560" y="4069080"/>
            <a:ext cx="7086600" cy="411480"/>
          </a:xfrm>
          <a:prstGeom prst="roundRect">
            <a:avLst/>
          </a:prstGeom>
          <a:solidFill>
            <a:srgbClr val="F0F4F8"/>
          </a:solidFill>
          <a:ln w="12700">
            <a:solidFill>
              <a:srgbClr val="CDD7E5"/>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400" b="1" dirty="0">
                <a:solidFill>
                  <a:srgbClr val="0078B4"/>
                </a:solidFill>
              </a:rPr>
              <a:t>Azure OpenAI generates embeddings. SQLite stores and searches those embeddings.</a:t>
            </a:r>
          </a:p>
        </p:txBody>
      </p:sp>
      <p:sp>
        <p:nvSpPr>
          <p:cNvPr id="15" name="TextBox 14"/>
          <p:cNvSpPr txBox="1"/>
          <p:nvPr/>
        </p:nvSpPr>
        <p:spPr>
          <a:xfrm>
            <a:off x="502920" y="4956048"/>
            <a:ext cx="8138160" cy="146304"/>
          </a:xfrm>
          <a:prstGeom prst="rect">
            <a:avLst/>
          </a:prstGeom>
          <a:noFill/>
        </p:spPr>
        <p:txBody>
          <a:bodyPr wrap="none">
            <a:spAutoFit/>
          </a:bodyPr>
          <a:lstStyle/>
          <a:p>
            <a:r>
              <a:rPr sz="650">
                <a:solidFill>
                  <a:srgbClr val="6E7482"/>
                </a:solidFill>
              </a:rPr>
              <a:t>Sources: Microsoft Learn - Azure OpenAI embeddings; SQLite vector store connector.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502920"/>
            <a:ext cx="8138160" cy="777240"/>
          </a:xfrm>
        </p:spPr>
        <p:txBody>
          <a:bodyPr/>
          <a:lstStyle/>
          <a:p>
            <a:r>
              <a:rPr sz="3800" b="1">
                <a:solidFill>
                  <a:srgbClr val="0078B4"/>
                </a:solidFill>
              </a:rPr>
              <a:t>End-to-End Portal Flow</a:t>
            </a:r>
          </a:p>
        </p:txBody>
      </p:sp>
      <p:sp>
        <p:nvSpPr>
          <p:cNvPr id="3" name="Rounded Rectangle 2"/>
          <p:cNvSpPr/>
          <p:nvPr/>
        </p:nvSpPr>
        <p:spPr>
          <a:xfrm>
            <a:off x="502920" y="1280160"/>
            <a:ext cx="2331720" cy="822960"/>
          </a:xfrm>
          <a:prstGeom prst="roundRect">
            <a:avLst/>
          </a:prstGeom>
          <a:solidFill>
            <a:srgbClr val="FFFFFF"/>
          </a:solidFill>
          <a:ln w="12700">
            <a:solidFill>
              <a:srgbClr val="CDD7E5"/>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150" b="0">
                <a:solidFill>
                  <a:srgbClr val="383B4B"/>
                </a:solidFill>
              </a:rPr>
              <a:t>PDF upload</a:t>
            </a:r>
            <a:br/>
            <a:r>
              <a:rPr sz="1150" b="0">
                <a:solidFill>
                  <a:srgbClr val="383B4B"/>
                </a:solidFill>
              </a:rPr>
              <a:t>User submits a document</a:t>
            </a:r>
          </a:p>
        </p:txBody>
      </p:sp>
      <p:sp>
        <p:nvSpPr>
          <p:cNvPr id="4" name="Rounded Rectangle 3"/>
          <p:cNvSpPr/>
          <p:nvPr/>
        </p:nvSpPr>
        <p:spPr>
          <a:xfrm>
            <a:off x="3383280" y="1280160"/>
            <a:ext cx="2331720" cy="822960"/>
          </a:xfrm>
          <a:prstGeom prst="roundRect">
            <a:avLst/>
          </a:prstGeom>
          <a:solidFill>
            <a:srgbClr val="FFFFFF"/>
          </a:solidFill>
          <a:ln w="12700">
            <a:solidFill>
              <a:srgbClr val="CDD7E5"/>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150" b="0">
                <a:solidFill>
                  <a:srgbClr val="383B4B"/>
                </a:solidFill>
              </a:rPr>
              <a:t>Text extraction</a:t>
            </a:r>
            <a:br/>
            <a:r>
              <a:rPr sz="1150" b="0">
                <a:solidFill>
                  <a:srgbClr val="383B4B"/>
                </a:solidFill>
              </a:rPr>
              <a:t>IronPDF / OCR extracts readable text</a:t>
            </a:r>
          </a:p>
        </p:txBody>
      </p:sp>
      <p:sp>
        <p:nvSpPr>
          <p:cNvPr id="5" name="Rounded Rectangle 4"/>
          <p:cNvSpPr/>
          <p:nvPr/>
        </p:nvSpPr>
        <p:spPr>
          <a:xfrm>
            <a:off x="6263640" y="1280160"/>
            <a:ext cx="2331720" cy="822960"/>
          </a:xfrm>
          <a:prstGeom prst="roundRect">
            <a:avLst/>
          </a:prstGeom>
          <a:solidFill>
            <a:srgbClr val="FFFFFF"/>
          </a:solidFill>
          <a:ln w="12700">
            <a:solidFill>
              <a:srgbClr val="CDD7E5"/>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150" b="0">
                <a:solidFill>
                  <a:srgbClr val="383B4B"/>
                </a:solidFill>
              </a:rPr>
              <a:t>Chunking</a:t>
            </a:r>
            <a:br/>
            <a:r>
              <a:rPr sz="1150" b="0">
                <a:solidFill>
                  <a:srgbClr val="383B4B"/>
                </a:solidFill>
              </a:rPr>
              <a:t>Text is split into retrieval-sized chunks</a:t>
            </a:r>
          </a:p>
        </p:txBody>
      </p:sp>
      <p:sp>
        <p:nvSpPr>
          <p:cNvPr id="6" name="Rounded Rectangle 5"/>
          <p:cNvSpPr/>
          <p:nvPr/>
        </p:nvSpPr>
        <p:spPr>
          <a:xfrm>
            <a:off x="502920" y="2880360"/>
            <a:ext cx="2331720" cy="822960"/>
          </a:xfrm>
          <a:prstGeom prst="roundRect">
            <a:avLst/>
          </a:prstGeom>
          <a:solidFill>
            <a:srgbClr val="FFFFFF"/>
          </a:solidFill>
          <a:ln w="12700">
            <a:solidFill>
              <a:srgbClr val="CDD7E5"/>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150" b="0">
                <a:solidFill>
                  <a:srgbClr val="383B4B"/>
                </a:solidFill>
              </a:rPr>
              <a:t>Embedding</a:t>
            </a:r>
            <a:br/>
            <a:r>
              <a:rPr sz="1150" b="0">
                <a:solidFill>
                  <a:srgbClr val="383B4B"/>
                </a:solidFill>
              </a:rPr>
              <a:t>Azure OpenAI turns each chunk into a vector</a:t>
            </a:r>
          </a:p>
        </p:txBody>
      </p:sp>
      <p:sp>
        <p:nvSpPr>
          <p:cNvPr id="7" name="Rounded Rectangle 6"/>
          <p:cNvSpPr/>
          <p:nvPr/>
        </p:nvSpPr>
        <p:spPr>
          <a:xfrm>
            <a:off x="3383280" y="2880360"/>
            <a:ext cx="2331720" cy="822960"/>
          </a:xfrm>
          <a:prstGeom prst="roundRect">
            <a:avLst/>
          </a:prstGeom>
          <a:solidFill>
            <a:srgbClr val="FFFFFF"/>
          </a:solidFill>
          <a:ln w="12700">
            <a:solidFill>
              <a:srgbClr val="CDD7E5"/>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150" b="0">
                <a:solidFill>
                  <a:srgbClr val="383B4B"/>
                </a:solidFill>
              </a:rPr>
              <a:t>Vector storage</a:t>
            </a:r>
            <a:br/>
            <a:r>
              <a:rPr sz="1150" b="0">
                <a:solidFill>
                  <a:srgbClr val="383B4B"/>
                </a:solidFill>
              </a:rPr>
              <a:t>SQLite stores vectors + metadata</a:t>
            </a:r>
          </a:p>
        </p:txBody>
      </p:sp>
      <p:sp>
        <p:nvSpPr>
          <p:cNvPr id="8" name="Rounded Rectangle 7"/>
          <p:cNvSpPr/>
          <p:nvPr/>
        </p:nvSpPr>
        <p:spPr>
          <a:xfrm>
            <a:off x="6263640" y="2880360"/>
            <a:ext cx="2331720" cy="822960"/>
          </a:xfrm>
          <a:prstGeom prst="roundRect">
            <a:avLst/>
          </a:prstGeom>
          <a:solidFill>
            <a:srgbClr val="FFFFFF"/>
          </a:solidFill>
          <a:ln w="12700">
            <a:solidFill>
              <a:srgbClr val="CDD7E5"/>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150" b="0">
                <a:solidFill>
                  <a:srgbClr val="383B4B"/>
                </a:solidFill>
              </a:rPr>
              <a:t>Ready</a:t>
            </a:r>
            <a:br/>
            <a:r>
              <a:rPr sz="1150" b="0">
                <a:solidFill>
                  <a:srgbClr val="383B4B"/>
                </a:solidFill>
              </a:rPr>
              <a:t>Document supports grounded answers</a:t>
            </a:r>
          </a:p>
        </p:txBody>
      </p:sp>
      <p:cxnSp>
        <p:nvCxnSpPr>
          <p:cNvPr id="9" name="Connector 8"/>
          <p:cNvCxnSpPr/>
          <p:nvPr/>
        </p:nvCxnSpPr>
        <p:spPr>
          <a:xfrm>
            <a:off x="2834640" y="1691640"/>
            <a:ext cx="548640" cy="0"/>
          </a:xfrm>
          <a:prstGeom prst="line">
            <a:avLst/>
          </a:pr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0" name="Connector 9"/>
          <p:cNvCxnSpPr/>
          <p:nvPr/>
        </p:nvCxnSpPr>
        <p:spPr>
          <a:xfrm>
            <a:off x="5715000" y="1691640"/>
            <a:ext cx="548640" cy="0"/>
          </a:xfrm>
          <a:prstGeom prst="line">
            <a:avLst/>
          </a:pr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1" name="Connector 10"/>
          <p:cNvCxnSpPr/>
          <p:nvPr/>
        </p:nvCxnSpPr>
        <p:spPr>
          <a:xfrm flipH="1">
            <a:off x="1600200" y="2103120"/>
            <a:ext cx="5806440" cy="777240"/>
          </a:xfrm>
          <a:prstGeom prst="line">
            <a:avLst/>
          </a:pr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2" name="Connector 11"/>
          <p:cNvCxnSpPr/>
          <p:nvPr/>
        </p:nvCxnSpPr>
        <p:spPr>
          <a:xfrm>
            <a:off x="2834640" y="3291840"/>
            <a:ext cx="548640" cy="0"/>
          </a:xfrm>
          <a:prstGeom prst="line">
            <a:avLst/>
          </a:pr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3" name="Connector 12"/>
          <p:cNvCxnSpPr/>
          <p:nvPr/>
        </p:nvCxnSpPr>
        <p:spPr>
          <a:xfrm>
            <a:off x="5715000" y="3291840"/>
            <a:ext cx="548640" cy="0"/>
          </a:xfrm>
          <a:prstGeom prst="line">
            <a:avLst/>
          </a:pr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4" name="Rounded Rectangle 13"/>
          <p:cNvSpPr/>
          <p:nvPr/>
        </p:nvSpPr>
        <p:spPr>
          <a:xfrm>
            <a:off x="914400" y="4251960"/>
            <a:ext cx="7315200" cy="411480"/>
          </a:xfrm>
          <a:prstGeom prst="roundRect">
            <a:avLst/>
          </a:prstGeom>
          <a:solidFill>
            <a:srgbClr val="F0F4F8"/>
          </a:solidFill>
          <a:ln w="12700">
            <a:solidFill>
              <a:srgbClr val="CDD7E5"/>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300" b="1">
                <a:solidFill>
                  <a:srgbClr val="0078B4"/>
                </a:solidFill>
              </a:rPr>
              <a:t>The stored chunk text remains available for display, citations, and prompt grounding. The vector makes the chunk searchable by meaning.</a:t>
            </a:r>
          </a:p>
        </p:txBody>
      </p:sp>
      <p:sp>
        <p:nvSpPr>
          <p:cNvPr id="15" name="TextBox 14"/>
          <p:cNvSpPr txBox="1"/>
          <p:nvPr/>
        </p:nvSpPr>
        <p:spPr>
          <a:xfrm>
            <a:off x="502920" y="4956048"/>
            <a:ext cx="8138160" cy="146304"/>
          </a:xfrm>
          <a:prstGeom prst="rect">
            <a:avLst/>
          </a:prstGeom>
          <a:noFill/>
        </p:spPr>
        <p:txBody>
          <a:bodyPr wrap="none">
            <a:spAutoFit/>
          </a:bodyPr>
          <a:lstStyle/>
          <a:p>
            <a:r>
              <a:rPr sz="650">
                <a:solidFill>
                  <a:srgbClr val="6E7482"/>
                </a:solidFill>
              </a:rPr>
              <a:t>Sources: Microsoft Learn - Generate embeddings for vector store providers; Semantic Kernel SQLite connector.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502920"/>
            <a:ext cx="8138160" cy="777240"/>
          </a:xfrm>
        </p:spPr>
        <p:txBody>
          <a:bodyPr/>
          <a:lstStyle/>
          <a:p>
            <a:r>
              <a:rPr sz="3800" b="1">
                <a:solidFill>
                  <a:srgbClr val="0078B4"/>
                </a:solidFill>
              </a:rPr>
              <a:t>What Happens During Ingestion</a:t>
            </a:r>
          </a:p>
        </p:txBody>
      </p:sp>
      <p:sp>
        <p:nvSpPr>
          <p:cNvPr id="3" name="Rounded Rectangle 2"/>
          <p:cNvSpPr/>
          <p:nvPr/>
        </p:nvSpPr>
        <p:spPr>
          <a:xfrm>
            <a:off x="640080" y="1234440"/>
            <a:ext cx="3291840" cy="1097280"/>
          </a:xfrm>
          <a:prstGeom prst="roundRect">
            <a:avLst/>
          </a:prstGeom>
          <a:solidFill>
            <a:srgbClr val="FFFFFF"/>
          </a:solidFill>
          <a:ln w="12700">
            <a:solidFill>
              <a:srgbClr val="CDD7E5"/>
            </a:solidFill>
          </a:ln>
        </p:spPr>
        <p:style>
          <a:lnRef idx="1">
            <a:schemeClr val="accent1"/>
          </a:lnRef>
          <a:fillRef idx="3">
            <a:schemeClr val="accent1"/>
          </a:fillRef>
          <a:effectRef idx="2">
            <a:schemeClr val="accent1"/>
          </a:effectRef>
          <a:fontRef idx="minor">
            <a:schemeClr val="lt1"/>
          </a:fontRef>
        </p:style>
        <p:txBody>
          <a:bodyPr wrap="square" lIns="128016" tIns="100584" rIns="128016" bIns="73152" rtlCol="0" anchor="ctr"/>
          <a:lstStyle/>
          <a:p>
            <a:pPr algn="ctr"/>
            <a:r>
              <a:rPr sz="1400" b="1">
                <a:solidFill>
                  <a:srgbClr val="0078B4"/>
                </a:solidFill>
              </a:rPr>
              <a:t>1. Read chunk records</a:t>
            </a:r>
          </a:p>
          <a:p>
            <a:pPr algn="l">
              <a:spcBef>
                <a:spcPts val="400"/>
              </a:spcBef>
            </a:pPr>
            <a:r>
              <a:rPr sz="1150">
                <a:solidFill>
                  <a:srgbClr val="383B4B"/>
                </a:solidFill>
              </a:rPr>
              <a:t>The app loads chunks created from extracted document text.</a:t>
            </a:r>
          </a:p>
        </p:txBody>
      </p:sp>
      <p:sp>
        <p:nvSpPr>
          <p:cNvPr id="4" name="Rectangle 3"/>
          <p:cNvSpPr/>
          <p:nvPr/>
        </p:nvSpPr>
        <p:spPr>
          <a:xfrm>
            <a:off x="640080" y="1234440"/>
            <a:ext cx="3291840" cy="54864"/>
          </a:xfrm>
          <a:prstGeom prst="rect">
            <a:avLst/>
          </a:prstGeom>
          <a:solidFill>
            <a:srgbClr val="00AE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40080" y="2651760"/>
            <a:ext cx="3291840" cy="1097280"/>
          </a:xfrm>
          <a:prstGeom prst="roundRect">
            <a:avLst/>
          </a:prstGeom>
          <a:solidFill>
            <a:srgbClr val="FFFFFF"/>
          </a:solidFill>
          <a:ln w="12700">
            <a:solidFill>
              <a:srgbClr val="CDD7E5"/>
            </a:solidFill>
          </a:ln>
        </p:spPr>
        <p:style>
          <a:lnRef idx="1">
            <a:schemeClr val="accent1"/>
          </a:lnRef>
          <a:fillRef idx="3">
            <a:schemeClr val="accent1"/>
          </a:fillRef>
          <a:effectRef idx="2">
            <a:schemeClr val="accent1"/>
          </a:effectRef>
          <a:fontRef idx="minor">
            <a:schemeClr val="lt1"/>
          </a:fontRef>
        </p:style>
        <p:txBody>
          <a:bodyPr wrap="square" lIns="128016" tIns="100584" rIns="128016" bIns="73152" rtlCol="0" anchor="ctr"/>
          <a:lstStyle/>
          <a:p>
            <a:pPr algn="ctr"/>
            <a:r>
              <a:rPr sz="1400" b="1">
                <a:solidFill>
                  <a:srgbClr val="0078B4"/>
                </a:solidFill>
              </a:rPr>
              <a:t>2. Prepare vector records</a:t>
            </a:r>
          </a:p>
          <a:p>
            <a:pPr algn="l">
              <a:spcBef>
                <a:spcPts val="400"/>
              </a:spcBef>
            </a:pPr>
            <a:r>
              <a:rPr sz="1150">
                <a:solidFill>
                  <a:srgbClr val="383B4B"/>
                </a:solidFill>
              </a:rPr>
              <a:t>Each record keeps chunk ID, document ID, source filename, tags, and chunk text.</a:t>
            </a:r>
          </a:p>
        </p:txBody>
      </p:sp>
      <p:sp>
        <p:nvSpPr>
          <p:cNvPr id="6" name="Rectangle 5"/>
          <p:cNvSpPr/>
          <p:nvPr/>
        </p:nvSpPr>
        <p:spPr>
          <a:xfrm>
            <a:off x="640080" y="2651760"/>
            <a:ext cx="3291840" cy="54864"/>
          </a:xfrm>
          <a:prstGeom prst="rect">
            <a:avLst/>
          </a:prstGeom>
          <a:solidFill>
            <a:srgbClr val="00AE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4251960" y="1234440"/>
            <a:ext cx="3291840" cy="1097280"/>
          </a:xfrm>
          <a:prstGeom prst="roundRect">
            <a:avLst/>
          </a:prstGeom>
          <a:solidFill>
            <a:srgbClr val="FFFFFF"/>
          </a:solidFill>
          <a:ln w="12700">
            <a:solidFill>
              <a:srgbClr val="CDD7E5"/>
            </a:solidFill>
          </a:ln>
        </p:spPr>
        <p:style>
          <a:lnRef idx="1">
            <a:schemeClr val="accent1"/>
          </a:lnRef>
          <a:fillRef idx="3">
            <a:schemeClr val="accent1"/>
          </a:fillRef>
          <a:effectRef idx="2">
            <a:schemeClr val="accent1"/>
          </a:effectRef>
          <a:fontRef idx="minor">
            <a:schemeClr val="lt1"/>
          </a:fontRef>
        </p:style>
        <p:txBody>
          <a:bodyPr wrap="square" lIns="128016" tIns="100584" rIns="128016" bIns="73152" rtlCol="0" anchor="ctr"/>
          <a:lstStyle/>
          <a:p>
            <a:pPr algn="ctr"/>
            <a:r>
              <a:rPr sz="1400" b="1">
                <a:solidFill>
                  <a:srgbClr val="0078B4"/>
                </a:solidFill>
              </a:rPr>
              <a:t>3. Generate embedding</a:t>
            </a:r>
          </a:p>
          <a:p>
            <a:pPr algn="l">
              <a:spcBef>
                <a:spcPts val="400"/>
              </a:spcBef>
            </a:pPr>
            <a:r>
              <a:rPr sz="1150">
                <a:solidFill>
                  <a:srgbClr val="383B4B"/>
                </a:solidFill>
              </a:rPr>
              <a:t>The embedding generator converts the chunk text into a vector.</a:t>
            </a:r>
          </a:p>
        </p:txBody>
      </p:sp>
      <p:sp>
        <p:nvSpPr>
          <p:cNvPr id="8" name="Rectangle 7"/>
          <p:cNvSpPr/>
          <p:nvPr/>
        </p:nvSpPr>
        <p:spPr>
          <a:xfrm>
            <a:off x="4251960" y="1234440"/>
            <a:ext cx="3291840" cy="54864"/>
          </a:xfrm>
          <a:prstGeom prst="rect">
            <a:avLst/>
          </a:prstGeom>
          <a:solidFill>
            <a:srgbClr val="0078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4251960" y="2651760"/>
            <a:ext cx="3291840" cy="1097280"/>
          </a:xfrm>
          <a:prstGeom prst="roundRect">
            <a:avLst/>
          </a:prstGeom>
          <a:solidFill>
            <a:srgbClr val="FFFFFF"/>
          </a:solidFill>
          <a:ln w="12700">
            <a:solidFill>
              <a:srgbClr val="CDD7E5"/>
            </a:solidFill>
          </a:ln>
        </p:spPr>
        <p:style>
          <a:lnRef idx="1">
            <a:schemeClr val="accent1"/>
          </a:lnRef>
          <a:fillRef idx="3">
            <a:schemeClr val="accent1"/>
          </a:fillRef>
          <a:effectRef idx="2">
            <a:schemeClr val="accent1"/>
          </a:effectRef>
          <a:fontRef idx="minor">
            <a:schemeClr val="lt1"/>
          </a:fontRef>
        </p:style>
        <p:txBody>
          <a:bodyPr wrap="square" lIns="128016" tIns="100584" rIns="128016" bIns="73152" rtlCol="0" anchor="ctr"/>
          <a:lstStyle/>
          <a:p>
            <a:pPr algn="ctr"/>
            <a:r>
              <a:rPr sz="1400" b="1">
                <a:solidFill>
                  <a:srgbClr val="0078B4"/>
                </a:solidFill>
              </a:rPr>
              <a:t>4. Upsert into vector store</a:t>
            </a:r>
          </a:p>
          <a:p>
            <a:pPr algn="l">
              <a:spcBef>
                <a:spcPts val="400"/>
              </a:spcBef>
            </a:pPr>
            <a:r>
              <a:rPr sz="1150">
                <a:solidFill>
                  <a:srgbClr val="383B4B"/>
                </a:solidFill>
              </a:rPr>
              <a:t>The SQLite connector persists the searchable record and vector.</a:t>
            </a:r>
          </a:p>
        </p:txBody>
      </p:sp>
      <p:sp>
        <p:nvSpPr>
          <p:cNvPr id="10" name="Rectangle 9"/>
          <p:cNvSpPr/>
          <p:nvPr/>
        </p:nvSpPr>
        <p:spPr>
          <a:xfrm>
            <a:off x="4251960" y="2651760"/>
            <a:ext cx="3291840" cy="54864"/>
          </a:xfrm>
          <a:prstGeom prst="rect">
            <a:avLst/>
          </a:prstGeom>
          <a:solidFill>
            <a:srgbClr val="1E9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02920" y="4956048"/>
            <a:ext cx="8138160" cy="146304"/>
          </a:xfrm>
          <a:prstGeom prst="rect">
            <a:avLst/>
          </a:prstGeom>
          <a:noFill/>
        </p:spPr>
        <p:txBody>
          <a:bodyPr wrap="none">
            <a:spAutoFit/>
          </a:bodyPr>
          <a:lstStyle/>
          <a:p>
            <a:r>
              <a:rPr sz="650">
                <a:solidFill>
                  <a:srgbClr val="6E7482"/>
                </a:solidFill>
              </a:rPr>
              <a:t>Sources: Microsoft Learn - Generate embeddings for vector store providers; .NET vector store abstractions.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502920"/>
            <a:ext cx="8138160" cy="777240"/>
          </a:xfrm>
        </p:spPr>
        <p:txBody>
          <a:bodyPr/>
          <a:lstStyle/>
          <a:p>
            <a:r>
              <a:rPr sz="3800" b="1">
                <a:solidFill>
                  <a:srgbClr val="0078B4"/>
                </a:solidFill>
              </a:rPr>
              <a:t>When the User Asks a Question</a:t>
            </a:r>
          </a:p>
        </p:txBody>
      </p:sp>
      <p:sp>
        <p:nvSpPr>
          <p:cNvPr id="3" name="Rounded Rectangle 2"/>
          <p:cNvSpPr/>
          <p:nvPr/>
        </p:nvSpPr>
        <p:spPr>
          <a:xfrm>
            <a:off x="594360" y="1143000"/>
            <a:ext cx="2194560" cy="868680"/>
          </a:xfrm>
          <a:prstGeom prst="roundRect">
            <a:avLst/>
          </a:prstGeom>
          <a:solidFill>
            <a:srgbClr val="FFFFFF"/>
          </a:solidFill>
          <a:ln w="12700">
            <a:solidFill>
              <a:srgbClr val="CDD7E5"/>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120" b="0">
                <a:solidFill>
                  <a:srgbClr val="383B4B"/>
                </a:solidFill>
              </a:rPr>
              <a:t>User question</a:t>
            </a:r>
            <a:br/>
            <a:r>
              <a:rPr sz="1120" b="0">
                <a:solidFill>
                  <a:srgbClr val="383B4B"/>
                </a:solidFill>
              </a:rPr>
              <a:t>“How can I cancel this request?”</a:t>
            </a:r>
          </a:p>
        </p:txBody>
      </p:sp>
      <p:sp>
        <p:nvSpPr>
          <p:cNvPr id="4" name="Rounded Rectangle 3"/>
          <p:cNvSpPr/>
          <p:nvPr/>
        </p:nvSpPr>
        <p:spPr>
          <a:xfrm>
            <a:off x="3474720" y="1143000"/>
            <a:ext cx="2194560" cy="868680"/>
          </a:xfrm>
          <a:prstGeom prst="roundRect">
            <a:avLst/>
          </a:prstGeom>
          <a:solidFill>
            <a:srgbClr val="FFFFFF"/>
          </a:solidFill>
          <a:ln w="12700">
            <a:solidFill>
              <a:srgbClr val="CDD7E5"/>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120" b="0">
                <a:solidFill>
                  <a:srgbClr val="383B4B"/>
                </a:solidFill>
              </a:rPr>
              <a:t>Question embedding</a:t>
            </a:r>
            <a:br/>
            <a:r>
              <a:rPr sz="1120" b="0">
                <a:solidFill>
                  <a:srgbClr val="383B4B"/>
                </a:solidFill>
              </a:rPr>
              <a:t>Azure OpenAI converts the question into a vector</a:t>
            </a:r>
          </a:p>
        </p:txBody>
      </p:sp>
      <p:sp>
        <p:nvSpPr>
          <p:cNvPr id="5" name="Rounded Rectangle 4"/>
          <p:cNvSpPr/>
          <p:nvPr/>
        </p:nvSpPr>
        <p:spPr>
          <a:xfrm>
            <a:off x="6355080" y="1143000"/>
            <a:ext cx="2194560" cy="868680"/>
          </a:xfrm>
          <a:prstGeom prst="roundRect">
            <a:avLst/>
          </a:prstGeom>
          <a:solidFill>
            <a:srgbClr val="FFFFFF"/>
          </a:solidFill>
          <a:ln w="12700">
            <a:solidFill>
              <a:srgbClr val="CDD7E5"/>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120" b="0">
                <a:solidFill>
                  <a:srgbClr val="383B4B"/>
                </a:solidFill>
              </a:rPr>
              <a:t>Vector search</a:t>
            </a:r>
            <a:br/>
            <a:r>
              <a:rPr sz="1120" b="0">
                <a:solidFill>
                  <a:srgbClr val="383B4B"/>
                </a:solidFill>
              </a:rPr>
              <a:t>SQLite finds closest stored chunk vectors</a:t>
            </a:r>
          </a:p>
        </p:txBody>
      </p:sp>
      <p:sp>
        <p:nvSpPr>
          <p:cNvPr id="6" name="Rounded Rectangle 5"/>
          <p:cNvSpPr/>
          <p:nvPr/>
        </p:nvSpPr>
        <p:spPr>
          <a:xfrm>
            <a:off x="2057400" y="2743200"/>
            <a:ext cx="2194560" cy="868680"/>
          </a:xfrm>
          <a:prstGeom prst="roundRect">
            <a:avLst/>
          </a:prstGeom>
          <a:solidFill>
            <a:srgbClr val="FFFFFF"/>
          </a:solidFill>
          <a:ln w="12700">
            <a:solidFill>
              <a:srgbClr val="CDD7E5"/>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120" b="0">
                <a:solidFill>
                  <a:srgbClr val="383B4B"/>
                </a:solidFill>
              </a:rPr>
              <a:t>Retrieved context</a:t>
            </a:r>
            <a:br/>
            <a:r>
              <a:rPr sz="1120" b="0">
                <a:solidFill>
                  <a:srgbClr val="383B4B"/>
                </a:solidFill>
              </a:rPr>
              <a:t>The app sends relevant chunks to the chat model</a:t>
            </a:r>
          </a:p>
        </p:txBody>
      </p:sp>
      <p:sp>
        <p:nvSpPr>
          <p:cNvPr id="7" name="Rounded Rectangle 6"/>
          <p:cNvSpPr/>
          <p:nvPr/>
        </p:nvSpPr>
        <p:spPr>
          <a:xfrm>
            <a:off x="5074920" y="2743200"/>
            <a:ext cx="2194560" cy="868680"/>
          </a:xfrm>
          <a:prstGeom prst="roundRect">
            <a:avLst/>
          </a:prstGeom>
          <a:solidFill>
            <a:srgbClr val="FFFFFF"/>
          </a:solidFill>
          <a:ln w="12700">
            <a:solidFill>
              <a:srgbClr val="CDD7E5"/>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120" b="0">
                <a:solidFill>
                  <a:srgbClr val="383B4B"/>
                </a:solidFill>
              </a:rPr>
              <a:t>Grounded answer</a:t>
            </a:r>
            <a:br/>
            <a:r>
              <a:rPr sz="1120" b="0">
                <a:solidFill>
                  <a:srgbClr val="383B4B"/>
                </a:solidFill>
              </a:rPr>
              <a:t>The model answers using retrieved knowledge</a:t>
            </a:r>
          </a:p>
        </p:txBody>
      </p:sp>
      <p:cxnSp>
        <p:nvCxnSpPr>
          <p:cNvPr id="8" name="Connector 7"/>
          <p:cNvCxnSpPr/>
          <p:nvPr/>
        </p:nvCxnSpPr>
        <p:spPr>
          <a:xfrm>
            <a:off x="2788920" y="1572768"/>
            <a:ext cx="685800" cy="0"/>
          </a:xfrm>
          <a:prstGeom prst="line">
            <a:avLst/>
          </a:prstGeom>
          <a:ln w="25400">
            <a:solidFill>
              <a:srgbClr val="00AED1"/>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5669280" y="1572768"/>
            <a:ext cx="685800" cy="0"/>
          </a:xfrm>
          <a:prstGeom prst="line">
            <a:avLst/>
          </a:prstGeom>
          <a:ln w="25400">
            <a:solidFill>
              <a:srgbClr val="00AED1"/>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3154680" y="2011680"/>
            <a:ext cx="4297680" cy="731520"/>
          </a:xfrm>
          <a:prstGeom prst="line">
            <a:avLst/>
          </a:prstGeom>
          <a:ln w="25400">
            <a:solidFill>
              <a:srgbClr val="00AED1"/>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251960" y="3182112"/>
            <a:ext cx="822960" cy="0"/>
          </a:xfrm>
          <a:prstGeom prst="line">
            <a:avLst/>
          </a:prstGeom>
          <a:ln w="25400">
            <a:solidFill>
              <a:srgbClr val="00AED1"/>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914400" y="4069080"/>
            <a:ext cx="7315200" cy="502920"/>
          </a:xfrm>
          <a:prstGeom prst="roundRect">
            <a:avLst/>
          </a:prstGeom>
          <a:solidFill>
            <a:srgbClr val="F0F4F8"/>
          </a:solidFill>
          <a:ln w="12700">
            <a:solidFill>
              <a:srgbClr val="CDD7E5"/>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500" b="1">
                <a:solidFill>
                  <a:srgbClr val="0078B4"/>
                </a:solidFill>
              </a:rPr>
              <a:t>The question must also be embedded because vector search compares vector-to-vector.</a:t>
            </a:r>
          </a:p>
        </p:txBody>
      </p:sp>
      <p:sp>
        <p:nvSpPr>
          <p:cNvPr id="13" name="TextBox 12"/>
          <p:cNvSpPr txBox="1"/>
          <p:nvPr/>
        </p:nvSpPr>
        <p:spPr>
          <a:xfrm>
            <a:off x="502920" y="4956048"/>
            <a:ext cx="8138160" cy="146304"/>
          </a:xfrm>
          <a:prstGeom prst="rect">
            <a:avLst/>
          </a:prstGeom>
          <a:noFill/>
        </p:spPr>
        <p:txBody>
          <a:bodyPr wrap="none">
            <a:spAutoFit/>
          </a:bodyPr>
          <a:lstStyle/>
          <a:p>
            <a:r>
              <a:rPr sz="650">
                <a:solidFill>
                  <a:srgbClr val="6E7482"/>
                </a:solidFill>
              </a:rPr>
              <a:t>Sources: Microsoft Learn - Vector search and automatic embedding generation.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502920"/>
            <a:ext cx="8138160" cy="777240"/>
          </a:xfrm>
        </p:spPr>
        <p:txBody>
          <a:bodyPr/>
          <a:lstStyle/>
          <a:p>
            <a:r>
              <a:rPr sz="3800" b="1">
                <a:solidFill>
                  <a:srgbClr val="0078B4"/>
                </a:solidFill>
              </a:rPr>
              <a:t>SQLite as a Local Vector Store</a:t>
            </a:r>
          </a:p>
        </p:txBody>
      </p:sp>
      <p:sp>
        <p:nvSpPr>
          <p:cNvPr id="3" name="Rounded Rectangle 2"/>
          <p:cNvSpPr/>
          <p:nvPr/>
        </p:nvSpPr>
        <p:spPr>
          <a:xfrm>
            <a:off x="594360" y="1234440"/>
            <a:ext cx="3246120" cy="2606040"/>
          </a:xfrm>
          <a:prstGeom prst="roundRect">
            <a:avLst/>
          </a:prstGeom>
          <a:solidFill>
            <a:srgbClr val="FFFFFF"/>
          </a:solidFill>
          <a:ln w="12700">
            <a:solidFill>
              <a:srgbClr val="CDD7E5"/>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l"/>
            <a:r>
              <a:rPr sz="1250" b="0">
                <a:solidFill>
                  <a:srgbClr val="383B4B"/>
                </a:solidFill>
              </a:rPr>
              <a:t>Regular table</a:t>
            </a:r>
            <a:br/>
            <a:br/>
            <a:r>
              <a:rPr sz="1250" b="0">
                <a:solidFill>
                  <a:srgbClr val="383B4B"/>
                </a:solidFill>
              </a:rPr>
              <a:t>Key</a:t>
            </a:r>
            <a:br/>
            <a:r>
              <a:rPr sz="1250" b="0">
                <a:solidFill>
                  <a:srgbClr val="383B4B"/>
                </a:solidFill>
              </a:rPr>
              <a:t>PortalDocumentId</a:t>
            </a:r>
            <a:br/>
            <a:r>
              <a:rPr sz="1250" b="0">
                <a:solidFill>
                  <a:srgbClr val="383B4B"/>
                </a:solidFill>
              </a:rPr>
              <a:t>ChunkIndex</a:t>
            </a:r>
            <a:br/>
            <a:r>
              <a:rPr sz="1250" b="0">
                <a:solidFill>
                  <a:srgbClr val="383B4B"/>
                </a:solidFill>
              </a:rPr>
              <a:t>SourceFileName</a:t>
            </a:r>
            <a:br/>
            <a:r>
              <a:rPr sz="1250" b="0">
                <a:solidFill>
                  <a:srgbClr val="383B4B"/>
                </a:solidFill>
              </a:rPr>
              <a:t>DocumentTags</a:t>
            </a:r>
            <a:br/>
            <a:r>
              <a:rPr sz="1250" b="0">
                <a:solidFill>
                  <a:srgbClr val="383B4B"/>
                </a:solidFill>
              </a:rPr>
              <a:t>Text</a:t>
            </a:r>
            <a:br/>
            <a:br/>
            <a:r>
              <a:rPr sz="1250" b="0">
                <a:solidFill>
                  <a:srgbClr val="383B4B"/>
                </a:solidFill>
              </a:rPr>
              <a:t>Used for metadata, filtering, retrieved context, and citations.</a:t>
            </a:r>
          </a:p>
        </p:txBody>
      </p:sp>
      <p:sp>
        <p:nvSpPr>
          <p:cNvPr id="4" name="Rounded Rectangle 3"/>
          <p:cNvSpPr/>
          <p:nvPr/>
        </p:nvSpPr>
        <p:spPr>
          <a:xfrm>
            <a:off x="5303520" y="1234440"/>
            <a:ext cx="3246120" cy="2606040"/>
          </a:xfrm>
          <a:prstGeom prst="roundRect">
            <a:avLst/>
          </a:prstGeom>
          <a:solidFill>
            <a:srgbClr val="FFFFFF"/>
          </a:solidFill>
          <a:ln w="12700">
            <a:solidFill>
              <a:srgbClr val="CDD7E5"/>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l"/>
            <a:r>
              <a:rPr sz="1250" b="0">
                <a:solidFill>
                  <a:srgbClr val="383B4B"/>
                </a:solidFill>
              </a:rPr>
              <a:t>Vector table</a:t>
            </a:r>
            <a:br/>
            <a:br/>
            <a:r>
              <a:rPr sz="1250" b="0">
                <a:solidFill>
                  <a:srgbClr val="383B4B"/>
                </a:solidFill>
              </a:rPr>
              <a:t>Generated embedding vector</a:t>
            </a:r>
            <a:br/>
            <a:r>
              <a:rPr sz="1250" b="0">
                <a:solidFill>
                  <a:srgbClr val="383B4B"/>
                </a:solidFill>
              </a:rPr>
              <a:t>Distance function support</a:t>
            </a:r>
            <a:br/>
            <a:r>
              <a:rPr sz="1250" b="0">
                <a:solidFill>
                  <a:srgbClr val="383B4B"/>
                </a:solidFill>
              </a:rPr>
              <a:t>Nearest-neighbor search support</a:t>
            </a:r>
            <a:br/>
            <a:br/>
            <a:r>
              <a:rPr sz="1250" b="0">
                <a:solidFill>
                  <a:srgbClr val="383B4B"/>
                </a:solidFill>
              </a:rPr>
              <a:t>Used to find chunks close to the user question.</a:t>
            </a:r>
          </a:p>
        </p:txBody>
      </p:sp>
      <p:sp>
        <p:nvSpPr>
          <p:cNvPr id="5" name="Rounded Rectangle 4"/>
          <p:cNvSpPr/>
          <p:nvPr/>
        </p:nvSpPr>
        <p:spPr>
          <a:xfrm>
            <a:off x="3977639" y="2057400"/>
            <a:ext cx="1143000" cy="685800"/>
          </a:xfrm>
          <a:prstGeom prst="roundRect">
            <a:avLst/>
          </a:prstGeom>
          <a:solidFill>
            <a:srgbClr val="00AED1"/>
          </a:solidFill>
          <a:ln w="12700">
            <a:solidFill>
              <a:srgbClr val="00AED1"/>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150" b="1">
                <a:solidFill>
                  <a:srgbClr val="FFFFFF"/>
                </a:solidFill>
              </a:rPr>
              <a:t>Same</a:t>
            </a:r>
            <a:br/>
            <a:r>
              <a:rPr sz="1150" b="1">
                <a:solidFill>
                  <a:srgbClr val="FFFFFF"/>
                </a:solidFill>
              </a:rPr>
              <a:t>collection</a:t>
            </a:r>
          </a:p>
        </p:txBody>
      </p:sp>
      <p:cxnSp>
        <p:nvCxnSpPr>
          <p:cNvPr id="6" name="Connector 5"/>
          <p:cNvCxnSpPr/>
          <p:nvPr/>
        </p:nvCxnSpPr>
        <p:spPr>
          <a:xfrm>
            <a:off x="3840480" y="2404872"/>
            <a:ext cx="137159" cy="0"/>
          </a:xfrm>
          <a:prstGeom prst="line">
            <a:avLst/>
          </a:prstGeom>
          <a:ln w="25400">
            <a:solidFill>
              <a:srgbClr val="00AED1"/>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5120640" y="2404872"/>
            <a:ext cx="182880" cy="0"/>
          </a:xfrm>
          <a:prstGeom prst="line">
            <a:avLst/>
          </a:prstGeom>
          <a:ln w="25400">
            <a:solidFill>
              <a:srgbClr val="00AED1"/>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960120" y="4160520"/>
            <a:ext cx="7223760" cy="475488"/>
          </a:xfrm>
          <a:prstGeom prst="roundRect">
            <a:avLst/>
          </a:prstGeom>
          <a:solidFill>
            <a:srgbClr val="F0F4F8"/>
          </a:solidFill>
          <a:ln w="12700">
            <a:solidFill>
              <a:srgbClr val="CDD7E5"/>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400" b="1">
                <a:solidFill>
                  <a:srgbClr val="0078B4"/>
                </a:solidFill>
              </a:rPr>
              <a:t>Store the original text separately. A generated vector is for search, not for display or citation.</a:t>
            </a:r>
          </a:p>
        </p:txBody>
      </p:sp>
      <p:sp>
        <p:nvSpPr>
          <p:cNvPr id="9" name="TextBox 8"/>
          <p:cNvSpPr txBox="1"/>
          <p:nvPr/>
        </p:nvSpPr>
        <p:spPr>
          <a:xfrm>
            <a:off x="502920" y="4956048"/>
            <a:ext cx="8138160" cy="146304"/>
          </a:xfrm>
          <a:prstGeom prst="rect">
            <a:avLst/>
          </a:prstGeom>
          <a:noFill/>
        </p:spPr>
        <p:txBody>
          <a:bodyPr wrap="none">
            <a:spAutoFit/>
          </a:bodyPr>
          <a:lstStyle/>
          <a:p>
            <a:r>
              <a:rPr sz="650">
                <a:solidFill>
                  <a:srgbClr val="6E7482"/>
                </a:solidFill>
              </a:rPr>
              <a:t>Sources: Microsoft Learn - SQLite vector store connector; Generate embeddings for vector store providers.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502920"/>
            <a:ext cx="8138160" cy="777240"/>
          </a:xfrm>
        </p:spPr>
        <p:txBody>
          <a:bodyPr/>
          <a:lstStyle/>
          <a:p>
            <a:r>
              <a:rPr sz="3800" b="1">
                <a:solidFill>
                  <a:srgbClr val="0078B4"/>
                </a:solidFill>
              </a:rPr>
              <a:t>How Azure Fits In</a:t>
            </a:r>
          </a:p>
        </p:txBody>
      </p:sp>
      <p:sp>
        <p:nvSpPr>
          <p:cNvPr id="3" name="Rounded Rectangle 2"/>
          <p:cNvSpPr/>
          <p:nvPr/>
        </p:nvSpPr>
        <p:spPr>
          <a:xfrm>
            <a:off x="594360" y="1188720"/>
            <a:ext cx="2514600" cy="2514600"/>
          </a:xfrm>
          <a:prstGeom prst="roundRect">
            <a:avLst/>
          </a:prstGeom>
          <a:solidFill>
            <a:srgbClr val="FFFFFF"/>
          </a:solidFill>
          <a:ln w="12700">
            <a:solidFill>
              <a:srgbClr val="CDD7E5"/>
            </a:solidFill>
          </a:ln>
        </p:spPr>
        <p:style>
          <a:lnRef idx="1">
            <a:schemeClr val="accent1"/>
          </a:lnRef>
          <a:fillRef idx="3">
            <a:schemeClr val="accent1"/>
          </a:fillRef>
          <a:effectRef idx="2">
            <a:schemeClr val="accent1"/>
          </a:effectRef>
          <a:fontRef idx="minor">
            <a:schemeClr val="lt1"/>
          </a:fontRef>
        </p:style>
        <p:txBody>
          <a:bodyPr wrap="square" lIns="128016" tIns="100584" rIns="128016" bIns="73152" rtlCol="0" anchor="ctr"/>
          <a:lstStyle/>
          <a:p>
            <a:pPr algn="ctr"/>
            <a:r>
              <a:rPr sz="1400" b="1">
                <a:solidFill>
                  <a:srgbClr val="0078B4"/>
                </a:solidFill>
              </a:rPr>
              <a:t>Embedding deployment</a:t>
            </a:r>
          </a:p>
          <a:p>
            <a:pPr algn="l">
              <a:spcBef>
                <a:spcPts val="400"/>
              </a:spcBef>
            </a:pPr>
            <a:r>
              <a:rPr sz="1100">
                <a:solidFill>
                  <a:srgbClr val="383B4B"/>
                </a:solidFill>
              </a:rPr>
              <a:t>Used for semantic search.</a:t>
            </a:r>
            <a:br/>
            <a:br/>
            <a:r>
              <a:rPr sz="1100">
                <a:solidFill>
                  <a:srgbClr val="383B4B"/>
                </a:solidFill>
              </a:rPr>
              <a:t>Examples include text-embedding-3-small or text-embedding-3-large.</a:t>
            </a:r>
            <a:br/>
            <a:br/>
            <a:r>
              <a:rPr sz="1100">
                <a:solidFill>
                  <a:srgbClr val="383B4B"/>
                </a:solidFill>
              </a:rPr>
              <a:t>Creates numeric vectors from chunks and questions.</a:t>
            </a:r>
          </a:p>
        </p:txBody>
      </p:sp>
      <p:sp>
        <p:nvSpPr>
          <p:cNvPr id="4" name="Rectangle 3"/>
          <p:cNvSpPr/>
          <p:nvPr/>
        </p:nvSpPr>
        <p:spPr>
          <a:xfrm>
            <a:off x="594360" y="1188720"/>
            <a:ext cx="2514600" cy="54864"/>
          </a:xfrm>
          <a:prstGeom prst="rect">
            <a:avLst/>
          </a:prstGeom>
          <a:solidFill>
            <a:srgbClr val="0078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3337560" y="1188720"/>
            <a:ext cx="2514600" cy="2514600"/>
          </a:xfrm>
          <a:prstGeom prst="roundRect">
            <a:avLst/>
          </a:prstGeom>
          <a:solidFill>
            <a:srgbClr val="FFFFFF"/>
          </a:solidFill>
          <a:ln w="12700">
            <a:solidFill>
              <a:srgbClr val="CDD7E5"/>
            </a:solidFill>
          </a:ln>
        </p:spPr>
        <p:style>
          <a:lnRef idx="1">
            <a:schemeClr val="accent1"/>
          </a:lnRef>
          <a:fillRef idx="3">
            <a:schemeClr val="accent1"/>
          </a:fillRef>
          <a:effectRef idx="2">
            <a:schemeClr val="accent1"/>
          </a:effectRef>
          <a:fontRef idx="minor">
            <a:schemeClr val="lt1"/>
          </a:fontRef>
        </p:style>
        <p:txBody>
          <a:bodyPr wrap="square" lIns="128016" tIns="100584" rIns="128016" bIns="73152" rtlCol="0" anchor="ctr"/>
          <a:lstStyle/>
          <a:p>
            <a:pPr algn="ctr"/>
            <a:r>
              <a:rPr sz="1400" b="1">
                <a:solidFill>
                  <a:srgbClr val="0078B4"/>
                </a:solidFill>
              </a:rPr>
              <a:t>Chat deployment</a:t>
            </a:r>
          </a:p>
          <a:p>
            <a:pPr algn="l">
              <a:spcBef>
                <a:spcPts val="400"/>
              </a:spcBef>
            </a:pPr>
            <a:r>
              <a:rPr sz="1100">
                <a:solidFill>
                  <a:srgbClr val="383B4B"/>
                </a:solidFill>
              </a:rPr>
              <a:t>Used for natural-language responses.</a:t>
            </a:r>
            <a:br/>
            <a:br/>
            <a:r>
              <a:rPr sz="1100">
                <a:solidFill>
                  <a:srgbClr val="383B4B"/>
                </a:solidFill>
              </a:rPr>
              <a:t>Receives the user question plus retrieved context.</a:t>
            </a:r>
            <a:br/>
            <a:br/>
            <a:r>
              <a:rPr sz="1100">
                <a:solidFill>
                  <a:srgbClr val="383B4B"/>
                </a:solidFill>
              </a:rPr>
              <a:t>Produces the final grounded answer.</a:t>
            </a:r>
          </a:p>
        </p:txBody>
      </p:sp>
      <p:sp>
        <p:nvSpPr>
          <p:cNvPr id="6" name="Rectangle 5"/>
          <p:cNvSpPr/>
          <p:nvPr/>
        </p:nvSpPr>
        <p:spPr>
          <a:xfrm>
            <a:off x="3337560" y="1188720"/>
            <a:ext cx="2514600" cy="54864"/>
          </a:xfrm>
          <a:prstGeom prst="rect">
            <a:avLst/>
          </a:prstGeom>
          <a:solidFill>
            <a:srgbClr val="00AE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080760" y="1188720"/>
            <a:ext cx="2514600" cy="2514600"/>
          </a:xfrm>
          <a:prstGeom prst="roundRect">
            <a:avLst/>
          </a:prstGeom>
          <a:solidFill>
            <a:srgbClr val="FFFFFF"/>
          </a:solidFill>
          <a:ln w="12700">
            <a:solidFill>
              <a:srgbClr val="CDD7E5"/>
            </a:solidFill>
          </a:ln>
        </p:spPr>
        <p:style>
          <a:lnRef idx="1">
            <a:schemeClr val="accent1"/>
          </a:lnRef>
          <a:fillRef idx="3">
            <a:schemeClr val="accent1"/>
          </a:fillRef>
          <a:effectRef idx="2">
            <a:schemeClr val="accent1"/>
          </a:effectRef>
          <a:fontRef idx="minor">
            <a:schemeClr val="lt1"/>
          </a:fontRef>
        </p:style>
        <p:txBody>
          <a:bodyPr wrap="square" lIns="128016" tIns="100584" rIns="128016" bIns="73152" rtlCol="0" anchor="ctr"/>
          <a:lstStyle/>
          <a:p>
            <a:pPr algn="ctr"/>
            <a:r>
              <a:rPr sz="1400" b="1">
                <a:solidFill>
                  <a:srgbClr val="0078B4"/>
                </a:solidFill>
              </a:rPr>
              <a:t>Separate configuration</a:t>
            </a:r>
          </a:p>
          <a:p>
            <a:pPr algn="l">
              <a:spcBef>
                <a:spcPts val="400"/>
              </a:spcBef>
            </a:pPr>
            <a:r>
              <a:rPr sz="1100">
                <a:solidFill>
                  <a:srgbClr val="383B4B"/>
                </a:solidFill>
              </a:rPr>
              <a:t>Different deployments can live under the same Azure OpenAI resource.</a:t>
            </a:r>
            <a:br/>
            <a:br/>
            <a:r>
              <a:rPr sz="1100">
                <a:solidFill>
                  <a:srgbClr val="383B4B"/>
                </a:solidFill>
              </a:rPr>
              <a:t>The app should configure these separately.</a:t>
            </a:r>
          </a:p>
        </p:txBody>
      </p:sp>
      <p:sp>
        <p:nvSpPr>
          <p:cNvPr id="8" name="Rectangle 7"/>
          <p:cNvSpPr/>
          <p:nvPr/>
        </p:nvSpPr>
        <p:spPr>
          <a:xfrm>
            <a:off x="6080760" y="1188720"/>
            <a:ext cx="2514600" cy="54864"/>
          </a:xfrm>
          <a:prstGeom prst="rect">
            <a:avLst/>
          </a:prstGeom>
          <a:solidFill>
            <a:srgbClr val="1E9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914400" y="4160520"/>
            <a:ext cx="7315200" cy="457200"/>
          </a:xfrm>
          <a:prstGeom prst="roundRect">
            <a:avLst/>
          </a:prstGeom>
          <a:solidFill>
            <a:srgbClr val="F0F4F8"/>
          </a:solidFill>
          <a:ln w="12700">
            <a:solidFill>
              <a:srgbClr val="CDD7E5"/>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400" b="1">
                <a:solidFill>
                  <a:srgbClr val="0078B4"/>
                </a:solidFill>
              </a:rPr>
              <a:t>Do not use the chat deployment as if it were an embedding model. Keep chat and embedding settings separate.</a:t>
            </a:r>
          </a:p>
        </p:txBody>
      </p:sp>
      <p:sp>
        <p:nvSpPr>
          <p:cNvPr id="10" name="TextBox 9"/>
          <p:cNvSpPr txBox="1"/>
          <p:nvPr/>
        </p:nvSpPr>
        <p:spPr>
          <a:xfrm>
            <a:off x="502920" y="4956048"/>
            <a:ext cx="8138160" cy="146304"/>
          </a:xfrm>
          <a:prstGeom prst="rect">
            <a:avLst/>
          </a:prstGeom>
          <a:noFill/>
        </p:spPr>
        <p:txBody>
          <a:bodyPr wrap="none">
            <a:spAutoFit/>
          </a:bodyPr>
          <a:lstStyle/>
          <a:p>
            <a:r>
              <a:rPr sz="650">
                <a:solidFill>
                  <a:srgbClr val="6E7482"/>
                </a:solidFill>
              </a:rPr>
              <a:t>Sources: Microsoft Learn - Azure OpenAI embeddings and deployment guidance.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502920"/>
            <a:ext cx="8138160" cy="777240"/>
          </a:xfrm>
        </p:spPr>
        <p:txBody>
          <a:bodyPr/>
          <a:lstStyle/>
          <a:p>
            <a:r>
              <a:rPr sz="3800" b="1">
                <a:solidFill>
                  <a:srgbClr val="0078B4"/>
                </a:solidFill>
              </a:rPr>
              <a:t>Provider-Neutral Vector Stores</a:t>
            </a:r>
          </a:p>
        </p:txBody>
      </p:sp>
      <p:sp>
        <p:nvSpPr>
          <p:cNvPr id="3" name="Rounded Rectangle 2"/>
          <p:cNvSpPr/>
          <p:nvPr/>
        </p:nvSpPr>
        <p:spPr>
          <a:xfrm>
            <a:off x="3337560" y="2011680"/>
            <a:ext cx="2468880" cy="960120"/>
          </a:xfrm>
          <a:prstGeom prst="roundRect">
            <a:avLst/>
          </a:prstGeom>
          <a:solidFill>
            <a:srgbClr val="0078B4"/>
          </a:solidFill>
          <a:ln w="12700">
            <a:solidFill>
              <a:srgbClr val="0078B4"/>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500" b="1">
                <a:solidFill>
                  <a:srgbClr val="FFFFFF"/>
                </a:solidFill>
              </a:rPr>
              <a:t>Application code</a:t>
            </a:r>
            <a:br/>
            <a:r>
              <a:rPr sz="1500" b="1">
                <a:solidFill>
                  <a:srgbClr val="FFFFFF"/>
                </a:solidFill>
              </a:rPr>
              <a:t>VectorStore + IEmbeddingGenerator</a:t>
            </a:r>
          </a:p>
        </p:txBody>
      </p:sp>
      <p:sp>
        <p:nvSpPr>
          <p:cNvPr id="4" name="Rounded Rectangle 3"/>
          <p:cNvSpPr/>
          <p:nvPr/>
        </p:nvSpPr>
        <p:spPr>
          <a:xfrm>
            <a:off x="640080" y="1097280"/>
            <a:ext cx="2148840" cy="502920"/>
          </a:xfrm>
          <a:prstGeom prst="roundRect">
            <a:avLst/>
          </a:prstGeom>
          <a:solidFill>
            <a:srgbClr val="FFFFFF"/>
          </a:solidFill>
          <a:ln w="12700">
            <a:solidFill>
              <a:srgbClr val="CDD7E5"/>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250" b="1">
                <a:solidFill>
                  <a:srgbClr val="383B4B"/>
                </a:solidFill>
              </a:rPr>
              <a:t>SQLite</a:t>
            </a:r>
          </a:p>
        </p:txBody>
      </p:sp>
      <p:sp>
        <p:nvSpPr>
          <p:cNvPr id="5" name="Rounded Rectangle 4"/>
          <p:cNvSpPr/>
          <p:nvPr/>
        </p:nvSpPr>
        <p:spPr>
          <a:xfrm>
            <a:off x="640080" y="3611880"/>
            <a:ext cx="2148840" cy="502920"/>
          </a:xfrm>
          <a:prstGeom prst="roundRect">
            <a:avLst/>
          </a:prstGeom>
          <a:solidFill>
            <a:srgbClr val="FFFFFF"/>
          </a:solidFill>
          <a:ln w="12700">
            <a:solidFill>
              <a:srgbClr val="CDD7E5"/>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250" b="1">
                <a:solidFill>
                  <a:srgbClr val="383B4B"/>
                </a:solidFill>
              </a:rPr>
              <a:t>Azure AI Search</a:t>
            </a:r>
          </a:p>
        </p:txBody>
      </p:sp>
      <p:sp>
        <p:nvSpPr>
          <p:cNvPr id="6" name="Rounded Rectangle 5"/>
          <p:cNvSpPr/>
          <p:nvPr/>
        </p:nvSpPr>
        <p:spPr>
          <a:xfrm>
            <a:off x="3337560" y="868680"/>
            <a:ext cx="2148840" cy="502920"/>
          </a:xfrm>
          <a:prstGeom prst="roundRect">
            <a:avLst/>
          </a:prstGeom>
          <a:solidFill>
            <a:srgbClr val="FFFFFF"/>
          </a:solidFill>
          <a:ln w="12700">
            <a:solidFill>
              <a:srgbClr val="CDD7E5"/>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250" b="1">
                <a:solidFill>
                  <a:srgbClr val="383B4B"/>
                </a:solidFill>
              </a:rPr>
              <a:t>PostgreSQL / pgvector</a:t>
            </a:r>
          </a:p>
        </p:txBody>
      </p:sp>
      <p:sp>
        <p:nvSpPr>
          <p:cNvPr id="7" name="Rounded Rectangle 6"/>
          <p:cNvSpPr/>
          <p:nvPr/>
        </p:nvSpPr>
        <p:spPr>
          <a:xfrm>
            <a:off x="6355080" y="1097280"/>
            <a:ext cx="2148840" cy="502920"/>
          </a:xfrm>
          <a:prstGeom prst="roundRect">
            <a:avLst/>
          </a:prstGeom>
          <a:solidFill>
            <a:srgbClr val="FFFFFF"/>
          </a:solidFill>
          <a:ln w="12700">
            <a:solidFill>
              <a:srgbClr val="CDD7E5"/>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250" b="1">
                <a:solidFill>
                  <a:srgbClr val="383B4B"/>
                </a:solidFill>
              </a:rPr>
              <a:t>Qdrant</a:t>
            </a:r>
          </a:p>
        </p:txBody>
      </p:sp>
      <p:sp>
        <p:nvSpPr>
          <p:cNvPr id="8" name="Rounded Rectangle 7"/>
          <p:cNvSpPr/>
          <p:nvPr/>
        </p:nvSpPr>
        <p:spPr>
          <a:xfrm>
            <a:off x="6355080" y="3611880"/>
            <a:ext cx="2148840" cy="502920"/>
          </a:xfrm>
          <a:prstGeom prst="roundRect">
            <a:avLst/>
          </a:prstGeom>
          <a:solidFill>
            <a:srgbClr val="FFFFFF"/>
          </a:solidFill>
          <a:ln w="12700">
            <a:solidFill>
              <a:srgbClr val="CDD7E5"/>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250" b="1">
                <a:solidFill>
                  <a:srgbClr val="383B4B"/>
                </a:solidFill>
              </a:rPr>
              <a:t>Redis</a:t>
            </a:r>
          </a:p>
        </p:txBody>
      </p:sp>
      <p:sp>
        <p:nvSpPr>
          <p:cNvPr id="9" name="Rounded Rectangle 8"/>
          <p:cNvSpPr/>
          <p:nvPr/>
        </p:nvSpPr>
        <p:spPr>
          <a:xfrm>
            <a:off x="3337560" y="3886200"/>
            <a:ext cx="2148840" cy="502920"/>
          </a:xfrm>
          <a:prstGeom prst="roundRect">
            <a:avLst/>
          </a:prstGeom>
          <a:solidFill>
            <a:srgbClr val="FFFFFF"/>
          </a:solidFill>
          <a:ln w="12700">
            <a:solidFill>
              <a:srgbClr val="CDD7E5"/>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250" b="1">
                <a:solidFill>
                  <a:srgbClr val="383B4B"/>
                </a:solidFill>
              </a:rPr>
              <a:t>Pinecone / Weaviate</a:t>
            </a:r>
          </a:p>
        </p:txBody>
      </p:sp>
      <p:cxnSp>
        <p:nvCxnSpPr>
          <p:cNvPr id="10" name="Connector 9"/>
          <p:cNvCxnSpPr/>
          <p:nvPr/>
        </p:nvCxnSpPr>
        <p:spPr>
          <a:xfrm>
            <a:off x="2788920" y="1325880"/>
            <a:ext cx="548640" cy="868680"/>
          </a:xfrm>
          <a:prstGeom prst="line">
            <a:avLst/>
          </a:prstGeom>
          <a:ln w="25400">
            <a:solidFill>
              <a:srgbClr val="00AED1"/>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2788920" y="2606040"/>
            <a:ext cx="548640" cy="1234440"/>
          </a:xfrm>
          <a:prstGeom prst="line">
            <a:avLst/>
          </a:prstGeom>
          <a:ln w="25400">
            <a:solidFill>
              <a:srgbClr val="00AED1"/>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4389120" y="1371600"/>
            <a:ext cx="137160" cy="640080"/>
          </a:xfrm>
          <a:prstGeom prst="line">
            <a:avLst/>
          </a:prstGeom>
          <a:ln w="25400">
            <a:solidFill>
              <a:srgbClr val="00AED1"/>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5806440" y="1325880"/>
            <a:ext cx="548640" cy="868680"/>
          </a:xfrm>
          <a:prstGeom prst="line">
            <a:avLst/>
          </a:prstGeom>
          <a:ln w="25400">
            <a:solidFill>
              <a:srgbClr val="00AED1"/>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flipV="1">
            <a:off x="5806440" y="2606040"/>
            <a:ext cx="548640" cy="1234440"/>
          </a:xfrm>
          <a:prstGeom prst="line">
            <a:avLst/>
          </a:prstGeom>
          <a:ln w="25400">
            <a:solidFill>
              <a:srgbClr val="00AED1"/>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4526280" y="2971800"/>
            <a:ext cx="0" cy="914400"/>
          </a:xfrm>
          <a:prstGeom prst="line">
            <a:avLst/>
          </a:prstGeom>
          <a:ln w="25400">
            <a:solidFill>
              <a:srgbClr val="00AED1"/>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 y="4617720"/>
            <a:ext cx="7680960" cy="292608"/>
          </a:xfrm>
          <a:prstGeom prst="roundRect">
            <a:avLst/>
          </a:prstGeom>
          <a:solidFill>
            <a:srgbClr val="F0F4F8"/>
          </a:solidFill>
          <a:ln w="12700">
            <a:solidFill>
              <a:srgbClr val="CDD7E5"/>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100" b="1">
                <a:solidFill>
                  <a:srgbClr val="0078B4"/>
                </a:solidFill>
              </a:rPr>
              <a:t>Provider may change, but the architecture remains: generate embeddings, store vectors, retrieve chunks, ground the response.</a:t>
            </a:r>
          </a:p>
        </p:txBody>
      </p:sp>
      <p:sp>
        <p:nvSpPr>
          <p:cNvPr id="17" name="TextBox 16"/>
          <p:cNvSpPr txBox="1"/>
          <p:nvPr/>
        </p:nvSpPr>
        <p:spPr>
          <a:xfrm>
            <a:off x="502920" y="4956048"/>
            <a:ext cx="8138160" cy="146304"/>
          </a:xfrm>
          <a:prstGeom prst="rect">
            <a:avLst/>
          </a:prstGeom>
          <a:noFill/>
        </p:spPr>
        <p:txBody>
          <a:bodyPr wrap="none">
            <a:spAutoFit/>
          </a:bodyPr>
          <a:lstStyle/>
          <a:p>
            <a:r>
              <a:rPr sz="650">
                <a:solidFill>
                  <a:srgbClr val="6E7482"/>
                </a:solidFill>
              </a:rPr>
              <a:t>Sources: Microsoft Learn - Semantic Kernel out-of-the-box vector store connectors.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502920"/>
            <a:ext cx="8138160" cy="777240"/>
          </a:xfrm>
        </p:spPr>
        <p:txBody>
          <a:bodyPr/>
          <a:lstStyle/>
          <a:p>
            <a:r>
              <a:rPr sz="3600" b="1">
                <a:solidFill>
                  <a:srgbClr val="0078B4"/>
                </a:solidFill>
              </a:rPr>
              <a:t>Choosing the Right Vector Store</a:t>
            </a:r>
          </a:p>
        </p:txBody>
      </p:sp>
      <p:sp>
        <p:nvSpPr>
          <p:cNvPr id="3" name="Rounded Rectangle 2"/>
          <p:cNvSpPr/>
          <p:nvPr/>
        </p:nvSpPr>
        <p:spPr>
          <a:xfrm>
            <a:off x="594360" y="1234440"/>
            <a:ext cx="2514600" cy="2651760"/>
          </a:xfrm>
          <a:prstGeom prst="roundRect">
            <a:avLst/>
          </a:prstGeom>
          <a:solidFill>
            <a:srgbClr val="FFFFFF"/>
          </a:solidFill>
          <a:ln w="12700">
            <a:solidFill>
              <a:srgbClr val="CDD7E5"/>
            </a:solidFill>
          </a:ln>
        </p:spPr>
        <p:style>
          <a:lnRef idx="1">
            <a:schemeClr val="accent1"/>
          </a:lnRef>
          <a:fillRef idx="3">
            <a:schemeClr val="accent1"/>
          </a:fillRef>
          <a:effectRef idx="2">
            <a:schemeClr val="accent1"/>
          </a:effectRef>
          <a:fontRef idx="minor">
            <a:schemeClr val="lt1"/>
          </a:fontRef>
        </p:style>
        <p:txBody>
          <a:bodyPr wrap="square" lIns="128016" tIns="100584" rIns="128016" bIns="73152" rtlCol="0" anchor="ctr"/>
          <a:lstStyle/>
          <a:p>
            <a:pPr algn="ctr"/>
            <a:r>
              <a:rPr sz="1400" b="1">
                <a:solidFill>
                  <a:srgbClr val="0078B4"/>
                </a:solidFill>
              </a:rPr>
              <a:t>SQLite / local</a:t>
            </a:r>
          </a:p>
          <a:p>
            <a:pPr algn="l">
              <a:spcBef>
                <a:spcPts val="400"/>
              </a:spcBef>
            </a:pPr>
            <a:r>
              <a:rPr sz="1050">
                <a:solidFill>
                  <a:srgbClr val="383B4B"/>
                </a:solidFill>
              </a:rPr>
              <a:t>Best for course demos, prototypes, local development, and small contained apps.</a:t>
            </a:r>
            <a:br/>
            <a:br/>
            <a:r>
              <a:rPr sz="1050">
                <a:solidFill>
                  <a:srgbClr val="383B4B"/>
                </a:solidFill>
              </a:rPr>
              <a:t>Simple to run and easy to inspect.</a:t>
            </a:r>
            <a:br/>
            <a:br/>
            <a:r>
              <a:rPr sz="1050">
                <a:solidFill>
                  <a:srgbClr val="383B4B"/>
                </a:solidFill>
              </a:rPr>
              <a:t>Not the best default for high-scale enterprise search.</a:t>
            </a:r>
          </a:p>
        </p:txBody>
      </p:sp>
      <p:sp>
        <p:nvSpPr>
          <p:cNvPr id="4" name="Rectangle 3"/>
          <p:cNvSpPr/>
          <p:nvPr/>
        </p:nvSpPr>
        <p:spPr>
          <a:xfrm>
            <a:off x="594360" y="1234440"/>
            <a:ext cx="2514600" cy="54864"/>
          </a:xfrm>
          <a:prstGeom prst="rect">
            <a:avLst/>
          </a:prstGeom>
          <a:solidFill>
            <a:srgbClr val="00AE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3337560" y="1234440"/>
            <a:ext cx="2514600" cy="2651760"/>
          </a:xfrm>
          <a:prstGeom prst="roundRect">
            <a:avLst/>
          </a:prstGeom>
          <a:solidFill>
            <a:srgbClr val="FFFFFF"/>
          </a:solidFill>
          <a:ln w="12700">
            <a:solidFill>
              <a:srgbClr val="CDD7E5"/>
            </a:solidFill>
          </a:ln>
        </p:spPr>
        <p:style>
          <a:lnRef idx="1">
            <a:schemeClr val="accent1"/>
          </a:lnRef>
          <a:fillRef idx="3">
            <a:schemeClr val="accent1"/>
          </a:fillRef>
          <a:effectRef idx="2">
            <a:schemeClr val="accent1"/>
          </a:effectRef>
          <a:fontRef idx="minor">
            <a:schemeClr val="lt1"/>
          </a:fontRef>
        </p:style>
        <p:txBody>
          <a:bodyPr wrap="square" lIns="128016" tIns="100584" rIns="128016" bIns="73152" rtlCol="0" anchor="ctr"/>
          <a:lstStyle/>
          <a:p>
            <a:pPr algn="ctr"/>
            <a:r>
              <a:rPr sz="1400" b="1">
                <a:solidFill>
                  <a:srgbClr val="0078B4"/>
                </a:solidFill>
              </a:rPr>
              <a:t>Azure options</a:t>
            </a:r>
          </a:p>
          <a:p>
            <a:pPr algn="l">
              <a:spcBef>
                <a:spcPts val="400"/>
              </a:spcBef>
            </a:pPr>
            <a:r>
              <a:rPr sz="1050">
                <a:solidFill>
                  <a:srgbClr val="383B4B"/>
                </a:solidFill>
              </a:rPr>
              <a:t>Best when the solution already lives in Azure and needs managed cloud operations.</a:t>
            </a:r>
            <a:br/>
            <a:br/>
            <a:r>
              <a:rPr sz="1050">
                <a:solidFill>
                  <a:srgbClr val="383B4B"/>
                </a:solidFill>
              </a:rPr>
              <a:t>Azure AI Search is a common choice for enterprise search/RAG scenarios.</a:t>
            </a:r>
          </a:p>
        </p:txBody>
      </p:sp>
      <p:sp>
        <p:nvSpPr>
          <p:cNvPr id="6" name="Rectangle 5"/>
          <p:cNvSpPr/>
          <p:nvPr/>
        </p:nvSpPr>
        <p:spPr>
          <a:xfrm>
            <a:off x="3337560" y="1234440"/>
            <a:ext cx="2514600" cy="54864"/>
          </a:xfrm>
          <a:prstGeom prst="rect">
            <a:avLst/>
          </a:prstGeom>
          <a:solidFill>
            <a:srgbClr val="0078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080760" y="1234440"/>
            <a:ext cx="2514600" cy="2651760"/>
          </a:xfrm>
          <a:prstGeom prst="roundRect">
            <a:avLst/>
          </a:prstGeom>
          <a:solidFill>
            <a:srgbClr val="FFFFFF"/>
          </a:solidFill>
          <a:ln w="12700">
            <a:solidFill>
              <a:srgbClr val="CDD7E5"/>
            </a:solidFill>
          </a:ln>
        </p:spPr>
        <p:style>
          <a:lnRef idx="1">
            <a:schemeClr val="accent1"/>
          </a:lnRef>
          <a:fillRef idx="3">
            <a:schemeClr val="accent1"/>
          </a:fillRef>
          <a:effectRef idx="2">
            <a:schemeClr val="accent1"/>
          </a:effectRef>
          <a:fontRef idx="minor">
            <a:schemeClr val="lt1"/>
          </a:fontRef>
        </p:style>
        <p:txBody>
          <a:bodyPr wrap="square" lIns="128016" tIns="100584" rIns="128016" bIns="73152" rtlCol="0" anchor="ctr"/>
          <a:lstStyle/>
          <a:p>
            <a:pPr algn="ctr"/>
            <a:r>
              <a:rPr sz="1400" b="1">
                <a:solidFill>
                  <a:srgbClr val="0078B4"/>
                </a:solidFill>
              </a:rPr>
              <a:t>Specialized stores</a:t>
            </a:r>
          </a:p>
          <a:p>
            <a:pPr algn="l">
              <a:spcBef>
                <a:spcPts val="400"/>
              </a:spcBef>
            </a:pPr>
            <a:r>
              <a:rPr sz="1050">
                <a:solidFill>
                  <a:srgbClr val="383B4B"/>
                </a:solidFill>
              </a:rPr>
              <a:t>Best when vector search is central to the workload and the team needs dedicated indexing, scaling, and search features.</a:t>
            </a:r>
            <a:br/>
            <a:br/>
            <a:r>
              <a:rPr sz="1050">
                <a:solidFill>
                  <a:srgbClr val="383B4B"/>
                </a:solidFill>
              </a:rPr>
              <a:t>Examples: Qdrant, Pinecone, Weaviate, Redis.</a:t>
            </a:r>
          </a:p>
        </p:txBody>
      </p:sp>
      <p:sp>
        <p:nvSpPr>
          <p:cNvPr id="8" name="Rectangle 7"/>
          <p:cNvSpPr/>
          <p:nvPr/>
        </p:nvSpPr>
        <p:spPr>
          <a:xfrm>
            <a:off x="6080760" y="1234440"/>
            <a:ext cx="2514600" cy="54864"/>
          </a:xfrm>
          <a:prstGeom prst="rect">
            <a:avLst/>
          </a:prstGeom>
          <a:solidFill>
            <a:srgbClr val="1E9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914400" y="4251960"/>
            <a:ext cx="7315200" cy="411480"/>
          </a:xfrm>
          <a:prstGeom prst="roundRect">
            <a:avLst/>
          </a:prstGeom>
          <a:solidFill>
            <a:srgbClr val="F0F4F8"/>
          </a:solidFill>
          <a:ln w="12700">
            <a:solidFill>
              <a:srgbClr val="CDD7E5"/>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400" b="1">
                <a:solidFill>
                  <a:srgbClr val="0078B4"/>
                </a:solidFill>
              </a:rPr>
              <a:t>Teach the pattern first. Swap the provider when production requirements justify it.</a:t>
            </a:r>
          </a:p>
        </p:txBody>
      </p:sp>
      <p:sp>
        <p:nvSpPr>
          <p:cNvPr id="10" name="TextBox 9"/>
          <p:cNvSpPr txBox="1"/>
          <p:nvPr/>
        </p:nvSpPr>
        <p:spPr>
          <a:xfrm>
            <a:off x="502920" y="4956048"/>
            <a:ext cx="8138160" cy="146304"/>
          </a:xfrm>
          <a:prstGeom prst="rect">
            <a:avLst/>
          </a:prstGeom>
          <a:noFill/>
        </p:spPr>
        <p:txBody>
          <a:bodyPr wrap="none">
            <a:spAutoFit/>
          </a:bodyPr>
          <a:lstStyle/>
          <a:p>
            <a:r>
              <a:rPr sz="650">
                <a:solidFill>
                  <a:srgbClr val="6E7482"/>
                </a:solidFill>
              </a:rPr>
              <a:t>Sources: Microsoft Learn - Out-of-the-box vector store connectors; SQLite connector documentation.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502920"/>
            <a:ext cx="8138160" cy="777240"/>
          </a:xfrm>
        </p:spPr>
        <p:txBody>
          <a:bodyPr/>
          <a:lstStyle/>
          <a:p>
            <a:r>
              <a:rPr sz="4000" b="1">
                <a:solidFill>
                  <a:srgbClr val="0078B4"/>
                </a:solidFill>
              </a:rPr>
              <a:t>Demo Takeaways</a:t>
            </a:r>
          </a:p>
        </p:txBody>
      </p:sp>
      <p:sp>
        <p:nvSpPr>
          <p:cNvPr id="3" name="Text Placeholder 2"/>
          <p:cNvSpPr>
            <a:spLocks noGrp="1"/>
          </p:cNvSpPr>
          <p:nvPr>
            <p:ph type="body" idx="1"/>
          </p:nvPr>
        </p:nvSpPr>
        <p:spPr/>
        <p:txBody>
          <a:bodyPr wrap="square"/>
          <a:lstStyle/>
          <a:p>
            <a:pPr>
              <a:spcAft>
                <a:spcPts val="700"/>
              </a:spcAft>
            </a:pPr>
            <a:r>
              <a:rPr sz="2000">
                <a:solidFill>
                  <a:srgbClr val="383B4B"/>
                </a:solidFill>
              </a:rPr>
              <a:t>Use Azure OpenAI to generate embeddings from document chunks and user questions.</a:t>
            </a:r>
          </a:p>
          <a:p>
            <a:pPr>
              <a:spcAft>
                <a:spcPts val="700"/>
              </a:spcAft>
            </a:pPr>
            <a:r>
              <a:rPr sz="2000">
                <a:solidFill>
                  <a:srgbClr val="383B4B"/>
                </a:solidFill>
              </a:rPr>
              <a:t>Use SQLite as the local vector store to persist and search those embeddings.</a:t>
            </a:r>
          </a:p>
          <a:p>
            <a:pPr>
              <a:spcAft>
                <a:spcPts val="700"/>
              </a:spcAft>
            </a:pPr>
            <a:r>
              <a:rPr sz="2000">
                <a:solidFill>
                  <a:srgbClr val="383B4B"/>
                </a:solidFill>
              </a:rPr>
              <a:t>Keep original chunk text because vectors are for search, not for display or citation.</a:t>
            </a:r>
          </a:p>
          <a:p>
            <a:pPr>
              <a:spcAft>
                <a:spcPts val="700"/>
              </a:spcAft>
            </a:pPr>
            <a:r>
              <a:rPr sz="2000">
                <a:solidFill>
                  <a:srgbClr val="383B4B"/>
                </a:solidFill>
              </a:rPr>
              <a:t>Use Semantic Kernel / Microsoft.Extensions.AI abstractions instead of hand-written vector plumbing.</a:t>
            </a:r>
          </a:p>
          <a:p>
            <a:pPr>
              <a:spcAft>
                <a:spcPts val="700"/>
              </a:spcAft>
            </a:pPr>
            <a:r>
              <a:rPr sz="2000">
                <a:solidFill>
                  <a:srgbClr val="383B4B"/>
                </a:solidFill>
              </a:rPr>
              <a:t>Mark documents as ready only after chunks have been embedded and stored successfully.</a:t>
            </a:r>
          </a:p>
        </p:txBody>
      </p:sp>
      <p:sp>
        <p:nvSpPr>
          <p:cNvPr id="4" name="TextBox 3"/>
          <p:cNvSpPr txBox="1"/>
          <p:nvPr/>
        </p:nvSpPr>
        <p:spPr>
          <a:xfrm>
            <a:off x="502920" y="4956048"/>
            <a:ext cx="8138160" cy="146304"/>
          </a:xfrm>
          <a:prstGeom prst="rect">
            <a:avLst/>
          </a:prstGeom>
          <a:noFill/>
        </p:spPr>
        <p:txBody>
          <a:bodyPr wrap="none">
            <a:spAutoFit/>
          </a:bodyPr>
          <a:lstStyle/>
          <a:p>
            <a:r>
              <a:rPr sz="650">
                <a:solidFill>
                  <a:srgbClr val="6E7482"/>
                </a:solidFill>
              </a:rPr>
              <a:t>Sources: Microsoft Learn - Vector stores, embedding generation, SQLite connector, Azure OpenAI embeddings.</a:t>
            </a:r>
          </a:p>
        </p:txBody>
      </p:sp>
    </p:spTree>
  </p:cSld>
  <p:clrMapOvr>
    <a:masterClrMapping/>
  </p:clrMapOvr>
</p:sld>
</file>

<file path=ppt/theme/theme1.xml><?xml version="1.0" encoding="utf-8"?>
<a:theme xmlns:a="http://schemas.openxmlformats.org/drawingml/2006/main" name="Gaoler template">
  <a:themeElements>
    <a:clrScheme name="Custom 347">
      <a:dk1>
        <a:srgbClr val="3A3F50"/>
      </a:dk1>
      <a:lt1>
        <a:srgbClr val="FFFFFF"/>
      </a:lt1>
      <a:dk2>
        <a:srgbClr val="757B89"/>
      </a:dk2>
      <a:lt2>
        <a:srgbClr val="E9EAF2"/>
      </a:lt2>
      <a:accent1>
        <a:srgbClr val="00B5DD"/>
      </a:accent1>
      <a:accent2>
        <a:srgbClr val="007BB9"/>
      </a:accent2>
      <a:accent3>
        <a:srgbClr val="8C50FF"/>
      </a:accent3>
      <a:accent4>
        <a:srgbClr val="FF4D4D"/>
      </a:accent4>
      <a:accent5>
        <a:srgbClr val="F9CB07"/>
      </a:accent5>
      <a:accent6>
        <a:srgbClr val="A6CE28"/>
      </a:accent6>
      <a:hlink>
        <a:srgbClr val="007BB9"/>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273</TotalTime>
  <Words>1774</Words>
  <Application>Microsoft Office PowerPoint</Application>
  <PresentationFormat>On-screen Show (16:9)</PresentationFormat>
  <Paragraphs>120</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Raleway Thin</vt:lpstr>
      <vt:lpstr>Raleway</vt:lpstr>
      <vt:lpstr>Barlow Light</vt:lpstr>
      <vt:lpstr>Gaoler template</vt:lpstr>
      <vt:lpstr>Embeddings and Searchable Knowledge</vt:lpstr>
      <vt:lpstr>Section Overview</vt:lpstr>
      <vt:lpstr>What Is an Embedding?</vt:lpstr>
      <vt:lpstr>Why Chunks Need Embeddings</vt:lpstr>
      <vt:lpstr>Azure OpenAI vs SQLite</vt:lpstr>
      <vt:lpstr>End-to-End Portal Flow</vt:lpstr>
      <vt:lpstr>What Happens During Ingestion</vt:lpstr>
      <vt:lpstr>When the User Asks a Question</vt:lpstr>
      <vt:lpstr>SQLite as a Local Vector Store</vt:lpstr>
      <vt:lpstr>How Azure Fits In</vt:lpstr>
      <vt:lpstr>Provider-Neutral Vector Stores</vt:lpstr>
      <vt:lpstr>Choosing the Right Vector Store</vt:lpstr>
      <vt:lpstr>Demo Takeaways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Trevoir Williams</cp:lastModifiedBy>
  <cp:revision>1</cp:revision>
  <dcterms:modified xsi:type="dcterms:W3CDTF">2026-05-17T18:46:24Z</dcterms:modified>
</cp:coreProperties>
</file>