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125"/>
  </p:notesMasterIdLst>
  <p:sldIdLst>
    <p:sldId id="256" r:id="rId3"/>
    <p:sldId id="664" r:id="rId4"/>
    <p:sldId id="666" r:id="rId5"/>
    <p:sldId id="665" r:id="rId6"/>
    <p:sldId id="259" r:id="rId7"/>
    <p:sldId id="652" r:id="rId8"/>
    <p:sldId id="65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71CF77-B38C-4C34-B8D2-4F145D06E728}">
          <p14:sldIdLst>
            <p14:sldId id="256"/>
            <p14:sldId id="664"/>
            <p14:sldId id="666"/>
            <p14:sldId id="665"/>
            <p14:sldId id="259"/>
            <p14:sldId id="652"/>
            <p14:sldId id="654"/>
          </p14:sldIdLst>
        </p14:section>
        <p14:section name="Introduction to Semantic Kernel" id="{B2CB1D30-E136-4202-B956-3D55905E9ABC}">
          <p14:sldIdLst>
            <p14:sldId id="266"/>
            <p14:sldId id="267"/>
            <p14:sldId id="268"/>
            <p14:sldId id="269"/>
            <p14:sldId id="270"/>
            <p14:sldId id="271"/>
            <p14:sldId id="272"/>
            <p14:sldId id="273"/>
            <p14:sldId id="274"/>
            <p14:sldId id="275"/>
          </p14:sldIdLst>
        </p14:section>
        <p14:section name="Environment Setup and Starter Solution" id="{7A906AEC-8757-4C82-9071-1F7BDA27659A}">
          <p14:sldIdLst>
            <p14:sldId id="276"/>
            <p14:sldId id="277"/>
            <p14:sldId id="279"/>
            <p14:sldId id="280"/>
            <p14:sldId id="281"/>
            <p14:sldId id="282"/>
            <p14:sldId id="283"/>
            <p14:sldId id="284"/>
          </p14:sldIdLst>
        </p14:section>
        <p14:section name="Building Your First Kernel" id="{1BC3EAF8-400C-4F8C-87CB-F704FF66BEC9}">
          <p14:sldIdLst>
            <p14:sldId id="285"/>
            <p14:sldId id="286"/>
            <p14:sldId id="287"/>
            <p14:sldId id="288"/>
            <p14:sldId id="289"/>
            <p14:sldId id="290"/>
            <p14:sldId id="291"/>
            <p14:sldId id="292"/>
            <p14:sldId id="293"/>
            <p14:sldId id="294"/>
          </p14:sldIdLst>
        </p14:section>
        <p14:section name="Semantic Kernel Plugins" id="{9EEB5549-335A-4829-A377-7A791BDC1095}">
          <p14:sldIdLst>
            <p14:sldId id="295"/>
            <p14:sldId id="296"/>
            <p14:sldId id="297"/>
            <p14:sldId id="298"/>
            <p14:sldId id="299"/>
            <p14:sldId id="300"/>
            <p14:sldId id="301"/>
            <p14:sldId id="302"/>
            <p14:sldId id="303"/>
            <p14:sldId id="304"/>
            <p14:sldId id="305"/>
            <p14:sldId id="306"/>
            <p14:sldId id="307"/>
          </p14:sldIdLst>
        </p14:section>
        <p14:section name="Plugins and Native Functions" id="{DAD3ECB0-3A6C-4FE8-A92F-D207C437FBE1}">
          <p14:sldIdLst>
            <p14:sldId id="308"/>
            <p14:sldId id="309"/>
            <p14:sldId id="310"/>
            <p14:sldId id="311"/>
            <p14:sldId id="312"/>
            <p14:sldId id="313"/>
            <p14:sldId id="314"/>
            <p14:sldId id="315"/>
            <p14:sldId id="316"/>
            <p14:sldId id="317"/>
            <p14:sldId id="318"/>
            <p14:sldId id="319"/>
            <p14:sldId id="320"/>
          </p14:sldIdLst>
        </p14:section>
        <p14:section name="Moving into ASP.NET Core" id="{E63974C7-6E5E-425A-A075-F8825F686454}">
          <p14:sldIdLst>
            <p14:sldId id="321"/>
            <p14:sldId id="322"/>
            <p14:sldId id="323"/>
            <p14:sldId id="324"/>
            <p14:sldId id="325"/>
            <p14:sldId id="326"/>
            <p14:sldId id="327"/>
            <p14:sldId id="328"/>
            <p14:sldId id="329"/>
            <p14:sldId id="330"/>
            <p14:sldId id="331"/>
            <p14:sldId id="332"/>
          </p14:sldIdLst>
        </p14:section>
        <p14:section name="Contextual Assistance, History, and Grounding" id="{7EB070BF-6BEB-444F-B85A-BAF335F3BBCA}">
          <p14:sldIdLst>
            <p14:sldId id="333"/>
            <p14:sldId id="334"/>
            <p14:sldId id="335"/>
            <p14:sldId id="336"/>
            <p14:sldId id="337"/>
            <p14:sldId id="338"/>
            <p14:sldId id="339"/>
            <p14:sldId id="340"/>
            <p14:sldId id="341"/>
            <p14:sldId id="342"/>
            <p14:sldId id="343"/>
            <p14:sldId id="344"/>
            <p14:sldId id="345"/>
            <p14:sldId id="346"/>
            <p14:sldId id="347"/>
            <p14:sldId id="348"/>
            <p14:sldId id="349"/>
          </p14:sldIdLst>
        </p14:section>
        <p14:section name="Enterprise Actions, Guardrails, and Workflow Orchestration" id="{9C663838-A923-4B35-BAD0-155AF1D7AE3F}">
          <p14:sldIdLst>
            <p14:sldId id="350"/>
            <p14:sldId id="351"/>
            <p14:sldId id="352"/>
            <p14:sldId id="353"/>
            <p14:sldId id="354"/>
            <p14:sldId id="355"/>
            <p14:sldId id="356"/>
            <p14:sldId id="357"/>
            <p14:sldId id="358"/>
            <p14:sldId id="359"/>
            <p14:sldId id="360"/>
            <p14:sldId id="361"/>
            <p14:sldId id="362"/>
          </p14:sldIdLst>
        </p14:section>
        <p14:section name="Observability, Evaluation, and Production Readiness" id="{42F245EA-113E-438A-8181-C80716EFD3E5}">
          <p14:sldIdLst>
            <p14:sldId id="363"/>
            <p14:sldId id="364"/>
            <p14:sldId id="365"/>
            <p14:sldId id="366"/>
            <p14:sldId id="367"/>
            <p14:sldId id="368"/>
            <p14:sldId id="369"/>
            <p14:sldId id="370"/>
            <p14:sldId id="371"/>
            <p14:sldId id="372"/>
            <p14:sldId id="373"/>
            <p14:sldId id="374"/>
            <p14:sldId id="375"/>
          </p14:sldIdLst>
        </p14:section>
        <p14:section name="Conclusion and Next Steps" id="{35B223CB-4FE5-4E1C-9DDE-71633E77CDD8}">
          <p14:sldIdLst>
            <p14:sldId id="376"/>
            <p14:sldId id="377"/>
            <p14:sldId id="378"/>
            <p14:sldId id="379"/>
            <p14:sldId id="380"/>
            <p14:sldId id="3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05E196-5FFF-47B6-9F1A-758B67B790DF}" v="56" dt="2026-04-29T21:00:42.0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271" autoAdjust="0"/>
  </p:normalViewPr>
  <p:slideViewPr>
    <p:cSldViewPr snapToGrid="0" snapToObjects="1">
      <p:cViewPr varScale="1">
        <p:scale>
          <a:sx n="84" d="100"/>
          <a:sy n="84" d="100"/>
        </p:scale>
        <p:origin x="63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microsoft.com/office/2016/11/relationships/changesInfo" Target="changesInfos/changesInfo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microsoft.com/office/2015/10/relationships/revisionInfo" Target="revisionInfo.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53D5EA3C-0847-4EC1-9FDC-43DBDAEAF41A}"/>
    <pc:docChg chg="undo custSel addSld delSld modSld sldOrd addSection modSection">
      <pc:chgData name="Trevoir Williams" userId="6a45007046124a3d" providerId="LiveId" clId="{53D5EA3C-0847-4EC1-9FDC-43DBDAEAF41A}" dt="2026-04-29T21:00:58.060" v="931" actId="1076"/>
      <pc:docMkLst>
        <pc:docMk/>
      </pc:docMkLst>
      <pc:sldChg chg="delSp modSp mod">
        <pc:chgData name="Trevoir Williams" userId="6a45007046124a3d" providerId="LiveId" clId="{53D5EA3C-0847-4EC1-9FDC-43DBDAEAF41A}" dt="2026-04-29T21:00:58.060" v="931" actId="1076"/>
        <pc:sldMkLst>
          <pc:docMk/>
          <pc:sldMk cId="0" sldId="256"/>
        </pc:sldMkLst>
        <pc:spChg chg="mod">
          <ac:chgData name="Trevoir Williams" userId="6a45007046124a3d" providerId="LiveId" clId="{53D5EA3C-0847-4EC1-9FDC-43DBDAEAF41A}" dt="2026-04-29T21:00:58.060" v="931" actId="1076"/>
          <ac:spMkLst>
            <pc:docMk/>
            <pc:sldMk cId="0" sldId="256"/>
            <ac:spMk id="3" creationId="{00000000-0000-0000-0000-000000000000}"/>
          </ac:spMkLst>
        </pc:spChg>
        <pc:spChg chg="mod">
          <ac:chgData name="Trevoir Williams" userId="6a45007046124a3d" providerId="LiveId" clId="{53D5EA3C-0847-4EC1-9FDC-43DBDAEAF41A}" dt="2026-04-29T21:00:42.079" v="925" actId="27636"/>
          <ac:spMkLst>
            <pc:docMk/>
            <pc:sldMk cId="0" sldId="256"/>
            <ac:spMk id="5" creationId="{00000000-0000-0000-0000-000000000000}"/>
          </ac:spMkLst>
        </pc:spChg>
        <pc:spChg chg="mod">
          <ac:chgData name="Trevoir Williams" userId="6a45007046124a3d" providerId="LiveId" clId="{53D5EA3C-0847-4EC1-9FDC-43DBDAEAF41A}" dt="2026-04-29T18:41:47.865" v="484" actId="26606"/>
          <ac:spMkLst>
            <pc:docMk/>
            <pc:sldMk cId="0" sldId="256"/>
            <ac:spMk id="6" creationId="{00000000-0000-0000-0000-000000000000}"/>
          </ac:spMkLst>
        </pc:spChg>
        <pc:spChg chg="del">
          <ac:chgData name="Trevoir Williams" userId="6a45007046124a3d" providerId="LiveId" clId="{53D5EA3C-0847-4EC1-9FDC-43DBDAEAF41A}" dt="2026-04-29T21:00:47.586" v="926" actId="478"/>
          <ac:spMkLst>
            <pc:docMk/>
            <pc:sldMk cId="0" sldId="256"/>
            <ac:spMk id="8" creationId="{00000000-0000-0000-0000-000000000000}"/>
          </ac:spMkLst>
        </pc:spChg>
        <pc:spChg chg="del">
          <ac:chgData name="Trevoir Williams" userId="6a45007046124a3d" providerId="LiveId" clId="{53D5EA3C-0847-4EC1-9FDC-43DBDAEAF41A}" dt="2026-04-29T21:00:53.555" v="929" actId="478"/>
          <ac:spMkLst>
            <pc:docMk/>
            <pc:sldMk cId="0" sldId="256"/>
            <ac:spMk id="9" creationId="{00000000-0000-0000-0000-000000000000}"/>
          </ac:spMkLst>
        </pc:spChg>
        <pc:spChg chg="del">
          <ac:chgData name="Trevoir Williams" userId="6a45007046124a3d" providerId="LiveId" clId="{53D5EA3C-0847-4EC1-9FDC-43DBDAEAF41A}" dt="2026-04-29T21:00:53.555" v="929" actId="478"/>
          <ac:spMkLst>
            <pc:docMk/>
            <pc:sldMk cId="0" sldId="256"/>
            <ac:spMk id="10" creationId="{00000000-0000-0000-0000-000000000000}"/>
          </ac:spMkLst>
        </pc:spChg>
        <pc:spChg chg="del">
          <ac:chgData name="Trevoir Williams" userId="6a45007046124a3d" providerId="LiveId" clId="{53D5EA3C-0847-4EC1-9FDC-43DBDAEAF41A}" dt="2026-04-29T21:00:47.586" v="926" actId="478"/>
          <ac:spMkLst>
            <pc:docMk/>
            <pc:sldMk cId="0" sldId="256"/>
            <ac:spMk id="11" creationId="{00000000-0000-0000-0000-000000000000}"/>
          </ac:spMkLst>
        </pc:spChg>
        <pc:spChg chg="del mod">
          <ac:chgData name="Trevoir Williams" userId="6a45007046124a3d" providerId="LiveId" clId="{53D5EA3C-0847-4EC1-9FDC-43DBDAEAF41A}" dt="2026-04-29T21:00:47.586" v="926" actId="478"/>
          <ac:spMkLst>
            <pc:docMk/>
            <pc:sldMk cId="0" sldId="256"/>
            <ac:spMk id="12" creationId="{00000000-0000-0000-0000-000000000000}"/>
          </ac:spMkLst>
        </pc:spChg>
        <pc:spChg chg="mod">
          <ac:chgData name="Trevoir Williams" userId="6a45007046124a3d" providerId="LiveId" clId="{53D5EA3C-0847-4EC1-9FDC-43DBDAEAF41A}" dt="2026-04-29T18:41:47.865" v="484" actId="26606"/>
          <ac:spMkLst>
            <pc:docMk/>
            <pc:sldMk cId="0" sldId="256"/>
            <ac:spMk id="14" creationId="{00000000-0000-0000-0000-000000000000}"/>
          </ac:spMkLst>
        </pc:spChg>
        <pc:spChg chg="mod">
          <ac:chgData name="Trevoir Williams" userId="6a45007046124a3d" providerId="LiveId" clId="{53D5EA3C-0847-4EC1-9FDC-43DBDAEAF41A}" dt="2026-04-29T18:41:47.865" v="484" actId="26606"/>
          <ac:spMkLst>
            <pc:docMk/>
            <pc:sldMk cId="0" sldId="256"/>
            <ac:spMk id="16" creationId="{00000000-0000-0000-0000-000000000000}"/>
          </ac:spMkLst>
        </pc:spChg>
        <pc:spChg chg="mod">
          <ac:chgData name="Trevoir Williams" userId="6a45007046124a3d" providerId="LiveId" clId="{53D5EA3C-0847-4EC1-9FDC-43DBDAEAF41A}" dt="2026-04-29T18:41:47.865" v="484" actId="26606"/>
          <ac:spMkLst>
            <pc:docMk/>
            <pc:sldMk cId="0" sldId="256"/>
            <ac:spMk id="17" creationId="{00000000-0000-0000-0000-000000000000}"/>
          </ac:spMkLst>
        </pc:spChg>
      </pc:sldChg>
      <pc:sldChg chg="del">
        <pc:chgData name="Trevoir Williams" userId="6a45007046124a3d" providerId="LiveId" clId="{53D5EA3C-0847-4EC1-9FDC-43DBDAEAF41A}" dt="2026-04-29T18:19:12.107" v="121" actId="47"/>
        <pc:sldMkLst>
          <pc:docMk/>
          <pc:sldMk cId="0" sldId="257"/>
        </pc:sldMkLst>
      </pc:sldChg>
      <pc:sldChg chg="del">
        <pc:chgData name="Trevoir Williams" userId="6a45007046124a3d" providerId="LiveId" clId="{53D5EA3C-0847-4EC1-9FDC-43DBDAEAF41A}" dt="2026-04-29T18:19:03.712" v="119" actId="47"/>
        <pc:sldMkLst>
          <pc:docMk/>
          <pc:sldMk cId="0" sldId="258"/>
        </pc:sldMkLst>
      </pc:sldChg>
      <pc:sldChg chg="modSp mod addAnim delAnim modAnim">
        <pc:chgData name="Trevoir Williams" userId="6a45007046124a3d" providerId="LiveId" clId="{53D5EA3C-0847-4EC1-9FDC-43DBDAEAF41A}" dt="2026-04-29T18:41:57.829" v="499" actId="27636"/>
        <pc:sldMkLst>
          <pc:docMk/>
          <pc:sldMk cId="0" sldId="259"/>
        </pc:sldMkLst>
        <pc:spChg chg="mod">
          <ac:chgData name="Trevoir Williams" userId="6a45007046124a3d" providerId="LiveId" clId="{53D5EA3C-0847-4EC1-9FDC-43DBDAEAF41A}" dt="2026-04-29T18:36:33.074" v="162" actId="26606"/>
          <ac:spMkLst>
            <pc:docMk/>
            <pc:sldMk cId="0" sldId="259"/>
            <ac:spMk id="3" creationId="{00000000-0000-0000-0000-000000000000}"/>
          </ac:spMkLst>
        </pc:spChg>
        <pc:spChg chg="mod">
          <ac:chgData name="Trevoir Williams" userId="6a45007046124a3d" providerId="LiveId" clId="{53D5EA3C-0847-4EC1-9FDC-43DBDAEAF41A}" dt="2026-04-29T18:41:57.829" v="499" actId="27636"/>
          <ac:spMkLst>
            <pc:docMk/>
            <pc:sldMk cId="0" sldId="259"/>
            <ac:spMk id="4" creationId="{00000000-0000-0000-0000-000000000000}"/>
          </ac:spMkLst>
        </pc:spChg>
        <pc:spChg chg="mod">
          <ac:chgData name="Trevoir Williams" userId="6a45007046124a3d" providerId="LiveId" clId="{53D5EA3C-0847-4EC1-9FDC-43DBDAEAF41A}" dt="2026-04-29T18:18:43.239" v="116" actId="1037"/>
          <ac:spMkLst>
            <pc:docMk/>
            <pc:sldMk cId="0" sldId="259"/>
            <ac:spMk id="13" creationId="{00000000-0000-0000-0000-000000000000}"/>
          </ac:spMkLst>
        </pc:spChg>
        <pc:spChg chg="mod">
          <ac:chgData name="Trevoir Williams" userId="6a45007046124a3d" providerId="LiveId" clId="{53D5EA3C-0847-4EC1-9FDC-43DBDAEAF41A}" dt="2026-04-29T18:41:57.825" v="498" actId="27636"/>
          <ac:spMkLst>
            <pc:docMk/>
            <pc:sldMk cId="0" sldId="259"/>
            <ac:spMk id="14" creationId="{00000000-0000-0000-0000-000000000000}"/>
          </ac:spMkLst>
        </pc:spChg>
        <pc:spChg chg="mod">
          <ac:chgData name="Trevoir Williams" userId="6a45007046124a3d" providerId="LiveId" clId="{53D5EA3C-0847-4EC1-9FDC-43DBDAEAF41A}" dt="2026-04-29T18:41:47.865" v="484" actId="26606"/>
          <ac:spMkLst>
            <pc:docMk/>
            <pc:sldMk cId="0" sldId="259"/>
            <ac:spMk id="16" creationId="{00000000-0000-0000-0000-000000000000}"/>
          </ac:spMkLst>
        </pc:spChg>
        <pc:spChg chg="mod">
          <ac:chgData name="Trevoir Williams" userId="6a45007046124a3d" providerId="LiveId" clId="{53D5EA3C-0847-4EC1-9FDC-43DBDAEAF41A}" dt="2026-04-29T18:41:47.865" v="484" actId="26606"/>
          <ac:spMkLst>
            <pc:docMk/>
            <pc:sldMk cId="0" sldId="259"/>
            <ac:spMk id="17" creationId="{00000000-0000-0000-0000-000000000000}"/>
          </ac:spMkLst>
        </pc:spChg>
        <pc:spChg chg="mod">
          <ac:chgData name="Trevoir Williams" userId="6a45007046124a3d" providerId="LiveId" clId="{53D5EA3C-0847-4EC1-9FDC-43DBDAEAF41A}" dt="2026-04-29T18:41:47.865" v="484" actId="26606"/>
          <ac:spMkLst>
            <pc:docMk/>
            <pc:sldMk cId="0" sldId="259"/>
            <ac:spMk id="18" creationId="{00000000-0000-0000-0000-000000000000}"/>
          </ac:spMkLst>
        </pc:spChg>
      </pc:sldChg>
      <pc:sldChg chg="modSp del mod">
        <pc:chgData name="Trevoir Williams" userId="6a45007046124a3d" providerId="LiveId" clId="{53D5EA3C-0847-4EC1-9FDC-43DBDAEAF41A}" dt="2026-04-29T18:40:46.800" v="483" actId="47"/>
        <pc:sldMkLst>
          <pc:docMk/>
          <pc:sldMk cId="0" sldId="260"/>
        </pc:sldMkLst>
        <pc:spChg chg="mod">
          <ac:chgData name="Trevoir Williams" userId="6a45007046124a3d" providerId="LiveId" clId="{53D5EA3C-0847-4EC1-9FDC-43DBDAEAF41A}" dt="2026-04-29T18:38:43.885" v="188" actId="26606"/>
          <ac:spMkLst>
            <pc:docMk/>
            <pc:sldMk cId="0" sldId="260"/>
            <ac:spMk id="6" creationId="{00000000-0000-0000-0000-000000000000}"/>
          </ac:spMkLst>
        </pc:spChg>
        <pc:spChg chg="mod">
          <ac:chgData name="Trevoir Williams" userId="6a45007046124a3d" providerId="LiveId" clId="{53D5EA3C-0847-4EC1-9FDC-43DBDAEAF41A}" dt="2026-04-29T18:39:54.507" v="460" actId="27636"/>
          <ac:spMkLst>
            <pc:docMk/>
            <pc:sldMk cId="0" sldId="260"/>
            <ac:spMk id="8" creationId="{00000000-0000-0000-0000-000000000000}"/>
          </ac:spMkLst>
        </pc:spChg>
        <pc:spChg chg="mod">
          <ac:chgData name="Trevoir Williams" userId="6a45007046124a3d" providerId="LiveId" clId="{53D5EA3C-0847-4EC1-9FDC-43DBDAEAF41A}" dt="2026-04-29T18:38:43.885" v="188" actId="26606"/>
          <ac:spMkLst>
            <pc:docMk/>
            <pc:sldMk cId="0" sldId="260"/>
            <ac:spMk id="25" creationId="{00000000-0000-0000-0000-000000000000}"/>
          </ac:spMkLst>
        </pc:spChg>
        <pc:spChg chg="mod">
          <ac:chgData name="Trevoir Williams" userId="6a45007046124a3d" providerId="LiveId" clId="{53D5EA3C-0847-4EC1-9FDC-43DBDAEAF41A}" dt="2026-04-29T18:38:43.885" v="188" actId="26606"/>
          <ac:spMkLst>
            <pc:docMk/>
            <pc:sldMk cId="0" sldId="260"/>
            <ac:spMk id="26" creationId="{00000000-0000-0000-0000-000000000000}"/>
          </ac:spMkLst>
        </pc:spChg>
        <pc:spChg chg="mod">
          <ac:chgData name="Trevoir Williams" userId="6a45007046124a3d" providerId="LiveId" clId="{53D5EA3C-0847-4EC1-9FDC-43DBDAEAF41A}" dt="2026-04-29T18:38:43.885" v="188" actId="26606"/>
          <ac:spMkLst>
            <pc:docMk/>
            <pc:sldMk cId="0" sldId="260"/>
            <ac:spMk id="27" creationId="{00000000-0000-0000-0000-000000000000}"/>
          </ac:spMkLst>
        </pc:spChg>
      </pc:sldChg>
      <pc:sldChg chg="del">
        <pc:chgData name="Trevoir Williams" userId="6a45007046124a3d" providerId="LiveId" clId="{53D5EA3C-0847-4EC1-9FDC-43DBDAEAF41A}" dt="2026-04-29T18:30:21.167" v="136" actId="47"/>
        <pc:sldMkLst>
          <pc:docMk/>
          <pc:sldMk cId="0" sldId="261"/>
        </pc:sldMkLst>
      </pc:sldChg>
      <pc:sldChg chg="del">
        <pc:chgData name="Trevoir Williams" userId="6a45007046124a3d" providerId="LiveId" clId="{53D5EA3C-0847-4EC1-9FDC-43DBDAEAF41A}" dt="2026-04-29T18:30:21.167" v="136" actId="47"/>
        <pc:sldMkLst>
          <pc:docMk/>
          <pc:sldMk cId="0" sldId="262"/>
        </pc:sldMkLst>
      </pc:sldChg>
      <pc:sldChg chg="del">
        <pc:chgData name="Trevoir Williams" userId="6a45007046124a3d" providerId="LiveId" clId="{53D5EA3C-0847-4EC1-9FDC-43DBDAEAF41A}" dt="2026-04-29T18:30:21.167" v="136" actId="47"/>
        <pc:sldMkLst>
          <pc:docMk/>
          <pc:sldMk cId="0" sldId="263"/>
        </pc:sldMkLst>
      </pc:sldChg>
      <pc:sldChg chg="del">
        <pc:chgData name="Trevoir Williams" userId="6a45007046124a3d" providerId="LiveId" clId="{53D5EA3C-0847-4EC1-9FDC-43DBDAEAF41A}" dt="2026-04-29T18:30:21.167" v="136" actId="47"/>
        <pc:sldMkLst>
          <pc:docMk/>
          <pc:sldMk cId="0" sldId="264"/>
        </pc:sldMkLst>
      </pc:sldChg>
      <pc:sldChg chg="del">
        <pc:chgData name="Trevoir Williams" userId="6a45007046124a3d" providerId="LiveId" clId="{53D5EA3C-0847-4EC1-9FDC-43DBDAEAF41A}" dt="2026-04-29T18:30:21.167" v="136" actId="47"/>
        <pc:sldMkLst>
          <pc:docMk/>
          <pc:sldMk cId="0" sldId="265"/>
        </pc:sldMkLst>
      </pc:sldChg>
      <pc:sldChg chg="delSp modSp mod">
        <pc:chgData name="Trevoir Williams" userId="6a45007046124a3d" providerId="LiveId" clId="{53D5EA3C-0847-4EC1-9FDC-43DBDAEAF41A}" dt="2026-04-29T18:42:00.959" v="500" actId="27636"/>
        <pc:sldMkLst>
          <pc:docMk/>
          <pc:sldMk cId="0" sldId="266"/>
        </pc:sldMkLst>
        <pc:spChg chg="mod">
          <ac:chgData name="Trevoir Williams" userId="6a45007046124a3d" providerId="LiveId" clId="{53D5EA3C-0847-4EC1-9FDC-43DBDAEAF41A}" dt="2026-04-29T18:41:47.865" v="484" actId="26606"/>
          <ac:spMkLst>
            <pc:docMk/>
            <pc:sldMk cId="0" sldId="266"/>
            <ac:spMk id="6" creationId="{00000000-0000-0000-0000-000000000000}"/>
          </ac:spMkLst>
        </pc:spChg>
        <pc:spChg chg="mod">
          <ac:chgData name="Trevoir Williams" userId="6a45007046124a3d" providerId="LiveId" clId="{53D5EA3C-0847-4EC1-9FDC-43DBDAEAF41A}" dt="2026-04-29T18:42:00.959" v="500" actId="27636"/>
          <ac:spMkLst>
            <pc:docMk/>
            <pc:sldMk cId="0" sldId="266"/>
            <ac:spMk id="8" creationId="{00000000-0000-0000-0000-000000000000}"/>
          </ac:spMkLst>
        </pc:spChg>
        <pc:spChg chg="mod">
          <ac:chgData name="Trevoir Williams" userId="6a45007046124a3d" providerId="LiveId" clId="{53D5EA3C-0847-4EC1-9FDC-43DBDAEAF41A}" dt="2026-04-29T18:41:47.865" v="484" actId="26606"/>
          <ac:spMkLst>
            <pc:docMk/>
            <pc:sldMk cId="0" sldId="266"/>
            <ac:spMk id="25" creationId="{00000000-0000-0000-0000-000000000000}"/>
          </ac:spMkLst>
        </pc:spChg>
        <pc:spChg chg="mod">
          <ac:chgData name="Trevoir Williams" userId="6a45007046124a3d" providerId="LiveId" clId="{53D5EA3C-0847-4EC1-9FDC-43DBDAEAF41A}" dt="2026-04-29T18:41:47.865" v="484" actId="26606"/>
          <ac:spMkLst>
            <pc:docMk/>
            <pc:sldMk cId="0" sldId="266"/>
            <ac:spMk id="26" creationId="{00000000-0000-0000-0000-000000000000}"/>
          </ac:spMkLst>
        </pc:spChg>
        <pc:spChg chg="del">
          <ac:chgData name="Trevoir Williams" userId="6a45007046124a3d" providerId="LiveId" clId="{53D5EA3C-0847-4EC1-9FDC-43DBDAEAF41A}" dt="2026-04-29T18:30:30.672" v="137" actId="478"/>
          <ac:spMkLst>
            <pc:docMk/>
            <pc:sldMk cId="0" sldId="266"/>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67"/>
        </pc:sldMkLst>
        <pc:spChg chg="mod">
          <ac:chgData name="Trevoir Williams" userId="6a45007046124a3d" providerId="LiveId" clId="{53D5EA3C-0847-4EC1-9FDC-43DBDAEAF41A}" dt="2026-04-29T18:36:33.074" v="162" actId="26606"/>
          <ac:spMkLst>
            <pc:docMk/>
            <pc:sldMk cId="0" sldId="267"/>
            <ac:spMk id="3" creationId="{00000000-0000-0000-0000-000000000000}"/>
          </ac:spMkLst>
        </pc:spChg>
        <pc:spChg chg="mod">
          <ac:chgData name="Trevoir Williams" userId="6a45007046124a3d" providerId="LiveId" clId="{53D5EA3C-0847-4EC1-9FDC-43DBDAEAF41A}" dt="2026-04-29T18:41:47.956" v="485" actId="27636"/>
          <ac:spMkLst>
            <pc:docMk/>
            <pc:sldMk cId="0" sldId="267"/>
            <ac:spMk id="4" creationId="{00000000-0000-0000-0000-000000000000}"/>
          </ac:spMkLst>
        </pc:spChg>
        <pc:spChg chg="mod">
          <ac:chgData name="Trevoir Williams" userId="6a45007046124a3d" providerId="LiveId" clId="{53D5EA3C-0847-4EC1-9FDC-43DBDAEAF41A}" dt="2026-04-29T18:44:28.237" v="511" actId="1035"/>
          <ac:spMkLst>
            <pc:docMk/>
            <pc:sldMk cId="0" sldId="267"/>
            <ac:spMk id="14" creationId="{00000000-0000-0000-0000-000000000000}"/>
          </ac:spMkLst>
        </pc:spChg>
        <pc:spChg chg="mod">
          <ac:chgData name="Trevoir Williams" userId="6a45007046124a3d" providerId="LiveId" clId="{53D5EA3C-0847-4EC1-9FDC-43DBDAEAF41A}" dt="2026-04-29T18:41:47.865" v="484" actId="26606"/>
          <ac:spMkLst>
            <pc:docMk/>
            <pc:sldMk cId="0" sldId="267"/>
            <ac:spMk id="15" creationId="{00000000-0000-0000-0000-000000000000}"/>
          </ac:spMkLst>
        </pc:spChg>
        <pc:spChg chg="mod">
          <ac:chgData name="Trevoir Williams" userId="6a45007046124a3d" providerId="LiveId" clId="{53D5EA3C-0847-4EC1-9FDC-43DBDAEAF41A}" dt="2026-04-29T20:52:00.045" v="898" actId="26606"/>
          <ac:spMkLst>
            <pc:docMk/>
            <pc:sldMk cId="0" sldId="267"/>
            <ac:spMk id="16" creationId="{00000000-0000-0000-0000-000000000000}"/>
          </ac:spMkLst>
        </pc:spChg>
      </pc:sldChg>
      <pc:sldChg chg="modSp mod addAnim delAnim modAnim">
        <pc:chgData name="Trevoir Williams" userId="6a45007046124a3d" providerId="LiveId" clId="{53D5EA3C-0847-4EC1-9FDC-43DBDAEAF41A}" dt="2026-04-29T18:44:44.794" v="522" actId="255"/>
        <pc:sldMkLst>
          <pc:docMk/>
          <pc:sldMk cId="0" sldId="268"/>
        </pc:sldMkLst>
        <pc:spChg chg="mod">
          <ac:chgData name="Trevoir Williams" userId="6a45007046124a3d" providerId="LiveId" clId="{53D5EA3C-0847-4EC1-9FDC-43DBDAEAF41A}" dt="2026-04-29T18:36:33.074" v="162" actId="26606"/>
          <ac:spMkLst>
            <pc:docMk/>
            <pc:sldMk cId="0" sldId="268"/>
            <ac:spMk id="3" creationId="{00000000-0000-0000-0000-000000000000}"/>
          </ac:spMkLst>
        </pc:spChg>
        <pc:spChg chg="mod">
          <ac:chgData name="Trevoir Williams" userId="6a45007046124a3d" providerId="LiveId" clId="{53D5EA3C-0847-4EC1-9FDC-43DBDAEAF41A}" dt="2026-04-29T18:44:36.353" v="513" actId="27636"/>
          <ac:spMkLst>
            <pc:docMk/>
            <pc:sldMk cId="0" sldId="268"/>
            <ac:spMk id="4" creationId="{00000000-0000-0000-0000-000000000000}"/>
          </ac:spMkLst>
        </pc:spChg>
        <pc:spChg chg="mod">
          <ac:chgData name="Trevoir Williams" userId="6a45007046124a3d" providerId="LiveId" clId="{53D5EA3C-0847-4EC1-9FDC-43DBDAEAF41A}" dt="2026-04-29T18:41:47.865" v="484" actId="26606"/>
          <ac:spMkLst>
            <pc:docMk/>
            <pc:sldMk cId="0" sldId="268"/>
            <ac:spMk id="22" creationId="{00000000-0000-0000-0000-000000000000}"/>
          </ac:spMkLst>
        </pc:spChg>
        <pc:spChg chg="mod">
          <ac:chgData name="Trevoir Williams" userId="6a45007046124a3d" providerId="LiveId" clId="{53D5EA3C-0847-4EC1-9FDC-43DBDAEAF41A}" dt="2026-04-29T18:41:47.865" v="484" actId="26606"/>
          <ac:spMkLst>
            <pc:docMk/>
            <pc:sldMk cId="0" sldId="268"/>
            <ac:spMk id="23" creationId="{00000000-0000-0000-0000-000000000000}"/>
          </ac:spMkLst>
        </pc:spChg>
        <pc:spChg chg="mod">
          <ac:chgData name="Trevoir Williams" userId="6a45007046124a3d" providerId="LiveId" clId="{53D5EA3C-0847-4EC1-9FDC-43DBDAEAF41A}" dt="2026-04-29T18:41:47.865" v="484" actId="26606"/>
          <ac:spMkLst>
            <pc:docMk/>
            <pc:sldMk cId="0" sldId="268"/>
            <ac:spMk id="24" creationId="{00000000-0000-0000-0000-000000000000}"/>
          </ac:spMkLst>
        </pc:spChg>
        <pc:spChg chg="mod">
          <ac:chgData name="Trevoir Williams" userId="6a45007046124a3d" providerId="LiveId" clId="{53D5EA3C-0847-4EC1-9FDC-43DBDAEAF41A}" dt="2026-04-29T18:44:44.794" v="522" actId="255"/>
          <ac:spMkLst>
            <pc:docMk/>
            <pc:sldMk cId="0" sldId="268"/>
            <ac:spMk id="25"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69"/>
        </pc:sldMkLst>
        <pc:spChg chg="mod">
          <ac:chgData name="Trevoir Williams" userId="6a45007046124a3d" providerId="LiveId" clId="{53D5EA3C-0847-4EC1-9FDC-43DBDAEAF41A}" dt="2026-04-29T18:36:33.074" v="162" actId="26606"/>
          <ac:spMkLst>
            <pc:docMk/>
            <pc:sldMk cId="0" sldId="269"/>
            <ac:spMk id="3" creationId="{00000000-0000-0000-0000-000000000000}"/>
          </ac:spMkLst>
        </pc:spChg>
        <pc:spChg chg="mod">
          <ac:chgData name="Trevoir Williams" userId="6a45007046124a3d" providerId="LiveId" clId="{53D5EA3C-0847-4EC1-9FDC-43DBDAEAF41A}" dt="2026-04-29T18:41:48.013" v="487" actId="27636"/>
          <ac:spMkLst>
            <pc:docMk/>
            <pc:sldMk cId="0" sldId="269"/>
            <ac:spMk id="4" creationId="{00000000-0000-0000-0000-000000000000}"/>
          </ac:spMkLst>
        </pc:spChg>
        <pc:spChg chg="mod">
          <ac:chgData name="Trevoir Williams" userId="6a45007046124a3d" providerId="LiveId" clId="{53D5EA3C-0847-4EC1-9FDC-43DBDAEAF41A}" dt="2026-04-29T18:44:59.308" v="537" actId="20577"/>
          <ac:spMkLst>
            <pc:docMk/>
            <pc:sldMk cId="0" sldId="269"/>
            <ac:spMk id="17" creationId="{00000000-0000-0000-0000-000000000000}"/>
          </ac:spMkLst>
        </pc:spChg>
        <pc:spChg chg="mod">
          <ac:chgData name="Trevoir Williams" userId="6a45007046124a3d" providerId="LiveId" clId="{53D5EA3C-0847-4EC1-9FDC-43DBDAEAF41A}" dt="2026-04-29T18:41:47.865" v="484" actId="26606"/>
          <ac:spMkLst>
            <pc:docMk/>
            <pc:sldMk cId="0" sldId="269"/>
            <ac:spMk id="19" creationId="{00000000-0000-0000-0000-000000000000}"/>
          </ac:spMkLst>
        </pc:spChg>
        <pc:spChg chg="mod">
          <ac:chgData name="Trevoir Williams" userId="6a45007046124a3d" providerId="LiveId" clId="{53D5EA3C-0847-4EC1-9FDC-43DBDAEAF41A}" dt="2026-04-29T18:41:47.865" v="484" actId="26606"/>
          <ac:spMkLst>
            <pc:docMk/>
            <pc:sldMk cId="0" sldId="269"/>
            <ac:spMk id="20" creationId="{00000000-0000-0000-0000-000000000000}"/>
          </ac:spMkLst>
        </pc:spChg>
        <pc:spChg chg="mod">
          <ac:chgData name="Trevoir Williams" userId="6a45007046124a3d" providerId="LiveId" clId="{53D5EA3C-0847-4EC1-9FDC-43DBDAEAF41A}" dt="2026-04-29T18:41:47.865" v="484" actId="26606"/>
          <ac:spMkLst>
            <pc:docMk/>
            <pc:sldMk cId="0" sldId="269"/>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0"/>
        </pc:sldMkLst>
        <pc:spChg chg="mod">
          <ac:chgData name="Trevoir Williams" userId="6a45007046124a3d" providerId="LiveId" clId="{53D5EA3C-0847-4EC1-9FDC-43DBDAEAF41A}" dt="2026-04-29T18:36:33.074" v="162" actId="26606"/>
          <ac:spMkLst>
            <pc:docMk/>
            <pc:sldMk cId="0" sldId="270"/>
            <ac:spMk id="3" creationId="{00000000-0000-0000-0000-000000000000}"/>
          </ac:spMkLst>
        </pc:spChg>
        <pc:spChg chg="mod">
          <ac:chgData name="Trevoir Williams" userId="6a45007046124a3d" providerId="LiveId" clId="{53D5EA3C-0847-4EC1-9FDC-43DBDAEAF41A}" dt="2026-04-29T18:48:13.146" v="575" actId="27636"/>
          <ac:spMkLst>
            <pc:docMk/>
            <pc:sldMk cId="0" sldId="270"/>
            <ac:spMk id="4" creationId="{00000000-0000-0000-0000-000000000000}"/>
          </ac:spMkLst>
        </pc:spChg>
        <pc:spChg chg="mod">
          <ac:chgData name="Trevoir Williams" userId="6a45007046124a3d" providerId="LiveId" clId="{53D5EA3C-0847-4EC1-9FDC-43DBDAEAF41A}" dt="2026-04-29T18:48:13.161" v="576" actId="27636"/>
          <ac:spMkLst>
            <pc:docMk/>
            <pc:sldMk cId="0" sldId="270"/>
            <ac:spMk id="17" creationId="{00000000-0000-0000-0000-000000000000}"/>
          </ac:spMkLst>
        </pc:spChg>
        <pc:spChg chg="mod">
          <ac:chgData name="Trevoir Williams" userId="6a45007046124a3d" providerId="LiveId" clId="{53D5EA3C-0847-4EC1-9FDC-43DBDAEAF41A}" dt="2026-04-29T18:41:47.865" v="484" actId="26606"/>
          <ac:spMkLst>
            <pc:docMk/>
            <pc:sldMk cId="0" sldId="270"/>
            <ac:spMk id="19" creationId="{00000000-0000-0000-0000-000000000000}"/>
          </ac:spMkLst>
        </pc:spChg>
        <pc:spChg chg="mod">
          <ac:chgData name="Trevoir Williams" userId="6a45007046124a3d" providerId="LiveId" clId="{53D5EA3C-0847-4EC1-9FDC-43DBDAEAF41A}" dt="2026-04-29T18:41:47.865" v="484" actId="26606"/>
          <ac:spMkLst>
            <pc:docMk/>
            <pc:sldMk cId="0" sldId="270"/>
            <ac:spMk id="20" creationId="{00000000-0000-0000-0000-000000000000}"/>
          </ac:spMkLst>
        </pc:spChg>
        <pc:spChg chg="mod">
          <ac:chgData name="Trevoir Williams" userId="6a45007046124a3d" providerId="LiveId" clId="{53D5EA3C-0847-4EC1-9FDC-43DBDAEAF41A}" dt="2026-04-29T18:41:47.865" v="484" actId="26606"/>
          <ac:spMkLst>
            <pc:docMk/>
            <pc:sldMk cId="0" sldId="270"/>
            <ac:spMk id="21" creationId="{00000000-0000-0000-0000-000000000000}"/>
          </ac:spMkLst>
        </pc:spChg>
      </pc:sldChg>
      <pc:sldChg chg="modSp add del mod">
        <pc:chgData name="Trevoir Williams" userId="6a45007046124a3d" providerId="LiveId" clId="{53D5EA3C-0847-4EC1-9FDC-43DBDAEAF41A}" dt="2026-04-29T18:55:40.351" v="655" actId="27636"/>
        <pc:sldMkLst>
          <pc:docMk/>
          <pc:sldMk cId="0" sldId="271"/>
        </pc:sldMkLst>
        <pc:spChg chg="mod">
          <ac:chgData name="Trevoir Williams" userId="6a45007046124a3d" providerId="LiveId" clId="{53D5EA3C-0847-4EC1-9FDC-43DBDAEAF41A}" dt="2026-04-29T18:36:33.074" v="162" actId="26606"/>
          <ac:spMkLst>
            <pc:docMk/>
            <pc:sldMk cId="0" sldId="271"/>
            <ac:spMk id="3" creationId="{00000000-0000-0000-0000-000000000000}"/>
          </ac:spMkLst>
        </pc:spChg>
        <pc:spChg chg="mod">
          <ac:chgData name="Trevoir Williams" userId="6a45007046124a3d" providerId="LiveId" clId="{53D5EA3C-0847-4EC1-9FDC-43DBDAEAF41A}" dt="2026-04-29T18:55:40.351" v="655" actId="27636"/>
          <ac:spMkLst>
            <pc:docMk/>
            <pc:sldMk cId="0" sldId="271"/>
            <ac:spMk id="4" creationId="{00000000-0000-0000-0000-000000000000}"/>
          </ac:spMkLst>
        </pc:spChg>
        <pc:spChg chg="mod">
          <ac:chgData name="Trevoir Williams" userId="6a45007046124a3d" providerId="LiveId" clId="{53D5EA3C-0847-4EC1-9FDC-43DBDAEAF41A}" dt="2026-04-29T18:41:47.865" v="484" actId="26606"/>
          <ac:spMkLst>
            <pc:docMk/>
            <pc:sldMk cId="0" sldId="271"/>
            <ac:spMk id="28" creationId="{00000000-0000-0000-0000-000000000000}"/>
          </ac:spMkLst>
        </pc:spChg>
        <pc:spChg chg="mod">
          <ac:chgData name="Trevoir Williams" userId="6a45007046124a3d" providerId="LiveId" clId="{53D5EA3C-0847-4EC1-9FDC-43DBDAEAF41A}" dt="2026-04-29T18:41:47.865" v="484" actId="26606"/>
          <ac:spMkLst>
            <pc:docMk/>
            <pc:sldMk cId="0" sldId="271"/>
            <ac:spMk id="29" creationId="{00000000-0000-0000-0000-000000000000}"/>
          </ac:spMkLst>
        </pc:spChg>
        <pc:spChg chg="mod">
          <ac:chgData name="Trevoir Williams" userId="6a45007046124a3d" providerId="LiveId" clId="{53D5EA3C-0847-4EC1-9FDC-43DBDAEAF41A}" dt="2026-04-29T18:41:47.865" v="484" actId="26606"/>
          <ac:spMkLst>
            <pc:docMk/>
            <pc:sldMk cId="0" sldId="271"/>
            <ac:spMk id="30"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2"/>
        </pc:sldMkLst>
        <pc:spChg chg="mod">
          <ac:chgData name="Trevoir Williams" userId="6a45007046124a3d" providerId="LiveId" clId="{53D5EA3C-0847-4EC1-9FDC-43DBDAEAF41A}" dt="2026-04-29T18:48:20.339" v="581" actId="27636"/>
          <ac:spMkLst>
            <pc:docMk/>
            <pc:sldMk cId="0" sldId="272"/>
            <ac:spMk id="3" creationId="{00000000-0000-0000-0000-000000000000}"/>
          </ac:spMkLst>
        </pc:spChg>
        <pc:spChg chg="mod">
          <ac:chgData name="Trevoir Williams" userId="6a45007046124a3d" providerId="LiveId" clId="{53D5EA3C-0847-4EC1-9FDC-43DBDAEAF41A}" dt="2026-04-29T18:48:20.337" v="580" actId="27636"/>
          <ac:spMkLst>
            <pc:docMk/>
            <pc:sldMk cId="0" sldId="272"/>
            <ac:spMk id="4" creationId="{00000000-0000-0000-0000-000000000000}"/>
          </ac:spMkLst>
        </pc:spChg>
        <pc:spChg chg="mod">
          <ac:chgData name="Trevoir Williams" userId="6a45007046124a3d" providerId="LiveId" clId="{53D5EA3C-0847-4EC1-9FDC-43DBDAEAF41A}" dt="2026-04-29T18:48:20.334" v="579" actId="27636"/>
          <ac:spMkLst>
            <pc:docMk/>
            <pc:sldMk cId="0" sldId="272"/>
            <ac:spMk id="17" creationId="{00000000-0000-0000-0000-000000000000}"/>
          </ac:spMkLst>
        </pc:spChg>
        <pc:spChg chg="mod">
          <ac:chgData name="Trevoir Williams" userId="6a45007046124a3d" providerId="LiveId" clId="{53D5EA3C-0847-4EC1-9FDC-43DBDAEAF41A}" dt="2026-04-29T18:41:47.865" v="484" actId="26606"/>
          <ac:spMkLst>
            <pc:docMk/>
            <pc:sldMk cId="0" sldId="272"/>
            <ac:spMk id="19" creationId="{00000000-0000-0000-0000-000000000000}"/>
          </ac:spMkLst>
        </pc:spChg>
        <pc:spChg chg="mod">
          <ac:chgData name="Trevoir Williams" userId="6a45007046124a3d" providerId="LiveId" clId="{53D5EA3C-0847-4EC1-9FDC-43DBDAEAF41A}" dt="2026-04-29T18:41:47.865" v="484" actId="26606"/>
          <ac:spMkLst>
            <pc:docMk/>
            <pc:sldMk cId="0" sldId="272"/>
            <ac:spMk id="20" creationId="{00000000-0000-0000-0000-000000000000}"/>
          </ac:spMkLst>
        </pc:spChg>
        <pc:spChg chg="mod">
          <ac:chgData name="Trevoir Williams" userId="6a45007046124a3d" providerId="LiveId" clId="{53D5EA3C-0847-4EC1-9FDC-43DBDAEAF41A}" dt="2026-04-29T18:41:47.865" v="484" actId="26606"/>
          <ac:spMkLst>
            <pc:docMk/>
            <pc:sldMk cId="0" sldId="272"/>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3"/>
        </pc:sldMkLst>
        <pc:spChg chg="mod">
          <ac:chgData name="Trevoir Williams" userId="6a45007046124a3d" providerId="LiveId" clId="{53D5EA3C-0847-4EC1-9FDC-43DBDAEAF41A}" dt="2026-04-29T18:36:33.234" v="163" actId="27636"/>
          <ac:spMkLst>
            <pc:docMk/>
            <pc:sldMk cId="0" sldId="273"/>
            <ac:spMk id="3" creationId="{00000000-0000-0000-0000-000000000000}"/>
          </ac:spMkLst>
        </pc:spChg>
        <pc:spChg chg="mod">
          <ac:chgData name="Trevoir Williams" userId="6a45007046124a3d" providerId="LiveId" clId="{53D5EA3C-0847-4EC1-9FDC-43DBDAEAF41A}" dt="2026-04-29T18:48:32.782" v="586" actId="27636"/>
          <ac:spMkLst>
            <pc:docMk/>
            <pc:sldMk cId="0" sldId="273"/>
            <ac:spMk id="4" creationId="{00000000-0000-0000-0000-000000000000}"/>
          </ac:spMkLst>
        </pc:spChg>
        <pc:spChg chg="mod">
          <ac:chgData name="Trevoir Williams" userId="6a45007046124a3d" providerId="LiveId" clId="{53D5EA3C-0847-4EC1-9FDC-43DBDAEAF41A}" dt="2026-04-29T18:48:32.791" v="587" actId="27636"/>
          <ac:spMkLst>
            <pc:docMk/>
            <pc:sldMk cId="0" sldId="273"/>
            <ac:spMk id="17" creationId="{00000000-0000-0000-0000-000000000000}"/>
          </ac:spMkLst>
        </pc:spChg>
        <pc:spChg chg="mod">
          <ac:chgData name="Trevoir Williams" userId="6a45007046124a3d" providerId="LiveId" clId="{53D5EA3C-0847-4EC1-9FDC-43DBDAEAF41A}" dt="2026-04-29T18:41:47.865" v="484" actId="26606"/>
          <ac:spMkLst>
            <pc:docMk/>
            <pc:sldMk cId="0" sldId="273"/>
            <ac:spMk id="19" creationId="{00000000-0000-0000-0000-000000000000}"/>
          </ac:spMkLst>
        </pc:spChg>
        <pc:spChg chg="mod">
          <ac:chgData name="Trevoir Williams" userId="6a45007046124a3d" providerId="LiveId" clId="{53D5EA3C-0847-4EC1-9FDC-43DBDAEAF41A}" dt="2026-04-29T18:41:47.865" v="484" actId="26606"/>
          <ac:spMkLst>
            <pc:docMk/>
            <pc:sldMk cId="0" sldId="273"/>
            <ac:spMk id="20" creationId="{00000000-0000-0000-0000-000000000000}"/>
          </ac:spMkLst>
        </pc:spChg>
        <pc:spChg chg="mod">
          <ac:chgData name="Trevoir Williams" userId="6a45007046124a3d" providerId="LiveId" clId="{53D5EA3C-0847-4EC1-9FDC-43DBDAEAF41A}" dt="2026-04-29T18:45:26.235" v="540" actId="20577"/>
          <ac:spMkLst>
            <pc:docMk/>
            <pc:sldMk cId="0" sldId="273"/>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74"/>
        </pc:sldMkLst>
        <pc:spChg chg="mod">
          <ac:chgData name="Trevoir Williams" userId="6a45007046124a3d" providerId="LiveId" clId="{53D5EA3C-0847-4EC1-9FDC-43DBDAEAF41A}" dt="2026-04-29T18:36:33.341" v="164" actId="27636"/>
          <ac:spMkLst>
            <pc:docMk/>
            <pc:sldMk cId="0" sldId="274"/>
            <ac:spMk id="3" creationId="{00000000-0000-0000-0000-000000000000}"/>
          </ac:spMkLst>
        </pc:spChg>
        <pc:spChg chg="mod">
          <ac:chgData name="Trevoir Williams" userId="6a45007046124a3d" providerId="LiveId" clId="{53D5EA3C-0847-4EC1-9FDC-43DBDAEAF41A}" dt="2026-04-29T18:48:35.933" v="589" actId="27636"/>
          <ac:spMkLst>
            <pc:docMk/>
            <pc:sldMk cId="0" sldId="274"/>
            <ac:spMk id="4" creationId="{00000000-0000-0000-0000-000000000000}"/>
          </ac:spMkLst>
        </pc:spChg>
        <pc:spChg chg="mod">
          <ac:chgData name="Trevoir Williams" userId="6a45007046124a3d" providerId="LiveId" clId="{53D5EA3C-0847-4EC1-9FDC-43DBDAEAF41A}" dt="2026-04-29T18:48:35.929" v="588" actId="27636"/>
          <ac:spMkLst>
            <pc:docMk/>
            <pc:sldMk cId="0" sldId="274"/>
            <ac:spMk id="17" creationId="{00000000-0000-0000-0000-000000000000}"/>
          </ac:spMkLst>
        </pc:spChg>
        <pc:spChg chg="mod">
          <ac:chgData name="Trevoir Williams" userId="6a45007046124a3d" providerId="LiveId" clId="{53D5EA3C-0847-4EC1-9FDC-43DBDAEAF41A}" dt="2026-04-29T18:41:47.865" v="484" actId="26606"/>
          <ac:spMkLst>
            <pc:docMk/>
            <pc:sldMk cId="0" sldId="274"/>
            <ac:spMk id="19" creationId="{00000000-0000-0000-0000-000000000000}"/>
          </ac:spMkLst>
        </pc:spChg>
        <pc:spChg chg="mod">
          <ac:chgData name="Trevoir Williams" userId="6a45007046124a3d" providerId="LiveId" clId="{53D5EA3C-0847-4EC1-9FDC-43DBDAEAF41A}" dt="2026-04-29T18:41:47.865" v="484" actId="26606"/>
          <ac:spMkLst>
            <pc:docMk/>
            <pc:sldMk cId="0" sldId="274"/>
            <ac:spMk id="20" creationId="{00000000-0000-0000-0000-000000000000}"/>
          </ac:spMkLst>
        </pc:spChg>
        <pc:spChg chg="mod">
          <ac:chgData name="Trevoir Williams" userId="6a45007046124a3d" providerId="LiveId" clId="{53D5EA3C-0847-4EC1-9FDC-43DBDAEAF41A}" dt="2026-04-29T18:45:45.336" v="547" actId="20577"/>
          <ac:spMkLst>
            <pc:docMk/>
            <pc:sldMk cId="0" sldId="274"/>
            <ac:spMk id="21" creationId="{00000000-0000-0000-0000-000000000000}"/>
          </ac:spMkLst>
        </pc:spChg>
      </pc:sldChg>
      <pc:sldChg chg="modSp mod addAnim delAnim modAnim">
        <pc:chgData name="Trevoir Williams" userId="6a45007046124a3d" providerId="LiveId" clId="{53D5EA3C-0847-4EC1-9FDC-43DBDAEAF41A}" dt="2026-04-29T18:48:41.672" v="594" actId="27636"/>
        <pc:sldMkLst>
          <pc:docMk/>
          <pc:sldMk cId="0" sldId="275"/>
        </pc:sldMkLst>
        <pc:spChg chg="mod">
          <ac:chgData name="Trevoir Williams" userId="6a45007046124a3d" providerId="LiveId" clId="{53D5EA3C-0847-4EC1-9FDC-43DBDAEAF41A}" dt="2026-04-29T18:36:33.074" v="162" actId="26606"/>
          <ac:spMkLst>
            <pc:docMk/>
            <pc:sldMk cId="0" sldId="275"/>
            <ac:spMk id="3" creationId="{00000000-0000-0000-0000-000000000000}"/>
          </ac:spMkLst>
        </pc:spChg>
        <pc:spChg chg="mod">
          <ac:chgData name="Trevoir Williams" userId="6a45007046124a3d" providerId="LiveId" clId="{53D5EA3C-0847-4EC1-9FDC-43DBDAEAF41A}" dt="2026-04-29T18:48:41.656" v="592" actId="27636"/>
          <ac:spMkLst>
            <pc:docMk/>
            <pc:sldMk cId="0" sldId="275"/>
            <ac:spMk id="4" creationId="{00000000-0000-0000-0000-000000000000}"/>
          </ac:spMkLst>
        </pc:spChg>
        <pc:spChg chg="mod">
          <ac:chgData name="Trevoir Williams" userId="6a45007046124a3d" providerId="LiveId" clId="{53D5EA3C-0847-4EC1-9FDC-43DBDAEAF41A}" dt="2026-04-29T18:48:41.672" v="594" actId="27636"/>
          <ac:spMkLst>
            <pc:docMk/>
            <pc:sldMk cId="0" sldId="275"/>
            <ac:spMk id="8" creationId="{00000000-0000-0000-0000-000000000000}"/>
          </ac:spMkLst>
        </pc:spChg>
        <pc:spChg chg="mod">
          <ac:chgData name="Trevoir Williams" userId="6a45007046124a3d" providerId="LiveId" clId="{53D5EA3C-0847-4EC1-9FDC-43DBDAEAF41A}" dt="2026-04-29T18:48:41.656" v="591" actId="27636"/>
          <ac:spMkLst>
            <pc:docMk/>
            <pc:sldMk cId="0" sldId="275"/>
            <ac:spMk id="12" creationId="{00000000-0000-0000-0000-000000000000}"/>
          </ac:spMkLst>
        </pc:spChg>
        <pc:spChg chg="mod">
          <ac:chgData name="Trevoir Williams" userId="6a45007046124a3d" providerId="LiveId" clId="{53D5EA3C-0847-4EC1-9FDC-43DBDAEAF41A}" dt="2026-04-29T18:48:41.672" v="593" actId="27636"/>
          <ac:spMkLst>
            <pc:docMk/>
            <pc:sldMk cId="0" sldId="275"/>
            <ac:spMk id="16" creationId="{00000000-0000-0000-0000-000000000000}"/>
          </ac:spMkLst>
        </pc:spChg>
        <pc:spChg chg="mod">
          <ac:chgData name="Trevoir Williams" userId="6a45007046124a3d" providerId="LiveId" clId="{53D5EA3C-0847-4EC1-9FDC-43DBDAEAF41A}" dt="2026-04-29T18:41:47.865" v="484" actId="26606"/>
          <ac:spMkLst>
            <pc:docMk/>
            <pc:sldMk cId="0" sldId="275"/>
            <ac:spMk id="20" creationId="{00000000-0000-0000-0000-000000000000}"/>
          </ac:spMkLst>
        </pc:spChg>
        <pc:spChg chg="mod">
          <ac:chgData name="Trevoir Williams" userId="6a45007046124a3d" providerId="LiveId" clId="{53D5EA3C-0847-4EC1-9FDC-43DBDAEAF41A}" dt="2026-04-29T18:41:47.865" v="484" actId="26606"/>
          <ac:spMkLst>
            <pc:docMk/>
            <pc:sldMk cId="0" sldId="275"/>
            <ac:spMk id="22" creationId="{00000000-0000-0000-0000-000000000000}"/>
          </ac:spMkLst>
        </pc:spChg>
        <pc:spChg chg="mod">
          <ac:chgData name="Trevoir Williams" userId="6a45007046124a3d" providerId="LiveId" clId="{53D5EA3C-0847-4EC1-9FDC-43DBDAEAF41A}" dt="2026-04-29T18:41:47.865" v="484" actId="26606"/>
          <ac:spMkLst>
            <pc:docMk/>
            <pc:sldMk cId="0" sldId="275"/>
            <ac:spMk id="24" creationId="{00000000-0000-0000-0000-000000000000}"/>
          </ac:spMkLst>
        </pc:spChg>
        <pc:spChg chg="mod">
          <ac:chgData name="Trevoir Williams" userId="6a45007046124a3d" providerId="LiveId" clId="{53D5EA3C-0847-4EC1-9FDC-43DBDAEAF41A}" dt="2026-04-29T18:41:47.865" v="484" actId="26606"/>
          <ac:spMkLst>
            <pc:docMk/>
            <pc:sldMk cId="0" sldId="275"/>
            <ac:spMk id="25" creationId="{00000000-0000-0000-0000-000000000000}"/>
          </ac:spMkLst>
        </pc:spChg>
      </pc:sldChg>
      <pc:sldChg chg="delSp modSp mod">
        <pc:chgData name="Trevoir Williams" userId="6a45007046124a3d" providerId="LiveId" clId="{53D5EA3C-0847-4EC1-9FDC-43DBDAEAF41A}" dt="2026-04-29T18:48:45.204" v="595" actId="27636"/>
        <pc:sldMkLst>
          <pc:docMk/>
          <pc:sldMk cId="0" sldId="276"/>
        </pc:sldMkLst>
        <pc:spChg chg="mod">
          <ac:chgData name="Trevoir Williams" userId="6a45007046124a3d" providerId="LiveId" clId="{53D5EA3C-0847-4EC1-9FDC-43DBDAEAF41A}" dt="2026-04-29T18:41:47.865" v="484" actId="26606"/>
          <ac:spMkLst>
            <pc:docMk/>
            <pc:sldMk cId="0" sldId="276"/>
            <ac:spMk id="6" creationId="{00000000-0000-0000-0000-000000000000}"/>
          </ac:spMkLst>
        </pc:spChg>
        <pc:spChg chg="mod">
          <ac:chgData name="Trevoir Williams" userId="6a45007046124a3d" providerId="LiveId" clId="{53D5EA3C-0847-4EC1-9FDC-43DBDAEAF41A}" dt="2026-04-29T18:48:45.204" v="595" actId="27636"/>
          <ac:spMkLst>
            <pc:docMk/>
            <pc:sldMk cId="0" sldId="276"/>
            <ac:spMk id="8" creationId="{00000000-0000-0000-0000-000000000000}"/>
          </ac:spMkLst>
        </pc:spChg>
        <pc:spChg chg="mod">
          <ac:chgData name="Trevoir Williams" userId="6a45007046124a3d" providerId="LiveId" clId="{53D5EA3C-0847-4EC1-9FDC-43DBDAEAF41A}" dt="2026-04-29T18:41:47.865" v="484" actId="26606"/>
          <ac:spMkLst>
            <pc:docMk/>
            <pc:sldMk cId="0" sldId="276"/>
            <ac:spMk id="25" creationId="{00000000-0000-0000-0000-000000000000}"/>
          </ac:spMkLst>
        </pc:spChg>
        <pc:spChg chg="mod">
          <ac:chgData name="Trevoir Williams" userId="6a45007046124a3d" providerId="LiveId" clId="{53D5EA3C-0847-4EC1-9FDC-43DBDAEAF41A}" dt="2026-04-29T18:41:47.865" v="484" actId="26606"/>
          <ac:spMkLst>
            <pc:docMk/>
            <pc:sldMk cId="0" sldId="276"/>
            <ac:spMk id="26" creationId="{00000000-0000-0000-0000-000000000000}"/>
          </ac:spMkLst>
        </pc:spChg>
        <pc:spChg chg="del mod">
          <ac:chgData name="Trevoir Williams" userId="6a45007046124a3d" providerId="LiveId" clId="{53D5EA3C-0847-4EC1-9FDC-43DBDAEAF41A}" dt="2026-04-29T18:47:49.289" v="568" actId="478"/>
          <ac:spMkLst>
            <pc:docMk/>
            <pc:sldMk cId="0" sldId="276"/>
            <ac:spMk id="27" creationId="{00000000-0000-0000-0000-000000000000}"/>
          </ac:spMkLst>
        </pc:spChg>
      </pc:sldChg>
      <pc:sldChg chg="modSp mod addAnim delAnim modAnim">
        <pc:chgData name="Trevoir Williams" userId="6a45007046124a3d" providerId="LiveId" clId="{53D5EA3C-0847-4EC1-9FDC-43DBDAEAF41A}" dt="2026-04-29T18:48:15.182" v="578" actId="27636"/>
        <pc:sldMkLst>
          <pc:docMk/>
          <pc:sldMk cId="0" sldId="277"/>
        </pc:sldMkLst>
        <pc:spChg chg="mod">
          <ac:chgData name="Trevoir Williams" userId="6a45007046124a3d" providerId="LiveId" clId="{53D5EA3C-0847-4EC1-9FDC-43DBDAEAF41A}" dt="2026-04-29T18:36:33.074" v="162" actId="26606"/>
          <ac:spMkLst>
            <pc:docMk/>
            <pc:sldMk cId="0" sldId="277"/>
            <ac:spMk id="3" creationId="{00000000-0000-0000-0000-000000000000}"/>
          </ac:spMkLst>
        </pc:spChg>
        <pc:spChg chg="mod">
          <ac:chgData name="Trevoir Williams" userId="6a45007046124a3d" providerId="LiveId" clId="{53D5EA3C-0847-4EC1-9FDC-43DBDAEAF41A}" dt="2026-04-29T18:48:15.182" v="578" actId="27636"/>
          <ac:spMkLst>
            <pc:docMk/>
            <pc:sldMk cId="0" sldId="277"/>
            <ac:spMk id="4" creationId="{00000000-0000-0000-0000-000000000000}"/>
          </ac:spMkLst>
        </pc:spChg>
        <pc:spChg chg="mod">
          <ac:chgData name="Trevoir Williams" userId="6a45007046124a3d" providerId="LiveId" clId="{53D5EA3C-0847-4EC1-9FDC-43DBDAEAF41A}" dt="2026-04-29T18:41:47.865" v="484" actId="26606"/>
          <ac:spMkLst>
            <pc:docMk/>
            <pc:sldMk cId="0" sldId="277"/>
            <ac:spMk id="14" creationId="{00000000-0000-0000-0000-000000000000}"/>
          </ac:spMkLst>
        </pc:spChg>
        <pc:spChg chg="mod">
          <ac:chgData name="Trevoir Williams" userId="6a45007046124a3d" providerId="LiveId" clId="{53D5EA3C-0847-4EC1-9FDC-43DBDAEAF41A}" dt="2026-04-29T18:41:47.865" v="484" actId="26606"/>
          <ac:spMkLst>
            <pc:docMk/>
            <pc:sldMk cId="0" sldId="277"/>
            <ac:spMk id="15" creationId="{00000000-0000-0000-0000-000000000000}"/>
          </ac:spMkLst>
        </pc:spChg>
        <pc:spChg chg="mod">
          <ac:chgData name="Trevoir Williams" userId="6a45007046124a3d" providerId="LiveId" clId="{53D5EA3C-0847-4EC1-9FDC-43DBDAEAF41A}" dt="2026-04-29T18:48:15.176" v="577" actId="20577"/>
          <ac:spMkLst>
            <pc:docMk/>
            <pc:sldMk cId="0" sldId="277"/>
            <ac:spMk id="16" creationId="{00000000-0000-0000-0000-000000000000}"/>
          </ac:spMkLst>
        </pc:spChg>
      </pc:sldChg>
      <pc:sldChg chg="modSp del mod">
        <pc:chgData name="Trevoir Williams" userId="6a45007046124a3d" providerId="LiveId" clId="{53D5EA3C-0847-4EC1-9FDC-43DBDAEAF41A}" dt="2026-04-29T18:48:38.322" v="590" actId="47"/>
        <pc:sldMkLst>
          <pc:docMk/>
          <pc:sldMk cId="0" sldId="278"/>
        </pc:sldMkLst>
        <pc:spChg chg="mod">
          <ac:chgData name="Trevoir Williams" userId="6a45007046124a3d" providerId="LiveId" clId="{53D5EA3C-0847-4EC1-9FDC-43DBDAEAF41A}" dt="2026-04-29T18:36:33.621" v="166" actId="27636"/>
          <ac:spMkLst>
            <pc:docMk/>
            <pc:sldMk cId="0" sldId="278"/>
            <ac:spMk id="3" creationId="{00000000-0000-0000-0000-000000000000}"/>
          </ac:spMkLst>
        </pc:spChg>
        <pc:spChg chg="mod">
          <ac:chgData name="Trevoir Williams" userId="6a45007046124a3d" providerId="LiveId" clId="{53D5EA3C-0847-4EC1-9FDC-43DBDAEAF41A}" dt="2026-04-29T18:41:47.865" v="484" actId="26606"/>
          <ac:spMkLst>
            <pc:docMk/>
            <pc:sldMk cId="0" sldId="278"/>
            <ac:spMk id="4" creationId="{00000000-0000-0000-0000-000000000000}"/>
          </ac:spMkLst>
        </pc:spChg>
        <pc:spChg chg="mod">
          <ac:chgData name="Trevoir Williams" userId="6a45007046124a3d" providerId="LiveId" clId="{53D5EA3C-0847-4EC1-9FDC-43DBDAEAF41A}" dt="2026-04-29T18:41:47.865" v="484" actId="26606"/>
          <ac:spMkLst>
            <pc:docMk/>
            <pc:sldMk cId="0" sldId="278"/>
            <ac:spMk id="20" creationId="{00000000-0000-0000-0000-000000000000}"/>
          </ac:spMkLst>
        </pc:spChg>
        <pc:spChg chg="mod">
          <ac:chgData name="Trevoir Williams" userId="6a45007046124a3d" providerId="LiveId" clId="{53D5EA3C-0847-4EC1-9FDC-43DBDAEAF41A}" dt="2026-04-29T18:41:47.865" v="484" actId="26606"/>
          <ac:spMkLst>
            <pc:docMk/>
            <pc:sldMk cId="0" sldId="278"/>
            <ac:spMk id="21" creationId="{00000000-0000-0000-0000-000000000000}"/>
          </ac:spMkLst>
        </pc:spChg>
        <pc:spChg chg="mod">
          <ac:chgData name="Trevoir Williams" userId="6a45007046124a3d" providerId="LiveId" clId="{53D5EA3C-0847-4EC1-9FDC-43DBDAEAF41A}" dt="2026-04-29T18:48:23.403" v="582" actId="403"/>
          <ac:spMkLst>
            <pc:docMk/>
            <pc:sldMk cId="0" sldId="278"/>
            <ac:spMk id="22" creationId="{00000000-0000-0000-0000-000000000000}"/>
          </ac:spMkLst>
        </pc:spChg>
        <pc:spChg chg="mod">
          <ac:chgData name="Trevoir Williams" userId="6a45007046124a3d" providerId="LiveId" clId="{53D5EA3C-0847-4EC1-9FDC-43DBDAEAF41A}" dt="2026-04-29T18:48:29.129" v="585" actId="403"/>
          <ac:spMkLst>
            <pc:docMk/>
            <pc:sldMk cId="0" sldId="278"/>
            <ac:spMk id="23" creationId="{00000000-0000-0000-0000-000000000000}"/>
          </ac:spMkLst>
        </pc:spChg>
      </pc:sldChg>
      <pc:sldChg chg="modSp add del mod addAnim delAnim modAnim">
        <pc:chgData name="Trevoir Williams" userId="6a45007046124a3d" providerId="LiveId" clId="{53D5EA3C-0847-4EC1-9FDC-43DBDAEAF41A}" dt="2026-04-29T19:58:42.040" v="695" actId="26606"/>
        <pc:sldMkLst>
          <pc:docMk/>
          <pc:sldMk cId="0" sldId="279"/>
        </pc:sldMkLst>
        <pc:spChg chg="mod">
          <ac:chgData name="Trevoir Williams" userId="6a45007046124a3d" providerId="LiveId" clId="{53D5EA3C-0847-4EC1-9FDC-43DBDAEAF41A}" dt="2026-04-29T18:36:33.792" v="167" actId="27636"/>
          <ac:spMkLst>
            <pc:docMk/>
            <pc:sldMk cId="0" sldId="279"/>
            <ac:spMk id="3" creationId="{00000000-0000-0000-0000-000000000000}"/>
          </ac:spMkLst>
        </pc:spChg>
        <pc:spChg chg="mod">
          <ac:chgData name="Trevoir Williams" userId="6a45007046124a3d" providerId="LiveId" clId="{53D5EA3C-0847-4EC1-9FDC-43DBDAEAF41A}" dt="2026-04-29T19:00:35.581" v="659" actId="27636"/>
          <ac:spMkLst>
            <pc:docMk/>
            <pc:sldMk cId="0" sldId="279"/>
            <ac:spMk id="4" creationId="{00000000-0000-0000-0000-000000000000}"/>
          </ac:spMkLst>
        </pc:spChg>
        <pc:spChg chg="mod">
          <ac:chgData name="Trevoir Williams" userId="6a45007046124a3d" providerId="LiveId" clId="{53D5EA3C-0847-4EC1-9FDC-43DBDAEAF41A}" dt="2026-04-29T18:41:47.865" v="484" actId="26606"/>
          <ac:spMkLst>
            <pc:docMk/>
            <pc:sldMk cId="0" sldId="279"/>
            <ac:spMk id="7" creationId="{00000000-0000-0000-0000-000000000000}"/>
          </ac:spMkLst>
        </pc:spChg>
        <pc:spChg chg="mod">
          <ac:chgData name="Trevoir Williams" userId="6a45007046124a3d" providerId="LiveId" clId="{53D5EA3C-0847-4EC1-9FDC-43DBDAEAF41A}" dt="2026-04-29T19:00:35.572" v="657" actId="27636"/>
          <ac:spMkLst>
            <pc:docMk/>
            <pc:sldMk cId="0" sldId="279"/>
            <ac:spMk id="9" creationId="{00000000-0000-0000-0000-000000000000}"/>
          </ac:spMkLst>
        </pc:spChg>
        <pc:spChg chg="mod">
          <ac:chgData name="Trevoir Williams" userId="6a45007046124a3d" providerId="LiveId" clId="{53D5EA3C-0847-4EC1-9FDC-43DBDAEAF41A}" dt="2026-04-29T19:00:35.578" v="658" actId="27636"/>
          <ac:spMkLst>
            <pc:docMk/>
            <pc:sldMk cId="0" sldId="279"/>
            <ac:spMk id="14" creationId="{00000000-0000-0000-0000-000000000000}"/>
          </ac:spMkLst>
        </pc:spChg>
        <pc:spChg chg="mod">
          <ac:chgData name="Trevoir Williams" userId="6a45007046124a3d" providerId="LiveId" clId="{53D5EA3C-0847-4EC1-9FDC-43DBDAEAF41A}" dt="2026-04-29T18:41:47.865" v="484" actId="26606"/>
          <ac:spMkLst>
            <pc:docMk/>
            <pc:sldMk cId="0" sldId="279"/>
            <ac:spMk id="18" creationId="{00000000-0000-0000-0000-000000000000}"/>
          </ac:spMkLst>
        </pc:spChg>
        <pc:spChg chg="mod">
          <ac:chgData name="Trevoir Williams" userId="6a45007046124a3d" providerId="LiveId" clId="{53D5EA3C-0847-4EC1-9FDC-43DBDAEAF41A}" dt="2026-04-29T18:41:47.865" v="484" actId="26606"/>
          <ac:spMkLst>
            <pc:docMk/>
            <pc:sldMk cId="0" sldId="279"/>
            <ac:spMk id="19"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80"/>
        </pc:sldMkLst>
        <pc:spChg chg="mod">
          <ac:chgData name="Trevoir Williams" userId="6a45007046124a3d" providerId="LiveId" clId="{53D5EA3C-0847-4EC1-9FDC-43DBDAEAF41A}" dt="2026-04-29T18:55:15.567" v="605" actId="27636"/>
          <ac:spMkLst>
            <pc:docMk/>
            <pc:sldMk cId="0" sldId="280"/>
            <ac:spMk id="3" creationId="{00000000-0000-0000-0000-000000000000}"/>
          </ac:spMkLst>
        </pc:spChg>
        <pc:spChg chg="mod">
          <ac:chgData name="Trevoir Williams" userId="6a45007046124a3d" providerId="LiveId" clId="{53D5EA3C-0847-4EC1-9FDC-43DBDAEAF41A}" dt="2026-04-29T18:55:15.567" v="606" actId="27636"/>
          <ac:spMkLst>
            <pc:docMk/>
            <pc:sldMk cId="0" sldId="280"/>
            <ac:spMk id="4" creationId="{00000000-0000-0000-0000-000000000000}"/>
          </ac:spMkLst>
        </pc:spChg>
        <pc:spChg chg="mod">
          <ac:chgData name="Trevoir Williams" userId="6a45007046124a3d" providerId="LiveId" clId="{53D5EA3C-0847-4EC1-9FDC-43DBDAEAF41A}" dt="2026-04-29T18:41:47.865" v="484" actId="26606"/>
          <ac:spMkLst>
            <pc:docMk/>
            <pc:sldMk cId="0" sldId="280"/>
            <ac:spMk id="17" creationId="{00000000-0000-0000-0000-000000000000}"/>
          </ac:spMkLst>
        </pc:spChg>
        <pc:spChg chg="mod">
          <ac:chgData name="Trevoir Williams" userId="6a45007046124a3d" providerId="LiveId" clId="{53D5EA3C-0847-4EC1-9FDC-43DBDAEAF41A}" dt="2026-04-29T18:50:10.265" v="602" actId="14100"/>
          <ac:spMkLst>
            <pc:docMk/>
            <pc:sldMk cId="0" sldId="280"/>
            <ac:spMk id="18" creationId="{00000000-0000-0000-0000-000000000000}"/>
          </ac:spMkLst>
        </pc:spChg>
        <pc:spChg chg="mod">
          <ac:chgData name="Trevoir Williams" userId="6a45007046124a3d" providerId="LiveId" clId="{53D5EA3C-0847-4EC1-9FDC-43DBDAEAF41A}" dt="2026-04-29T18:50:18.352" v="603" actId="14100"/>
          <ac:spMkLst>
            <pc:docMk/>
            <pc:sldMk cId="0" sldId="280"/>
            <ac:spMk id="19" creationId="{00000000-0000-0000-0000-000000000000}"/>
          </ac:spMkLst>
        </pc:spChg>
        <pc:spChg chg="mod">
          <ac:chgData name="Trevoir Williams" userId="6a45007046124a3d" providerId="LiveId" clId="{53D5EA3C-0847-4EC1-9FDC-43DBDAEAF41A}" dt="2026-04-29T18:41:47.865" v="484" actId="26606"/>
          <ac:spMkLst>
            <pc:docMk/>
            <pc:sldMk cId="0" sldId="280"/>
            <ac:spMk id="20" creationId="{00000000-0000-0000-0000-000000000000}"/>
          </ac:spMkLst>
        </pc:spChg>
        <pc:spChg chg="mod">
          <ac:chgData name="Trevoir Williams" userId="6a45007046124a3d" providerId="LiveId" clId="{53D5EA3C-0847-4EC1-9FDC-43DBDAEAF41A}" dt="2026-04-29T19:00:29.360" v="656" actId="20577"/>
          <ac:spMkLst>
            <pc:docMk/>
            <pc:sldMk cId="0" sldId="280"/>
            <ac:spMk id="21" creationId="{00000000-0000-0000-0000-000000000000}"/>
          </ac:spMkLst>
        </pc:spChg>
      </pc:sldChg>
      <pc:sldChg chg="modSp add del mod">
        <pc:chgData name="Trevoir Williams" userId="6a45007046124a3d" providerId="LiveId" clId="{53D5EA3C-0847-4EC1-9FDC-43DBDAEAF41A}" dt="2026-04-29T19:59:15.876" v="870" actId="27636"/>
        <pc:sldMkLst>
          <pc:docMk/>
          <pc:sldMk cId="0" sldId="281"/>
        </pc:sldMkLst>
        <pc:spChg chg="mod">
          <ac:chgData name="Trevoir Williams" userId="6a45007046124a3d" providerId="LiveId" clId="{53D5EA3C-0847-4EC1-9FDC-43DBDAEAF41A}" dt="2026-04-29T18:36:33.074" v="162" actId="26606"/>
          <ac:spMkLst>
            <pc:docMk/>
            <pc:sldMk cId="0" sldId="281"/>
            <ac:spMk id="3" creationId="{00000000-0000-0000-0000-000000000000}"/>
          </ac:spMkLst>
        </pc:spChg>
        <pc:spChg chg="mod">
          <ac:chgData name="Trevoir Williams" userId="6a45007046124a3d" providerId="LiveId" clId="{53D5EA3C-0847-4EC1-9FDC-43DBDAEAF41A}" dt="2026-04-29T19:59:15.864" v="869" actId="27636"/>
          <ac:spMkLst>
            <pc:docMk/>
            <pc:sldMk cId="0" sldId="281"/>
            <ac:spMk id="4" creationId="{00000000-0000-0000-0000-000000000000}"/>
          </ac:spMkLst>
        </pc:spChg>
        <pc:spChg chg="mod">
          <ac:chgData name="Trevoir Williams" userId="6a45007046124a3d" providerId="LiveId" clId="{53D5EA3C-0847-4EC1-9FDC-43DBDAEAF41A}" dt="2026-04-29T19:59:15.858" v="867" actId="27636"/>
          <ac:spMkLst>
            <pc:docMk/>
            <pc:sldMk cId="0" sldId="281"/>
            <ac:spMk id="7" creationId="{00000000-0000-0000-0000-000000000000}"/>
          </ac:spMkLst>
        </pc:spChg>
        <pc:spChg chg="mod">
          <ac:chgData name="Trevoir Williams" userId="6a45007046124a3d" providerId="LiveId" clId="{53D5EA3C-0847-4EC1-9FDC-43DBDAEAF41A}" dt="2026-04-29T19:59:15.858" v="868" actId="27636"/>
          <ac:spMkLst>
            <pc:docMk/>
            <pc:sldMk cId="0" sldId="281"/>
            <ac:spMk id="9" creationId="{00000000-0000-0000-0000-000000000000}"/>
          </ac:spMkLst>
        </pc:spChg>
        <pc:spChg chg="mod">
          <ac:chgData name="Trevoir Williams" userId="6a45007046124a3d" providerId="LiveId" clId="{53D5EA3C-0847-4EC1-9FDC-43DBDAEAF41A}" dt="2026-04-29T19:59:15.876" v="870" actId="27636"/>
          <ac:spMkLst>
            <pc:docMk/>
            <pc:sldMk cId="0" sldId="281"/>
            <ac:spMk id="14" creationId="{00000000-0000-0000-0000-000000000000}"/>
          </ac:spMkLst>
        </pc:spChg>
        <pc:spChg chg="mod">
          <ac:chgData name="Trevoir Williams" userId="6a45007046124a3d" providerId="LiveId" clId="{53D5EA3C-0847-4EC1-9FDC-43DBDAEAF41A}" dt="2026-04-29T18:41:47.865" v="484" actId="26606"/>
          <ac:spMkLst>
            <pc:docMk/>
            <pc:sldMk cId="0" sldId="281"/>
            <ac:spMk id="18" creationId="{00000000-0000-0000-0000-000000000000}"/>
          </ac:spMkLst>
        </pc:spChg>
        <pc:spChg chg="mod">
          <ac:chgData name="Trevoir Williams" userId="6a45007046124a3d" providerId="LiveId" clId="{53D5EA3C-0847-4EC1-9FDC-43DBDAEAF41A}" dt="2026-04-29T18:41:47.865" v="484" actId="26606"/>
          <ac:spMkLst>
            <pc:docMk/>
            <pc:sldMk cId="0" sldId="281"/>
            <ac:spMk id="19" creationId="{00000000-0000-0000-0000-000000000000}"/>
          </ac:spMkLst>
        </pc:spChg>
      </pc:sldChg>
      <pc:sldChg chg="modSp add del mod">
        <pc:chgData name="Trevoir Williams" userId="6a45007046124a3d" providerId="LiveId" clId="{53D5EA3C-0847-4EC1-9FDC-43DBDAEAF41A}" dt="2026-04-29T19:59:18.800" v="874" actId="27636"/>
        <pc:sldMkLst>
          <pc:docMk/>
          <pc:sldMk cId="0" sldId="282"/>
        </pc:sldMkLst>
        <pc:spChg chg="mod">
          <ac:chgData name="Trevoir Williams" userId="6a45007046124a3d" providerId="LiveId" clId="{53D5EA3C-0847-4EC1-9FDC-43DBDAEAF41A}" dt="2026-04-29T18:36:34.007" v="168" actId="27636"/>
          <ac:spMkLst>
            <pc:docMk/>
            <pc:sldMk cId="0" sldId="282"/>
            <ac:spMk id="3" creationId="{00000000-0000-0000-0000-000000000000}"/>
          </ac:spMkLst>
        </pc:spChg>
        <pc:spChg chg="mod">
          <ac:chgData name="Trevoir Williams" userId="6a45007046124a3d" providerId="LiveId" clId="{53D5EA3C-0847-4EC1-9FDC-43DBDAEAF41A}" dt="2026-04-29T19:59:18.800" v="874" actId="27636"/>
          <ac:spMkLst>
            <pc:docMk/>
            <pc:sldMk cId="0" sldId="282"/>
            <ac:spMk id="4" creationId="{00000000-0000-0000-0000-000000000000}"/>
          </ac:spMkLst>
        </pc:spChg>
        <pc:spChg chg="mod">
          <ac:chgData name="Trevoir Williams" userId="6a45007046124a3d" providerId="LiveId" clId="{53D5EA3C-0847-4EC1-9FDC-43DBDAEAF41A}" dt="2026-04-29T19:59:18.782" v="871" actId="27636"/>
          <ac:spMkLst>
            <pc:docMk/>
            <pc:sldMk cId="0" sldId="282"/>
            <ac:spMk id="7" creationId="{00000000-0000-0000-0000-000000000000}"/>
          </ac:spMkLst>
        </pc:spChg>
        <pc:spChg chg="mod">
          <ac:chgData name="Trevoir Williams" userId="6a45007046124a3d" providerId="LiveId" clId="{53D5EA3C-0847-4EC1-9FDC-43DBDAEAF41A}" dt="2026-04-29T19:59:18.790" v="872" actId="27636"/>
          <ac:spMkLst>
            <pc:docMk/>
            <pc:sldMk cId="0" sldId="282"/>
            <ac:spMk id="9" creationId="{00000000-0000-0000-0000-000000000000}"/>
          </ac:spMkLst>
        </pc:spChg>
        <pc:spChg chg="mod">
          <ac:chgData name="Trevoir Williams" userId="6a45007046124a3d" providerId="LiveId" clId="{53D5EA3C-0847-4EC1-9FDC-43DBDAEAF41A}" dt="2026-04-29T19:59:18.796" v="873" actId="27636"/>
          <ac:spMkLst>
            <pc:docMk/>
            <pc:sldMk cId="0" sldId="282"/>
            <ac:spMk id="14" creationId="{00000000-0000-0000-0000-000000000000}"/>
          </ac:spMkLst>
        </pc:spChg>
        <pc:spChg chg="mod">
          <ac:chgData name="Trevoir Williams" userId="6a45007046124a3d" providerId="LiveId" clId="{53D5EA3C-0847-4EC1-9FDC-43DBDAEAF41A}" dt="2026-04-29T18:41:47.865" v="484" actId="26606"/>
          <ac:spMkLst>
            <pc:docMk/>
            <pc:sldMk cId="0" sldId="282"/>
            <ac:spMk id="18" creationId="{00000000-0000-0000-0000-000000000000}"/>
          </ac:spMkLst>
        </pc:spChg>
        <pc:spChg chg="mod">
          <ac:chgData name="Trevoir Williams" userId="6a45007046124a3d" providerId="LiveId" clId="{53D5EA3C-0847-4EC1-9FDC-43DBDAEAF41A}" dt="2026-04-29T18:41:47.865" v="484" actId="26606"/>
          <ac:spMkLst>
            <pc:docMk/>
            <pc:sldMk cId="0" sldId="282"/>
            <ac:spMk id="19" creationId="{00000000-0000-0000-0000-000000000000}"/>
          </ac:spMkLst>
        </pc:spChg>
      </pc:sldChg>
      <pc:sldChg chg="modSp add del mod">
        <pc:chgData name="Trevoir Williams" userId="6a45007046124a3d" providerId="LiveId" clId="{53D5EA3C-0847-4EC1-9FDC-43DBDAEAF41A}" dt="2026-04-29T19:59:21.350" v="877" actId="27636"/>
        <pc:sldMkLst>
          <pc:docMk/>
          <pc:sldMk cId="0" sldId="283"/>
        </pc:sldMkLst>
        <pc:spChg chg="mod">
          <ac:chgData name="Trevoir Williams" userId="6a45007046124a3d" providerId="LiveId" clId="{53D5EA3C-0847-4EC1-9FDC-43DBDAEAF41A}" dt="2026-04-29T18:36:34.236" v="169" actId="27636"/>
          <ac:spMkLst>
            <pc:docMk/>
            <pc:sldMk cId="0" sldId="283"/>
            <ac:spMk id="3" creationId="{00000000-0000-0000-0000-000000000000}"/>
          </ac:spMkLst>
        </pc:spChg>
        <pc:spChg chg="mod">
          <ac:chgData name="Trevoir Williams" userId="6a45007046124a3d" providerId="LiveId" clId="{53D5EA3C-0847-4EC1-9FDC-43DBDAEAF41A}" dt="2026-04-29T19:59:21.340" v="875" actId="27636"/>
          <ac:spMkLst>
            <pc:docMk/>
            <pc:sldMk cId="0" sldId="283"/>
            <ac:spMk id="4" creationId="{00000000-0000-0000-0000-000000000000}"/>
          </ac:spMkLst>
        </pc:spChg>
        <pc:spChg chg="mod">
          <ac:chgData name="Trevoir Williams" userId="6a45007046124a3d" providerId="LiveId" clId="{53D5EA3C-0847-4EC1-9FDC-43DBDAEAF41A}" dt="2026-04-29T19:59:21.350" v="877" actId="27636"/>
          <ac:spMkLst>
            <pc:docMk/>
            <pc:sldMk cId="0" sldId="283"/>
            <ac:spMk id="7" creationId="{00000000-0000-0000-0000-000000000000}"/>
          </ac:spMkLst>
        </pc:spChg>
        <pc:spChg chg="mod">
          <ac:chgData name="Trevoir Williams" userId="6a45007046124a3d" providerId="LiveId" clId="{53D5EA3C-0847-4EC1-9FDC-43DBDAEAF41A}" dt="2026-04-29T19:59:21.341" v="876" actId="27636"/>
          <ac:spMkLst>
            <pc:docMk/>
            <pc:sldMk cId="0" sldId="283"/>
            <ac:spMk id="9" creationId="{00000000-0000-0000-0000-000000000000}"/>
          </ac:spMkLst>
        </pc:spChg>
        <pc:spChg chg="mod">
          <ac:chgData name="Trevoir Williams" userId="6a45007046124a3d" providerId="LiveId" clId="{53D5EA3C-0847-4EC1-9FDC-43DBDAEAF41A}" dt="2026-04-29T18:41:47.865" v="484" actId="26606"/>
          <ac:spMkLst>
            <pc:docMk/>
            <pc:sldMk cId="0" sldId="283"/>
            <ac:spMk id="14" creationId="{00000000-0000-0000-0000-000000000000}"/>
          </ac:spMkLst>
        </pc:spChg>
        <pc:spChg chg="mod">
          <ac:chgData name="Trevoir Williams" userId="6a45007046124a3d" providerId="LiveId" clId="{53D5EA3C-0847-4EC1-9FDC-43DBDAEAF41A}" dt="2026-04-29T18:41:47.865" v="484" actId="26606"/>
          <ac:spMkLst>
            <pc:docMk/>
            <pc:sldMk cId="0" sldId="283"/>
            <ac:spMk id="16" creationId="{00000000-0000-0000-0000-000000000000}"/>
          </ac:spMkLst>
        </pc:spChg>
        <pc:spChg chg="mod">
          <ac:chgData name="Trevoir Williams" userId="6a45007046124a3d" providerId="LiveId" clId="{53D5EA3C-0847-4EC1-9FDC-43DBDAEAF41A}" dt="2026-04-29T18:41:47.865" v="484" actId="26606"/>
          <ac:spMkLst>
            <pc:docMk/>
            <pc:sldMk cId="0" sldId="283"/>
            <ac:spMk id="17" creationId="{00000000-0000-0000-0000-000000000000}"/>
          </ac:spMkLst>
        </pc:spChg>
      </pc:sldChg>
      <pc:sldChg chg="modSp add del mod addAnim delAnim modAnim">
        <pc:chgData name="Trevoir Williams" userId="6a45007046124a3d" providerId="LiveId" clId="{53D5EA3C-0847-4EC1-9FDC-43DBDAEAF41A}" dt="2026-04-29T20:18:55.376" v="891"/>
        <pc:sldMkLst>
          <pc:docMk/>
          <pc:sldMk cId="0" sldId="284"/>
        </pc:sldMkLst>
        <pc:spChg chg="mod">
          <ac:chgData name="Trevoir Williams" userId="6a45007046124a3d" providerId="LiveId" clId="{53D5EA3C-0847-4EC1-9FDC-43DBDAEAF41A}" dt="2026-04-29T18:36:33.074" v="162" actId="26606"/>
          <ac:spMkLst>
            <pc:docMk/>
            <pc:sldMk cId="0" sldId="284"/>
            <ac:spMk id="3" creationId="{00000000-0000-0000-0000-000000000000}"/>
          </ac:spMkLst>
        </pc:spChg>
        <pc:spChg chg="mod">
          <ac:chgData name="Trevoir Williams" userId="6a45007046124a3d" providerId="LiveId" clId="{53D5EA3C-0847-4EC1-9FDC-43DBDAEAF41A}" dt="2026-04-29T19:27:36.791" v="661" actId="27636"/>
          <ac:spMkLst>
            <pc:docMk/>
            <pc:sldMk cId="0" sldId="284"/>
            <ac:spMk id="4" creationId="{00000000-0000-0000-0000-000000000000}"/>
          </ac:spMkLst>
        </pc:spChg>
        <pc:spChg chg="mod">
          <ac:chgData name="Trevoir Williams" userId="6a45007046124a3d" providerId="LiveId" clId="{53D5EA3C-0847-4EC1-9FDC-43DBDAEAF41A}" dt="2026-04-29T18:41:47.865" v="484" actId="26606"/>
          <ac:spMkLst>
            <pc:docMk/>
            <pc:sldMk cId="0" sldId="284"/>
            <ac:spMk id="8" creationId="{00000000-0000-0000-0000-000000000000}"/>
          </ac:spMkLst>
        </pc:spChg>
        <pc:spChg chg="mod">
          <ac:chgData name="Trevoir Williams" userId="6a45007046124a3d" providerId="LiveId" clId="{53D5EA3C-0847-4EC1-9FDC-43DBDAEAF41A}" dt="2026-04-29T19:27:36.801" v="663" actId="27636"/>
          <ac:spMkLst>
            <pc:docMk/>
            <pc:sldMk cId="0" sldId="284"/>
            <ac:spMk id="12" creationId="{00000000-0000-0000-0000-000000000000}"/>
          </ac:spMkLst>
        </pc:spChg>
        <pc:spChg chg="mod">
          <ac:chgData name="Trevoir Williams" userId="6a45007046124a3d" providerId="LiveId" clId="{53D5EA3C-0847-4EC1-9FDC-43DBDAEAF41A}" dt="2026-04-29T19:27:36.796" v="662" actId="27636"/>
          <ac:spMkLst>
            <pc:docMk/>
            <pc:sldMk cId="0" sldId="284"/>
            <ac:spMk id="16" creationId="{00000000-0000-0000-0000-000000000000}"/>
          </ac:spMkLst>
        </pc:spChg>
        <pc:spChg chg="mod">
          <ac:chgData name="Trevoir Williams" userId="6a45007046124a3d" providerId="LiveId" clId="{53D5EA3C-0847-4EC1-9FDC-43DBDAEAF41A}" dt="2026-04-29T18:41:47.865" v="484" actId="26606"/>
          <ac:spMkLst>
            <pc:docMk/>
            <pc:sldMk cId="0" sldId="284"/>
            <ac:spMk id="20" creationId="{00000000-0000-0000-0000-000000000000}"/>
          </ac:spMkLst>
        </pc:spChg>
        <pc:spChg chg="mod">
          <ac:chgData name="Trevoir Williams" userId="6a45007046124a3d" providerId="LiveId" clId="{53D5EA3C-0847-4EC1-9FDC-43DBDAEAF41A}" dt="2026-04-29T18:41:47.865" v="484" actId="26606"/>
          <ac:spMkLst>
            <pc:docMk/>
            <pc:sldMk cId="0" sldId="284"/>
            <ac:spMk id="22" creationId="{00000000-0000-0000-0000-000000000000}"/>
          </ac:spMkLst>
        </pc:spChg>
        <pc:spChg chg="mod">
          <ac:chgData name="Trevoir Williams" userId="6a45007046124a3d" providerId="LiveId" clId="{53D5EA3C-0847-4EC1-9FDC-43DBDAEAF41A}" dt="2026-04-29T18:41:47.865" v="484" actId="26606"/>
          <ac:spMkLst>
            <pc:docMk/>
            <pc:sldMk cId="0" sldId="284"/>
            <ac:spMk id="24" creationId="{00000000-0000-0000-0000-000000000000}"/>
          </ac:spMkLst>
        </pc:spChg>
        <pc:spChg chg="mod">
          <ac:chgData name="Trevoir Williams" userId="6a45007046124a3d" providerId="LiveId" clId="{53D5EA3C-0847-4EC1-9FDC-43DBDAEAF41A}" dt="2026-04-29T18:41:47.865" v="484" actId="26606"/>
          <ac:spMkLst>
            <pc:docMk/>
            <pc:sldMk cId="0" sldId="28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85"/>
        </pc:sldMkLst>
        <pc:spChg chg="mod">
          <ac:chgData name="Trevoir Williams" userId="6a45007046124a3d" providerId="LiveId" clId="{53D5EA3C-0847-4EC1-9FDC-43DBDAEAF41A}" dt="2026-04-29T20:28:13.734" v="893" actId="26606"/>
          <ac:spMkLst>
            <pc:docMk/>
            <pc:sldMk cId="0" sldId="285"/>
            <ac:spMk id="4" creationId="{00000000-0000-0000-0000-000000000000}"/>
          </ac:spMkLst>
        </pc:spChg>
        <pc:spChg chg="mod">
          <ac:chgData name="Trevoir Williams" userId="6a45007046124a3d" providerId="LiveId" clId="{53D5EA3C-0847-4EC1-9FDC-43DBDAEAF41A}" dt="2026-04-29T20:28:13.734" v="893" actId="26606"/>
          <ac:spMkLst>
            <pc:docMk/>
            <pc:sldMk cId="0" sldId="285"/>
            <ac:spMk id="5" creationId="{00000000-0000-0000-0000-000000000000}"/>
          </ac:spMkLst>
        </pc:spChg>
        <pc:spChg chg="mod">
          <ac:chgData name="Trevoir Williams" userId="6a45007046124a3d" providerId="LiveId" clId="{53D5EA3C-0847-4EC1-9FDC-43DBDAEAF41A}" dt="2026-04-29T20:28:13.734" v="893" actId="26606"/>
          <ac:spMkLst>
            <pc:docMk/>
            <pc:sldMk cId="0" sldId="285"/>
            <ac:spMk id="6" creationId="{00000000-0000-0000-0000-000000000000}"/>
          </ac:spMkLst>
        </pc:spChg>
        <pc:spChg chg="mod">
          <ac:chgData name="Trevoir Williams" userId="6a45007046124a3d" providerId="LiveId" clId="{53D5EA3C-0847-4EC1-9FDC-43DBDAEAF41A}" dt="2026-04-29T20:28:13.734" v="893" actId="26606"/>
          <ac:spMkLst>
            <pc:docMk/>
            <pc:sldMk cId="0" sldId="285"/>
            <ac:spMk id="7" creationId="{00000000-0000-0000-0000-000000000000}"/>
          </ac:spMkLst>
        </pc:spChg>
        <pc:spChg chg="mod">
          <ac:chgData name="Trevoir Williams" userId="6a45007046124a3d" providerId="LiveId" clId="{53D5EA3C-0847-4EC1-9FDC-43DBDAEAF41A}" dt="2026-04-29T20:28:13.734" v="893" actId="26606"/>
          <ac:spMkLst>
            <pc:docMk/>
            <pc:sldMk cId="0" sldId="285"/>
            <ac:spMk id="8" creationId="{00000000-0000-0000-0000-000000000000}"/>
          </ac:spMkLst>
        </pc:spChg>
        <pc:spChg chg="mod">
          <ac:chgData name="Trevoir Williams" userId="6a45007046124a3d" providerId="LiveId" clId="{53D5EA3C-0847-4EC1-9FDC-43DBDAEAF41A}" dt="2026-04-29T20:28:13.734" v="893" actId="26606"/>
          <ac:spMkLst>
            <pc:docMk/>
            <pc:sldMk cId="0" sldId="285"/>
            <ac:spMk id="9" creationId="{00000000-0000-0000-0000-000000000000}"/>
          </ac:spMkLst>
        </pc:spChg>
        <pc:spChg chg="mod">
          <ac:chgData name="Trevoir Williams" userId="6a45007046124a3d" providerId="LiveId" clId="{53D5EA3C-0847-4EC1-9FDC-43DBDAEAF41A}" dt="2026-04-29T20:28:13.734" v="893" actId="26606"/>
          <ac:spMkLst>
            <pc:docMk/>
            <pc:sldMk cId="0" sldId="285"/>
            <ac:spMk id="11" creationId="{00000000-0000-0000-0000-000000000000}"/>
          </ac:spMkLst>
        </pc:spChg>
        <pc:spChg chg="mod">
          <ac:chgData name="Trevoir Williams" userId="6a45007046124a3d" providerId="LiveId" clId="{53D5EA3C-0847-4EC1-9FDC-43DBDAEAF41A}" dt="2026-04-29T20:28:13.734" v="893" actId="26606"/>
          <ac:spMkLst>
            <pc:docMk/>
            <pc:sldMk cId="0" sldId="285"/>
            <ac:spMk id="13" creationId="{00000000-0000-0000-0000-000000000000}"/>
          </ac:spMkLst>
        </pc:spChg>
        <pc:spChg chg="mod">
          <ac:chgData name="Trevoir Williams" userId="6a45007046124a3d" providerId="LiveId" clId="{53D5EA3C-0847-4EC1-9FDC-43DBDAEAF41A}" dt="2026-04-29T20:28:13.734" v="893" actId="26606"/>
          <ac:spMkLst>
            <pc:docMk/>
            <pc:sldMk cId="0" sldId="285"/>
            <ac:spMk id="14" creationId="{00000000-0000-0000-0000-000000000000}"/>
          </ac:spMkLst>
        </pc:spChg>
        <pc:spChg chg="mod">
          <ac:chgData name="Trevoir Williams" userId="6a45007046124a3d" providerId="LiveId" clId="{53D5EA3C-0847-4EC1-9FDC-43DBDAEAF41A}" dt="2026-04-29T20:28:13.734" v="893" actId="26606"/>
          <ac:spMkLst>
            <pc:docMk/>
            <pc:sldMk cId="0" sldId="285"/>
            <ac:spMk id="15" creationId="{00000000-0000-0000-0000-000000000000}"/>
          </ac:spMkLst>
        </pc:spChg>
        <pc:spChg chg="mod">
          <ac:chgData name="Trevoir Williams" userId="6a45007046124a3d" providerId="LiveId" clId="{53D5EA3C-0847-4EC1-9FDC-43DBDAEAF41A}" dt="2026-04-29T18:41:47.865" v="484" actId="26606"/>
          <ac:spMkLst>
            <pc:docMk/>
            <pc:sldMk cId="0" sldId="285"/>
            <ac:spMk id="25" creationId="{00000000-0000-0000-0000-000000000000}"/>
          </ac:spMkLst>
        </pc:spChg>
        <pc:spChg chg="mod">
          <ac:chgData name="Trevoir Williams" userId="6a45007046124a3d" providerId="LiveId" clId="{53D5EA3C-0847-4EC1-9FDC-43DBDAEAF41A}" dt="2026-04-29T18:41:47.865" v="484" actId="26606"/>
          <ac:spMkLst>
            <pc:docMk/>
            <pc:sldMk cId="0" sldId="285"/>
            <ac:spMk id="26" creationId="{00000000-0000-0000-0000-000000000000}"/>
          </ac:spMkLst>
        </pc:spChg>
        <pc:spChg chg="mod">
          <ac:chgData name="Trevoir Williams" userId="6a45007046124a3d" providerId="LiveId" clId="{53D5EA3C-0847-4EC1-9FDC-43DBDAEAF41A}" dt="2026-04-29T18:41:47.865" v="484" actId="26606"/>
          <ac:spMkLst>
            <pc:docMk/>
            <pc:sldMk cId="0" sldId="285"/>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86"/>
        </pc:sldMkLst>
        <pc:spChg chg="mod">
          <ac:chgData name="Trevoir Williams" userId="6a45007046124a3d" providerId="LiveId" clId="{53D5EA3C-0847-4EC1-9FDC-43DBDAEAF41A}" dt="2026-04-29T18:36:33.074" v="162" actId="26606"/>
          <ac:spMkLst>
            <pc:docMk/>
            <pc:sldMk cId="0" sldId="286"/>
            <ac:spMk id="3" creationId="{00000000-0000-0000-0000-000000000000}"/>
          </ac:spMkLst>
        </pc:spChg>
        <pc:spChg chg="mod">
          <ac:chgData name="Trevoir Williams" userId="6a45007046124a3d" providerId="LiveId" clId="{53D5EA3C-0847-4EC1-9FDC-43DBDAEAF41A}" dt="2026-04-29T18:55:15.741" v="608" actId="27636"/>
          <ac:spMkLst>
            <pc:docMk/>
            <pc:sldMk cId="0" sldId="286"/>
            <ac:spMk id="4" creationId="{00000000-0000-0000-0000-000000000000}"/>
          </ac:spMkLst>
        </pc:spChg>
        <pc:spChg chg="mod">
          <ac:chgData name="Trevoir Williams" userId="6a45007046124a3d" providerId="LiveId" clId="{53D5EA3C-0847-4EC1-9FDC-43DBDAEAF41A}" dt="2026-04-29T18:41:47.865" v="484" actId="26606"/>
          <ac:spMkLst>
            <pc:docMk/>
            <pc:sldMk cId="0" sldId="286"/>
            <ac:spMk id="14" creationId="{00000000-0000-0000-0000-000000000000}"/>
          </ac:spMkLst>
        </pc:spChg>
        <pc:spChg chg="mod">
          <ac:chgData name="Trevoir Williams" userId="6a45007046124a3d" providerId="LiveId" clId="{53D5EA3C-0847-4EC1-9FDC-43DBDAEAF41A}" dt="2026-04-29T18:41:47.865" v="484" actId="26606"/>
          <ac:spMkLst>
            <pc:docMk/>
            <pc:sldMk cId="0" sldId="286"/>
            <ac:spMk id="15" creationId="{00000000-0000-0000-0000-000000000000}"/>
          </ac:spMkLst>
        </pc:spChg>
        <pc:spChg chg="mod">
          <ac:chgData name="Trevoir Williams" userId="6a45007046124a3d" providerId="LiveId" clId="{53D5EA3C-0847-4EC1-9FDC-43DBDAEAF41A}" dt="2026-04-29T20:52:00.045" v="898" actId="26606"/>
          <ac:spMkLst>
            <pc:docMk/>
            <pc:sldMk cId="0" sldId="286"/>
            <ac:spMk id="16" creationId="{00000000-0000-0000-0000-000000000000}"/>
          </ac:spMkLst>
        </pc:spChg>
      </pc:sldChg>
      <pc:sldChg chg="modSp add del mod">
        <pc:chgData name="Trevoir Williams" userId="6a45007046124a3d" providerId="LiveId" clId="{53D5EA3C-0847-4EC1-9FDC-43DBDAEAF41A}" dt="2026-04-29T18:55:15.829" v="609" actId="27636"/>
        <pc:sldMkLst>
          <pc:docMk/>
          <pc:sldMk cId="0" sldId="287"/>
        </pc:sldMkLst>
        <pc:spChg chg="mod">
          <ac:chgData name="Trevoir Williams" userId="6a45007046124a3d" providerId="LiveId" clId="{53D5EA3C-0847-4EC1-9FDC-43DBDAEAF41A}" dt="2026-04-29T18:36:33.074" v="162" actId="26606"/>
          <ac:spMkLst>
            <pc:docMk/>
            <pc:sldMk cId="0" sldId="287"/>
            <ac:spMk id="3" creationId="{00000000-0000-0000-0000-000000000000}"/>
          </ac:spMkLst>
        </pc:spChg>
        <pc:spChg chg="mod">
          <ac:chgData name="Trevoir Williams" userId="6a45007046124a3d" providerId="LiveId" clId="{53D5EA3C-0847-4EC1-9FDC-43DBDAEAF41A}" dt="2026-04-29T18:55:15.829" v="609" actId="27636"/>
          <ac:spMkLst>
            <pc:docMk/>
            <pc:sldMk cId="0" sldId="287"/>
            <ac:spMk id="4" creationId="{00000000-0000-0000-0000-000000000000}"/>
          </ac:spMkLst>
        </pc:spChg>
        <pc:spChg chg="mod">
          <ac:chgData name="Trevoir Williams" userId="6a45007046124a3d" providerId="LiveId" clId="{53D5EA3C-0847-4EC1-9FDC-43DBDAEAF41A}" dt="2026-04-29T18:41:47.865" v="484" actId="26606"/>
          <ac:spMkLst>
            <pc:docMk/>
            <pc:sldMk cId="0" sldId="287"/>
            <ac:spMk id="22" creationId="{00000000-0000-0000-0000-000000000000}"/>
          </ac:spMkLst>
        </pc:spChg>
        <pc:spChg chg="mod">
          <ac:chgData name="Trevoir Williams" userId="6a45007046124a3d" providerId="LiveId" clId="{53D5EA3C-0847-4EC1-9FDC-43DBDAEAF41A}" dt="2026-04-29T18:41:47.865" v="484" actId="26606"/>
          <ac:spMkLst>
            <pc:docMk/>
            <pc:sldMk cId="0" sldId="287"/>
            <ac:spMk id="23" creationId="{00000000-0000-0000-0000-000000000000}"/>
          </ac:spMkLst>
        </pc:spChg>
        <pc:spChg chg="mod">
          <ac:chgData name="Trevoir Williams" userId="6a45007046124a3d" providerId="LiveId" clId="{53D5EA3C-0847-4EC1-9FDC-43DBDAEAF41A}" dt="2026-04-29T18:41:47.865" v="484" actId="26606"/>
          <ac:spMkLst>
            <pc:docMk/>
            <pc:sldMk cId="0" sldId="287"/>
            <ac:spMk id="24" creationId="{00000000-0000-0000-0000-000000000000}"/>
          </ac:spMkLst>
        </pc:spChg>
        <pc:spChg chg="mod">
          <ac:chgData name="Trevoir Williams" userId="6a45007046124a3d" providerId="LiveId" clId="{53D5EA3C-0847-4EC1-9FDC-43DBDAEAF41A}" dt="2026-04-29T18:41:47.865" v="484" actId="26606"/>
          <ac:spMkLst>
            <pc:docMk/>
            <pc:sldMk cId="0" sldId="287"/>
            <ac:spMk id="25" creationId="{00000000-0000-0000-0000-000000000000}"/>
          </ac:spMkLst>
        </pc:spChg>
      </pc:sldChg>
      <pc:sldChg chg="modSp add del mod">
        <pc:chgData name="Trevoir Williams" userId="6a45007046124a3d" providerId="LiveId" clId="{53D5EA3C-0847-4EC1-9FDC-43DBDAEAF41A}" dt="2026-04-29T18:55:15.962" v="611" actId="27636"/>
        <pc:sldMkLst>
          <pc:docMk/>
          <pc:sldMk cId="0" sldId="288"/>
        </pc:sldMkLst>
        <pc:spChg chg="mod">
          <ac:chgData name="Trevoir Williams" userId="6a45007046124a3d" providerId="LiveId" clId="{53D5EA3C-0847-4EC1-9FDC-43DBDAEAF41A}" dt="2026-04-29T18:55:15.960" v="610" actId="27636"/>
          <ac:spMkLst>
            <pc:docMk/>
            <pc:sldMk cId="0" sldId="288"/>
            <ac:spMk id="3" creationId="{00000000-0000-0000-0000-000000000000}"/>
          </ac:spMkLst>
        </pc:spChg>
        <pc:spChg chg="mod">
          <ac:chgData name="Trevoir Williams" userId="6a45007046124a3d" providerId="LiveId" clId="{53D5EA3C-0847-4EC1-9FDC-43DBDAEAF41A}" dt="2026-04-29T18:55:15.962" v="611" actId="27636"/>
          <ac:spMkLst>
            <pc:docMk/>
            <pc:sldMk cId="0" sldId="288"/>
            <ac:spMk id="4" creationId="{00000000-0000-0000-0000-000000000000}"/>
          </ac:spMkLst>
        </pc:spChg>
        <pc:spChg chg="mod">
          <ac:chgData name="Trevoir Williams" userId="6a45007046124a3d" providerId="LiveId" clId="{53D5EA3C-0847-4EC1-9FDC-43DBDAEAF41A}" dt="2026-04-29T18:41:47.865" v="484" actId="26606"/>
          <ac:spMkLst>
            <pc:docMk/>
            <pc:sldMk cId="0" sldId="288"/>
            <ac:spMk id="28" creationId="{00000000-0000-0000-0000-000000000000}"/>
          </ac:spMkLst>
        </pc:spChg>
        <pc:spChg chg="mod">
          <ac:chgData name="Trevoir Williams" userId="6a45007046124a3d" providerId="LiveId" clId="{53D5EA3C-0847-4EC1-9FDC-43DBDAEAF41A}" dt="2026-04-29T18:41:47.865" v="484" actId="26606"/>
          <ac:spMkLst>
            <pc:docMk/>
            <pc:sldMk cId="0" sldId="288"/>
            <ac:spMk id="29" creationId="{00000000-0000-0000-0000-000000000000}"/>
          </ac:spMkLst>
        </pc:spChg>
        <pc:spChg chg="mod">
          <ac:chgData name="Trevoir Williams" userId="6a45007046124a3d" providerId="LiveId" clId="{53D5EA3C-0847-4EC1-9FDC-43DBDAEAF41A}" dt="2026-04-29T18:41:47.865" v="484" actId="26606"/>
          <ac:spMkLst>
            <pc:docMk/>
            <pc:sldMk cId="0" sldId="288"/>
            <ac:spMk id="30" creationId="{00000000-0000-0000-0000-000000000000}"/>
          </ac:spMkLst>
        </pc:spChg>
      </pc:sldChg>
      <pc:sldChg chg="modSp add del mod">
        <pc:chgData name="Trevoir Williams" userId="6a45007046124a3d" providerId="LiveId" clId="{53D5EA3C-0847-4EC1-9FDC-43DBDAEAF41A}" dt="2026-04-29T19:59:24.480" v="880" actId="27636"/>
        <pc:sldMkLst>
          <pc:docMk/>
          <pc:sldMk cId="0" sldId="289"/>
        </pc:sldMkLst>
        <pc:spChg chg="mod">
          <ac:chgData name="Trevoir Williams" userId="6a45007046124a3d" providerId="LiveId" clId="{53D5EA3C-0847-4EC1-9FDC-43DBDAEAF41A}" dt="2026-04-29T18:36:34.494" v="170" actId="27636"/>
          <ac:spMkLst>
            <pc:docMk/>
            <pc:sldMk cId="0" sldId="289"/>
            <ac:spMk id="3" creationId="{00000000-0000-0000-0000-000000000000}"/>
          </ac:spMkLst>
        </pc:spChg>
        <pc:spChg chg="mod">
          <ac:chgData name="Trevoir Williams" userId="6a45007046124a3d" providerId="LiveId" clId="{53D5EA3C-0847-4EC1-9FDC-43DBDAEAF41A}" dt="2026-04-29T19:59:24.480" v="880" actId="27636"/>
          <ac:spMkLst>
            <pc:docMk/>
            <pc:sldMk cId="0" sldId="289"/>
            <ac:spMk id="4" creationId="{00000000-0000-0000-0000-000000000000}"/>
          </ac:spMkLst>
        </pc:spChg>
        <pc:spChg chg="mod">
          <ac:chgData name="Trevoir Williams" userId="6a45007046124a3d" providerId="LiveId" clId="{53D5EA3C-0847-4EC1-9FDC-43DBDAEAF41A}" dt="2026-04-29T18:41:47.865" v="484" actId="26606"/>
          <ac:spMkLst>
            <pc:docMk/>
            <pc:sldMk cId="0" sldId="289"/>
            <ac:spMk id="7" creationId="{00000000-0000-0000-0000-000000000000}"/>
          </ac:spMkLst>
        </pc:spChg>
        <pc:spChg chg="mod">
          <ac:chgData name="Trevoir Williams" userId="6a45007046124a3d" providerId="LiveId" clId="{53D5EA3C-0847-4EC1-9FDC-43DBDAEAF41A}" dt="2026-04-29T19:59:24.464" v="878" actId="27636"/>
          <ac:spMkLst>
            <pc:docMk/>
            <pc:sldMk cId="0" sldId="289"/>
            <ac:spMk id="9" creationId="{00000000-0000-0000-0000-000000000000}"/>
          </ac:spMkLst>
        </pc:spChg>
        <pc:spChg chg="mod">
          <ac:chgData name="Trevoir Williams" userId="6a45007046124a3d" providerId="LiveId" clId="{53D5EA3C-0847-4EC1-9FDC-43DBDAEAF41A}" dt="2026-04-29T19:59:24.474" v="879" actId="27636"/>
          <ac:spMkLst>
            <pc:docMk/>
            <pc:sldMk cId="0" sldId="289"/>
            <ac:spMk id="14" creationId="{00000000-0000-0000-0000-000000000000}"/>
          </ac:spMkLst>
        </pc:spChg>
        <pc:spChg chg="mod">
          <ac:chgData name="Trevoir Williams" userId="6a45007046124a3d" providerId="LiveId" clId="{53D5EA3C-0847-4EC1-9FDC-43DBDAEAF41A}" dt="2026-04-29T18:41:47.865" v="484" actId="26606"/>
          <ac:spMkLst>
            <pc:docMk/>
            <pc:sldMk cId="0" sldId="289"/>
            <ac:spMk id="18" creationId="{00000000-0000-0000-0000-000000000000}"/>
          </ac:spMkLst>
        </pc:spChg>
        <pc:spChg chg="mod">
          <ac:chgData name="Trevoir Williams" userId="6a45007046124a3d" providerId="LiveId" clId="{53D5EA3C-0847-4EC1-9FDC-43DBDAEAF41A}" dt="2026-04-29T18:41:47.865" v="484" actId="26606"/>
          <ac:spMkLst>
            <pc:docMk/>
            <pc:sldMk cId="0" sldId="289"/>
            <ac:spMk id="19" creationId="{00000000-0000-0000-0000-000000000000}"/>
          </ac:spMkLst>
        </pc:spChg>
      </pc:sldChg>
      <pc:sldChg chg="modSp add del mod">
        <pc:chgData name="Trevoir Williams" userId="6a45007046124a3d" providerId="LiveId" clId="{53D5EA3C-0847-4EC1-9FDC-43DBDAEAF41A}" dt="2026-04-29T19:58:42.138" v="699" actId="27636"/>
        <pc:sldMkLst>
          <pc:docMk/>
          <pc:sldMk cId="0" sldId="290"/>
        </pc:sldMkLst>
        <pc:spChg chg="mod">
          <ac:chgData name="Trevoir Williams" userId="6a45007046124a3d" providerId="LiveId" clId="{53D5EA3C-0847-4EC1-9FDC-43DBDAEAF41A}" dt="2026-04-29T18:36:34.803" v="171" actId="27636"/>
          <ac:spMkLst>
            <pc:docMk/>
            <pc:sldMk cId="0" sldId="290"/>
            <ac:spMk id="3" creationId="{00000000-0000-0000-0000-000000000000}"/>
          </ac:spMkLst>
        </pc:spChg>
        <pc:spChg chg="mod">
          <ac:chgData name="Trevoir Williams" userId="6a45007046124a3d" providerId="LiveId" clId="{53D5EA3C-0847-4EC1-9FDC-43DBDAEAF41A}" dt="2026-04-29T19:58:42.138" v="699" actId="27636"/>
          <ac:spMkLst>
            <pc:docMk/>
            <pc:sldMk cId="0" sldId="290"/>
            <ac:spMk id="4" creationId="{00000000-0000-0000-0000-000000000000}"/>
          </ac:spMkLst>
        </pc:spChg>
        <pc:spChg chg="mod">
          <ac:chgData name="Trevoir Williams" userId="6a45007046124a3d" providerId="LiveId" clId="{53D5EA3C-0847-4EC1-9FDC-43DBDAEAF41A}" dt="2026-04-29T19:58:42.132" v="697" actId="27636"/>
          <ac:spMkLst>
            <pc:docMk/>
            <pc:sldMk cId="0" sldId="290"/>
            <ac:spMk id="7" creationId="{00000000-0000-0000-0000-000000000000}"/>
          </ac:spMkLst>
        </pc:spChg>
        <pc:spChg chg="mod">
          <ac:chgData name="Trevoir Williams" userId="6a45007046124a3d" providerId="LiveId" clId="{53D5EA3C-0847-4EC1-9FDC-43DBDAEAF41A}" dt="2026-04-29T19:58:42.136" v="698" actId="27636"/>
          <ac:spMkLst>
            <pc:docMk/>
            <pc:sldMk cId="0" sldId="290"/>
            <ac:spMk id="9" creationId="{00000000-0000-0000-0000-000000000000}"/>
          </ac:spMkLst>
        </pc:spChg>
        <pc:spChg chg="mod">
          <ac:chgData name="Trevoir Williams" userId="6a45007046124a3d" providerId="LiveId" clId="{53D5EA3C-0847-4EC1-9FDC-43DBDAEAF41A}" dt="2026-04-29T19:58:42.126" v="696" actId="27636"/>
          <ac:spMkLst>
            <pc:docMk/>
            <pc:sldMk cId="0" sldId="290"/>
            <ac:spMk id="14" creationId="{00000000-0000-0000-0000-000000000000}"/>
          </ac:spMkLst>
        </pc:spChg>
        <pc:spChg chg="mod">
          <ac:chgData name="Trevoir Williams" userId="6a45007046124a3d" providerId="LiveId" clId="{53D5EA3C-0847-4EC1-9FDC-43DBDAEAF41A}" dt="2026-04-29T18:41:47.865" v="484" actId="26606"/>
          <ac:spMkLst>
            <pc:docMk/>
            <pc:sldMk cId="0" sldId="290"/>
            <ac:spMk id="18" creationId="{00000000-0000-0000-0000-000000000000}"/>
          </ac:spMkLst>
        </pc:spChg>
        <pc:spChg chg="mod">
          <ac:chgData name="Trevoir Williams" userId="6a45007046124a3d" providerId="LiveId" clId="{53D5EA3C-0847-4EC1-9FDC-43DBDAEAF41A}" dt="2026-04-29T18:41:47.865" v="484" actId="26606"/>
          <ac:spMkLst>
            <pc:docMk/>
            <pc:sldMk cId="0" sldId="290"/>
            <ac:spMk id="19" creationId="{00000000-0000-0000-0000-000000000000}"/>
          </ac:spMkLst>
        </pc:spChg>
      </pc:sldChg>
      <pc:sldChg chg="modSp add del mod">
        <pc:chgData name="Trevoir Williams" userId="6a45007046124a3d" providerId="LiveId" clId="{53D5EA3C-0847-4EC1-9FDC-43DBDAEAF41A}" dt="2026-04-29T19:58:42.274" v="703" actId="27636"/>
        <pc:sldMkLst>
          <pc:docMk/>
          <pc:sldMk cId="0" sldId="291"/>
        </pc:sldMkLst>
        <pc:spChg chg="mod">
          <ac:chgData name="Trevoir Williams" userId="6a45007046124a3d" providerId="LiveId" clId="{53D5EA3C-0847-4EC1-9FDC-43DBDAEAF41A}" dt="2026-04-29T19:58:42.263" v="700" actId="27636"/>
          <ac:spMkLst>
            <pc:docMk/>
            <pc:sldMk cId="0" sldId="291"/>
            <ac:spMk id="3" creationId="{00000000-0000-0000-0000-000000000000}"/>
          </ac:spMkLst>
        </pc:spChg>
        <pc:spChg chg="mod">
          <ac:chgData name="Trevoir Williams" userId="6a45007046124a3d" providerId="LiveId" clId="{53D5EA3C-0847-4EC1-9FDC-43DBDAEAF41A}" dt="2026-04-29T19:58:42.274" v="703" actId="27636"/>
          <ac:spMkLst>
            <pc:docMk/>
            <pc:sldMk cId="0" sldId="291"/>
            <ac:spMk id="4" creationId="{00000000-0000-0000-0000-000000000000}"/>
          </ac:spMkLst>
        </pc:spChg>
        <pc:spChg chg="mod">
          <ac:chgData name="Trevoir Williams" userId="6a45007046124a3d" providerId="LiveId" clId="{53D5EA3C-0847-4EC1-9FDC-43DBDAEAF41A}" dt="2026-04-29T19:58:42.267" v="701" actId="27636"/>
          <ac:spMkLst>
            <pc:docMk/>
            <pc:sldMk cId="0" sldId="291"/>
            <ac:spMk id="7" creationId="{00000000-0000-0000-0000-000000000000}"/>
          </ac:spMkLst>
        </pc:spChg>
        <pc:spChg chg="mod">
          <ac:chgData name="Trevoir Williams" userId="6a45007046124a3d" providerId="LiveId" clId="{53D5EA3C-0847-4EC1-9FDC-43DBDAEAF41A}" dt="2026-04-29T19:58:42.271" v="702" actId="27636"/>
          <ac:spMkLst>
            <pc:docMk/>
            <pc:sldMk cId="0" sldId="291"/>
            <ac:spMk id="9" creationId="{00000000-0000-0000-0000-000000000000}"/>
          </ac:spMkLst>
        </pc:spChg>
        <pc:spChg chg="mod">
          <ac:chgData name="Trevoir Williams" userId="6a45007046124a3d" providerId="LiveId" clId="{53D5EA3C-0847-4EC1-9FDC-43DBDAEAF41A}" dt="2026-04-29T18:41:47.865" v="484" actId="26606"/>
          <ac:spMkLst>
            <pc:docMk/>
            <pc:sldMk cId="0" sldId="291"/>
            <ac:spMk id="14" creationId="{00000000-0000-0000-0000-000000000000}"/>
          </ac:spMkLst>
        </pc:spChg>
        <pc:spChg chg="mod">
          <ac:chgData name="Trevoir Williams" userId="6a45007046124a3d" providerId="LiveId" clId="{53D5EA3C-0847-4EC1-9FDC-43DBDAEAF41A}" dt="2026-04-29T18:41:47.865" v="484" actId="26606"/>
          <ac:spMkLst>
            <pc:docMk/>
            <pc:sldMk cId="0" sldId="291"/>
            <ac:spMk id="16" creationId="{00000000-0000-0000-0000-000000000000}"/>
          </ac:spMkLst>
        </pc:spChg>
        <pc:spChg chg="mod">
          <ac:chgData name="Trevoir Williams" userId="6a45007046124a3d" providerId="LiveId" clId="{53D5EA3C-0847-4EC1-9FDC-43DBDAEAF41A}" dt="2026-04-29T18:41:47.865" v="484" actId="26606"/>
          <ac:spMkLst>
            <pc:docMk/>
            <pc:sldMk cId="0" sldId="291"/>
            <ac:spMk id="17" creationId="{00000000-0000-0000-0000-000000000000}"/>
          </ac:spMkLst>
        </pc:spChg>
      </pc:sldChg>
      <pc:sldChg chg="modSp add del mod">
        <pc:chgData name="Trevoir Williams" userId="6a45007046124a3d" providerId="LiveId" clId="{53D5EA3C-0847-4EC1-9FDC-43DBDAEAF41A}" dt="2026-04-29T19:58:42.350" v="705" actId="27636"/>
        <pc:sldMkLst>
          <pc:docMk/>
          <pc:sldMk cId="0" sldId="292"/>
        </pc:sldMkLst>
        <pc:spChg chg="mod">
          <ac:chgData name="Trevoir Williams" userId="6a45007046124a3d" providerId="LiveId" clId="{53D5EA3C-0847-4EC1-9FDC-43DBDAEAF41A}" dt="2026-04-29T18:36:33.074" v="162" actId="26606"/>
          <ac:spMkLst>
            <pc:docMk/>
            <pc:sldMk cId="0" sldId="292"/>
            <ac:spMk id="3" creationId="{00000000-0000-0000-0000-000000000000}"/>
          </ac:spMkLst>
        </pc:spChg>
        <pc:spChg chg="mod">
          <ac:chgData name="Trevoir Williams" userId="6a45007046124a3d" providerId="LiveId" clId="{53D5EA3C-0847-4EC1-9FDC-43DBDAEAF41A}" dt="2026-04-29T19:58:42.350" v="705" actId="27636"/>
          <ac:spMkLst>
            <pc:docMk/>
            <pc:sldMk cId="0" sldId="292"/>
            <ac:spMk id="4" creationId="{00000000-0000-0000-0000-000000000000}"/>
          </ac:spMkLst>
        </pc:spChg>
        <pc:spChg chg="mod">
          <ac:chgData name="Trevoir Williams" userId="6a45007046124a3d" providerId="LiveId" clId="{53D5EA3C-0847-4EC1-9FDC-43DBDAEAF41A}" dt="2026-04-29T18:41:47.865" v="484" actId="26606"/>
          <ac:spMkLst>
            <pc:docMk/>
            <pc:sldMk cId="0" sldId="292"/>
            <ac:spMk id="7" creationId="{00000000-0000-0000-0000-000000000000}"/>
          </ac:spMkLst>
        </pc:spChg>
        <pc:spChg chg="mod">
          <ac:chgData name="Trevoir Williams" userId="6a45007046124a3d" providerId="LiveId" clId="{53D5EA3C-0847-4EC1-9FDC-43DBDAEAF41A}" dt="2026-04-29T19:58:42.349" v="704" actId="27636"/>
          <ac:spMkLst>
            <pc:docMk/>
            <pc:sldMk cId="0" sldId="292"/>
            <ac:spMk id="9" creationId="{00000000-0000-0000-0000-000000000000}"/>
          </ac:spMkLst>
        </pc:spChg>
        <pc:spChg chg="mod">
          <ac:chgData name="Trevoir Williams" userId="6a45007046124a3d" providerId="LiveId" clId="{53D5EA3C-0847-4EC1-9FDC-43DBDAEAF41A}" dt="2026-04-29T18:41:47.865" v="484" actId="26606"/>
          <ac:spMkLst>
            <pc:docMk/>
            <pc:sldMk cId="0" sldId="292"/>
            <ac:spMk id="14" creationId="{00000000-0000-0000-0000-000000000000}"/>
          </ac:spMkLst>
        </pc:spChg>
        <pc:spChg chg="mod">
          <ac:chgData name="Trevoir Williams" userId="6a45007046124a3d" providerId="LiveId" clId="{53D5EA3C-0847-4EC1-9FDC-43DBDAEAF41A}" dt="2026-04-29T18:41:47.865" v="484" actId="26606"/>
          <ac:spMkLst>
            <pc:docMk/>
            <pc:sldMk cId="0" sldId="292"/>
            <ac:spMk id="16" creationId="{00000000-0000-0000-0000-000000000000}"/>
          </ac:spMkLst>
        </pc:spChg>
        <pc:spChg chg="mod">
          <ac:chgData name="Trevoir Williams" userId="6a45007046124a3d" providerId="LiveId" clId="{53D5EA3C-0847-4EC1-9FDC-43DBDAEAF41A}" dt="2026-04-29T18:41:47.865" v="484" actId="26606"/>
          <ac:spMkLst>
            <pc:docMk/>
            <pc:sldMk cId="0" sldId="292"/>
            <ac:spMk id="17" creationId="{00000000-0000-0000-0000-000000000000}"/>
          </ac:spMkLst>
        </pc:spChg>
      </pc:sldChg>
      <pc:sldChg chg="modSp add del mod">
        <pc:chgData name="Trevoir Williams" userId="6a45007046124a3d" providerId="LiveId" clId="{53D5EA3C-0847-4EC1-9FDC-43DBDAEAF41A}" dt="2026-04-29T19:58:42.512" v="709" actId="27636"/>
        <pc:sldMkLst>
          <pc:docMk/>
          <pc:sldMk cId="0" sldId="293"/>
        </pc:sldMkLst>
        <pc:spChg chg="mod">
          <ac:chgData name="Trevoir Williams" userId="6a45007046124a3d" providerId="LiveId" clId="{53D5EA3C-0847-4EC1-9FDC-43DBDAEAF41A}" dt="2026-04-29T19:58:42.498" v="706" actId="27636"/>
          <ac:spMkLst>
            <pc:docMk/>
            <pc:sldMk cId="0" sldId="293"/>
            <ac:spMk id="3" creationId="{00000000-0000-0000-0000-000000000000}"/>
          </ac:spMkLst>
        </pc:spChg>
        <pc:spChg chg="mod">
          <ac:chgData name="Trevoir Williams" userId="6a45007046124a3d" providerId="LiveId" clId="{53D5EA3C-0847-4EC1-9FDC-43DBDAEAF41A}" dt="2026-04-29T19:58:42.506" v="708" actId="27636"/>
          <ac:spMkLst>
            <pc:docMk/>
            <pc:sldMk cId="0" sldId="293"/>
            <ac:spMk id="4" creationId="{00000000-0000-0000-0000-000000000000}"/>
          </ac:spMkLst>
        </pc:spChg>
        <pc:spChg chg="mod">
          <ac:chgData name="Trevoir Williams" userId="6a45007046124a3d" providerId="LiveId" clId="{53D5EA3C-0847-4EC1-9FDC-43DBDAEAF41A}" dt="2026-04-29T19:58:42.512" v="709" actId="27636"/>
          <ac:spMkLst>
            <pc:docMk/>
            <pc:sldMk cId="0" sldId="293"/>
            <ac:spMk id="7" creationId="{00000000-0000-0000-0000-000000000000}"/>
          </ac:spMkLst>
        </pc:spChg>
        <pc:spChg chg="mod">
          <ac:chgData name="Trevoir Williams" userId="6a45007046124a3d" providerId="LiveId" clId="{53D5EA3C-0847-4EC1-9FDC-43DBDAEAF41A}" dt="2026-04-29T19:58:42.502" v="707" actId="27636"/>
          <ac:spMkLst>
            <pc:docMk/>
            <pc:sldMk cId="0" sldId="293"/>
            <ac:spMk id="9" creationId="{00000000-0000-0000-0000-000000000000}"/>
          </ac:spMkLst>
        </pc:spChg>
        <pc:spChg chg="mod">
          <ac:chgData name="Trevoir Williams" userId="6a45007046124a3d" providerId="LiveId" clId="{53D5EA3C-0847-4EC1-9FDC-43DBDAEAF41A}" dt="2026-04-29T18:41:47.865" v="484" actId="26606"/>
          <ac:spMkLst>
            <pc:docMk/>
            <pc:sldMk cId="0" sldId="293"/>
            <ac:spMk id="14" creationId="{00000000-0000-0000-0000-000000000000}"/>
          </ac:spMkLst>
        </pc:spChg>
        <pc:spChg chg="mod">
          <ac:chgData name="Trevoir Williams" userId="6a45007046124a3d" providerId="LiveId" clId="{53D5EA3C-0847-4EC1-9FDC-43DBDAEAF41A}" dt="2026-04-29T18:41:47.865" v="484" actId="26606"/>
          <ac:spMkLst>
            <pc:docMk/>
            <pc:sldMk cId="0" sldId="293"/>
            <ac:spMk id="16" creationId="{00000000-0000-0000-0000-000000000000}"/>
          </ac:spMkLst>
        </pc:spChg>
        <pc:spChg chg="mod">
          <ac:chgData name="Trevoir Williams" userId="6a45007046124a3d" providerId="LiveId" clId="{53D5EA3C-0847-4EC1-9FDC-43DBDAEAF41A}" dt="2026-04-29T18:41:47.865" v="484" actId="26606"/>
          <ac:spMkLst>
            <pc:docMk/>
            <pc:sldMk cId="0" sldId="293"/>
            <ac:spMk id="17" creationId="{00000000-0000-0000-0000-000000000000}"/>
          </ac:spMkLst>
        </pc:spChg>
      </pc:sldChg>
      <pc:sldChg chg="modSp add del mod">
        <pc:chgData name="Trevoir Williams" userId="6a45007046124a3d" providerId="LiveId" clId="{53D5EA3C-0847-4EC1-9FDC-43DBDAEAF41A}" dt="2026-04-29T19:27:37.005" v="667" actId="27636"/>
        <pc:sldMkLst>
          <pc:docMk/>
          <pc:sldMk cId="0" sldId="294"/>
        </pc:sldMkLst>
        <pc:spChg chg="mod">
          <ac:chgData name="Trevoir Williams" userId="6a45007046124a3d" providerId="LiveId" clId="{53D5EA3C-0847-4EC1-9FDC-43DBDAEAF41A}" dt="2026-04-29T18:36:33.074" v="162" actId="26606"/>
          <ac:spMkLst>
            <pc:docMk/>
            <pc:sldMk cId="0" sldId="294"/>
            <ac:spMk id="3" creationId="{00000000-0000-0000-0000-000000000000}"/>
          </ac:spMkLst>
        </pc:spChg>
        <pc:spChg chg="mod">
          <ac:chgData name="Trevoir Williams" userId="6a45007046124a3d" providerId="LiveId" clId="{53D5EA3C-0847-4EC1-9FDC-43DBDAEAF41A}" dt="2026-04-29T19:27:37.005" v="667" actId="27636"/>
          <ac:spMkLst>
            <pc:docMk/>
            <pc:sldMk cId="0" sldId="294"/>
            <ac:spMk id="4" creationId="{00000000-0000-0000-0000-000000000000}"/>
          </ac:spMkLst>
        </pc:spChg>
        <pc:spChg chg="mod">
          <ac:chgData name="Trevoir Williams" userId="6a45007046124a3d" providerId="LiveId" clId="{53D5EA3C-0847-4EC1-9FDC-43DBDAEAF41A}" dt="2026-04-29T19:27:36.997" v="665" actId="27636"/>
          <ac:spMkLst>
            <pc:docMk/>
            <pc:sldMk cId="0" sldId="294"/>
            <ac:spMk id="8" creationId="{00000000-0000-0000-0000-000000000000}"/>
          </ac:spMkLst>
        </pc:spChg>
        <pc:spChg chg="mod">
          <ac:chgData name="Trevoir Williams" userId="6a45007046124a3d" providerId="LiveId" clId="{53D5EA3C-0847-4EC1-9FDC-43DBDAEAF41A}" dt="2026-04-29T19:27:36.994" v="664" actId="27636"/>
          <ac:spMkLst>
            <pc:docMk/>
            <pc:sldMk cId="0" sldId="294"/>
            <ac:spMk id="12" creationId="{00000000-0000-0000-0000-000000000000}"/>
          </ac:spMkLst>
        </pc:spChg>
        <pc:spChg chg="mod">
          <ac:chgData name="Trevoir Williams" userId="6a45007046124a3d" providerId="LiveId" clId="{53D5EA3C-0847-4EC1-9FDC-43DBDAEAF41A}" dt="2026-04-29T19:27:36.998" v="666" actId="27636"/>
          <ac:spMkLst>
            <pc:docMk/>
            <pc:sldMk cId="0" sldId="294"/>
            <ac:spMk id="16" creationId="{00000000-0000-0000-0000-000000000000}"/>
          </ac:spMkLst>
        </pc:spChg>
        <pc:spChg chg="mod">
          <ac:chgData name="Trevoir Williams" userId="6a45007046124a3d" providerId="LiveId" clId="{53D5EA3C-0847-4EC1-9FDC-43DBDAEAF41A}" dt="2026-04-29T18:41:47.865" v="484" actId="26606"/>
          <ac:spMkLst>
            <pc:docMk/>
            <pc:sldMk cId="0" sldId="294"/>
            <ac:spMk id="20" creationId="{00000000-0000-0000-0000-000000000000}"/>
          </ac:spMkLst>
        </pc:spChg>
        <pc:spChg chg="mod">
          <ac:chgData name="Trevoir Williams" userId="6a45007046124a3d" providerId="LiveId" clId="{53D5EA3C-0847-4EC1-9FDC-43DBDAEAF41A}" dt="2026-04-29T18:41:47.865" v="484" actId="26606"/>
          <ac:spMkLst>
            <pc:docMk/>
            <pc:sldMk cId="0" sldId="294"/>
            <ac:spMk id="22" creationId="{00000000-0000-0000-0000-000000000000}"/>
          </ac:spMkLst>
        </pc:spChg>
        <pc:spChg chg="mod">
          <ac:chgData name="Trevoir Williams" userId="6a45007046124a3d" providerId="LiveId" clId="{53D5EA3C-0847-4EC1-9FDC-43DBDAEAF41A}" dt="2026-04-29T18:41:47.865" v="484" actId="26606"/>
          <ac:spMkLst>
            <pc:docMk/>
            <pc:sldMk cId="0" sldId="294"/>
            <ac:spMk id="24" creationId="{00000000-0000-0000-0000-000000000000}"/>
          </ac:spMkLst>
        </pc:spChg>
        <pc:spChg chg="mod">
          <ac:chgData name="Trevoir Williams" userId="6a45007046124a3d" providerId="LiveId" clId="{53D5EA3C-0847-4EC1-9FDC-43DBDAEAF41A}" dt="2026-04-29T18:41:47.865" v="484" actId="26606"/>
          <ac:spMkLst>
            <pc:docMk/>
            <pc:sldMk cId="0" sldId="294"/>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295"/>
        </pc:sldMkLst>
        <pc:spChg chg="mod">
          <ac:chgData name="Trevoir Williams" userId="6a45007046124a3d" providerId="LiveId" clId="{53D5EA3C-0847-4EC1-9FDC-43DBDAEAF41A}" dt="2026-04-29T20:28:13.734" v="893" actId="26606"/>
          <ac:spMkLst>
            <pc:docMk/>
            <pc:sldMk cId="0" sldId="295"/>
            <ac:spMk id="4" creationId="{00000000-0000-0000-0000-000000000000}"/>
          </ac:spMkLst>
        </pc:spChg>
        <pc:spChg chg="mod">
          <ac:chgData name="Trevoir Williams" userId="6a45007046124a3d" providerId="LiveId" clId="{53D5EA3C-0847-4EC1-9FDC-43DBDAEAF41A}" dt="2026-04-29T20:28:13.734" v="893" actId="26606"/>
          <ac:spMkLst>
            <pc:docMk/>
            <pc:sldMk cId="0" sldId="295"/>
            <ac:spMk id="5" creationId="{00000000-0000-0000-0000-000000000000}"/>
          </ac:spMkLst>
        </pc:spChg>
        <pc:spChg chg="mod">
          <ac:chgData name="Trevoir Williams" userId="6a45007046124a3d" providerId="LiveId" clId="{53D5EA3C-0847-4EC1-9FDC-43DBDAEAF41A}" dt="2026-04-29T20:28:13.734" v="893" actId="26606"/>
          <ac:spMkLst>
            <pc:docMk/>
            <pc:sldMk cId="0" sldId="295"/>
            <ac:spMk id="6" creationId="{00000000-0000-0000-0000-000000000000}"/>
          </ac:spMkLst>
        </pc:spChg>
        <pc:spChg chg="mod">
          <ac:chgData name="Trevoir Williams" userId="6a45007046124a3d" providerId="LiveId" clId="{53D5EA3C-0847-4EC1-9FDC-43DBDAEAF41A}" dt="2026-04-29T20:28:13.734" v="893" actId="26606"/>
          <ac:spMkLst>
            <pc:docMk/>
            <pc:sldMk cId="0" sldId="295"/>
            <ac:spMk id="7" creationId="{00000000-0000-0000-0000-000000000000}"/>
          </ac:spMkLst>
        </pc:spChg>
        <pc:spChg chg="mod">
          <ac:chgData name="Trevoir Williams" userId="6a45007046124a3d" providerId="LiveId" clId="{53D5EA3C-0847-4EC1-9FDC-43DBDAEAF41A}" dt="2026-04-29T18:55:16.143" v="612" actId="27636"/>
          <ac:spMkLst>
            <pc:docMk/>
            <pc:sldMk cId="0" sldId="295"/>
            <ac:spMk id="8" creationId="{00000000-0000-0000-0000-000000000000}"/>
          </ac:spMkLst>
        </pc:spChg>
        <pc:spChg chg="mod">
          <ac:chgData name="Trevoir Williams" userId="6a45007046124a3d" providerId="LiveId" clId="{53D5EA3C-0847-4EC1-9FDC-43DBDAEAF41A}" dt="2026-04-29T20:28:13.734" v="893" actId="26606"/>
          <ac:spMkLst>
            <pc:docMk/>
            <pc:sldMk cId="0" sldId="295"/>
            <ac:spMk id="9" creationId="{00000000-0000-0000-0000-000000000000}"/>
          </ac:spMkLst>
        </pc:spChg>
        <pc:spChg chg="mod">
          <ac:chgData name="Trevoir Williams" userId="6a45007046124a3d" providerId="LiveId" clId="{53D5EA3C-0847-4EC1-9FDC-43DBDAEAF41A}" dt="2026-04-29T20:28:13.734" v="893" actId="26606"/>
          <ac:spMkLst>
            <pc:docMk/>
            <pc:sldMk cId="0" sldId="295"/>
            <ac:spMk id="10" creationId="{00000000-0000-0000-0000-000000000000}"/>
          </ac:spMkLst>
        </pc:spChg>
        <pc:spChg chg="mod">
          <ac:chgData name="Trevoir Williams" userId="6a45007046124a3d" providerId="LiveId" clId="{53D5EA3C-0847-4EC1-9FDC-43DBDAEAF41A}" dt="2026-04-29T20:28:13.734" v="893" actId="26606"/>
          <ac:spMkLst>
            <pc:docMk/>
            <pc:sldMk cId="0" sldId="295"/>
            <ac:spMk id="11" creationId="{00000000-0000-0000-0000-000000000000}"/>
          </ac:spMkLst>
        </pc:spChg>
        <pc:spChg chg="mod">
          <ac:chgData name="Trevoir Williams" userId="6a45007046124a3d" providerId="LiveId" clId="{53D5EA3C-0847-4EC1-9FDC-43DBDAEAF41A}" dt="2026-04-29T20:28:13.734" v="893" actId="26606"/>
          <ac:spMkLst>
            <pc:docMk/>
            <pc:sldMk cId="0" sldId="295"/>
            <ac:spMk id="12" creationId="{00000000-0000-0000-0000-000000000000}"/>
          </ac:spMkLst>
        </pc:spChg>
        <pc:spChg chg="mod">
          <ac:chgData name="Trevoir Williams" userId="6a45007046124a3d" providerId="LiveId" clId="{53D5EA3C-0847-4EC1-9FDC-43DBDAEAF41A}" dt="2026-04-29T20:28:13.734" v="893" actId="26606"/>
          <ac:spMkLst>
            <pc:docMk/>
            <pc:sldMk cId="0" sldId="295"/>
            <ac:spMk id="14" creationId="{00000000-0000-0000-0000-000000000000}"/>
          </ac:spMkLst>
        </pc:spChg>
        <pc:spChg chg="mod">
          <ac:chgData name="Trevoir Williams" userId="6a45007046124a3d" providerId="LiveId" clId="{53D5EA3C-0847-4EC1-9FDC-43DBDAEAF41A}" dt="2026-04-29T20:28:13.734" v="893" actId="26606"/>
          <ac:spMkLst>
            <pc:docMk/>
            <pc:sldMk cId="0" sldId="295"/>
            <ac:spMk id="15" creationId="{00000000-0000-0000-0000-000000000000}"/>
          </ac:spMkLst>
        </pc:spChg>
        <pc:spChg chg="mod">
          <ac:chgData name="Trevoir Williams" userId="6a45007046124a3d" providerId="LiveId" clId="{53D5EA3C-0847-4EC1-9FDC-43DBDAEAF41A}" dt="2026-04-29T18:41:47.865" v="484" actId="26606"/>
          <ac:spMkLst>
            <pc:docMk/>
            <pc:sldMk cId="0" sldId="295"/>
            <ac:spMk id="25" creationId="{00000000-0000-0000-0000-000000000000}"/>
          </ac:spMkLst>
        </pc:spChg>
        <pc:spChg chg="mod">
          <ac:chgData name="Trevoir Williams" userId="6a45007046124a3d" providerId="LiveId" clId="{53D5EA3C-0847-4EC1-9FDC-43DBDAEAF41A}" dt="2026-04-29T18:41:47.865" v="484" actId="26606"/>
          <ac:spMkLst>
            <pc:docMk/>
            <pc:sldMk cId="0" sldId="295"/>
            <ac:spMk id="26" creationId="{00000000-0000-0000-0000-000000000000}"/>
          </ac:spMkLst>
        </pc:spChg>
        <pc:spChg chg="mod">
          <ac:chgData name="Trevoir Williams" userId="6a45007046124a3d" providerId="LiveId" clId="{53D5EA3C-0847-4EC1-9FDC-43DBDAEAF41A}" dt="2026-04-29T18:41:47.865" v="484" actId="26606"/>
          <ac:spMkLst>
            <pc:docMk/>
            <pc:sldMk cId="0" sldId="295"/>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296"/>
        </pc:sldMkLst>
        <pc:spChg chg="mod">
          <ac:chgData name="Trevoir Williams" userId="6a45007046124a3d" providerId="LiveId" clId="{53D5EA3C-0847-4EC1-9FDC-43DBDAEAF41A}" dt="2026-04-29T18:36:33.074" v="162" actId="26606"/>
          <ac:spMkLst>
            <pc:docMk/>
            <pc:sldMk cId="0" sldId="296"/>
            <ac:spMk id="3" creationId="{00000000-0000-0000-0000-000000000000}"/>
          </ac:spMkLst>
        </pc:spChg>
        <pc:spChg chg="mod">
          <ac:chgData name="Trevoir Williams" userId="6a45007046124a3d" providerId="LiveId" clId="{53D5EA3C-0847-4EC1-9FDC-43DBDAEAF41A}" dt="2026-04-29T18:55:16.310" v="613" actId="27636"/>
          <ac:spMkLst>
            <pc:docMk/>
            <pc:sldMk cId="0" sldId="296"/>
            <ac:spMk id="4" creationId="{00000000-0000-0000-0000-000000000000}"/>
          </ac:spMkLst>
        </pc:spChg>
        <pc:spChg chg="mod">
          <ac:chgData name="Trevoir Williams" userId="6a45007046124a3d" providerId="LiveId" clId="{53D5EA3C-0847-4EC1-9FDC-43DBDAEAF41A}" dt="2026-04-29T18:41:47.865" v="484" actId="26606"/>
          <ac:spMkLst>
            <pc:docMk/>
            <pc:sldMk cId="0" sldId="296"/>
            <ac:spMk id="14" creationId="{00000000-0000-0000-0000-000000000000}"/>
          </ac:spMkLst>
        </pc:spChg>
        <pc:spChg chg="mod">
          <ac:chgData name="Trevoir Williams" userId="6a45007046124a3d" providerId="LiveId" clId="{53D5EA3C-0847-4EC1-9FDC-43DBDAEAF41A}" dt="2026-04-29T18:41:47.865" v="484" actId="26606"/>
          <ac:spMkLst>
            <pc:docMk/>
            <pc:sldMk cId="0" sldId="296"/>
            <ac:spMk id="15" creationId="{00000000-0000-0000-0000-000000000000}"/>
          </ac:spMkLst>
        </pc:spChg>
        <pc:spChg chg="mod">
          <ac:chgData name="Trevoir Williams" userId="6a45007046124a3d" providerId="LiveId" clId="{53D5EA3C-0847-4EC1-9FDC-43DBDAEAF41A}" dt="2026-04-29T20:52:00.045" v="898" actId="26606"/>
          <ac:spMkLst>
            <pc:docMk/>
            <pc:sldMk cId="0" sldId="296"/>
            <ac:spMk id="16" creationId="{00000000-0000-0000-0000-000000000000}"/>
          </ac:spMkLst>
        </pc:spChg>
      </pc:sldChg>
      <pc:sldChg chg="modSp add del mod">
        <pc:chgData name="Trevoir Williams" userId="6a45007046124a3d" providerId="LiveId" clId="{53D5EA3C-0847-4EC1-9FDC-43DBDAEAF41A}" dt="2026-04-29T18:55:16.511" v="614" actId="27636"/>
        <pc:sldMkLst>
          <pc:docMk/>
          <pc:sldMk cId="0" sldId="297"/>
        </pc:sldMkLst>
        <pc:spChg chg="mod">
          <ac:chgData name="Trevoir Williams" userId="6a45007046124a3d" providerId="LiveId" clId="{53D5EA3C-0847-4EC1-9FDC-43DBDAEAF41A}" dt="2026-04-29T18:36:33.074" v="162" actId="26606"/>
          <ac:spMkLst>
            <pc:docMk/>
            <pc:sldMk cId="0" sldId="297"/>
            <ac:spMk id="3" creationId="{00000000-0000-0000-0000-000000000000}"/>
          </ac:spMkLst>
        </pc:spChg>
        <pc:spChg chg="mod">
          <ac:chgData name="Trevoir Williams" userId="6a45007046124a3d" providerId="LiveId" clId="{53D5EA3C-0847-4EC1-9FDC-43DBDAEAF41A}" dt="2026-04-29T18:55:16.511" v="614" actId="27636"/>
          <ac:spMkLst>
            <pc:docMk/>
            <pc:sldMk cId="0" sldId="297"/>
            <ac:spMk id="4" creationId="{00000000-0000-0000-0000-000000000000}"/>
          </ac:spMkLst>
        </pc:spChg>
        <pc:spChg chg="mod">
          <ac:chgData name="Trevoir Williams" userId="6a45007046124a3d" providerId="LiveId" clId="{53D5EA3C-0847-4EC1-9FDC-43DBDAEAF41A}" dt="2026-04-29T18:41:47.865" v="484" actId="26606"/>
          <ac:spMkLst>
            <pc:docMk/>
            <pc:sldMk cId="0" sldId="297"/>
            <ac:spMk id="23" creationId="{00000000-0000-0000-0000-000000000000}"/>
          </ac:spMkLst>
        </pc:spChg>
        <pc:spChg chg="mod">
          <ac:chgData name="Trevoir Williams" userId="6a45007046124a3d" providerId="LiveId" clId="{53D5EA3C-0847-4EC1-9FDC-43DBDAEAF41A}" dt="2026-04-29T18:41:47.865" v="484" actId="26606"/>
          <ac:spMkLst>
            <pc:docMk/>
            <pc:sldMk cId="0" sldId="297"/>
            <ac:spMk id="25" creationId="{00000000-0000-0000-0000-000000000000}"/>
          </ac:spMkLst>
        </pc:spChg>
        <pc:spChg chg="mod">
          <ac:chgData name="Trevoir Williams" userId="6a45007046124a3d" providerId="LiveId" clId="{53D5EA3C-0847-4EC1-9FDC-43DBDAEAF41A}" dt="2026-04-29T18:41:47.865" v="484" actId="26606"/>
          <ac:spMkLst>
            <pc:docMk/>
            <pc:sldMk cId="0" sldId="297"/>
            <ac:spMk id="26" creationId="{00000000-0000-0000-0000-000000000000}"/>
          </ac:spMkLst>
        </pc:spChg>
        <pc:spChg chg="mod">
          <ac:chgData name="Trevoir Williams" userId="6a45007046124a3d" providerId="LiveId" clId="{53D5EA3C-0847-4EC1-9FDC-43DBDAEAF41A}" dt="2026-04-29T18:41:47.865" v="484" actId="26606"/>
          <ac:spMkLst>
            <pc:docMk/>
            <pc:sldMk cId="0" sldId="297"/>
            <ac:spMk id="27" creationId="{00000000-0000-0000-0000-000000000000}"/>
          </ac:spMkLst>
        </pc:spChg>
        <pc:spChg chg="mod">
          <ac:chgData name="Trevoir Williams" userId="6a45007046124a3d" providerId="LiveId" clId="{53D5EA3C-0847-4EC1-9FDC-43DBDAEAF41A}" dt="2026-04-29T18:41:47.865" v="484" actId="26606"/>
          <ac:spMkLst>
            <pc:docMk/>
            <pc:sldMk cId="0" sldId="297"/>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298"/>
        </pc:sldMkLst>
        <pc:spChg chg="mod">
          <ac:chgData name="Trevoir Williams" userId="6a45007046124a3d" providerId="LiveId" clId="{53D5EA3C-0847-4EC1-9FDC-43DBDAEAF41A}" dt="2026-04-29T18:36:33.074" v="162" actId="26606"/>
          <ac:spMkLst>
            <pc:docMk/>
            <pc:sldMk cId="0" sldId="298"/>
            <ac:spMk id="3" creationId="{00000000-0000-0000-0000-000000000000}"/>
          </ac:spMkLst>
        </pc:spChg>
        <pc:spChg chg="mod">
          <ac:chgData name="Trevoir Williams" userId="6a45007046124a3d" providerId="LiveId" clId="{53D5EA3C-0847-4EC1-9FDC-43DBDAEAF41A}" dt="2026-04-29T18:55:16.822" v="615" actId="27636"/>
          <ac:spMkLst>
            <pc:docMk/>
            <pc:sldMk cId="0" sldId="298"/>
            <ac:spMk id="4" creationId="{00000000-0000-0000-0000-000000000000}"/>
          </ac:spMkLst>
        </pc:spChg>
        <pc:spChg chg="mod">
          <ac:chgData name="Trevoir Williams" userId="6a45007046124a3d" providerId="LiveId" clId="{53D5EA3C-0847-4EC1-9FDC-43DBDAEAF41A}" dt="2026-04-29T18:55:16.829" v="616" actId="27636"/>
          <ac:spMkLst>
            <pc:docMk/>
            <pc:sldMk cId="0" sldId="298"/>
            <ac:spMk id="17" creationId="{00000000-0000-0000-0000-000000000000}"/>
          </ac:spMkLst>
        </pc:spChg>
        <pc:spChg chg="mod">
          <ac:chgData name="Trevoir Williams" userId="6a45007046124a3d" providerId="LiveId" clId="{53D5EA3C-0847-4EC1-9FDC-43DBDAEAF41A}" dt="2026-04-29T18:41:47.865" v="484" actId="26606"/>
          <ac:spMkLst>
            <pc:docMk/>
            <pc:sldMk cId="0" sldId="298"/>
            <ac:spMk id="19" creationId="{00000000-0000-0000-0000-000000000000}"/>
          </ac:spMkLst>
        </pc:spChg>
        <pc:spChg chg="mod">
          <ac:chgData name="Trevoir Williams" userId="6a45007046124a3d" providerId="LiveId" clId="{53D5EA3C-0847-4EC1-9FDC-43DBDAEAF41A}" dt="2026-04-29T18:41:47.865" v="484" actId="26606"/>
          <ac:spMkLst>
            <pc:docMk/>
            <pc:sldMk cId="0" sldId="298"/>
            <ac:spMk id="20" creationId="{00000000-0000-0000-0000-000000000000}"/>
          </ac:spMkLst>
        </pc:spChg>
        <pc:spChg chg="mod">
          <ac:chgData name="Trevoir Williams" userId="6a45007046124a3d" providerId="LiveId" clId="{53D5EA3C-0847-4EC1-9FDC-43DBDAEAF41A}" dt="2026-04-29T18:41:47.865" v="484" actId="26606"/>
          <ac:spMkLst>
            <pc:docMk/>
            <pc:sldMk cId="0" sldId="298"/>
            <ac:spMk id="21" creationId="{00000000-0000-0000-0000-000000000000}"/>
          </ac:spMkLst>
        </pc:spChg>
      </pc:sldChg>
      <pc:sldChg chg="modSp add del mod">
        <pc:chgData name="Trevoir Williams" userId="6a45007046124a3d" providerId="LiveId" clId="{53D5EA3C-0847-4EC1-9FDC-43DBDAEAF41A}" dt="2026-04-29T19:58:42.666" v="712" actId="27636"/>
        <pc:sldMkLst>
          <pc:docMk/>
          <pc:sldMk cId="0" sldId="299"/>
        </pc:sldMkLst>
        <pc:spChg chg="mod">
          <ac:chgData name="Trevoir Williams" userId="6a45007046124a3d" providerId="LiveId" clId="{53D5EA3C-0847-4EC1-9FDC-43DBDAEAF41A}" dt="2026-04-29T18:36:33.074" v="162" actId="26606"/>
          <ac:spMkLst>
            <pc:docMk/>
            <pc:sldMk cId="0" sldId="299"/>
            <ac:spMk id="3" creationId="{00000000-0000-0000-0000-000000000000}"/>
          </ac:spMkLst>
        </pc:spChg>
        <pc:spChg chg="mod">
          <ac:chgData name="Trevoir Williams" userId="6a45007046124a3d" providerId="LiveId" clId="{53D5EA3C-0847-4EC1-9FDC-43DBDAEAF41A}" dt="2026-04-29T19:58:42.666" v="712" actId="27636"/>
          <ac:spMkLst>
            <pc:docMk/>
            <pc:sldMk cId="0" sldId="299"/>
            <ac:spMk id="4" creationId="{00000000-0000-0000-0000-000000000000}"/>
          </ac:spMkLst>
        </pc:spChg>
        <pc:spChg chg="mod">
          <ac:chgData name="Trevoir Williams" userId="6a45007046124a3d" providerId="LiveId" clId="{53D5EA3C-0847-4EC1-9FDC-43DBDAEAF41A}" dt="2026-04-29T19:58:42.660" v="711" actId="27636"/>
          <ac:spMkLst>
            <pc:docMk/>
            <pc:sldMk cId="0" sldId="299"/>
            <ac:spMk id="7" creationId="{00000000-0000-0000-0000-000000000000}"/>
          </ac:spMkLst>
        </pc:spChg>
        <pc:spChg chg="mod">
          <ac:chgData name="Trevoir Williams" userId="6a45007046124a3d" providerId="LiveId" clId="{53D5EA3C-0847-4EC1-9FDC-43DBDAEAF41A}" dt="2026-04-29T19:58:42.650" v="710" actId="27636"/>
          <ac:spMkLst>
            <pc:docMk/>
            <pc:sldMk cId="0" sldId="299"/>
            <ac:spMk id="9" creationId="{00000000-0000-0000-0000-000000000000}"/>
          </ac:spMkLst>
        </pc:spChg>
        <pc:spChg chg="mod">
          <ac:chgData name="Trevoir Williams" userId="6a45007046124a3d" providerId="LiveId" clId="{53D5EA3C-0847-4EC1-9FDC-43DBDAEAF41A}" dt="2026-04-29T18:41:47.865" v="484" actId="26606"/>
          <ac:spMkLst>
            <pc:docMk/>
            <pc:sldMk cId="0" sldId="299"/>
            <ac:spMk id="14" creationId="{00000000-0000-0000-0000-000000000000}"/>
          </ac:spMkLst>
        </pc:spChg>
        <pc:spChg chg="mod">
          <ac:chgData name="Trevoir Williams" userId="6a45007046124a3d" providerId="LiveId" clId="{53D5EA3C-0847-4EC1-9FDC-43DBDAEAF41A}" dt="2026-04-29T18:41:47.865" v="484" actId="26606"/>
          <ac:spMkLst>
            <pc:docMk/>
            <pc:sldMk cId="0" sldId="299"/>
            <ac:spMk id="16" creationId="{00000000-0000-0000-0000-000000000000}"/>
          </ac:spMkLst>
        </pc:spChg>
        <pc:spChg chg="mod">
          <ac:chgData name="Trevoir Williams" userId="6a45007046124a3d" providerId="LiveId" clId="{53D5EA3C-0847-4EC1-9FDC-43DBDAEAF41A}" dt="2026-04-29T18:41:47.865" v="484" actId="26606"/>
          <ac:spMkLst>
            <pc:docMk/>
            <pc:sldMk cId="0" sldId="299"/>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00"/>
        </pc:sldMkLst>
        <pc:spChg chg="mod">
          <ac:chgData name="Trevoir Williams" userId="6a45007046124a3d" providerId="LiveId" clId="{53D5EA3C-0847-4EC1-9FDC-43DBDAEAF41A}" dt="2026-04-29T18:36:35.286" v="172" actId="27636"/>
          <ac:spMkLst>
            <pc:docMk/>
            <pc:sldMk cId="0" sldId="300"/>
            <ac:spMk id="3" creationId="{00000000-0000-0000-0000-000000000000}"/>
          </ac:spMkLst>
        </pc:spChg>
        <pc:spChg chg="mod">
          <ac:chgData name="Trevoir Williams" userId="6a45007046124a3d" providerId="LiveId" clId="{53D5EA3C-0847-4EC1-9FDC-43DBDAEAF41A}" dt="2026-04-29T18:55:17.087" v="617" actId="27636"/>
          <ac:spMkLst>
            <pc:docMk/>
            <pc:sldMk cId="0" sldId="300"/>
            <ac:spMk id="4" creationId="{00000000-0000-0000-0000-000000000000}"/>
          </ac:spMkLst>
        </pc:spChg>
        <pc:spChg chg="mod">
          <ac:chgData name="Trevoir Williams" userId="6a45007046124a3d" providerId="LiveId" clId="{53D5EA3C-0847-4EC1-9FDC-43DBDAEAF41A}" dt="2026-04-29T18:55:17.094" v="618" actId="27636"/>
          <ac:spMkLst>
            <pc:docMk/>
            <pc:sldMk cId="0" sldId="300"/>
            <ac:spMk id="17" creationId="{00000000-0000-0000-0000-000000000000}"/>
          </ac:spMkLst>
        </pc:spChg>
        <pc:spChg chg="mod">
          <ac:chgData name="Trevoir Williams" userId="6a45007046124a3d" providerId="LiveId" clId="{53D5EA3C-0847-4EC1-9FDC-43DBDAEAF41A}" dt="2026-04-29T18:41:47.865" v="484" actId="26606"/>
          <ac:spMkLst>
            <pc:docMk/>
            <pc:sldMk cId="0" sldId="300"/>
            <ac:spMk id="19" creationId="{00000000-0000-0000-0000-000000000000}"/>
          </ac:spMkLst>
        </pc:spChg>
        <pc:spChg chg="mod">
          <ac:chgData name="Trevoir Williams" userId="6a45007046124a3d" providerId="LiveId" clId="{53D5EA3C-0847-4EC1-9FDC-43DBDAEAF41A}" dt="2026-04-29T18:41:47.865" v="484" actId="26606"/>
          <ac:spMkLst>
            <pc:docMk/>
            <pc:sldMk cId="0" sldId="300"/>
            <ac:spMk id="20" creationId="{00000000-0000-0000-0000-000000000000}"/>
          </ac:spMkLst>
        </pc:spChg>
        <pc:spChg chg="mod">
          <ac:chgData name="Trevoir Williams" userId="6a45007046124a3d" providerId="LiveId" clId="{53D5EA3C-0847-4EC1-9FDC-43DBDAEAF41A}" dt="2026-04-29T18:41:47.865" v="484" actId="26606"/>
          <ac:spMkLst>
            <pc:docMk/>
            <pc:sldMk cId="0" sldId="300"/>
            <ac:spMk id="21" creationId="{00000000-0000-0000-0000-000000000000}"/>
          </ac:spMkLst>
        </pc:spChg>
      </pc:sldChg>
      <pc:sldChg chg="modSp add del mod">
        <pc:chgData name="Trevoir Williams" userId="6a45007046124a3d" providerId="LiveId" clId="{53D5EA3C-0847-4EC1-9FDC-43DBDAEAF41A}" dt="2026-04-29T18:55:17.342" v="619" actId="27636"/>
        <pc:sldMkLst>
          <pc:docMk/>
          <pc:sldMk cId="0" sldId="301"/>
        </pc:sldMkLst>
        <pc:spChg chg="mod">
          <ac:chgData name="Trevoir Williams" userId="6a45007046124a3d" providerId="LiveId" clId="{53D5EA3C-0847-4EC1-9FDC-43DBDAEAF41A}" dt="2026-04-29T18:36:35.731" v="173" actId="27636"/>
          <ac:spMkLst>
            <pc:docMk/>
            <pc:sldMk cId="0" sldId="301"/>
            <ac:spMk id="3" creationId="{00000000-0000-0000-0000-000000000000}"/>
          </ac:spMkLst>
        </pc:spChg>
        <pc:spChg chg="mod">
          <ac:chgData name="Trevoir Williams" userId="6a45007046124a3d" providerId="LiveId" clId="{53D5EA3C-0847-4EC1-9FDC-43DBDAEAF41A}" dt="2026-04-29T18:55:17.342" v="619" actId="27636"/>
          <ac:spMkLst>
            <pc:docMk/>
            <pc:sldMk cId="0" sldId="301"/>
            <ac:spMk id="4" creationId="{00000000-0000-0000-0000-000000000000}"/>
          </ac:spMkLst>
        </pc:spChg>
        <pc:spChg chg="mod">
          <ac:chgData name="Trevoir Williams" userId="6a45007046124a3d" providerId="LiveId" clId="{53D5EA3C-0847-4EC1-9FDC-43DBDAEAF41A}" dt="2026-04-29T18:14:05.507" v="39" actId="27636"/>
          <ac:spMkLst>
            <pc:docMk/>
            <pc:sldMk cId="0" sldId="301"/>
            <ac:spMk id="20" creationId="{00000000-0000-0000-0000-000000000000}"/>
          </ac:spMkLst>
        </pc:spChg>
        <pc:spChg chg="mod">
          <ac:chgData name="Trevoir Williams" userId="6a45007046124a3d" providerId="LiveId" clId="{53D5EA3C-0847-4EC1-9FDC-43DBDAEAF41A}" dt="2026-04-29T18:41:47.865" v="484" actId="26606"/>
          <ac:spMkLst>
            <pc:docMk/>
            <pc:sldMk cId="0" sldId="301"/>
            <ac:spMk id="28" creationId="{00000000-0000-0000-0000-000000000000}"/>
          </ac:spMkLst>
        </pc:spChg>
        <pc:spChg chg="mod">
          <ac:chgData name="Trevoir Williams" userId="6a45007046124a3d" providerId="LiveId" clId="{53D5EA3C-0847-4EC1-9FDC-43DBDAEAF41A}" dt="2026-04-29T18:41:47.865" v="484" actId="26606"/>
          <ac:spMkLst>
            <pc:docMk/>
            <pc:sldMk cId="0" sldId="301"/>
            <ac:spMk id="29" creationId="{00000000-0000-0000-0000-000000000000}"/>
          </ac:spMkLst>
        </pc:spChg>
        <pc:spChg chg="mod">
          <ac:chgData name="Trevoir Williams" userId="6a45007046124a3d" providerId="LiveId" clId="{53D5EA3C-0847-4EC1-9FDC-43DBDAEAF41A}" dt="2026-04-29T18:41:47.865" v="484" actId="26606"/>
          <ac:spMkLst>
            <pc:docMk/>
            <pc:sldMk cId="0" sldId="301"/>
            <ac:spMk id="30" creationId="{00000000-0000-0000-0000-000000000000}"/>
          </ac:spMkLst>
        </pc:spChg>
      </pc:sldChg>
      <pc:sldChg chg="modSp add del mod">
        <pc:chgData name="Trevoir Williams" userId="6a45007046124a3d" providerId="LiveId" clId="{53D5EA3C-0847-4EC1-9FDC-43DBDAEAF41A}" dt="2026-04-29T19:58:42.884" v="716" actId="27636"/>
        <pc:sldMkLst>
          <pc:docMk/>
          <pc:sldMk cId="0" sldId="302"/>
        </pc:sldMkLst>
        <pc:spChg chg="mod">
          <ac:chgData name="Trevoir Williams" userId="6a45007046124a3d" providerId="LiveId" clId="{53D5EA3C-0847-4EC1-9FDC-43DBDAEAF41A}" dt="2026-04-29T18:36:36.678" v="176" actId="27636"/>
          <ac:spMkLst>
            <pc:docMk/>
            <pc:sldMk cId="0" sldId="302"/>
            <ac:spMk id="3" creationId="{00000000-0000-0000-0000-000000000000}"/>
          </ac:spMkLst>
        </pc:spChg>
        <pc:spChg chg="mod">
          <ac:chgData name="Trevoir Williams" userId="6a45007046124a3d" providerId="LiveId" clId="{53D5EA3C-0847-4EC1-9FDC-43DBDAEAF41A}" dt="2026-04-29T19:58:42.868" v="714" actId="27636"/>
          <ac:spMkLst>
            <pc:docMk/>
            <pc:sldMk cId="0" sldId="302"/>
            <ac:spMk id="4" creationId="{00000000-0000-0000-0000-000000000000}"/>
          </ac:spMkLst>
        </pc:spChg>
        <pc:spChg chg="mod">
          <ac:chgData name="Trevoir Williams" userId="6a45007046124a3d" providerId="LiveId" clId="{53D5EA3C-0847-4EC1-9FDC-43DBDAEAF41A}" dt="2026-04-29T19:58:42.880" v="715" actId="27636"/>
          <ac:spMkLst>
            <pc:docMk/>
            <pc:sldMk cId="0" sldId="302"/>
            <ac:spMk id="7" creationId="{00000000-0000-0000-0000-000000000000}"/>
          </ac:spMkLst>
        </pc:spChg>
        <pc:spChg chg="mod">
          <ac:chgData name="Trevoir Williams" userId="6a45007046124a3d" providerId="LiveId" clId="{53D5EA3C-0847-4EC1-9FDC-43DBDAEAF41A}" dt="2026-04-29T19:58:42.868" v="713" actId="27636"/>
          <ac:spMkLst>
            <pc:docMk/>
            <pc:sldMk cId="0" sldId="302"/>
            <ac:spMk id="9" creationId="{00000000-0000-0000-0000-000000000000}"/>
          </ac:spMkLst>
        </pc:spChg>
        <pc:spChg chg="mod">
          <ac:chgData name="Trevoir Williams" userId="6a45007046124a3d" providerId="LiveId" clId="{53D5EA3C-0847-4EC1-9FDC-43DBDAEAF41A}" dt="2026-04-29T19:58:42.884" v="716" actId="27636"/>
          <ac:spMkLst>
            <pc:docMk/>
            <pc:sldMk cId="0" sldId="302"/>
            <ac:spMk id="14" creationId="{00000000-0000-0000-0000-000000000000}"/>
          </ac:spMkLst>
        </pc:spChg>
        <pc:spChg chg="mod">
          <ac:chgData name="Trevoir Williams" userId="6a45007046124a3d" providerId="LiveId" clId="{53D5EA3C-0847-4EC1-9FDC-43DBDAEAF41A}" dt="2026-04-29T18:41:47.865" v="484" actId="26606"/>
          <ac:spMkLst>
            <pc:docMk/>
            <pc:sldMk cId="0" sldId="302"/>
            <ac:spMk id="18" creationId="{00000000-0000-0000-0000-000000000000}"/>
          </ac:spMkLst>
        </pc:spChg>
        <pc:spChg chg="mod">
          <ac:chgData name="Trevoir Williams" userId="6a45007046124a3d" providerId="LiveId" clId="{53D5EA3C-0847-4EC1-9FDC-43DBDAEAF41A}" dt="2026-04-29T18:41:47.865" v="484" actId="26606"/>
          <ac:spMkLst>
            <pc:docMk/>
            <pc:sldMk cId="0" sldId="302"/>
            <ac:spMk id="19" creationId="{00000000-0000-0000-0000-000000000000}"/>
          </ac:spMkLst>
        </pc:spChg>
      </pc:sldChg>
      <pc:sldChg chg="modSp add del mod">
        <pc:chgData name="Trevoir Williams" userId="6a45007046124a3d" providerId="LiveId" clId="{53D5EA3C-0847-4EC1-9FDC-43DBDAEAF41A}" dt="2026-04-29T19:58:43.110" v="719" actId="27636"/>
        <pc:sldMkLst>
          <pc:docMk/>
          <pc:sldMk cId="0" sldId="303"/>
        </pc:sldMkLst>
        <pc:spChg chg="mod">
          <ac:chgData name="Trevoir Williams" userId="6a45007046124a3d" providerId="LiveId" clId="{53D5EA3C-0847-4EC1-9FDC-43DBDAEAF41A}" dt="2026-04-29T18:36:37.600" v="178" actId="27636"/>
          <ac:spMkLst>
            <pc:docMk/>
            <pc:sldMk cId="0" sldId="303"/>
            <ac:spMk id="3" creationId="{00000000-0000-0000-0000-000000000000}"/>
          </ac:spMkLst>
        </pc:spChg>
        <pc:spChg chg="mod">
          <ac:chgData name="Trevoir Williams" userId="6a45007046124a3d" providerId="LiveId" clId="{53D5EA3C-0847-4EC1-9FDC-43DBDAEAF41A}" dt="2026-04-29T19:58:43.107" v="717" actId="27636"/>
          <ac:spMkLst>
            <pc:docMk/>
            <pc:sldMk cId="0" sldId="303"/>
            <ac:spMk id="4" creationId="{00000000-0000-0000-0000-000000000000}"/>
          </ac:spMkLst>
        </pc:spChg>
        <pc:spChg chg="mod">
          <ac:chgData name="Trevoir Williams" userId="6a45007046124a3d" providerId="LiveId" clId="{53D5EA3C-0847-4EC1-9FDC-43DBDAEAF41A}" dt="2026-04-29T19:58:43.110" v="718" actId="27636"/>
          <ac:spMkLst>
            <pc:docMk/>
            <pc:sldMk cId="0" sldId="303"/>
            <ac:spMk id="7" creationId="{00000000-0000-0000-0000-000000000000}"/>
          </ac:spMkLst>
        </pc:spChg>
        <pc:spChg chg="mod">
          <ac:chgData name="Trevoir Williams" userId="6a45007046124a3d" providerId="LiveId" clId="{53D5EA3C-0847-4EC1-9FDC-43DBDAEAF41A}" dt="2026-04-29T19:58:43.110" v="719" actId="27636"/>
          <ac:spMkLst>
            <pc:docMk/>
            <pc:sldMk cId="0" sldId="303"/>
            <ac:spMk id="9" creationId="{00000000-0000-0000-0000-000000000000}"/>
          </ac:spMkLst>
        </pc:spChg>
        <pc:spChg chg="mod">
          <ac:chgData name="Trevoir Williams" userId="6a45007046124a3d" providerId="LiveId" clId="{53D5EA3C-0847-4EC1-9FDC-43DBDAEAF41A}" dt="2026-04-29T18:41:47.865" v="484" actId="26606"/>
          <ac:spMkLst>
            <pc:docMk/>
            <pc:sldMk cId="0" sldId="303"/>
            <ac:spMk id="14" creationId="{00000000-0000-0000-0000-000000000000}"/>
          </ac:spMkLst>
        </pc:spChg>
        <pc:spChg chg="mod">
          <ac:chgData name="Trevoir Williams" userId="6a45007046124a3d" providerId="LiveId" clId="{53D5EA3C-0847-4EC1-9FDC-43DBDAEAF41A}" dt="2026-04-29T18:41:47.865" v="484" actId="26606"/>
          <ac:spMkLst>
            <pc:docMk/>
            <pc:sldMk cId="0" sldId="303"/>
            <ac:spMk id="16" creationId="{00000000-0000-0000-0000-000000000000}"/>
          </ac:spMkLst>
        </pc:spChg>
        <pc:spChg chg="mod">
          <ac:chgData name="Trevoir Williams" userId="6a45007046124a3d" providerId="LiveId" clId="{53D5EA3C-0847-4EC1-9FDC-43DBDAEAF41A}" dt="2026-04-29T18:41:47.865" v="484" actId="26606"/>
          <ac:spMkLst>
            <pc:docMk/>
            <pc:sldMk cId="0" sldId="303"/>
            <ac:spMk id="17" creationId="{00000000-0000-0000-0000-000000000000}"/>
          </ac:spMkLst>
        </pc:spChg>
      </pc:sldChg>
      <pc:sldChg chg="modSp add del mod">
        <pc:chgData name="Trevoir Williams" userId="6a45007046124a3d" providerId="LiveId" clId="{53D5EA3C-0847-4EC1-9FDC-43DBDAEAF41A}" dt="2026-04-29T19:58:43.323" v="722" actId="27636"/>
        <pc:sldMkLst>
          <pc:docMk/>
          <pc:sldMk cId="0" sldId="304"/>
        </pc:sldMkLst>
        <pc:spChg chg="mod">
          <ac:chgData name="Trevoir Williams" userId="6a45007046124a3d" providerId="LiveId" clId="{53D5EA3C-0847-4EC1-9FDC-43DBDAEAF41A}" dt="2026-04-29T18:36:33.074" v="162" actId="26606"/>
          <ac:spMkLst>
            <pc:docMk/>
            <pc:sldMk cId="0" sldId="304"/>
            <ac:spMk id="3" creationId="{00000000-0000-0000-0000-000000000000}"/>
          </ac:spMkLst>
        </pc:spChg>
        <pc:spChg chg="mod">
          <ac:chgData name="Trevoir Williams" userId="6a45007046124a3d" providerId="LiveId" clId="{53D5EA3C-0847-4EC1-9FDC-43DBDAEAF41A}" dt="2026-04-29T19:58:43.319" v="721" actId="27636"/>
          <ac:spMkLst>
            <pc:docMk/>
            <pc:sldMk cId="0" sldId="304"/>
            <ac:spMk id="4" creationId="{00000000-0000-0000-0000-000000000000}"/>
          </ac:spMkLst>
        </pc:spChg>
        <pc:spChg chg="mod">
          <ac:chgData name="Trevoir Williams" userId="6a45007046124a3d" providerId="LiveId" clId="{53D5EA3C-0847-4EC1-9FDC-43DBDAEAF41A}" dt="2026-04-29T19:58:43.315" v="720" actId="27636"/>
          <ac:spMkLst>
            <pc:docMk/>
            <pc:sldMk cId="0" sldId="304"/>
            <ac:spMk id="7" creationId="{00000000-0000-0000-0000-000000000000}"/>
          </ac:spMkLst>
        </pc:spChg>
        <pc:spChg chg="mod">
          <ac:chgData name="Trevoir Williams" userId="6a45007046124a3d" providerId="LiveId" clId="{53D5EA3C-0847-4EC1-9FDC-43DBDAEAF41A}" dt="2026-04-29T19:58:43.323" v="722" actId="27636"/>
          <ac:spMkLst>
            <pc:docMk/>
            <pc:sldMk cId="0" sldId="304"/>
            <ac:spMk id="9" creationId="{00000000-0000-0000-0000-000000000000}"/>
          </ac:spMkLst>
        </pc:spChg>
        <pc:spChg chg="mod">
          <ac:chgData name="Trevoir Williams" userId="6a45007046124a3d" providerId="LiveId" clId="{53D5EA3C-0847-4EC1-9FDC-43DBDAEAF41A}" dt="2026-04-29T18:41:47.865" v="484" actId="26606"/>
          <ac:spMkLst>
            <pc:docMk/>
            <pc:sldMk cId="0" sldId="304"/>
            <ac:spMk id="14" creationId="{00000000-0000-0000-0000-000000000000}"/>
          </ac:spMkLst>
        </pc:spChg>
        <pc:spChg chg="mod">
          <ac:chgData name="Trevoir Williams" userId="6a45007046124a3d" providerId="LiveId" clId="{53D5EA3C-0847-4EC1-9FDC-43DBDAEAF41A}" dt="2026-04-29T18:41:47.865" v="484" actId="26606"/>
          <ac:spMkLst>
            <pc:docMk/>
            <pc:sldMk cId="0" sldId="304"/>
            <ac:spMk id="16" creationId="{00000000-0000-0000-0000-000000000000}"/>
          </ac:spMkLst>
        </pc:spChg>
        <pc:spChg chg="mod">
          <ac:chgData name="Trevoir Williams" userId="6a45007046124a3d" providerId="LiveId" clId="{53D5EA3C-0847-4EC1-9FDC-43DBDAEAF41A}" dt="2026-04-29T18:41:47.865" v="484" actId="26606"/>
          <ac:spMkLst>
            <pc:docMk/>
            <pc:sldMk cId="0" sldId="304"/>
            <ac:spMk id="17" creationId="{00000000-0000-0000-0000-000000000000}"/>
          </ac:spMkLst>
        </pc:spChg>
      </pc:sldChg>
      <pc:sldChg chg="modSp add del mod">
        <pc:chgData name="Trevoir Williams" userId="6a45007046124a3d" providerId="LiveId" clId="{53D5EA3C-0847-4EC1-9FDC-43DBDAEAF41A}" dt="2026-04-29T19:58:43.545" v="726" actId="27636"/>
        <pc:sldMkLst>
          <pc:docMk/>
          <pc:sldMk cId="0" sldId="305"/>
        </pc:sldMkLst>
        <pc:spChg chg="mod">
          <ac:chgData name="Trevoir Williams" userId="6a45007046124a3d" providerId="LiveId" clId="{53D5EA3C-0847-4EC1-9FDC-43DBDAEAF41A}" dt="2026-04-29T19:58:43.541" v="725" actId="27636"/>
          <ac:spMkLst>
            <pc:docMk/>
            <pc:sldMk cId="0" sldId="305"/>
            <ac:spMk id="3" creationId="{00000000-0000-0000-0000-000000000000}"/>
          </ac:spMkLst>
        </pc:spChg>
        <pc:spChg chg="mod">
          <ac:chgData name="Trevoir Williams" userId="6a45007046124a3d" providerId="LiveId" clId="{53D5EA3C-0847-4EC1-9FDC-43DBDAEAF41A}" dt="2026-04-29T19:58:43.537" v="724" actId="27636"/>
          <ac:spMkLst>
            <pc:docMk/>
            <pc:sldMk cId="0" sldId="305"/>
            <ac:spMk id="4" creationId="{00000000-0000-0000-0000-000000000000}"/>
          </ac:spMkLst>
        </pc:spChg>
        <pc:spChg chg="mod">
          <ac:chgData name="Trevoir Williams" userId="6a45007046124a3d" providerId="LiveId" clId="{53D5EA3C-0847-4EC1-9FDC-43DBDAEAF41A}" dt="2026-04-29T19:58:43.545" v="726" actId="27636"/>
          <ac:spMkLst>
            <pc:docMk/>
            <pc:sldMk cId="0" sldId="305"/>
            <ac:spMk id="7" creationId="{00000000-0000-0000-0000-000000000000}"/>
          </ac:spMkLst>
        </pc:spChg>
        <pc:spChg chg="mod">
          <ac:chgData name="Trevoir Williams" userId="6a45007046124a3d" providerId="LiveId" clId="{53D5EA3C-0847-4EC1-9FDC-43DBDAEAF41A}" dt="2026-04-29T19:58:43.533" v="723" actId="27636"/>
          <ac:spMkLst>
            <pc:docMk/>
            <pc:sldMk cId="0" sldId="305"/>
            <ac:spMk id="9" creationId="{00000000-0000-0000-0000-000000000000}"/>
          </ac:spMkLst>
        </pc:spChg>
        <pc:spChg chg="mod">
          <ac:chgData name="Trevoir Williams" userId="6a45007046124a3d" providerId="LiveId" clId="{53D5EA3C-0847-4EC1-9FDC-43DBDAEAF41A}" dt="2026-04-29T18:41:47.865" v="484" actId="26606"/>
          <ac:spMkLst>
            <pc:docMk/>
            <pc:sldMk cId="0" sldId="305"/>
            <ac:spMk id="14" creationId="{00000000-0000-0000-0000-000000000000}"/>
          </ac:spMkLst>
        </pc:spChg>
        <pc:spChg chg="mod">
          <ac:chgData name="Trevoir Williams" userId="6a45007046124a3d" providerId="LiveId" clId="{53D5EA3C-0847-4EC1-9FDC-43DBDAEAF41A}" dt="2026-04-29T18:41:47.865" v="484" actId="26606"/>
          <ac:spMkLst>
            <pc:docMk/>
            <pc:sldMk cId="0" sldId="305"/>
            <ac:spMk id="16" creationId="{00000000-0000-0000-0000-000000000000}"/>
          </ac:spMkLst>
        </pc:spChg>
        <pc:spChg chg="mod">
          <ac:chgData name="Trevoir Williams" userId="6a45007046124a3d" providerId="LiveId" clId="{53D5EA3C-0847-4EC1-9FDC-43DBDAEAF41A}" dt="2026-04-29T18:41:47.865" v="484" actId="26606"/>
          <ac:spMkLst>
            <pc:docMk/>
            <pc:sldMk cId="0" sldId="305"/>
            <ac:spMk id="17" creationId="{00000000-0000-0000-0000-000000000000}"/>
          </ac:spMkLst>
        </pc:spChg>
      </pc:sldChg>
      <pc:sldChg chg="modSp add del mod">
        <pc:chgData name="Trevoir Williams" userId="6a45007046124a3d" providerId="LiveId" clId="{53D5EA3C-0847-4EC1-9FDC-43DBDAEAF41A}" dt="2026-04-29T19:58:43.780" v="729" actId="27636"/>
        <pc:sldMkLst>
          <pc:docMk/>
          <pc:sldMk cId="0" sldId="306"/>
        </pc:sldMkLst>
        <pc:spChg chg="mod">
          <ac:chgData name="Trevoir Williams" userId="6a45007046124a3d" providerId="LiveId" clId="{53D5EA3C-0847-4EC1-9FDC-43DBDAEAF41A}" dt="2026-04-29T18:36:33.074" v="162" actId="26606"/>
          <ac:spMkLst>
            <pc:docMk/>
            <pc:sldMk cId="0" sldId="306"/>
            <ac:spMk id="3" creationId="{00000000-0000-0000-0000-000000000000}"/>
          </ac:spMkLst>
        </pc:spChg>
        <pc:spChg chg="mod">
          <ac:chgData name="Trevoir Williams" userId="6a45007046124a3d" providerId="LiveId" clId="{53D5EA3C-0847-4EC1-9FDC-43DBDAEAF41A}" dt="2026-04-29T19:58:43.780" v="728" actId="27636"/>
          <ac:spMkLst>
            <pc:docMk/>
            <pc:sldMk cId="0" sldId="306"/>
            <ac:spMk id="4" creationId="{00000000-0000-0000-0000-000000000000}"/>
          </ac:spMkLst>
        </pc:spChg>
        <pc:spChg chg="mod">
          <ac:chgData name="Trevoir Williams" userId="6a45007046124a3d" providerId="LiveId" clId="{53D5EA3C-0847-4EC1-9FDC-43DBDAEAF41A}" dt="2026-04-29T19:58:43.780" v="729" actId="27636"/>
          <ac:spMkLst>
            <pc:docMk/>
            <pc:sldMk cId="0" sldId="306"/>
            <ac:spMk id="7" creationId="{00000000-0000-0000-0000-000000000000}"/>
          </ac:spMkLst>
        </pc:spChg>
        <pc:spChg chg="mod">
          <ac:chgData name="Trevoir Williams" userId="6a45007046124a3d" providerId="LiveId" clId="{53D5EA3C-0847-4EC1-9FDC-43DBDAEAF41A}" dt="2026-04-29T19:58:43.774" v="727" actId="27636"/>
          <ac:spMkLst>
            <pc:docMk/>
            <pc:sldMk cId="0" sldId="306"/>
            <ac:spMk id="9" creationId="{00000000-0000-0000-0000-000000000000}"/>
          </ac:spMkLst>
        </pc:spChg>
        <pc:spChg chg="mod">
          <ac:chgData name="Trevoir Williams" userId="6a45007046124a3d" providerId="LiveId" clId="{53D5EA3C-0847-4EC1-9FDC-43DBDAEAF41A}" dt="2026-04-29T18:41:47.865" v="484" actId="26606"/>
          <ac:spMkLst>
            <pc:docMk/>
            <pc:sldMk cId="0" sldId="306"/>
            <ac:spMk id="14" creationId="{00000000-0000-0000-0000-000000000000}"/>
          </ac:spMkLst>
        </pc:spChg>
        <pc:spChg chg="mod">
          <ac:chgData name="Trevoir Williams" userId="6a45007046124a3d" providerId="LiveId" clId="{53D5EA3C-0847-4EC1-9FDC-43DBDAEAF41A}" dt="2026-04-29T18:41:47.865" v="484" actId="26606"/>
          <ac:spMkLst>
            <pc:docMk/>
            <pc:sldMk cId="0" sldId="306"/>
            <ac:spMk id="16" creationId="{00000000-0000-0000-0000-000000000000}"/>
          </ac:spMkLst>
        </pc:spChg>
        <pc:spChg chg="mod">
          <ac:chgData name="Trevoir Williams" userId="6a45007046124a3d" providerId="LiveId" clId="{53D5EA3C-0847-4EC1-9FDC-43DBDAEAF41A}" dt="2026-04-29T18:41:47.865" v="484" actId="26606"/>
          <ac:spMkLst>
            <pc:docMk/>
            <pc:sldMk cId="0" sldId="306"/>
            <ac:spMk id="17" creationId="{00000000-0000-0000-0000-000000000000}"/>
          </ac:spMkLst>
        </pc:spChg>
      </pc:sldChg>
      <pc:sldChg chg="modSp add del mod">
        <pc:chgData name="Trevoir Williams" userId="6a45007046124a3d" providerId="LiveId" clId="{53D5EA3C-0847-4EC1-9FDC-43DBDAEAF41A}" dt="2026-04-29T19:27:37.420" v="671" actId="27636"/>
        <pc:sldMkLst>
          <pc:docMk/>
          <pc:sldMk cId="0" sldId="307"/>
        </pc:sldMkLst>
        <pc:spChg chg="mod">
          <ac:chgData name="Trevoir Williams" userId="6a45007046124a3d" providerId="LiveId" clId="{53D5EA3C-0847-4EC1-9FDC-43DBDAEAF41A}" dt="2026-04-29T18:36:33.074" v="162" actId="26606"/>
          <ac:spMkLst>
            <pc:docMk/>
            <pc:sldMk cId="0" sldId="307"/>
            <ac:spMk id="3" creationId="{00000000-0000-0000-0000-000000000000}"/>
          </ac:spMkLst>
        </pc:spChg>
        <pc:spChg chg="mod">
          <ac:chgData name="Trevoir Williams" userId="6a45007046124a3d" providerId="LiveId" clId="{53D5EA3C-0847-4EC1-9FDC-43DBDAEAF41A}" dt="2026-04-29T19:27:37.420" v="671" actId="27636"/>
          <ac:spMkLst>
            <pc:docMk/>
            <pc:sldMk cId="0" sldId="307"/>
            <ac:spMk id="4" creationId="{00000000-0000-0000-0000-000000000000}"/>
          </ac:spMkLst>
        </pc:spChg>
        <pc:spChg chg="mod">
          <ac:chgData name="Trevoir Williams" userId="6a45007046124a3d" providerId="LiveId" clId="{53D5EA3C-0847-4EC1-9FDC-43DBDAEAF41A}" dt="2026-04-29T19:27:37.406" v="668" actId="27636"/>
          <ac:spMkLst>
            <pc:docMk/>
            <pc:sldMk cId="0" sldId="307"/>
            <ac:spMk id="8" creationId="{00000000-0000-0000-0000-000000000000}"/>
          </ac:spMkLst>
        </pc:spChg>
        <pc:spChg chg="mod">
          <ac:chgData name="Trevoir Williams" userId="6a45007046124a3d" providerId="LiveId" clId="{53D5EA3C-0847-4EC1-9FDC-43DBDAEAF41A}" dt="2026-04-29T19:27:37.418" v="670" actId="27636"/>
          <ac:spMkLst>
            <pc:docMk/>
            <pc:sldMk cId="0" sldId="307"/>
            <ac:spMk id="12" creationId="{00000000-0000-0000-0000-000000000000}"/>
          </ac:spMkLst>
        </pc:spChg>
        <pc:spChg chg="mod">
          <ac:chgData name="Trevoir Williams" userId="6a45007046124a3d" providerId="LiveId" clId="{53D5EA3C-0847-4EC1-9FDC-43DBDAEAF41A}" dt="2026-04-29T19:27:37.411" v="669" actId="27636"/>
          <ac:spMkLst>
            <pc:docMk/>
            <pc:sldMk cId="0" sldId="307"/>
            <ac:spMk id="16" creationId="{00000000-0000-0000-0000-000000000000}"/>
          </ac:spMkLst>
        </pc:spChg>
        <pc:spChg chg="mod">
          <ac:chgData name="Trevoir Williams" userId="6a45007046124a3d" providerId="LiveId" clId="{53D5EA3C-0847-4EC1-9FDC-43DBDAEAF41A}" dt="2026-04-29T18:41:47.865" v="484" actId="26606"/>
          <ac:spMkLst>
            <pc:docMk/>
            <pc:sldMk cId="0" sldId="307"/>
            <ac:spMk id="20" creationId="{00000000-0000-0000-0000-000000000000}"/>
          </ac:spMkLst>
        </pc:spChg>
        <pc:spChg chg="mod">
          <ac:chgData name="Trevoir Williams" userId="6a45007046124a3d" providerId="LiveId" clId="{53D5EA3C-0847-4EC1-9FDC-43DBDAEAF41A}" dt="2026-04-29T18:41:47.865" v="484" actId="26606"/>
          <ac:spMkLst>
            <pc:docMk/>
            <pc:sldMk cId="0" sldId="307"/>
            <ac:spMk id="22" creationId="{00000000-0000-0000-0000-000000000000}"/>
          </ac:spMkLst>
        </pc:spChg>
        <pc:spChg chg="mod">
          <ac:chgData name="Trevoir Williams" userId="6a45007046124a3d" providerId="LiveId" clId="{53D5EA3C-0847-4EC1-9FDC-43DBDAEAF41A}" dt="2026-04-29T18:41:47.865" v="484" actId="26606"/>
          <ac:spMkLst>
            <pc:docMk/>
            <pc:sldMk cId="0" sldId="307"/>
            <ac:spMk id="24" creationId="{00000000-0000-0000-0000-000000000000}"/>
          </ac:spMkLst>
        </pc:spChg>
        <pc:spChg chg="mod">
          <ac:chgData name="Trevoir Williams" userId="6a45007046124a3d" providerId="LiveId" clId="{53D5EA3C-0847-4EC1-9FDC-43DBDAEAF41A}" dt="2026-04-29T18:41:47.865" v="484" actId="26606"/>
          <ac:spMkLst>
            <pc:docMk/>
            <pc:sldMk cId="0" sldId="307"/>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08"/>
        </pc:sldMkLst>
        <pc:spChg chg="mod">
          <ac:chgData name="Trevoir Williams" userId="6a45007046124a3d" providerId="LiveId" clId="{53D5EA3C-0847-4EC1-9FDC-43DBDAEAF41A}" dt="2026-04-29T20:28:13.734" v="893" actId="26606"/>
          <ac:spMkLst>
            <pc:docMk/>
            <pc:sldMk cId="0" sldId="308"/>
            <ac:spMk id="4" creationId="{00000000-0000-0000-0000-000000000000}"/>
          </ac:spMkLst>
        </pc:spChg>
        <pc:spChg chg="mod">
          <ac:chgData name="Trevoir Williams" userId="6a45007046124a3d" providerId="LiveId" clId="{53D5EA3C-0847-4EC1-9FDC-43DBDAEAF41A}" dt="2026-04-29T20:28:13.734" v="893" actId="26606"/>
          <ac:spMkLst>
            <pc:docMk/>
            <pc:sldMk cId="0" sldId="308"/>
            <ac:spMk id="6" creationId="{00000000-0000-0000-0000-000000000000}"/>
          </ac:spMkLst>
        </pc:spChg>
        <pc:spChg chg="mod">
          <ac:chgData name="Trevoir Williams" userId="6a45007046124a3d" providerId="LiveId" clId="{53D5EA3C-0847-4EC1-9FDC-43DBDAEAF41A}" dt="2026-04-29T20:28:13.734" v="893" actId="26606"/>
          <ac:spMkLst>
            <pc:docMk/>
            <pc:sldMk cId="0" sldId="308"/>
            <ac:spMk id="7" creationId="{00000000-0000-0000-0000-000000000000}"/>
          </ac:spMkLst>
        </pc:spChg>
        <pc:spChg chg="mod">
          <ac:chgData name="Trevoir Williams" userId="6a45007046124a3d" providerId="LiveId" clId="{53D5EA3C-0847-4EC1-9FDC-43DBDAEAF41A}" dt="2026-04-29T18:55:17.691" v="620" actId="27636"/>
          <ac:spMkLst>
            <pc:docMk/>
            <pc:sldMk cId="0" sldId="308"/>
            <ac:spMk id="8" creationId="{00000000-0000-0000-0000-000000000000}"/>
          </ac:spMkLst>
        </pc:spChg>
        <pc:spChg chg="mod">
          <ac:chgData name="Trevoir Williams" userId="6a45007046124a3d" providerId="LiveId" clId="{53D5EA3C-0847-4EC1-9FDC-43DBDAEAF41A}" dt="2026-04-29T20:28:13.734" v="893" actId="26606"/>
          <ac:spMkLst>
            <pc:docMk/>
            <pc:sldMk cId="0" sldId="308"/>
            <ac:spMk id="9" creationId="{00000000-0000-0000-0000-000000000000}"/>
          </ac:spMkLst>
        </pc:spChg>
        <pc:spChg chg="mod">
          <ac:chgData name="Trevoir Williams" userId="6a45007046124a3d" providerId="LiveId" clId="{53D5EA3C-0847-4EC1-9FDC-43DBDAEAF41A}" dt="2026-04-29T20:28:13.734" v="893" actId="26606"/>
          <ac:spMkLst>
            <pc:docMk/>
            <pc:sldMk cId="0" sldId="308"/>
            <ac:spMk id="10" creationId="{00000000-0000-0000-0000-000000000000}"/>
          </ac:spMkLst>
        </pc:spChg>
        <pc:spChg chg="mod">
          <ac:chgData name="Trevoir Williams" userId="6a45007046124a3d" providerId="LiveId" clId="{53D5EA3C-0847-4EC1-9FDC-43DBDAEAF41A}" dt="2026-04-29T20:28:13.734" v="893" actId="26606"/>
          <ac:spMkLst>
            <pc:docMk/>
            <pc:sldMk cId="0" sldId="308"/>
            <ac:spMk id="11" creationId="{00000000-0000-0000-0000-000000000000}"/>
          </ac:spMkLst>
        </pc:spChg>
        <pc:spChg chg="mod">
          <ac:chgData name="Trevoir Williams" userId="6a45007046124a3d" providerId="LiveId" clId="{53D5EA3C-0847-4EC1-9FDC-43DBDAEAF41A}" dt="2026-04-29T20:28:13.734" v="893" actId="26606"/>
          <ac:spMkLst>
            <pc:docMk/>
            <pc:sldMk cId="0" sldId="308"/>
            <ac:spMk id="12" creationId="{00000000-0000-0000-0000-000000000000}"/>
          </ac:spMkLst>
        </pc:spChg>
        <pc:spChg chg="mod">
          <ac:chgData name="Trevoir Williams" userId="6a45007046124a3d" providerId="LiveId" clId="{53D5EA3C-0847-4EC1-9FDC-43DBDAEAF41A}" dt="2026-04-29T20:28:13.734" v="893" actId="26606"/>
          <ac:spMkLst>
            <pc:docMk/>
            <pc:sldMk cId="0" sldId="308"/>
            <ac:spMk id="13" creationId="{00000000-0000-0000-0000-000000000000}"/>
          </ac:spMkLst>
        </pc:spChg>
        <pc:spChg chg="mod">
          <ac:chgData name="Trevoir Williams" userId="6a45007046124a3d" providerId="LiveId" clId="{53D5EA3C-0847-4EC1-9FDC-43DBDAEAF41A}" dt="2026-04-29T20:28:13.734" v="893" actId="26606"/>
          <ac:spMkLst>
            <pc:docMk/>
            <pc:sldMk cId="0" sldId="308"/>
            <ac:spMk id="14" creationId="{00000000-0000-0000-0000-000000000000}"/>
          </ac:spMkLst>
        </pc:spChg>
        <pc:spChg chg="mod">
          <ac:chgData name="Trevoir Williams" userId="6a45007046124a3d" providerId="LiveId" clId="{53D5EA3C-0847-4EC1-9FDC-43DBDAEAF41A}" dt="2026-04-29T20:28:13.734" v="893" actId="26606"/>
          <ac:spMkLst>
            <pc:docMk/>
            <pc:sldMk cId="0" sldId="308"/>
            <ac:spMk id="15" creationId="{00000000-0000-0000-0000-000000000000}"/>
          </ac:spMkLst>
        </pc:spChg>
        <pc:spChg chg="mod">
          <ac:chgData name="Trevoir Williams" userId="6a45007046124a3d" providerId="LiveId" clId="{53D5EA3C-0847-4EC1-9FDC-43DBDAEAF41A}" dt="2026-04-29T18:41:47.865" v="484" actId="26606"/>
          <ac:spMkLst>
            <pc:docMk/>
            <pc:sldMk cId="0" sldId="308"/>
            <ac:spMk id="25" creationId="{00000000-0000-0000-0000-000000000000}"/>
          </ac:spMkLst>
        </pc:spChg>
        <pc:spChg chg="mod">
          <ac:chgData name="Trevoir Williams" userId="6a45007046124a3d" providerId="LiveId" clId="{53D5EA3C-0847-4EC1-9FDC-43DBDAEAF41A}" dt="2026-04-29T18:41:47.865" v="484" actId="26606"/>
          <ac:spMkLst>
            <pc:docMk/>
            <pc:sldMk cId="0" sldId="308"/>
            <ac:spMk id="26" creationId="{00000000-0000-0000-0000-000000000000}"/>
          </ac:spMkLst>
        </pc:spChg>
        <pc:spChg chg="mod">
          <ac:chgData name="Trevoir Williams" userId="6a45007046124a3d" providerId="LiveId" clId="{53D5EA3C-0847-4EC1-9FDC-43DBDAEAF41A}" dt="2026-04-29T18:41:47.865" v="484" actId="26606"/>
          <ac:spMkLst>
            <pc:docMk/>
            <pc:sldMk cId="0" sldId="308"/>
            <ac:spMk id="27" creationId="{00000000-0000-0000-0000-000000000000}"/>
          </ac:spMkLst>
        </pc:spChg>
      </pc:sldChg>
      <pc:sldChg chg="modSp add del mod">
        <pc:chgData name="Trevoir Williams" userId="6a45007046124a3d" providerId="LiveId" clId="{53D5EA3C-0847-4EC1-9FDC-43DBDAEAF41A}" dt="2026-04-29T20:49:26.740" v="897" actId="404"/>
        <pc:sldMkLst>
          <pc:docMk/>
          <pc:sldMk cId="0" sldId="309"/>
        </pc:sldMkLst>
        <pc:spChg chg="mod">
          <ac:chgData name="Trevoir Williams" userId="6a45007046124a3d" providerId="LiveId" clId="{53D5EA3C-0847-4EC1-9FDC-43DBDAEAF41A}" dt="2026-04-29T18:36:33.074" v="162" actId="26606"/>
          <ac:spMkLst>
            <pc:docMk/>
            <pc:sldMk cId="0" sldId="309"/>
            <ac:spMk id="3" creationId="{00000000-0000-0000-0000-000000000000}"/>
          </ac:spMkLst>
        </pc:spChg>
        <pc:spChg chg="mod">
          <ac:chgData name="Trevoir Williams" userId="6a45007046124a3d" providerId="LiveId" clId="{53D5EA3C-0847-4EC1-9FDC-43DBDAEAF41A}" dt="2026-04-29T18:55:18.056" v="621" actId="27636"/>
          <ac:spMkLst>
            <pc:docMk/>
            <pc:sldMk cId="0" sldId="309"/>
            <ac:spMk id="4" creationId="{00000000-0000-0000-0000-000000000000}"/>
          </ac:spMkLst>
        </pc:spChg>
        <pc:spChg chg="mod">
          <ac:chgData name="Trevoir Williams" userId="6a45007046124a3d" providerId="LiveId" clId="{53D5EA3C-0847-4EC1-9FDC-43DBDAEAF41A}" dt="2026-04-29T18:41:47.865" v="484" actId="26606"/>
          <ac:spMkLst>
            <pc:docMk/>
            <pc:sldMk cId="0" sldId="309"/>
            <ac:spMk id="14" creationId="{00000000-0000-0000-0000-000000000000}"/>
          </ac:spMkLst>
        </pc:spChg>
        <pc:spChg chg="mod">
          <ac:chgData name="Trevoir Williams" userId="6a45007046124a3d" providerId="LiveId" clId="{53D5EA3C-0847-4EC1-9FDC-43DBDAEAF41A}" dt="2026-04-29T18:41:47.865" v="484" actId="26606"/>
          <ac:spMkLst>
            <pc:docMk/>
            <pc:sldMk cId="0" sldId="309"/>
            <ac:spMk id="15" creationId="{00000000-0000-0000-0000-000000000000}"/>
          </ac:spMkLst>
        </pc:spChg>
        <pc:spChg chg="mod">
          <ac:chgData name="Trevoir Williams" userId="6a45007046124a3d" providerId="LiveId" clId="{53D5EA3C-0847-4EC1-9FDC-43DBDAEAF41A}" dt="2026-04-29T20:49:26.740" v="897" actId="404"/>
          <ac:spMkLst>
            <pc:docMk/>
            <pc:sldMk cId="0" sldId="309"/>
            <ac:spMk id="16" creationId="{00000000-0000-0000-0000-000000000000}"/>
          </ac:spMkLst>
        </pc:spChg>
      </pc:sldChg>
      <pc:sldChg chg="modSp add del mod">
        <pc:chgData name="Trevoir Williams" userId="6a45007046124a3d" providerId="LiveId" clId="{53D5EA3C-0847-4EC1-9FDC-43DBDAEAF41A}" dt="2026-04-29T18:55:18.480" v="622" actId="27636"/>
        <pc:sldMkLst>
          <pc:docMk/>
          <pc:sldMk cId="0" sldId="310"/>
        </pc:sldMkLst>
        <pc:spChg chg="mod">
          <ac:chgData name="Trevoir Williams" userId="6a45007046124a3d" providerId="LiveId" clId="{53D5EA3C-0847-4EC1-9FDC-43DBDAEAF41A}" dt="2026-04-29T18:36:33.074" v="162" actId="26606"/>
          <ac:spMkLst>
            <pc:docMk/>
            <pc:sldMk cId="0" sldId="310"/>
            <ac:spMk id="3" creationId="{00000000-0000-0000-0000-000000000000}"/>
          </ac:spMkLst>
        </pc:spChg>
        <pc:spChg chg="mod">
          <ac:chgData name="Trevoir Williams" userId="6a45007046124a3d" providerId="LiveId" clId="{53D5EA3C-0847-4EC1-9FDC-43DBDAEAF41A}" dt="2026-04-29T18:55:18.480" v="622" actId="27636"/>
          <ac:spMkLst>
            <pc:docMk/>
            <pc:sldMk cId="0" sldId="310"/>
            <ac:spMk id="4" creationId="{00000000-0000-0000-0000-000000000000}"/>
          </ac:spMkLst>
        </pc:spChg>
        <pc:spChg chg="mod">
          <ac:chgData name="Trevoir Williams" userId="6a45007046124a3d" providerId="LiveId" clId="{53D5EA3C-0847-4EC1-9FDC-43DBDAEAF41A}" dt="2026-04-29T18:41:47.865" v="484" actId="26606"/>
          <ac:spMkLst>
            <pc:docMk/>
            <pc:sldMk cId="0" sldId="310"/>
            <ac:spMk id="23" creationId="{00000000-0000-0000-0000-000000000000}"/>
          </ac:spMkLst>
        </pc:spChg>
        <pc:spChg chg="mod">
          <ac:chgData name="Trevoir Williams" userId="6a45007046124a3d" providerId="LiveId" clId="{53D5EA3C-0847-4EC1-9FDC-43DBDAEAF41A}" dt="2026-04-29T18:41:47.865" v="484" actId="26606"/>
          <ac:spMkLst>
            <pc:docMk/>
            <pc:sldMk cId="0" sldId="310"/>
            <ac:spMk id="25" creationId="{00000000-0000-0000-0000-000000000000}"/>
          </ac:spMkLst>
        </pc:spChg>
        <pc:spChg chg="mod">
          <ac:chgData name="Trevoir Williams" userId="6a45007046124a3d" providerId="LiveId" clId="{53D5EA3C-0847-4EC1-9FDC-43DBDAEAF41A}" dt="2026-04-29T18:41:47.865" v="484" actId="26606"/>
          <ac:spMkLst>
            <pc:docMk/>
            <pc:sldMk cId="0" sldId="310"/>
            <ac:spMk id="26" creationId="{00000000-0000-0000-0000-000000000000}"/>
          </ac:spMkLst>
        </pc:spChg>
        <pc:spChg chg="mod">
          <ac:chgData name="Trevoir Williams" userId="6a45007046124a3d" providerId="LiveId" clId="{53D5EA3C-0847-4EC1-9FDC-43DBDAEAF41A}" dt="2026-04-29T18:41:47.865" v="484" actId="26606"/>
          <ac:spMkLst>
            <pc:docMk/>
            <pc:sldMk cId="0" sldId="310"/>
            <ac:spMk id="27" creationId="{00000000-0000-0000-0000-000000000000}"/>
          </ac:spMkLst>
        </pc:spChg>
        <pc:spChg chg="mod">
          <ac:chgData name="Trevoir Williams" userId="6a45007046124a3d" providerId="LiveId" clId="{53D5EA3C-0847-4EC1-9FDC-43DBDAEAF41A}" dt="2026-04-29T18:41:47.865" v="484" actId="26606"/>
          <ac:spMkLst>
            <pc:docMk/>
            <pc:sldMk cId="0" sldId="310"/>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1"/>
        </pc:sldMkLst>
        <pc:spChg chg="mod">
          <ac:chgData name="Trevoir Williams" userId="6a45007046124a3d" providerId="LiveId" clId="{53D5EA3C-0847-4EC1-9FDC-43DBDAEAF41A}" dt="2026-04-29T18:55:18.859" v="624" actId="27636"/>
          <ac:spMkLst>
            <pc:docMk/>
            <pc:sldMk cId="0" sldId="311"/>
            <ac:spMk id="3" creationId="{00000000-0000-0000-0000-000000000000}"/>
          </ac:spMkLst>
        </pc:spChg>
        <pc:spChg chg="mod">
          <ac:chgData name="Trevoir Williams" userId="6a45007046124a3d" providerId="LiveId" clId="{53D5EA3C-0847-4EC1-9FDC-43DBDAEAF41A}" dt="2026-04-29T18:55:18.855" v="623" actId="27636"/>
          <ac:spMkLst>
            <pc:docMk/>
            <pc:sldMk cId="0" sldId="311"/>
            <ac:spMk id="4" creationId="{00000000-0000-0000-0000-000000000000}"/>
          </ac:spMkLst>
        </pc:spChg>
        <pc:spChg chg="mod">
          <ac:chgData name="Trevoir Williams" userId="6a45007046124a3d" providerId="LiveId" clId="{53D5EA3C-0847-4EC1-9FDC-43DBDAEAF41A}" dt="2026-04-29T18:41:47.865" v="484" actId="26606"/>
          <ac:spMkLst>
            <pc:docMk/>
            <pc:sldMk cId="0" sldId="311"/>
            <ac:spMk id="17" creationId="{00000000-0000-0000-0000-000000000000}"/>
          </ac:spMkLst>
        </pc:spChg>
        <pc:spChg chg="mod">
          <ac:chgData name="Trevoir Williams" userId="6a45007046124a3d" providerId="LiveId" clId="{53D5EA3C-0847-4EC1-9FDC-43DBDAEAF41A}" dt="2026-04-29T18:41:47.865" v="484" actId="26606"/>
          <ac:spMkLst>
            <pc:docMk/>
            <pc:sldMk cId="0" sldId="311"/>
            <ac:spMk id="19" creationId="{00000000-0000-0000-0000-000000000000}"/>
          </ac:spMkLst>
        </pc:spChg>
        <pc:spChg chg="mod">
          <ac:chgData name="Trevoir Williams" userId="6a45007046124a3d" providerId="LiveId" clId="{53D5EA3C-0847-4EC1-9FDC-43DBDAEAF41A}" dt="2026-04-29T18:41:47.865" v="484" actId="26606"/>
          <ac:spMkLst>
            <pc:docMk/>
            <pc:sldMk cId="0" sldId="311"/>
            <ac:spMk id="20" creationId="{00000000-0000-0000-0000-000000000000}"/>
          </ac:spMkLst>
        </pc:spChg>
        <pc:spChg chg="mod">
          <ac:chgData name="Trevoir Williams" userId="6a45007046124a3d" providerId="LiveId" clId="{53D5EA3C-0847-4EC1-9FDC-43DBDAEAF41A}" dt="2026-04-29T18:41:47.865" v="484" actId="26606"/>
          <ac:spMkLst>
            <pc:docMk/>
            <pc:sldMk cId="0" sldId="311"/>
            <ac:spMk id="21" creationId="{00000000-0000-0000-0000-000000000000}"/>
          </ac:spMkLst>
        </pc:spChg>
      </pc:sldChg>
      <pc:sldChg chg="modSp add del mod">
        <pc:chgData name="Trevoir Williams" userId="6a45007046124a3d" providerId="LiveId" clId="{53D5EA3C-0847-4EC1-9FDC-43DBDAEAF41A}" dt="2026-04-29T19:58:44.115" v="732" actId="27636"/>
        <pc:sldMkLst>
          <pc:docMk/>
          <pc:sldMk cId="0" sldId="312"/>
        </pc:sldMkLst>
        <pc:spChg chg="mod">
          <ac:chgData name="Trevoir Williams" userId="6a45007046124a3d" providerId="LiveId" clId="{53D5EA3C-0847-4EC1-9FDC-43DBDAEAF41A}" dt="2026-04-29T18:36:33.074" v="162" actId="26606"/>
          <ac:spMkLst>
            <pc:docMk/>
            <pc:sldMk cId="0" sldId="312"/>
            <ac:spMk id="3" creationId="{00000000-0000-0000-0000-000000000000}"/>
          </ac:spMkLst>
        </pc:spChg>
        <pc:spChg chg="mod">
          <ac:chgData name="Trevoir Williams" userId="6a45007046124a3d" providerId="LiveId" clId="{53D5EA3C-0847-4EC1-9FDC-43DBDAEAF41A}" dt="2026-04-29T19:58:44.115" v="731" actId="27636"/>
          <ac:spMkLst>
            <pc:docMk/>
            <pc:sldMk cId="0" sldId="312"/>
            <ac:spMk id="4" creationId="{00000000-0000-0000-0000-000000000000}"/>
          </ac:spMkLst>
        </pc:spChg>
        <pc:spChg chg="mod">
          <ac:chgData name="Trevoir Williams" userId="6a45007046124a3d" providerId="LiveId" clId="{53D5EA3C-0847-4EC1-9FDC-43DBDAEAF41A}" dt="2026-04-29T18:41:47.865" v="484" actId="26606"/>
          <ac:spMkLst>
            <pc:docMk/>
            <pc:sldMk cId="0" sldId="312"/>
            <ac:spMk id="7" creationId="{00000000-0000-0000-0000-000000000000}"/>
          </ac:spMkLst>
        </pc:spChg>
        <pc:spChg chg="mod">
          <ac:chgData name="Trevoir Williams" userId="6a45007046124a3d" providerId="LiveId" clId="{53D5EA3C-0847-4EC1-9FDC-43DBDAEAF41A}" dt="2026-04-29T19:58:44.115" v="732" actId="27636"/>
          <ac:spMkLst>
            <pc:docMk/>
            <pc:sldMk cId="0" sldId="312"/>
            <ac:spMk id="9" creationId="{00000000-0000-0000-0000-000000000000}"/>
          </ac:spMkLst>
        </pc:spChg>
        <pc:spChg chg="mod">
          <ac:chgData name="Trevoir Williams" userId="6a45007046124a3d" providerId="LiveId" clId="{53D5EA3C-0847-4EC1-9FDC-43DBDAEAF41A}" dt="2026-04-29T19:58:44.106" v="730" actId="27636"/>
          <ac:spMkLst>
            <pc:docMk/>
            <pc:sldMk cId="0" sldId="312"/>
            <ac:spMk id="14" creationId="{00000000-0000-0000-0000-000000000000}"/>
          </ac:spMkLst>
        </pc:spChg>
        <pc:spChg chg="mod">
          <ac:chgData name="Trevoir Williams" userId="6a45007046124a3d" providerId="LiveId" clId="{53D5EA3C-0847-4EC1-9FDC-43DBDAEAF41A}" dt="2026-04-29T18:41:47.865" v="484" actId="26606"/>
          <ac:spMkLst>
            <pc:docMk/>
            <pc:sldMk cId="0" sldId="312"/>
            <ac:spMk id="18" creationId="{00000000-0000-0000-0000-000000000000}"/>
          </ac:spMkLst>
        </pc:spChg>
        <pc:spChg chg="mod">
          <ac:chgData name="Trevoir Williams" userId="6a45007046124a3d" providerId="LiveId" clId="{53D5EA3C-0847-4EC1-9FDC-43DBDAEAF41A}" dt="2026-04-29T18:41:47.865" v="484" actId="26606"/>
          <ac:spMkLst>
            <pc:docMk/>
            <pc:sldMk cId="0" sldId="312"/>
            <ac:spMk id="19" creationId="{00000000-0000-0000-0000-000000000000}"/>
          </ac:spMkLst>
        </pc:spChg>
      </pc:sldChg>
      <pc:sldChg chg="modSp add del mod">
        <pc:chgData name="Trevoir Williams" userId="6a45007046124a3d" providerId="LiveId" clId="{53D5EA3C-0847-4EC1-9FDC-43DBDAEAF41A}" dt="2026-04-29T19:58:44.462" v="736" actId="27636"/>
        <pc:sldMkLst>
          <pc:docMk/>
          <pc:sldMk cId="0" sldId="313"/>
        </pc:sldMkLst>
        <pc:spChg chg="mod">
          <ac:chgData name="Trevoir Williams" userId="6a45007046124a3d" providerId="LiveId" clId="{53D5EA3C-0847-4EC1-9FDC-43DBDAEAF41A}" dt="2026-04-29T19:58:44.450" v="733" actId="27636"/>
          <ac:spMkLst>
            <pc:docMk/>
            <pc:sldMk cId="0" sldId="313"/>
            <ac:spMk id="3" creationId="{00000000-0000-0000-0000-000000000000}"/>
          </ac:spMkLst>
        </pc:spChg>
        <pc:spChg chg="mod">
          <ac:chgData name="Trevoir Williams" userId="6a45007046124a3d" providerId="LiveId" clId="{53D5EA3C-0847-4EC1-9FDC-43DBDAEAF41A}" dt="2026-04-29T19:58:44.450" v="734" actId="27636"/>
          <ac:spMkLst>
            <pc:docMk/>
            <pc:sldMk cId="0" sldId="313"/>
            <ac:spMk id="4" creationId="{00000000-0000-0000-0000-000000000000}"/>
          </ac:spMkLst>
        </pc:spChg>
        <pc:spChg chg="mod">
          <ac:chgData name="Trevoir Williams" userId="6a45007046124a3d" providerId="LiveId" clId="{53D5EA3C-0847-4EC1-9FDC-43DBDAEAF41A}" dt="2026-04-29T19:58:44.450" v="735" actId="27636"/>
          <ac:spMkLst>
            <pc:docMk/>
            <pc:sldMk cId="0" sldId="313"/>
            <ac:spMk id="7" creationId="{00000000-0000-0000-0000-000000000000}"/>
          </ac:spMkLst>
        </pc:spChg>
        <pc:spChg chg="mod">
          <ac:chgData name="Trevoir Williams" userId="6a45007046124a3d" providerId="LiveId" clId="{53D5EA3C-0847-4EC1-9FDC-43DBDAEAF41A}" dt="2026-04-29T19:58:44.462" v="736" actId="27636"/>
          <ac:spMkLst>
            <pc:docMk/>
            <pc:sldMk cId="0" sldId="313"/>
            <ac:spMk id="9" creationId="{00000000-0000-0000-0000-000000000000}"/>
          </ac:spMkLst>
        </pc:spChg>
        <pc:spChg chg="mod">
          <ac:chgData name="Trevoir Williams" userId="6a45007046124a3d" providerId="LiveId" clId="{53D5EA3C-0847-4EC1-9FDC-43DBDAEAF41A}" dt="2026-04-29T18:41:47.865" v="484" actId="26606"/>
          <ac:spMkLst>
            <pc:docMk/>
            <pc:sldMk cId="0" sldId="313"/>
            <ac:spMk id="14" creationId="{00000000-0000-0000-0000-000000000000}"/>
          </ac:spMkLst>
        </pc:spChg>
        <pc:spChg chg="mod">
          <ac:chgData name="Trevoir Williams" userId="6a45007046124a3d" providerId="LiveId" clId="{53D5EA3C-0847-4EC1-9FDC-43DBDAEAF41A}" dt="2026-04-29T18:41:47.865" v="484" actId="26606"/>
          <ac:spMkLst>
            <pc:docMk/>
            <pc:sldMk cId="0" sldId="313"/>
            <ac:spMk id="16" creationId="{00000000-0000-0000-0000-000000000000}"/>
          </ac:spMkLst>
        </pc:spChg>
        <pc:spChg chg="mod">
          <ac:chgData name="Trevoir Williams" userId="6a45007046124a3d" providerId="LiveId" clId="{53D5EA3C-0847-4EC1-9FDC-43DBDAEAF41A}" dt="2026-04-29T18:41:47.865" v="484" actId="26606"/>
          <ac:spMkLst>
            <pc:docMk/>
            <pc:sldMk cId="0" sldId="313"/>
            <ac:spMk id="17" creationId="{00000000-0000-0000-0000-000000000000}"/>
          </ac:spMkLst>
        </pc:spChg>
      </pc:sldChg>
      <pc:sldChg chg="modSp add del mod">
        <pc:chgData name="Trevoir Williams" userId="6a45007046124a3d" providerId="LiveId" clId="{53D5EA3C-0847-4EC1-9FDC-43DBDAEAF41A}" dt="2026-04-29T19:58:44.825" v="739" actId="27636"/>
        <pc:sldMkLst>
          <pc:docMk/>
          <pc:sldMk cId="0" sldId="314"/>
        </pc:sldMkLst>
        <pc:spChg chg="mod">
          <ac:chgData name="Trevoir Williams" userId="6a45007046124a3d" providerId="LiveId" clId="{53D5EA3C-0847-4EC1-9FDC-43DBDAEAF41A}" dt="2026-04-29T18:36:38.328" v="179" actId="27636"/>
          <ac:spMkLst>
            <pc:docMk/>
            <pc:sldMk cId="0" sldId="314"/>
            <ac:spMk id="3" creationId="{00000000-0000-0000-0000-000000000000}"/>
          </ac:spMkLst>
        </pc:spChg>
        <pc:spChg chg="mod">
          <ac:chgData name="Trevoir Williams" userId="6a45007046124a3d" providerId="LiveId" clId="{53D5EA3C-0847-4EC1-9FDC-43DBDAEAF41A}" dt="2026-04-29T19:58:44.814" v="737" actId="27636"/>
          <ac:spMkLst>
            <pc:docMk/>
            <pc:sldMk cId="0" sldId="314"/>
            <ac:spMk id="4" creationId="{00000000-0000-0000-0000-000000000000}"/>
          </ac:spMkLst>
        </pc:spChg>
        <pc:spChg chg="mod">
          <ac:chgData name="Trevoir Williams" userId="6a45007046124a3d" providerId="LiveId" clId="{53D5EA3C-0847-4EC1-9FDC-43DBDAEAF41A}" dt="2026-04-29T19:58:44.818" v="738" actId="27636"/>
          <ac:spMkLst>
            <pc:docMk/>
            <pc:sldMk cId="0" sldId="314"/>
            <ac:spMk id="7" creationId="{00000000-0000-0000-0000-000000000000}"/>
          </ac:spMkLst>
        </pc:spChg>
        <pc:spChg chg="mod">
          <ac:chgData name="Trevoir Williams" userId="6a45007046124a3d" providerId="LiveId" clId="{53D5EA3C-0847-4EC1-9FDC-43DBDAEAF41A}" dt="2026-04-29T19:58:44.825" v="739" actId="27636"/>
          <ac:spMkLst>
            <pc:docMk/>
            <pc:sldMk cId="0" sldId="314"/>
            <ac:spMk id="9" creationId="{00000000-0000-0000-0000-000000000000}"/>
          </ac:spMkLst>
        </pc:spChg>
        <pc:spChg chg="mod">
          <ac:chgData name="Trevoir Williams" userId="6a45007046124a3d" providerId="LiveId" clId="{53D5EA3C-0847-4EC1-9FDC-43DBDAEAF41A}" dt="2026-04-29T18:41:47.865" v="484" actId="26606"/>
          <ac:spMkLst>
            <pc:docMk/>
            <pc:sldMk cId="0" sldId="314"/>
            <ac:spMk id="14" creationId="{00000000-0000-0000-0000-000000000000}"/>
          </ac:spMkLst>
        </pc:spChg>
        <pc:spChg chg="mod">
          <ac:chgData name="Trevoir Williams" userId="6a45007046124a3d" providerId="LiveId" clId="{53D5EA3C-0847-4EC1-9FDC-43DBDAEAF41A}" dt="2026-04-29T18:41:47.865" v="484" actId="26606"/>
          <ac:spMkLst>
            <pc:docMk/>
            <pc:sldMk cId="0" sldId="314"/>
            <ac:spMk id="16" creationId="{00000000-0000-0000-0000-000000000000}"/>
          </ac:spMkLst>
        </pc:spChg>
        <pc:spChg chg="mod">
          <ac:chgData name="Trevoir Williams" userId="6a45007046124a3d" providerId="LiveId" clId="{53D5EA3C-0847-4EC1-9FDC-43DBDAEAF41A}" dt="2026-04-29T18:41:47.865" v="484" actId="26606"/>
          <ac:spMkLst>
            <pc:docMk/>
            <pc:sldMk cId="0" sldId="314"/>
            <ac:spMk id="17" creationId="{00000000-0000-0000-0000-000000000000}"/>
          </ac:spMkLst>
        </pc:spChg>
      </pc:sldChg>
      <pc:sldChg chg="modSp add del mod">
        <pc:chgData name="Trevoir Williams" userId="6a45007046124a3d" providerId="LiveId" clId="{53D5EA3C-0847-4EC1-9FDC-43DBDAEAF41A}" dt="2026-04-29T19:58:45.216" v="744" actId="27636"/>
        <pc:sldMkLst>
          <pc:docMk/>
          <pc:sldMk cId="0" sldId="315"/>
        </pc:sldMkLst>
        <pc:spChg chg="mod">
          <ac:chgData name="Trevoir Williams" userId="6a45007046124a3d" providerId="LiveId" clId="{53D5EA3C-0847-4EC1-9FDC-43DBDAEAF41A}" dt="2026-04-29T19:58:45.206" v="742" actId="27636"/>
          <ac:spMkLst>
            <pc:docMk/>
            <pc:sldMk cId="0" sldId="315"/>
            <ac:spMk id="3" creationId="{00000000-0000-0000-0000-000000000000}"/>
          </ac:spMkLst>
        </pc:spChg>
        <pc:spChg chg="mod">
          <ac:chgData name="Trevoir Williams" userId="6a45007046124a3d" providerId="LiveId" clId="{53D5EA3C-0847-4EC1-9FDC-43DBDAEAF41A}" dt="2026-04-29T19:58:45.216" v="744" actId="27636"/>
          <ac:spMkLst>
            <pc:docMk/>
            <pc:sldMk cId="0" sldId="315"/>
            <ac:spMk id="4" creationId="{00000000-0000-0000-0000-000000000000}"/>
          </ac:spMkLst>
        </pc:spChg>
        <pc:spChg chg="mod">
          <ac:chgData name="Trevoir Williams" userId="6a45007046124a3d" providerId="LiveId" clId="{53D5EA3C-0847-4EC1-9FDC-43DBDAEAF41A}" dt="2026-04-29T19:58:45.200" v="741" actId="27636"/>
          <ac:spMkLst>
            <pc:docMk/>
            <pc:sldMk cId="0" sldId="315"/>
            <ac:spMk id="7" creationId="{00000000-0000-0000-0000-000000000000}"/>
          </ac:spMkLst>
        </pc:spChg>
        <pc:spChg chg="mod">
          <ac:chgData name="Trevoir Williams" userId="6a45007046124a3d" providerId="LiveId" clId="{53D5EA3C-0847-4EC1-9FDC-43DBDAEAF41A}" dt="2026-04-29T19:58:45.216" v="743" actId="27636"/>
          <ac:spMkLst>
            <pc:docMk/>
            <pc:sldMk cId="0" sldId="315"/>
            <ac:spMk id="9" creationId="{00000000-0000-0000-0000-000000000000}"/>
          </ac:spMkLst>
        </pc:spChg>
        <pc:spChg chg="mod">
          <ac:chgData name="Trevoir Williams" userId="6a45007046124a3d" providerId="LiveId" clId="{53D5EA3C-0847-4EC1-9FDC-43DBDAEAF41A}" dt="2026-04-29T19:58:45.200" v="740" actId="27636"/>
          <ac:spMkLst>
            <pc:docMk/>
            <pc:sldMk cId="0" sldId="315"/>
            <ac:spMk id="14" creationId="{00000000-0000-0000-0000-000000000000}"/>
          </ac:spMkLst>
        </pc:spChg>
        <pc:spChg chg="mod">
          <ac:chgData name="Trevoir Williams" userId="6a45007046124a3d" providerId="LiveId" clId="{53D5EA3C-0847-4EC1-9FDC-43DBDAEAF41A}" dt="2026-04-29T18:41:47.865" v="484" actId="26606"/>
          <ac:spMkLst>
            <pc:docMk/>
            <pc:sldMk cId="0" sldId="315"/>
            <ac:spMk id="18" creationId="{00000000-0000-0000-0000-000000000000}"/>
          </ac:spMkLst>
        </pc:spChg>
        <pc:spChg chg="mod">
          <ac:chgData name="Trevoir Williams" userId="6a45007046124a3d" providerId="LiveId" clId="{53D5EA3C-0847-4EC1-9FDC-43DBDAEAF41A}" dt="2026-04-29T18:41:47.865" v="484" actId="26606"/>
          <ac:spMkLst>
            <pc:docMk/>
            <pc:sldMk cId="0" sldId="315"/>
            <ac:spMk id="19" creationId="{00000000-0000-0000-0000-000000000000}"/>
          </ac:spMkLst>
        </pc:spChg>
      </pc:sldChg>
      <pc:sldChg chg="modSp add del mod">
        <pc:chgData name="Trevoir Williams" userId="6a45007046124a3d" providerId="LiveId" clId="{53D5EA3C-0847-4EC1-9FDC-43DBDAEAF41A}" dt="2026-04-29T19:58:45.647" v="747" actId="27636"/>
        <pc:sldMkLst>
          <pc:docMk/>
          <pc:sldMk cId="0" sldId="316"/>
        </pc:sldMkLst>
        <pc:spChg chg="mod">
          <ac:chgData name="Trevoir Williams" userId="6a45007046124a3d" providerId="LiveId" clId="{53D5EA3C-0847-4EC1-9FDC-43DBDAEAF41A}" dt="2026-04-29T18:36:33.074" v="162" actId="26606"/>
          <ac:spMkLst>
            <pc:docMk/>
            <pc:sldMk cId="0" sldId="316"/>
            <ac:spMk id="3" creationId="{00000000-0000-0000-0000-000000000000}"/>
          </ac:spMkLst>
        </pc:spChg>
        <pc:spChg chg="mod">
          <ac:chgData name="Trevoir Williams" userId="6a45007046124a3d" providerId="LiveId" clId="{53D5EA3C-0847-4EC1-9FDC-43DBDAEAF41A}" dt="2026-04-29T19:58:45.636" v="745" actId="27636"/>
          <ac:spMkLst>
            <pc:docMk/>
            <pc:sldMk cId="0" sldId="316"/>
            <ac:spMk id="4" creationId="{00000000-0000-0000-0000-000000000000}"/>
          </ac:spMkLst>
        </pc:spChg>
        <pc:spChg chg="mod">
          <ac:chgData name="Trevoir Williams" userId="6a45007046124a3d" providerId="LiveId" clId="{53D5EA3C-0847-4EC1-9FDC-43DBDAEAF41A}" dt="2026-04-29T19:58:45.641" v="746" actId="27636"/>
          <ac:spMkLst>
            <pc:docMk/>
            <pc:sldMk cId="0" sldId="316"/>
            <ac:spMk id="7" creationId="{00000000-0000-0000-0000-000000000000}"/>
          </ac:spMkLst>
        </pc:spChg>
        <pc:spChg chg="mod">
          <ac:chgData name="Trevoir Williams" userId="6a45007046124a3d" providerId="LiveId" clId="{53D5EA3C-0847-4EC1-9FDC-43DBDAEAF41A}" dt="2026-04-29T19:58:45.647" v="747" actId="27636"/>
          <ac:spMkLst>
            <pc:docMk/>
            <pc:sldMk cId="0" sldId="316"/>
            <ac:spMk id="9" creationId="{00000000-0000-0000-0000-000000000000}"/>
          </ac:spMkLst>
        </pc:spChg>
        <pc:spChg chg="mod">
          <ac:chgData name="Trevoir Williams" userId="6a45007046124a3d" providerId="LiveId" clId="{53D5EA3C-0847-4EC1-9FDC-43DBDAEAF41A}" dt="2026-04-29T18:41:47.865" v="484" actId="26606"/>
          <ac:spMkLst>
            <pc:docMk/>
            <pc:sldMk cId="0" sldId="316"/>
            <ac:spMk id="14" creationId="{00000000-0000-0000-0000-000000000000}"/>
          </ac:spMkLst>
        </pc:spChg>
        <pc:spChg chg="mod">
          <ac:chgData name="Trevoir Williams" userId="6a45007046124a3d" providerId="LiveId" clId="{53D5EA3C-0847-4EC1-9FDC-43DBDAEAF41A}" dt="2026-04-29T18:41:47.865" v="484" actId="26606"/>
          <ac:spMkLst>
            <pc:docMk/>
            <pc:sldMk cId="0" sldId="316"/>
            <ac:spMk id="16" creationId="{00000000-0000-0000-0000-000000000000}"/>
          </ac:spMkLst>
        </pc:spChg>
        <pc:spChg chg="mod">
          <ac:chgData name="Trevoir Williams" userId="6a45007046124a3d" providerId="LiveId" clId="{53D5EA3C-0847-4EC1-9FDC-43DBDAEAF41A}" dt="2026-04-29T18:41:47.865" v="484" actId="26606"/>
          <ac:spMkLst>
            <pc:docMk/>
            <pc:sldMk cId="0" sldId="316"/>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17"/>
        </pc:sldMkLst>
        <pc:spChg chg="mod">
          <ac:chgData name="Trevoir Williams" userId="6a45007046124a3d" providerId="LiveId" clId="{53D5EA3C-0847-4EC1-9FDC-43DBDAEAF41A}" dt="2026-04-29T18:36:33.074" v="162" actId="26606"/>
          <ac:spMkLst>
            <pc:docMk/>
            <pc:sldMk cId="0" sldId="317"/>
            <ac:spMk id="3" creationId="{00000000-0000-0000-0000-000000000000}"/>
          </ac:spMkLst>
        </pc:spChg>
        <pc:spChg chg="mod">
          <ac:chgData name="Trevoir Williams" userId="6a45007046124a3d" providerId="LiveId" clId="{53D5EA3C-0847-4EC1-9FDC-43DBDAEAF41A}" dt="2026-04-29T18:55:19.250" v="626" actId="27636"/>
          <ac:spMkLst>
            <pc:docMk/>
            <pc:sldMk cId="0" sldId="317"/>
            <ac:spMk id="4" creationId="{00000000-0000-0000-0000-000000000000}"/>
          </ac:spMkLst>
        </pc:spChg>
        <pc:spChg chg="mod">
          <ac:chgData name="Trevoir Williams" userId="6a45007046124a3d" providerId="LiveId" clId="{53D5EA3C-0847-4EC1-9FDC-43DBDAEAF41A}" dt="2026-04-29T18:55:19.247" v="625" actId="27636"/>
          <ac:spMkLst>
            <pc:docMk/>
            <pc:sldMk cId="0" sldId="317"/>
            <ac:spMk id="17" creationId="{00000000-0000-0000-0000-000000000000}"/>
          </ac:spMkLst>
        </pc:spChg>
        <pc:spChg chg="mod">
          <ac:chgData name="Trevoir Williams" userId="6a45007046124a3d" providerId="LiveId" clId="{53D5EA3C-0847-4EC1-9FDC-43DBDAEAF41A}" dt="2026-04-29T18:41:47.865" v="484" actId="26606"/>
          <ac:spMkLst>
            <pc:docMk/>
            <pc:sldMk cId="0" sldId="317"/>
            <ac:spMk id="19" creationId="{00000000-0000-0000-0000-000000000000}"/>
          </ac:spMkLst>
        </pc:spChg>
        <pc:spChg chg="mod">
          <ac:chgData name="Trevoir Williams" userId="6a45007046124a3d" providerId="LiveId" clId="{53D5EA3C-0847-4EC1-9FDC-43DBDAEAF41A}" dt="2026-04-29T18:41:47.865" v="484" actId="26606"/>
          <ac:spMkLst>
            <pc:docMk/>
            <pc:sldMk cId="0" sldId="317"/>
            <ac:spMk id="20" creationId="{00000000-0000-0000-0000-000000000000}"/>
          </ac:spMkLst>
        </pc:spChg>
        <pc:spChg chg="mod">
          <ac:chgData name="Trevoir Williams" userId="6a45007046124a3d" providerId="LiveId" clId="{53D5EA3C-0847-4EC1-9FDC-43DBDAEAF41A}" dt="2026-04-29T18:41:47.865" v="484" actId="26606"/>
          <ac:spMkLst>
            <pc:docMk/>
            <pc:sldMk cId="0" sldId="317"/>
            <ac:spMk id="21" creationId="{00000000-0000-0000-0000-000000000000}"/>
          </ac:spMkLst>
        </pc:spChg>
      </pc:sldChg>
      <pc:sldChg chg="modSp add del mod">
        <pc:chgData name="Trevoir Williams" userId="6a45007046124a3d" providerId="LiveId" clId="{53D5EA3C-0847-4EC1-9FDC-43DBDAEAF41A}" dt="2026-04-29T19:58:46.070" v="750" actId="27636"/>
        <pc:sldMkLst>
          <pc:docMk/>
          <pc:sldMk cId="0" sldId="318"/>
        </pc:sldMkLst>
        <pc:spChg chg="mod">
          <ac:chgData name="Trevoir Williams" userId="6a45007046124a3d" providerId="LiveId" clId="{53D5EA3C-0847-4EC1-9FDC-43DBDAEAF41A}" dt="2026-04-29T18:36:39.622" v="181" actId="27636"/>
          <ac:spMkLst>
            <pc:docMk/>
            <pc:sldMk cId="0" sldId="318"/>
            <ac:spMk id="3" creationId="{00000000-0000-0000-0000-000000000000}"/>
          </ac:spMkLst>
        </pc:spChg>
        <pc:spChg chg="mod">
          <ac:chgData name="Trevoir Williams" userId="6a45007046124a3d" providerId="LiveId" clId="{53D5EA3C-0847-4EC1-9FDC-43DBDAEAF41A}" dt="2026-04-29T19:58:46.060" v="749" actId="27636"/>
          <ac:spMkLst>
            <pc:docMk/>
            <pc:sldMk cId="0" sldId="318"/>
            <ac:spMk id="4" creationId="{00000000-0000-0000-0000-000000000000}"/>
          </ac:spMkLst>
        </pc:spChg>
        <pc:spChg chg="mod">
          <ac:chgData name="Trevoir Williams" userId="6a45007046124a3d" providerId="LiveId" clId="{53D5EA3C-0847-4EC1-9FDC-43DBDAEAF41A}" dt="2026-04-29T19:58:46.070" v="750" actId="27636"/>
          <ac:spMkLst>
            <pc:docMk/>
            <pc:sldMk cId="0" sldId="318"/>
            <ac:spMk id="7" creationId="{00000000-0000-0000-0000-000000000000}"/>
          </ac:spMkLst>
        </pc:spChg>
        <pc:spChg chg="mod">
          <ac:chgData name="Trevoir Williams" userId="6a45007046124a3d" providerId="LiveId" clId="{53D5EA3C-0847-4EC1-9FDC-43DBDAEAF41A}" dt="2026-04-29T19:58:46.050" v="748" actId="27636"/>
          <ac:spMkLst>
            <pc:docMk/>
            <pc:sldMk cId="0" sldId="318"/>
            <ac:spMk id="9" creationId="{00000000-0000-0000-0000-000000000000}"/>
          </ac:spMkLst>
        </pc:spChg>
        <pc:spChg chg="mod">
          <ac:chgData name="Trevoir Williams" userId="6a45007046124a3d" providerId="LiveId" clId="{53D5EA3C-0847-4EC1-9FDC-43DBDAEAF41A}" dt="2026-04-29T18:41:47.865" v="484" actId="26606"/>
          <ac:spMkLst>
            <pc:docMk/>
            <pc:sldMk cId="0" sldId="318"/>
            <ac:spMk id="14" creationId="{00000000-0000-0000-0000-000000000000}"/>
          </ac:spMkLst>
        </pc:spChg>
        <pc:spChg chg="mod">
          <ac:chgData name="Trevoir Williams" userId="6a45007046124a3d" providerId="LiveId" clId="{53D5EA3C-0847-4EC1-9FDC-43DBDAEAF41A}" dt="2026-04-29T18:41:47.865" v="484" actId="26606"/>
          <ac:spMkLst>
            <pc:docMk/>
            <pc:sldMk cId="0" sldId="318"/>
            <ac:spMk id="16" creationId="{00000000-0000-0000-0000-000000000000}"/>
          </ac:spMkLst>
        </pc:spChg>
        <pc:spChg chg="mod">
          <ac:chgData name="Trevoir Williams" userId="6a45007046124a3d" providerId="LiveId" clId="{53D5EA3C-0847-4EC1-9FDC-43DBDAEAF41A}" dt="2026-04-29T18:41:47.865" v="484" actId="26606"/>
          <ac:spMkLst>
            <pc:docMk/>
            <pc:sldMk cId="0" sldId="318"/>
            <ac:spMk id="17" creationId="{00000000-0000-0000-0000-000000000000}"/>
          </ac:spMkLst>
        </pc:spChg>
      </pc:sldChg>
      <pc:sldChg chg="modSp add del mod">
        <pc:chgData name="Trevoir Williams" userId="6a45007046124a3d" providerId="LiveId" clId="{53D5EA3C-0847-4EC1-9FDC-43DBDAEAF41A}" dt="2026-04-29T18:55:19.695" v="627" actId="27636"/>
        <pc:sldMkLst>
          <pc:docMk/>
          <pc:sldMk cId="0" sldId="319"/>
        </pc:sldMkLst>
        <pc:spChg chg="mod">
          <ac:chgData name="Trevoir Williams" userId="6a45007046124a3d" providerId="LiveId" clId="{53D5EA3C-0847-4EC1-9FDC-43DBDAEAF41A}" dt="2026-04-29T18:36:33.074" v="162" actId="26606"/>
          <ac:spMkLst>
            <pc:docMk/>
            <pc:sldMk cId="0" sldId="319"/>
            <ac:spMk id="3" creationId="{00000000-0000-0000-0000-000000000000}"/>
          </ac:spMkLst>
        </pc:spChg>
        <pc:spChg chg="mod">
          <ac:chgData name="Trevoir Williams" userId="6a45007046124a3d" providerId="LiveId" clId="{53D5EA3C-0847-4EC1-9FDC-43DBDAEAF41A}" dt="2026-04-29T18:55:19.695" v="627" actId="27636"/>
          <ac:spMkLst>
            <pc:docMk/>
            <pc:sldMk cId="0" sldId="319"/>
            <ac:spMk id="4" creationId="{00000000-0000-0000-0000-000000000000}"/>
          </ac:spMkLst>
        </pc:spChg>
        <pc:spChg chg="mod">
          <ac:chgData name="Trevoir Williams" userId="6a45007046124a3d" providerId="LiveId" clId="{53D5EA3C-0847-4EC1-9FDC-43DBDAEAF41A}" dt="2026-04-29T18:41:47.865" v="484" actId="26606"/>
          <ac:spMkLst>
            <pc:docMk/>
            <pc:sldMk cId="0" sldId="319"/>
            <ac:spMk id="16" creationId="{00000000-0000-0000-0000-000000000000}"/>
          </ac:spMkLst>
        </pc:spChg>
        <pc:spChg chg="mod">
          <ac:chgData name="Trevoir Williams" userId="6a45007046124a3d" providerId="LiveId" clId="{53D5EA3C-0847-4EC1-9FDC-43DBDAEAF41A}" dt="2026-04-29T18:41:47.865" v="484" actId="26606"/>
          <ac:spMkLst>
            <pc:docMk/>
            <pc:sldMk cId="0" sldId="319"/>
            <ac:spMk id="17" creationId="{00000000-0000-0000-0000-000000000000}"/>
          </ac:spMkLst>
        </pc:spChg>
        <pc:spChg chg="mod">
          <ac:chgData name="Trevoir Williams" userId="6a45007046124a3d" providerId="LiveId" clId="{53D5EA3C-0847-4EC1-9FDC-43DBDAEAF41A}" dt="2026-04-29T18:41:47.865" v="484" actId="26606"/>
          <ac:spMkLst>
            <pc:docMk/>
            <pc:sldMk cId="0" sldId="319"/>
            <ac:spMk id="18" creationId="{00000000-0000-0000-0000-000000000000}"/>
          </ac:spMkLst>
        </pc:spChg>
      </pc:sldChg>
      <pc:sldChg chg="modSp add del mod">
        <pc:chgData name="Trevoir Williams" userId="6a45007046124a3d" providerId="LiveId" clId="{53D5EA3C-0847-4EC1-9FDC-43DBDAEAF41A}" dt="2026-04-29T19:27:38.127" v="675" actId="27636"/>
        <pc:sldMkLst>
          <pc:docMk/>
          <pc:sldMk cId="0" sldId="320"/>
        </pc:sldMkLst>
        <pc:spChg chg="mod">
          <ac:chgData name="Trevoir Williams" userId="6a45007046124a3d" providerId="LiveId" clId="{53D5EA3C-0847-4EC1-9FDC-43DBDAEAF41A}" dt="2026-04-29T18:36:33.074" v="162" actId="26606"/>
          <ac:spMkLst>
            <pc:docMk/>
            <pc:sldMk cId="0" sldId="320"/>
            <ac:spMk id="3" creationId="{00000000-0000-0000-0000-000000000000}"/>
          </ac:spMkLst>
        </pc:spChg>
        <pc:spChg chg="mod">
          <ac:chgData name="Trevoir Williams" userId="6a45007046124a3d" providerId="LiveId" clId="{53D5EA3C-0847-4EC1-9FDC-43DBDAEAF41A}" dt="2026-04-29T19:27:38.127" v="675" actId="27636"/>
          <ac:spMkLst>
            <pc:docMk/>
            <pc:sldMk cId="0" sldId="320"/>
            <ac:spMk id="4" creationId="{00000000-0000-0000-0000-000000000000}"/>
          </ac:spMkLst>
        </pc:spChg>
        <pc:spChg chg="mod">
          <ac:chgData name="Trevoir Williams" userId="6a45007046124a3d" providerId="LiveId" clId="{53D5EA3C-0847-4EC1-9FDC-43DBDAEAF41A}" dt="2026-04-29T19:27:38.114" v="672" actId="27636"/>
          <ac:spMkLst>
            <pc:docMk/>
            <pc:sldMk cId="0" sldId="320"/>
            <ac:spMk id="8" creationId="{00000000-0000-0000-0000-000000000000}"/>
          </ac:spMkLst>
        </pc:spChg>
        <pc:spChg chg="mod">
          <ac:chgData name="Trevoir Williams" userId="6a45007046124a3d" providerId="LiveId" clId="{53D5EA3C-0847-4EC1-9FDC-43DBDAEAF41A}" dt="2026-04-29T19:27:38.120" v="673" actId="27636"/>
          <ac:spMkLst>
            <pc:docMk/>
            <pc:sldMk cId="0" sldId="320"/>
            <ac:spMk id="12" creationId="{00000000-0000-0000-0000-000000000000}"/>
          </ac:spMkLst>
        </pc:spChg>
        <pc:spChg chg="mod">
          <ac:chgData name="Trevoir Williams" userId="6a45007046124a3d" providerId="LiveId" clId="{53D5EA3C-0847-4EC1-9FDC-43DBDAEAF41A}" dt="2026-04-29T19:27:38.124" v="674" actId="27636"/>
          <ac:spMkLst>
            <pc:docMk/>
            <pc:sldMk cId="0" sldId="320"/>
            <ac:spMk id="16" creationId="{00000000-0000-0000-0000-000000000000}"/>
          </ac:spMkLst>
        </pc:spChg>
        <pc:spChg chg="mod">
          <ac:chgData name="Trevoir Williams" userId="6a45007046124a3d" providerId="LiveId" clId="{53D5EA3C-0847-4EC1-9FDC-43DBDAEAF41A}" dt="2026-04-29T18:41:47.865" v="484" actId="26606"/>
          <ac:spMkLst>
            <pc:docMk/>
            <pc:sldMk cId="0" sldId="320"/>
            <ac:spMk id="20" creationId="{00000000-0000-0000-0000-000000000000}"/>
          </ac:spMkLst>
        </pc:spChg>
        <pc:spChg chg="mod">
          <ac:chgData name="Trevoir Williams" userId="6a45007046124a3d" providerId="LiveId" clId="{53D5EA3C-0847-4EC1-9FDC-43DBDAEAF41A}" dt="2026-04-29T18:41:47.865" v="484" actId="26606"/>
          <ac:spMkLst>
            <pc:docMk/>
            <pc:sldMk cId="0" sldId="320"/>
            <ac:spMk id="22" creationId="{00000000-0000-0000-0000-000000000000}"/>
          </ac:spMkLst>
        </pc:spChg>
        <pc:spChg chg="mod">
          <ac:chgData name="Trevoir Williams" userId="6a45007046124a3d" providerId="LiveId" clId="{53D5EA3C-0847-4EC1-9FDC-43DBDAEAF41A}" dt="2026-04-29T18:41:47.865" v="484" actId="26606"/>
          <ac:spMkLst>
            <pc:docMk/>
            <pc:sldMk cId="0" sldId="320"/>
            <ac:spMk id="24" creationId="{00000000-0000-0000-0000-000000000000}"/>
          </ac:spMkLst>
        </pc:spChg>
        <pc:spChg chg="mod">
          <ac:chgData name="Trevoir Williams" userId="6a45007046124a3d" providerId="LiveId" clId="{53D5EA3C-0847-4EC1-9FDC-43DBDAEAF41A}" dt="2026-04-29T18:41:47.865" v="484" actId="26606"/>
          <ac:spMkLst>
            <pc:docMk/>
            <pc:sldMk cId="0" sldId="320"/>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21"/>
        </pc:sldMkLst>
        <pc:spChg chg="mod">
          <ac:chgData name="Trevoir Williams" userId="6a45007046124a3d" providerId="LiveId" clId="{53D5EA3C-0847-4EC1-9FDC-43DBDAEAF41A}" dt="2026-04-29T20:28:13.734" v="893" actId="26606"/>
          <ac:spMkLst>
            <pc:docMk/>
            <pc:sldMk cId="0" sldId="321"/>
            <ac:spMk id="4" creationId="{00000000-0000-0000-0000-000000000000}"/>
          </ac:spMkLst>
        </pc:spChg>
        <pc:spChg chg="mod">
          <ac:chgData name="Trevoir Williams" userId="6a45007046124a3d" providerId="LiveId" clId="{53D5EA3C-0847-4EC1-9FDC-43DBDAEAF41A}" dt="2026-04-29T20:28:13.734" v="893" actId="26606"/>
          <ac:spMkLst>
            <pc:docMk/>
            <pc:sldMk cId="0" sldId="321"/>
            <ac:spMk id="6" creationId="{00000000-0000-0000-0000-000000000000}"/>
          </ac:spMkLst>
        </pc:spChg>
        <pc:spChg chg="mod">
          <ac:chgData name="Trevoir Williams" userId="6a45007046124a3d" providerId="LiveId" clId="{53D5EA3C-0847-4EC1-9FDC-43DBDAEAF41A}" dt="2026-04-29T20:28:13.734" v="893" actId="26606"/>
          <ac:spMkLst>
            <pc:docMk/>
            <pc:sldMk cId="0" sldId="321"/>
            <ac:spMk id="7" creationId="{00000000-0000-0000-0000-000000000000}"/>
          </ac:spMkLst>
        </pc:spChg>
        <pc:spChg chg="mod">
          <ac:chgData name="Trevoir Williams" userId="6a45007046124a3d" providerId="LiveId" clId="{53D5EA3C-0847-4EC1-9FDC-43DBDAEAF41A}" dt="2026-04-29T20:28:13.734" v="893" actId="26606"/>
          <ac:spMkLst>
            <pc:docMk/>
            <pc:sldMk cId="0" sldId="321"/>
            <ac:spMk id="8" creationId="{00000000-0000-0000-0000-000000000000}"/>
          </ac:spMkLst>
        </pc:spChg>
        <pc:spChg chg="mod">
          <ac:chgData name="Trevoir Williams" userId="6a45007046124a3d" providerId="LiveId" clId="{53D5EA3C-0847-4EC1-9FDC-43DBDAEAF41A}" dt="2026-04-29T20:28:13.734" v="893" actId="26606"/>
          <ac:spMkLst>
            <pc:docMk/>
            <pc:sldMk cId="0" sldId="321"/>
            <ac:spMk id="9" creationId="{00000000-0000-0000-0000-000000000000}"/>
          </ac:spMkLst>
        </pc:spChg>
        <pc:spChg chg="mod">
          <ac:chgData name="Trevoir Williams" userId="6a45007046124a3d" providerId="LiveId" clId="{53D5EA3C-0847-4EC1-9FDC-43DBDAEAF41A}" dt="2026-04-29T20:28:13.734" v="893" actId="26606"/>
          <ac:spMkLst>
            <pc:docMk/>
            <pc:sldMk cId="0" sldId="321"/>
            <ac:spMk id="11" creationId="{00000000-0000-0000-0000-000000000000}"/>
          </ac:spMkLst>
        </pc:spChg>
        <pc:spChg chg="mod">
          <ac:chgData name="Trevoir Williams" userId="6a45007046124a3d" providerId="LiveId" clId="{53D5EA3C-0847-4EC1-9FDC-43DBDAEAF41A}" dt="2026-04-29T20:28:13.734" v="893" actId="26606"/>
          <ac:spMkLst>
            <pc:docMk/>
            <pc:sldMk cId="0" sldId="321"/>
            <ac:spMk id="12" creationId="{00000000-0000-0000-0000-000000000000}"/>
          </ac:spMkLst>
        </pc:spChg>
        <pc:spChg chg="mod">
          <ac:chgData name="Trevoir Williams" userId="6a45007046124a3d" providerId="LiveId" clId="{53D5EA3C-0847-4EC1-9FDC-43DBDAEAF41A}" dt="2026-04-29T20:28:13.734" v="893" actId="26606"/>
          <ac:spMkLst>
            <pc:docMk/>
            <pc:sldMk cId="0" sldId="321"/>
            <ac:spMk id="13" creationId="{00000000-0000-0000-0000-000000000000}"/>
          </ac:spMkLst>
        </pc:spChg>
        <pc:spChg chg="mod">
          <ac:chgData name="Trevoir Williams" userId="6a45007046124a3d" providerId="LiveId" clId="{53D5EA3C-0847-4EC1-9FDC-43DBDAEAF41A}" dt="2026-04-29T20:28:13.734" v="893" actId="26606"/>
          <ac:spMkLst>
            <pc:docMk/>
            <pc:sldMk cId="0" sldId="321"/>
            <ac:spMk id="14" creationId="{00000000-0000-0000-0000-000000000000}"/>
          </ac:spMkLst>
        </pc:spChg>
        <pc:spChg chg="mod">
          <ac:chgData name="Trevoir Williams" userId="6a45007046124a3d" providerId="LiveId" clId="{53D5EA3C-0847-4EC1-9FDC-43DBDAEAF41A}" dt="2026-04-29T20:28:13.734" v="893" actId="26606"/>
          <ac:spMkLst>
            <pc:docMk/>
            <pc:sldMk cId="0" sldId="321"/>
            <ac:spMk id="15" creationId="{00000000-0000-0000-0000-000000000000}"/>
          </ac:spMkLst>
        </pc:spChg>
        <pc:spChg chg="mod">
          <ac:chgData name="Trevoir Williams" userId="6a45007046124a3d" providerId="LiveId" clId="{53D5EA3C-0847-4EC1-9FDC-43DBDAEAF41A}" dt="2026-04-29T18:41:47.865" v="484" actId="26606"/>
          <ac:spMkLst>
            <pc:docMk/>
            <pc:sldMk cId="0" sldId="321"/>
            <ac:spMk id="25" creationId="{00000000-0000-0000-0000-000000000000}"/>
          </ac:spMkLst>
        </pc:spChg>
        <pc:spChg chg="mod">
          <ac:chgData name="Trevoir Williams" userId="6a45007046124a3d" providerId="LiveId" clId="{53D5EA3C-0847-4EC1-9FDC-43DBDAEAF41A}" dt="2026-04-29T18:41:47.865" v="484" actId="26606"/>
          <ac:spMkLst>
            <pc:docMk/>
            <pc:sldMk cId="0" sldId="321"/>
            <ac:spMk id="26" creationId="{00000000-0000-0000-0000-000000000000}"/>
          </ac:spMkLst>
        </pc:spChg>
        <pc:spChg chg="mod">
          <ac:chgData name="Trevoir Williams" userId="6a45007046124a3d" providerId="LiveId" clId="{53D5EA3C-0847-4EC1-9FDC-43DBDAEAF41A}" dt="2026-04-29T18:41:47.865" v="484" actId="26606"/>
          <ac:spMkLst>
            <pc:docMk/>
            <pc:sldMk cId="0" sldId="321"/>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22"/>
        </pc:sldMkLst>
        <pc:spChg chg="mod">
          <ac:chgData name="Trevoir Williams" userId="6a45007046124a3d" providerId="LiveId" clId="{53D5EA3C-0847-4EC1-9FDC-43DBDAEAF41A}" dt="2026-04-29T18:36:33.074" v="162" actId="26606"/>
          <ac:spMkLst>
            <pc:docMk/>
            <pc:sldMk cId="0" sldId="322"/>
            <ac:spMk id="3" creationId="{00000000-0000-0000-0000-000000000000}"/>
          </ac:spMkLst>
        </pc:spChg>
        <pc:spChg chg="mod">
          <ac:chgData name="Trevoir Williams" userId="6a45007046124a3d" providerId="LiveId" clId="{53D5EA3C-0847-4EC1-9FDC-43DBDAEAF41A}" dt="2026-04-29T18:55:20.590" v="629" actId="27636"/>
          <ac:spMkLst>
            <pc:docMk/>
            <pc:sldMk cId="0" sldId="322"/>
            <ac:spMk id="4" creationId="{00000000-0000-0000-0000-000000000000}"/>
          </ac:spMkLst>
        </pc:spChg>
        <pc:spChg chg="mod">
          <ac:chgData name="Trevoir Williams" userId="6a45007046124a3d" providerId="LiveId" clId="{53D5EA3C-0847-4EC1-9FDC-43DBDAEAF41A}" dt="2026-04-29T18:41:47.865" v="484" actId="26606"/>
          <ac:spMkLst>
            <pc:docMk/>
            <pc:sldMk cId="0" sldId="322"/>
            <ac:spMk id="14" creationId="{00000000-0000-0000-0000-000000000000}"/>
          </ac:spMkLst>
        </pc:spChg>
        <pc:spChg chg="mod">
          <ac:chgData name="Trevoir Williams" userId="6a45007046124a3d" providerId="LiveId" clId="{53D5EA3C-0847-4EC1-9FDC-43DBDAEAF41A}" dt="2026-04-29T18:41:47.865" v="484" actId="26606"/>
          <ac:spMkLst>
            <pc:docMk/>
            <pc:sldMk cId="0" sldId="322"/>
            <ac:spMk id="15" creationId="{00000000-0000-0000-0000-000000000000}"/>
          </ac:spMkLst>
        </pc:spChg>
        <pc:spChg chg="mod">
          <ac:chgData name="Trevoir Williams" userId="6a45007046124a3d" providerId="LiveId" clId="{53D5EA3C-0847-4EC1-9FDC-43DBDAEAF41A}" dt="2026-04-29T20:52:00.045" v="898" actId="26606"/>
          <ac:spMkLst>
            <pc:docMk/>
            <pc:sldMk cId="0" sldId="322"/>
            <ac:spMk id="16" creationId="{00000000-0000-0000-0000-000000000000}"/>
          </ac:spMkLst>
        </pc:spChg>
      </pc:sldChg>
      <pc:sldChg chg="modSp add del mod">
        <pc:chgData name="Trevoir Williams" userId="6a45007046124a3d" providerId="LiveId" clId="{53D5EA3C-0847-4EC1-9FDC-43DBDAEAF41A}" dt="2026-04-29T18:55:20.994" v="630" actId="27636"/>
        <pc:sldMkLst>
          <pc:docMk/>
          <pc:sldMk cId="0" sldId="323"/>
        </pc:sldMkLst>
        <pc:spChg chg="mod">
          <ac:chgData name="Trevoir Williams" userId="6a45007046124a3d" providerId="LiveId" clId="{53D5EA3C-0847-4EC1-9FDC-43DBDAEAF41A}" dt="2026-04-29T18:36:33.074" v="162" actId="26606"/>
          <ac:spMkLst>
            <pc:docMk/>
            <pc:sldMk cId="0" sldId="323"/>
            <ac:spMk id="3" creationId="{00000000-0000-0000-0000-000000000000}"/>
          </ac:spMkLst>
        </pc:spChg>
        <pc:spChg chg="mod">
          <ac:chgData name="Trevoir Williams" userId="6a45007046124a3d" providerId="LiveId" clId="{53D5EA3C-0847-4EC1-9FDC-43DBDAEAF41A}" dt="2026-04-29T18:55:20.994" v="630" actId="27636"/>
          <ac:spMkLst>
            <pc:docMk/>
            <pc:sldMk cId="0" sldId="323"/>
            <ac:spMk id="4" creationId="{00000000-0000-0000-0000-000000000000}"/>
          </ac:spMkLst>
        </pc:spChg>
        <pc:spChg chg="mod">
          <ac:chgData name="Trevoir Williams" userId="6a45007046124a3d" providerId="LiveId" clId="{53D5EA3C-0847-4EC1-9FDC-43DBDAEAF41A}" dt="2026-04-29T18:41:47.865" v="484" actId="26606"/>
          <ac:spMkLst>
            <pc:docMk/>
            <pc:sldMk cId="0" sldId="323"/>
            <ac:spMk id="23" creationId="{00000000-0000-0000-0000-000000000000}"/>
          </ac:spMkLst>
        </pc:spChg>
        <pc:spChg chg="mod">
          <ac:chgData name="Trevoir Williams" userId="6a45007046124a3d" providerId="LiveId" clId="{53D5EA3C-0847-4EC1-9FDC-43DBDAEAF41A}" dt="2026-04-29T18:41:47.865" v="484" actId="26606"/>
          <ac:spMkLst>
            <pc:docMk/>
            <pc:sldMk cId="0" sldId="323"/>
            <ac:spMk id="25" creationId="{00000000-0000-0000-0000-000000000000}"/>
          </ac:spMkLst>
        </pc:spChg>
        <pc:spChg chg="mod">
          <ac:chgData name="Trevoir Williams" userId="6a45007046124a3d" providerId="LiveId" clId="{53D5EA3C-0847-4EC1-9FDC-43DBDAEAF41A}" dt="2026-04-29T18:41:47.865" v="484" actId="26606"/>
          <ac:spMkLst>
            <pc:docMk/>
            <pc:sldMk cId="0" sldId="323"/>
            <ac:spMk id="26" creationId="{00000000-0000-0000-0000-000000000000}"/>
          </ac:spMkLst>
        </pc:spChg>
        <pc:spChg chg="mod">
          <ac:chgData name="Trevoir Williams" userId="6a45007046124a3d" providerId="LiveId" clId="{53D5EA3C-0847-4EC1-9FDC-43DBDAEAF41A}" dt="2026-04-29T18:41:47.865" v="484" actId="26606"/>
          <ac:spMkLst>
            <pc:docMk/>
            <pc:sldMk cId="0" sldId="323"/>
            <ac:spMk id="27" creationId="{00000000-0000-0000-0000-000000000000}"/>
          </ac:spMkLst>
        </pc:spChg>
        <pc:spChg chg="mod">
          <ac:chgData name="Trevoir Williams" userId="6a45007046124a3d" providerId="LiveId" clId="{53D5EA3C-0847-4EC1-9FDC-43DBDAEAF41A}" dt="2026-04-29T18:41:47.865" v="484" actId="26606"/>
          <ac:spMkLst>
            <pc:docMk/>
            <pc:sldMk cId="0" sldId="323"/>
            <ac:spMk id="28" creationId="{00000000-0000-0000-0000-000000000000}"/>
          </ac:spMkLst>
        </pc:spChg>
      </pc:sldChg>
      <pc:sldChg chg="modSp add del mod">
        <pc:chgData name="Trevoir Williams" userId="6a45007046124a3d" providerId="LiveId" clId="{53D5EA3C-0847-4EC1-9FDC-43DBDAEAF41A}" dt="2026-04-29T19:58:46.500" v="754" actId="27636"/>
        <pc:sldMkLst>
          <pc:docMk/>
          <pc:sldMk cId="0" sldId="324"/>
        </pc:sldMkLst>
        <pc:spChg chg="mod">
          <ac:chgData name="Trevoir Williams" userId="6a45007046124a3d" providerId="LiveId" clId="{53D5EA3C-0847-4EC1-9FDC-43DBDAEAF41A}" dt="2026-04-29T19:58:46.473" v="751" actId="27636"/>
          <ac:spMkLst>
            <pc:docMk/>
            <pc:sldMk cId="0" sldId="324"/>
            <ac:spMk id="3" creationId="{00000000-0000-0000-0000-000000000000}"/>
          </ac:spMkLst>
        </pc:spChg>
        <pc:spChg chg="mod">
          <ac:chgData name="Trevoir Williams" userId="6a45007046124a3d" providerId="LiveId" clId="{53D5EA3C-0847-4EC1-9FDC-43DBDAEAF41A}" dt="2026-04-29T19:58:46.500" v="754" actId="27636"/>
          <ac:spMkLst>
            <pc:docMk/>
            <pc:sldMk cId="0" sldId="324"/>
            <ac:spMk id="4" creationId="{00000000-0000-0000-0000-000000000000}"/>
          </ac:spMkLst>
        </pc:spChg>
        <pc:spChg chg="mod">
          <ac:chgData name="Trevoir Williams" userId="6a45007046124a3d" providerId="LiveId" clId="{53D5EA3C-0847-4EC1-9FDC-43DBDAEAF41A}" dt="2026-04-29T19:58:46.497" v="753" actId="27636"/>
          <ac:spMkLst>
            <pc:docMk/>
            <pc:sldMk cId="0" sldId="324"/>
            <ac:spMk id="7" creationId="{00000000-0000-0000-0000-000000000000}"/>
          </ac:spMkLst>
        </pc:spChg>
        <pc:spChg chg="mod">
          <ac:chgData name="Trevoir Williams" userId="6a45007046124a3d" providerId="LiveId" clId="{53D5EA3C-0847-4EC1-9FDC-43DBDAEAF41A}" dt="2026-04-29T19:58:46.494" v="752" actId="27636"/>
          <ac:spMkLst>
            <pc:docMk/>
            <pc:sldMk cId="0" sldId="324"/>
            <ac:spMk id="9" creationId="{00000000-0000-0000-0000-000000000000}"/>
          </ac:spMkLst>
        </pc:spChg>
        <pc:spChg chg="mod">
          <ac:chgData name="Trevoir Williams" userId="6a45007046124a3d" providerId="LiveId" clId="{53D5EA3C-0847-4EC1-9FDC-43DBDAEAF41A}" dt="2026-04-29T18:41:47.865" v="484" actId="26606"/>
          <ac:spMkLst>
            <pc:docMk/>
            <pc:sldMk cId="0" sldId="324"/>
            <ac:spMk id="14" creationId="{00000000-0000-0000-0000-000000000000}"/>
          </ac:spMkLst>
        </pc:spChg>
        <pc:spChg chg="mod">
          <ac:chgData name="Trevoir Williams" userId="6a45007046124a3d" providerId="LiveId" clId="{53D5EA3C-0847-4EC1-9FDC-43DBDAEAF41A}" dt="2026-04-29T18:41:47.865" v="484" actId="26606"/>
          <ac:spMkLst>
            <pc:docMk/>
            <pc:sldMk cId="0" sldId="324"/>
            <ac:spMk id="16" creationId="{00000000-0000-0000-0000-000000000000}"/>
          </ac:spMkLst>
        </pc:spChg>
        <pc:spChg chg="mod">
          <ac:chgData name="Trevoir Williams" userId="6a45007046124a3d" providerId="LiveId" clId="{53D5EA3C-0847-4EC1-9FDC-43DBDAEAF41A}" dt="2026-04-29T18:41:47.865" v="484" actId="26606"/>
          <ac:spMkLst>
            <pc:docMk/>
            <pc:sldMk cId="0" sldId="324"/>
            <ac:spMk id="17" creationId="{00000000-0000-0000-0000-000000000000}"/>
          </ac:spMkLst>
        </pc:spChg>
      </pc:sldChg>
      <pc:sldChg chg="modSp add del mod">
        <pc:chgData name="Trevoir Williams" userId="6a45007046124a3d" providerId="LiveId" clId="{53D5EA3C-0847-4EC1-9FDC-43DBDAEAF41A}" dt="2026-04-29T19:58:46.964" v="759" actId="27636"/>
        <pc:sldMkLst>
          <pc:docMk/>
          <pc:sldMk cId="0" sldId="325"/>
        </pc:sldMkLst>
        <pc:spChg chg="mod">
          <ac:chgData name="Trevoir Williams" userId="6a45007046124a3d" providerId="LiveId" clId="{53D5EA3C-0847-4EC1-9FDC-43DBDAEAF41A}" dt="2026-04-29T19:58:46.962" v="758" actId="27636"/>
          <ac:spMkLst>
            <pc:docMk/>
            <pc:sldMk cId="0" sldId="325"/>
            <ac:spMk id="3" creationId="{00000000-0000-0000-0000-000000000000}"/>
          </ac:spMkLst>
        </pc:spChg>
        <pc:spChg chg="mod">
          <ac:chgData name="Trevoir Williams" userId="6a45007046124a3d" providerId="LiveId" clId="{53D5EA3C-0847-4EC1-9FDC-43DBDAEAF41A}" dt="2026-04-29T19:58:46.958" v="757" actId="27636"/>
          <ac:spMkLst>
            <pc:docMk/>
            <pc:sldMk cId="0" sldId="325"/>
            <ac:spMk id="4" creationId="{00000000-0000-0000-0000-000000000000}"/>
          </ac:spMkLst>
        </pc:spChg>
        <pc:spChg chg="mod">
          <ac:chgData name="Trevoir Williams" userId="6a45007046124a3d" providerId="LiveId" clId="{53D5EA3C-0847-4EC1-9FDC-43DBDAEAF41A}" dt="2026-04-29T19:58:46.939" v="755" actId="27636"/>
          <ac:spMkLst>
            <pc:docMk/>
            <pc:sldMk cId="0" sldId="325"/>
            <ac:spMk id="7" creationId="{00000000-0000-0000-0000-000000000000}"/>
          </ac:spMkLst>
        </pc:spChg>
        <pc:spChg chg="mod">
          <ac:chgData name="Trevoir Williams" userId="6a45007046124a3d" providerId="LiveId" clId="{53D5EA3C-0847-4EC1-9FDC-43DBDAEAF41A}" dt="2026-04-29T19:58:46.955" v="756" actId="27636"/>
          <ac:spMkLst>
            <pc:docMk/>
            <pc:sldMk cId="0" sldId="325"/>
            <ac:spMk id="9" creationId="{00000000-0000-0000-0000-000000000000}"/>
          </ac:spMkLst>
        </pc:spChg>
        <pc:spChg chg="mod">
          <ac:chgData name="Trevoir Williams" userId="6a45007046124a3d" providerId="LiveId" clId="{53D5EA3C-0847-4EC1-9FDC-43DBDAEAF41A}" dt="2026-04-29T19:58:46.964" v="759" actId="27636"/>
          <ac:spMkLst>
            <pc:docMk/>
            <pc:sldMk cId="0" sldId="325"/>
            <ac:spMk id="14" creationId="{00000000-0000-0000-0000-000000000000}"/>
          </ac:spMkLst>
        </pc:spChg>
        <pc:spChg chg="mod">
          <ac:chgData name="Trevoir Williams" userId="6a45007046124a3d" providerId="LiveId" clId="{53D5EA3C-0847-4EC1-9FDC-43DBDAEAF41A}" dt="2026-04-29T18:41:47.865" v="484" actId="26606"/>
          <ac:spMkLst>
            <pc:docMk/>
            <pc:sldMk cId="0" sldId="325"/>
            <ac:spMk id="18" creationId="{00000000-0000-0000-0000-000000000000}"/>
          </ac:spMkLst>
        </pc:spChg>
        <pc:spChg chg="mod">
          <ac:chgData name="Trevoir Williams" userId="6a45007046124a3d" providerId="LiveId" clId="{53D5EA3C-0847-4EC1-9FDC-43DBDAEAF41A}" dt="2026-04-29T18:41:47.865" v="484" actId="26606"/>
          <ac:spMkLst>
            <pc:docMk/>
            <pc:sldMk cId="0" sldId="325"/>
            <ac:spMk id="19" creationId="{00000000-0000-0000-0000-000000000000}"/>
          </ac:spMkLst>
        </pc:spChg>
      </pc:sldChg>
      <pc:sldChg chg="modSp add del mod">
        <pc:chgData name="Trevoir Williams" userId="6a45007046124a3d" providerId="LiveId" clId="{53D5EA3C-0847-4EC1-9FDC-43DBDAEAF41A}" dt="2026-04-29T19:58:47.397" v="762" actId="27636"/>
        <pc:sldMkLst>
          <pc:docMk/>
          <pc:sldMk cId="0" sldId="326"/>
        </pc:sldMkLst>
        <pc:spChg chg="mod">
          <ac:chgData name="Trevoir Williams" userId="6a45007046124a3d" providerId="LiveId" clId="{53D5EA3C-0847-4EC1-9FDC-43DBDAEAF41A}" dt="2026-04-29T18:36:41.337" v="182" actId="27636"/>
          <ac:spMkLst>
            <pc:docMk/>
            <pc:sldMk cId="0" sldId="326"/>
            <ac:spMk id="3" creationId="{00000000-0000-0000-0000-000000000000}"/>
          </ac:spMkLst>
        </pc:spChg>
        <pc:spChg chg="mod">
          <ac:chgData name="Trevoir Williams" userId="6a45007046124a3d" providerId="LiveId" clId="{53D5EA3C-0847-4EC1-9FDC-43DBDAEAF41A}" dt="2026-04-29T19:58:47.390" v="760" actId="27636"/>
          <ac:spMkLst>
            <pc:docMk/>
            <pc:sldMk cId="0" sldId="326"/>
            <ac:spMk id="4" creationId="{00000000-0000-0000-0000-000000000000}"/>
          </ac:spMkLst>
        </pc:spChg>
        <pc:spChg chg="mod">
          <ac:chgData name="Trevoir Williams" userId="6a45007046124a3d" providerId="LiveId" clId="{53D5EA3C-0847-4EC1-9FDC-43DBDAEAF41A}" dt="2026-04-29T19:58:47.397" v="762" actId="27636"/>
          <ac:spMkLst>
            <pc:docMk/>
            <pc:sldMk cId="0" sldId="326"/>
            <ac:spMk id="7" creationId="{00000000-0000-0000-0000-000000000000}"/>
          </ac:spMkLst>
        </pc:spChg>
        <pc:spChg chg="mod">
          <ac:chgData name="Trevoir Williams" userId="6a45007046124a3d" providerId="LiveId" clId="{53D5EA3C-0847-4EC1-9FDC-43DBDAEAF41A}" dt="2026-04-29T19:58:47.394" v="761" actId="27636"/>
          <ac:spMkLst>
            <pc:docMk/>
            <pc:sldMk cId="0" sldId="326"/>
            <ac:spMk id="9" creationId="{00000000-0000-0000-0000-000000000000}"/>
          </ac:spMkLst>
        </pc:spChg>
        <pc:spChg chg="mod">
          <ac:chgData name="Trevoir Williams" userId="6a45007046124a3d" providerId="LiveId" clId="{53D5EA3C-0847-4EC1-9FDC-43DBDAEAF41A}" dt="2026-04-29T18:41:47.865" v="484" actId="26606"/>
          <ac:spMkLst>
            <pc:docMk/>
            <pc:sldMk cId="0" sldId="326"/>
            <ac:spMk id="14" creationId="{00000000-0000-0000-0000-000000000000}"/>
          </ac:spMkLst>
        </pc:spChg>
        <pc:spChg chg="mod">
          <ac:chgData name="Trevoir Williams" userId="6a45007046124a3d" providerId="LiveId" clId="{53D5EA3C-0847-4EC1-9FDC-43DBDAEAF41A}" dt="2026-04-29T18:41:47.865" v="484" actId="26606"/>
          <ac:spMkLst>
            <pc:docMk/>
            <pc:sldMk cId="0" sldId="326"/>
            <ac:spMk id="16" creationId="{00000000-0000-0000-0000-000000000000}"/>
          </ac:spMkLst>
        </pc:spChg>
        <pc:spChg chg="mod">
          <ac:chgData name="Trevoir Williams" userId="6a45007046124a3d" providerId="LiveId" clId="{53D5EA3C-0847-4EC1-9FDC-43DBDAEAF41A}" dt="2026-04-29T18:41:47.865" v="484" actId="26606"/>
          <ac:spMkLst>
            <pc:docMk/>
            <pc:sldMk cId="0" sldId="326"/>
            <ac:spMk id="17" creationId="{00000000-0000-0000-0000-000000000000}"/>
          </ac:spMkLst>
        </pc:spChg>
      </pc:sldChg>
      <pc:sldChg chg="modSp add del mod">
        <pc:chgData name="Trevoir Williams" userId="6a45007046124a3d" providerId="LiveId" clId="{53D5EA3C-0847-4EC1-9FDC-43DBDAEAF41A}" dt="2026-04-29T19:58:47.880" v="765" actId="27636"/>
        <pc:sldMkLst>
          <pc:docMk/>
          <pc:sldMk cId="0" sldId="327"/>
        </pc:sldMkLst>
        <pc:spChg chg="mod">
          <ac:chgData name="Trevoir Williams" userId="6a45007046124a3d" providerId="LiveId" clId="{53D5EA3C-0847-4EC1-9FDC-43DBDAEAF41A}" dt="2026-04-29T18:44:37.508" v="514" actId="27636"/>
          <ac:spMkLst>
            <pc:docMk/>
            <pc:sldMk cId="0" sldId="327"/>
            <ac:spMk id="3" creationId="{00000000-0000-0000-0000-000000000000}"/>
          </ac:spMkLst>
        </pc:spChg>
        <pc:spChg chg="mod">
          <ac:chgData name="Trevoir Williams" userId="6a45007046124a3d" providerId="LiveId" clId="{53D5EA3C-0847-4EC1-9FDC-43DBDAEAF41A}" dt="2026-04-29T19:58:47.874" v="764" actId="27636"/>
          <ac:spMkLst>
            <pc:docMk/>
            <pc:sldMk cId="0" sldId="327"/>
            <ac:spMk id="4" creationId="{00000000-0000-0000-0000-000000000000}"/>
          </ac:spMkLst>
        </pc:spChg>
        <pc:spChg chg="mod">
          <ac:chgData name="Trevoir Williams" userId="6a45007046124a3d" providerId="LiveId" clId="{53D5EA3C-0847-4EC1-9FDC-43DBDAEAF41A}" dt="2026-04-29T19:58:47.880" v="765" actId="27636"/>
          <ac:spMkLst>
            <pc:docMk/>
            <pc:sldMk cId="0" sldId="327"/>
            <ac:spMk id="7" creationId="{00000000-0000-0000-0000-000000000000}"/>
          </ac:spMkLst>
        </pc:spChg>
        <pc:spChg chg="mod">
          <ac:chgData name="Trevoir Williams" userId="6a45007046124a3d" providerId="LiveId" clId="{53D5EA3C-0847-4EC1-9FDC-43DBDAEAF41A}" dt="2026-04-29T19:58:47.870" v="763" actId="27636"/>
          <ac:spMkLst>
            <pc:docMk/>
            <pc:sldMk cId="0" sldId="327"/>
            <ac:spMk id="9" creationId="{00000000-0000-0000-0000-000000000000}"/>
          </ac:spMkLst>
        </pc:spChg>
        <pc:spChg chg="mod">
          <ac:chgData name="Trevoir Williams" userId="6a45007046124a3d" providerId="LiveId" clId="{53D5EA3C-0847-4EC1-9FDC-43DBDAEAF41A}" dt="2026-04-29T18:41:47.865" v="484" actId="26606"/>
          <ac:spMkLst>
            <pc:docMk/>
            <pc:sldMk cId="0" sldId="327"/>
            <ac:spMk id="14" creationId="{00000000-0000-0000-0000-000000000000}"/>
          </ac:spMkLst>
        </pc:spChg>
        <pc:spChg chg="mod">
          <ac:chgData name="Trevoir Williams" userId="6a45007046124a3d" providerId="LiveId" clId="{53D5EA3C-0847-4EC1-9FDC-43DBDAEAF41A}" dt="2026-04-29T18:41:47.865" v="484" actId="26606"/>
          <ac:spMkLst>
            <pc:docMk/>
            <pc:sldMk cId="0" sldId="327"/>
            <ac:spMk id="16" creationId="{00000000-0000-0000-0000-000000000000}"/>
          </ac:spMkLst>
        </pc:spChg>
        <pc:spChg chg="mod">
          <ac:chgData name="Trevoir Williams" userId="6a45007046124a3d" providerId="LiveId" clId="{53D5EA3C-0847-4EC1-9FDC-43DBDAEAF41A}" dt="2026-04-29T18:41:47.865" v="484" actId="26606"/>
          <ac:spMkLst>
            <pc:docMk/>
            <pc:sldMk cId="0" sldId="327"/>
            <ac:spMk id="17" creationId="{00000000-0000-0000-0000-000000000000}"/>
          </ac:spMkLst>
        </pc:spChg>
      </pc:sldChg>
      <pc:sldChg chg="modSp add del mod">
        <pc:chgData name="Trevoir Williams" userId="6a45007046124a3d" providerId="LiveId" clId="{53D5EA3C-0847-4EC1-9FDC-43DBDAEAF41A}" dt="2026-04-29T19:58:48.388" v="768" actId="27636"/>
        <pc:sldMkLst>
          <pc:docMk/>
          <pc:sldMk cId="0" sldId="328"/>
        </pc:sldMkLst>
        <pc:spChg chg="mod">
          <ac:chgData name="Trevoir Williams" userId="6a45007046124a3d" providerId="LiveId" clId="{53D5EA3C-0847-4EC1-9FDC-43DBDAEAF41A}" dt="2026-04-29T18:44:38.497" v="515" actId="27636"/>
          <ac:spMkLst>
            <pc:docMk/>
            <pc:sldMk cId="0" sldId="328"/>
            <ac:spMk id="3" creationId="{00000000-0000-0000-0000-000000000000}"/>
          </ac:spMkLst>
        </pc:spChg>
        <pc:spChg chg="mod">
          <ac:chgData name="Trevoir Williams" userId="6a45007046124a3d" providerId="LiveId" clId="{53D5EA3C-0847-4EC1-9FDC-43DBDAEAF41A}" dt="2026-04-29T19:58:48.379" v="766" actId="27636"/>
          <ac:spMkLst>
            <pc:docMk/>
            <pc:sldMk cId="0" sldId="328"/>
            <ac:spMk id="4" creationId="{00000000-0000-0000-0000-000000000000}"/>
          </ac:spMkLst>
        </pc:spChg>
        <pc:spChg chg="mod">
          <ac:chgData name="Trevoir Williams" userId="6a45007046124a3d" providerId="LiveId" clId="{53D5EA3C-0847-4EC1-9FDC-43DBDAEAF41A}" dt="2026-04-29T19:58:48.383" v="767" actId="27636"/>
          <ac:spMkLst>
            <pc:docMk/>
            <pc:sldMk cId="0" sldId="328"/>
            <ac:spMk id="7" creationId="{00000000-0000-0000-0000-000000000000}"/>
          </ac:spMkLst>
        </pc:spChg>
        <pc:spChg chg="mod">
          <ac:chgData name="Trevoir Williams" userId="6a45007046124a3d" providerId="LiveId" clId="{53D5EA3C-0847-4EC1-9FDC-43DBDAEAF41A}" dt="2026-04-29T19:58:48.388" v="768" actId="27636"/>
          <ac:spMkLst>
            <pc:docMk/>
            <pc:sldMk cId="0" sldId="328"/>
            <ac:spMk id="9" creationId="{00000000-0000-0000-0000-000000000000}"/>
          </ac:spMkLst>
        </pc:spChg>
        <pc:spChg chg="mod">
          <ac:chgData name="Trevoir Williams" userId="6a45007046124a3d" providerId="LiveId" clId="{53D5EA3C-0847-4EC1-9FDC-43DBDAEAF41A}" dt="2026-04-29T18:41:47.865" v="484" actId="26606"/>
          <ac:spMkLst>
            <pc:docMk/>
            <pc:sldMk cId="0" sldId="328"/>
            <ac:spMk id="14" creationId="{00000000-0000-0000-0000-000000000000}"/>
          </ac:spMkLst>
        </pc:spChg>
        <pc:spChg chg="mod">
          <ac:chgData name="Trevoir Williams" userId="6a45007046124a3d" providerId="LiveId" clId="{53D5EA3C-0847-4EC1-9FDC-43DBDAEAF41A}" dt="2026-04-29T18:41:47.865" v="484" actId="26606"/>
          <ac:spMkLst>
            <pc:docMk/>
            <pc:sldMk cId="0" sldId="328"/>
            <ac:spMk id="16" creationId="{00000000-0000-0000-0000-000000000000}"/>
          </ac:spMkLst>
        </pc:spChg>
        <pc:spChg chg="mod">
          <ac:chgData name="Trevoir Williams" userId="6a45007046124a3d" providerId="LiveId" clId="{53D5EA3C-0847-4EC1-9FDC-43DBDAEAF41A}" dt="2026-04-29T18:41:47.865" v="484" actId="26606"/>
          <ac:spMkLst>
            <pc:docMk/>
            <pc:sldMk cId="0" sldId="328"/>
            <ac:spMk id="17" creationId="{00000000-0000-0000-0000-000000000000}"/>
          </ac:spMkLst>
        </pc:spChg>
      </pc:sldChg>
      <pc:sldChg chg="modSp add del mod">
        <pc:chgData name="Trevoir Williams" userId="6a45007046124a3d" providerId="LiveId" clId="{53D5EA3C-0847-4EC1-9FDC-43DBDAEAF41A}" dt="2026-04-29T19:58:48.940" v="771" actId="27636"/>
        <pc:sldMkLst>
          <pc:docMk/>
          <pc:sldMk cId="0" sldId="329"/>
        </pc:sldMkLst>
        <pc:spChg chg="mod">
          <ac:chgData name="Trevoir Williams" userId="6a45007046124a3d" providerId="LiveId" clId="{53D5EA3C-0847-4EC1-9FDC-43DBDAEAF41A}" dt="2026-04-29T18:44:39.461" v="516" actId="27636"/>
          <ac:spMkLst>
            <pc:docMk/>
            <pc:sldMk cId="0" sldId="329"/>
            <ac:spMk id="3" creationId="{00000000-0000-0000-0000-000000000000}"/>
          </ac:spMkLst>
        </pc:spChg>
        <pc:spChg chg="mod">
          <ac:chgData name="Trevoir Williams" userId="6a45007046124a3d" providerId="LiveId" clId="{53D5EA3C-0847-4EC1-9FDC-43DBDAEAF41A}" dt="2026-04-29T19:58:48.940" v="771" actId="27636"/>
          <ac:spMkLst>
            <pc:docMk/>
            <pc:sldMk cId="0" sldId="329"/>
            <ac:spMk id="4" creationId="{00000000-0000-0000-0000-000000000000}"/>
          </ac:spMkLst>
        </pc:spChg>
        <pc:spChg chg="mod">
          <ac:chgData name="Trevoir Williams" userId="6a45007046124a3d" providerId="LiveId" clId="{53D5EA3C-0847-4EC1-9FDC-43DBDAEAF41A}" dt="2026-04-29T19:58:48.934" v="770" actId="27636"/>
          <ac:spMkLst>
            <pc:docMk/>
            <pc:sldMk cId="0" sldId="329"/>
            <ac:spMk id="7" creationId="{00000000-0000-0000-0000-000000000000}"/>
          </ac:spMkLst>
        </pc:spChg>
        <pc:spChg chg="mod">
          <ac:chgData name="Trevoir Williams" userId="6a45007046124a3d" providerId="LiveId" clId="{53D5EA3C-0847-4EC1-9FDC-43DBDAEAF41A}" dt="2026-04-29T19:58:48.930" v="769" actId="27636"/>
          <ac:spMkLst>
            <pc:docMk/>
            <pc:sldMk cId="0" sldId="329"/>
            <ac:spMk id="9" creationId="{00000000-0000-0000-0000-000000000000}"/>
          </ac:spMkLst>
        </pc:spChg>
        <pc:spChg chg="mod">
          <ac:chgData name="Trevoir Williams" userId="6a45007046124a3d" providerId="LiveId" clId="{53D5EA3C-0847-4EC1-9FDC-43DBDAEAF41A}" dt="2026-04-29T18:41:47.865" v="484" actId="26606"/>
          <ac:spMkLst>
            <pc:docMk/>
            <pc:sldMk cId="0" sldId="329"/>
            <ac:spMk id="14" creationId="{00000000-0000-0000-0000-000000000000}"/>
          </ac:spMkLst>
        </pc:spChg>
        <pc:spChg chg="mod">
          <ac:chgData name="Trevoir Williams" userId="6a45007046124a3d" providerId="LiveId" clId="{53D5EA3C-0847-4EC1-9FDC-43DBDAEAF41A}" dt="2026-04-29T18:41:47.865" v="484" actId="26606"/>
          <ac:spMkLst>
            <pc:docMk/>
            <pc:sldMk cId="0" sldId="329"/>
            <ac:spMk id="16" creationId="{00000000-0000-0000-0000-000000000000}"/>
          </ac:spMkLst>
        </pc:spChg>
        <pc:spChg chg="mod">
          <ac:chgData name="Trevoir Williams" userId="6a45007046124a3d" providerId="LiveId" clId="{53D5EA3C-0847-4EC1-9FDC-43DBDAEAF41A}" dt="2026-04-29T18:41:47.865" v="484" actId="26606"/>
          <ac:spMkLst>
            <pc:docMk/>
            <pc:sldMk cId="0" sldId="329"/>
            <ac:spMk id="17" creationId="{00000000-0000-0000-0000-000000000000}"/>
          </ac:spMkLst>
        </pc:spChg>
      </pc:sldChg>
      <pc:sldChg chg="modSp add del mod">
        <pc:chgData name="Trevoir Williams" userId="6a45007046124a3d" providerId="LiveId" clId="{53D5EA3C-0847-4EC1-9FDC-43DBDAEAF41A}" dt="2026-04-29T19:58:49.479" v="774" actId="27636"/>
        <pc:sldMkLst>
          <pc:docMk/>
          <pc:sldMk cId="0" sldId="330"/>
        </pc:sldMkLst>
        <pc:spChg chg="mod">
          <ac:chgData name="Trevoir Williams" userId="6a45007046124a3d" providerId="LiveId" clId="{53D5EA3C-0847-4EC1-9FDC-43DBDAEAF41A}" dt="2026-04-29T18:44:40.559" v="517" actId="27636"/>
          <ac:spMkLst>
            <pc:docMk/>
            <pc:sldMk cId="0" sldId="330"/>
            <ac:spMk id="3" creationId="{00000000-0000-0000-0000-000000000000}"/>
          </ac:spMkLst>
        </pc:spChg>
        <pc:spChg chg="mod">
          <ac:chgData name="Trevoir Williams" userId="6a45007046124a3d" providerId="LiveId" clId="{53D5EA3C-0847-4EC1-9FDC-43DBDAEAF41A}" dt="2026-04-29T19:58:49.471" v="773" actId="27636"/>
          <ac:spMkLst>
            <pc:docMk/>
            <pc:sldMk cId="0" sldId="330"/>
            <ac:spMk id="4" creationId="{00000000-0000-0000-0000-000000000000}"/>
          </ac:spMkLst>
        </pc:spChg>
        <pc:spChg chg="mod">
          <ac:chgData name="Trevoir Williams" userId="6a45007046124a3d" providerId="LiveId" clId="{53D5EA3C-0847-4EC1-9FDC-43DBDAEAF41A}" dt="2026-04-29T19:58:49.467" v="772" actId="27636"/>
          <ac:spMkLst>
            <pc:docMk/>
            <pc:sldMk cId="0" sldId="330"/>
            <ac:spMk id="7" creationId="{00000000-0000-0000-0000-000000000000}"/>
          </ac:spMkLst>
        </pc:spChg>
        <pc:spChg chg="mod">
          <ac:chgData name="Trevoir Williams" userId="6a45007046124a3d" providerId="LiveId" clId="{53D5EA3C-0847-4EC1-9FDC-43DBDAEAF41A}" dt="2026-04-29T19:58:49.479" v="774" actId="27636"/>
          <ac:spMkLst>
            <pc:docMk/>
            <pc:sldMk cId="0" sldId="330"/>
            <ac:spMk id="9" creationId="{00000000-0000-0000-0000-000000000000}"/>
          </ac:spMkLst>
        </pc:spChg>
        <pc:spChg chg="mod">
          <ac:chgData name="Trevoir Williams" userId="6a45007046124a3d" providerId="LiveId" clId="{53D5EA3C-0847-4EC1-9FDC-43DBDAEAF41A}" dt="2026-04-29T18:41:47.865" v="484" actId="26606"/>
          <ac:spMkLst>
            <pc:docMk/>
            <pc:sldMk cId="0" sldId="330"/>
            <ac:spMk id="14" creationId="{00000000-0000-0000-0000-000000000000}"/>
          </ac:spMkLst>
        </pc:spChg>
        <pc:spChg chg="mod">
          <ac:chgData name="Trevoir Williams" userId="6a45007046124a3d" providerId="LiveId" clId="{53D5EA3C-0847-4EC1-9FDC-43DBDAEAF41A}" dt="2026-04-29T18:41:47.865" v="484" actId="26606"/>
          <ac:spMkLst>
            <pc:docMk/>
            <pc:sldMk cId="0" sldId="330"/>
            <ac:spMk id="16" creationId="{00000000-0000-0000-0000-000000000000}"/>
          </ac:spMkLst>
        </pc:spChg>
        <pc:spChg chg="mod">
          <ac:chgData name="Trevoir Williams" userId="6a45007046124a3d" providerId="LiveId" clId="{53D5EA3C-0847-4EC1-9FDC-43DBDAEAF41A}" dt="2026-04-29T18:41:47.865" v="484" actId="26606"/>
          <ac:spMkLst>
            <pc:docMk/>
            <pc:sldMk cId="0" sldId="330"/>
            <ac:spMk id="17" creationId="{00000000-0000-0000-0000-000000000000}"/>
          </ac:spMkLst>
        </pc:spChg>
      </pc:sldChg>
      <pc:sldChg chg="modSp add del mod">
        <pc:chgData name="Trevoir Williams" userId="6a45007046124a3d" providerId="LiveId" clId="{53D5EA3C-0847-4EC1-9FDC-43DBDAEAF41A}" dt="2026-04-29T19:58:50.005" v="777" actId="27636"/>
        <pc:sldMkLst>
          <pc:docMk/>
          <pc:sldMk cId="0" sldId="331"/>
        </pc:sldMkLst>
        <pc:spChg chg="mod">
          <ac:chgData name="Trevoir Williams" userId="6a45007046124a3d" providerId="LiveId" clId="{53D5EA3C-0847-4EC1-9FDC-43DBDAEAF41A}" dt="2026-04-29T18:44:41.709" v="518" actId="27636"/>
          <ac:spMkLst>
            <pc:docMk/>
            <pc:sldMk cId="0" sldId="331"/>
            <ac:spMk id="3" creationId="{00000000-0000-0000-0000-000000000000}"/>
          </ac:spMkLst>
        </pc:spChg>
        <pc:spChg chg="mod">
          <ac:chgData name="Trevoir Williams" userId="6a45007046124a3d" providerId="LiveId" clId="{53D5EA3C-0847-4EC1-9FDC-43DBDAEAF41A}" dt="2026-04-29T19:58:50.002" v="776" actId="27636"/>
          <ac:spMkLst>
            <pc:docMk/>
            <pc:sldMk cId="0" sldId="331"/>
            <ac:spMk id="4" creationId="{00000000-0000-0000-0000-000000000000}"/>
          </ac:spMkLst>
        </pc:spChg>
        <pc:spChg chg="mod">
          <ac:chgData name="Trevoir Williams" userId="6a45007046124a3d" providerId="LiveId" clId="{53D5EA3C-0847-4EC1-9FDC-43DBDAEAF41A}" dt="2026-04-29T19:58:50.005" v="777" actId="27636"/>
          <ac:spMkLst>
            <pc:docMk/>
            <pc:sldMk cId="0" sldId="331"/>
            <ac:spMk id="7" creationId="{00000000-0000-0000-0000-000000000000}"/>
          </ac:spMkLst>
        </pc:spChg>
        <pc:spChg chg="mod">
          <ac:chgData name="Trevoir Williams" userId="6a45007046124a3d" providerId="LiveId" clId="{53D5EA3C-0847-4EC1-9FDC-43DBDAEAF41A}" dt="2026-04-29T19:58:49.987" v="775" actId="27636"/>
          <ac:spMkLst>
            <pc:docMk/>
            <pc:sldMk cId="0" sldId="331"/>
            <ac:spMk id="9" creationId="{00000000-0000-0000-0000-000000000000}"/>
          </ac:spMkLst>
        </pc:spChg>
        <pc:spChg chg="mod">
          <ac:chgData name="Trevoir Williams" userId="6a45007046124a3d" providerId="LiveId" clId="{53D5EA3C-0847-4EC1-9FDC-43DBDAEAF41A}" dt="2026-04-29T18:41:47.865" v="484" actId="26606"/>
          <ac:spMkLst>
            <pc:docMk/>
            <pc:sldMk cId="0" sldId="331"/>
            <ac:spMk id="14" creationId="{00000000-0000-0000-0000-000000000000}"/>
          </ac:spMkLst>
        </pc:spChg>
        <pc:spChg chg="mod">
          <ac:chgData name="Trevoir Williams" userId="6a45007046124a3d" providerId="LiveId" clId="{53D5EA3C-0847-4EC1-9FDC-43DBDAEAF41A}" dt="2026-04-29T18:41:47.865" v="484" actId="26606"/>
          <ac:spMkLst>
            <pc:docMk/>
            <pc:sldMk cId="0" sldId="331"/>
            <ac:spMk id="16" creationId="{00000000-0000-0000-0000-000000000000}"/>
          </ac:spMkLst>
        </pc:spChg>
        <pc:spChg chg="mod">
          <ac:chgData name="Trevoir Williams" userId="6a45007046124a3d" providerId="LiveId" clId="{53D5EA3C-0847-4EC1-9FDC-43DBDAEAF41A}" dt="2026-04-29T18:41:47.865" v="484" actId="26606"/>
          <ac:spMkLst>
            <pc:docMk/>
            <pc:sldMk cId="0" sldId="331"/>
            <ac:spMk id="17" creationId="{00000000-0000-0000-0000-000000000000}"/>
          </ac:spMkLst>
        </pc:spChg>
      </pc:sldChg>
      <pc:sldChg chg="modSp add del mod">
        <pc:chgData name="Trevoir Williams" userId="6a45007046124a3d" providerId="LiveId" clId="{53D5EA3C-0847-4EC1-9FDC-43DBDAEAF41A}" dt="2026-04-29T19:27:38.779" v="678" actId="27636"/>
        <pc:sldMkLst>
          <pc:docMk/>
          <pc:sldMk cId="0" sldId="332"/>
        </pc:sldMkLst>
        <pc:spChg chg="mod">
          <ac:chgData name="Trevoir Williams" userId="6a45007046124a3d" providerId="LiveId" clId="{53D5EA3C-0847-4EC1-9FDC-43DBDAEAF41A}" dt="2026-04-29T18:36:33.074" v="162" actId="26606"/>
          <ac:spMkLst>
            <pc:docMk/>
            <pc:sldMk cId="0" sldId="332"/>
            <ac:spMk id="3" creationId="{00000000-0000-0000-0000-000000000000}"/>
          </ac:spMkLst>
        </pc:spChg>
        <pc:spChg chg="mod">
          <ac:chgData name="Trevoir Williams" userId="6a45007046124a3d" providerId="LiveId" clId="{53D5EA3C-0847-4EC1-9FDC-43DBDAEAF41A}" dt="2026-04-29T19:27:38.775" v="677" actId="27636"/>
          <ac:spMkLst>
            <pc:docMk/>
            <pc:sldMk cId="0" sldId="332"/>
            <ac:spMk id="4" creationId="{00000000-0000-0000-0000-000000000000}"/>
          </ac:spMkLst>
        </pc:spChg>
        <pc:spChg chg="mod">
          <ac:chgData name="Trevoir Williams" userId="6a45007046124a3d" providerId="LiveId" clId="{53D5EA3C-0847-4EC1-9FDC-43DBDAEAF41A}" dt="2026-04-29T18:41:47.865" v="484" actId="26606"/>
          <ac:spMkLst>
            <pc:docMk/>
            <pc:sldMk cId="0" sldId="332"/>
            <ac:spMk id="8" creationId="{00000000-0000-0000-0000-000000000000}"/>
          </ac:spMkLst>
        </pc:spChg>
        <pc:spChg chg="mod">
          <ac:chgData name="Trevoir Williams" userId="6a45007046124a3d" providerId="LiveId" clId="{53D5EA3C-0847-4EC1-9FDC-43DBDAEAF41A}" dt="2026-04-29T19:27:38.779" v="678" actId="27636"/>
          <ac:spMkLst>
            <pc:docMk/>
            <pc:sldMk cId="0" sldId="332"/>
            <ac:spMk id="12" creationId="{00000000-0000-0000-0000-000000000000}"/>
          </ac:spMkLst>
        </pc:spChg>
        <pc:spChg chg="mod">
          <ac:chgData name="Trevoir Williams" userId="6a45007046124a3d" providerId="LiveId" clId="{53D5EA3C-0847-4EC1-9FDC-43DBDAEAF41A}" dt="2026-04-29T19:27:38.772" v="676" actId="27636"/>
          <ac:spMkLst>
            <pc:docMk/>
            <pc:sldMk cId="0" sldId="332"/>
            <ac:spMk id="16" creationId="{00000000-0000-0000-0000-000000000000}"/>
          </ac:spMkLst>
        </pc:spChg>
        <pc:spChg chg="mod">
          <ac:chgData name="Trevoir Williams" userId="6a45007046124a3d" providerId="LiveId" clId="{53D5EA3C-0847-4EC1-9FDC-43DBDAEAF41A}" dt="2026-04-29T18:41:47.865" v="484" actId="26606"/>
          <ac:spMkLst>
            <pc:docMk/>
            <pc:sldMk cId="0" sldId="332"/>
            <ac:spMk id="20" creationId="{00000000-0000-0000-0000-000000000000}"/>
          </ac:spMkLst>
        </pc:spChg>
        <pc:spChg chg="mod">
          <ac:chgData name="Trevoir Williams" userId="6a45007046124a3d" providerId="LiveId" clId="{53D5EA3C-0847-4EC1-9FDC-43DBDAEAF41A}" dt="2026-04-29T18:41:47.865" v="484" actId="26606"/>
          <ac:spMkLst>
            <pc:docMk/>
            <pc:sldMk cId="0" sldId="332"/>
            <ac:spMk id="22" creationId="{00000000-0000-0000-0000-000000000000}"/>
          </ac:spMkLst>
        </pc:spChg>
        <pc:spChg chg="mod">
          <ac:chgData name="Trevoir Williams" userId="6a45007046124a3d" providerId="LiveId" clId="{53D5EA3C-0847-4EC1-9FDC-43DBDAEAF41A}" dt="2026-04-29T18:41:47.865" v="484" actId="26606"/>
          <ac:spMkLst>
            <pc:docMk/>
            <pc:sldMk cId="0" sldId="332"/>
            <ac:spMk id="24" creationId="{00000000-0000-0000-0000-000000000000}"/>
          </ac:spMkLst>
        </pc:spChg>
        <pc:spChg chg="mod">
          <ac:chgData name="Trevoir Williams" userId="6a45007046124a3d" providerId="LiveId" clId="{53D5EA3C-0847-4EC1-9FDC-43DBDAEAF41A}" dt="2026-04-29T18:41:47.865" v="484" actId="26606"/>
          <ac:spMkLst>
            <pc:docMk/>
            <pc:sldMk cId="0" sldId="33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33"/>
        </pc:sldMkLst>
        <pc:spChg chg="mod">
          <ac:chgData name="Trevoir Williams" userId="6a45007046124a3d" providerId="LiveId" clId="{53D5EA3C-0847-4EC1-9FDC-43DBDAEAF41A}" dt="2026-04-29T20:28:13.734" v="893" actId="26606"/>
          <ac:spMkLst>
            <pc:docMk/>
            <pc:sldMk cId="0" sldId="333"/>
            <ac:spMk id="4" creationId="{00000000-0000-0000-0000-000000000000}"/>
          </ac:spMkLst>
        </pc:spChg>
        <pc:spChg chg="mod">
          <ac:chgData name="Trevoir Williams" userId="6a45007046124a3d" providerId="LiveId" clId="{53D5EA3C-0847-4EC1-9FDC-43DBDAEAF41A}" dt="2026-04-29T20:28:13.734" v="893" actId="26606"/>
          <ac:spMkLst>
            <pc:docMk/>
            <pc:sldMk cId="0" sldId="333"/>
            <ac:spMk id="5" creationId="{00000000-0000-0000-0000-000000000000}"/>
          </ac:spMkLst>
        </pc:spChg>
        <pc:spChg chg="mod">
          <ac:chgData name="Trevoir Williams" userId="6a45007046124a3d" providerId="LiveId" clId="{53D5EA3C-0847-4EC1-9FDC-43DBDAEAF41A}" dt="2026-04-29T20:28:13.734" v="893" actId="26606"/>
          <ac:spMkLst>
            <pc:docMk/>
            <pc:sldMk cId="0" sldId="333"/>
            <ac:spMk id="6" creationId="{00000000-0000-0000-0000-000000000000}"/>
          </ac:spMkLst>
        </pc:spChg>
        <pc:spChg chg="mod">
          <ac:chgData name="Trevoir Williams" userId="6a45007046124a3d" providerId="LiveId" clId="{53D5EA3C-0847-4EC1-9FDC-43DBDAEAF41A}" dt="2026-04-29T20:28:13.734" v="893" actId="26606"/>
          <ac:spMkLst>
            <pc:docMk/>
            <pc:sldMk cId="0" sldId="333"/>
            <ac:spMk id="7" creationId="{00000000-0000-0000-0000-000000000000}"/>
          </ac:spMkLst>
        </pc:spChg>
        <pc:spChg chg="mod">
          <ac:chgData name="Trevoir Williams" userId="6a45007046124a3d" providerId="LiveId" clId="{53D5EA3C-0847-4EC1-9FDC-43DBDAEAF41A}" dt="2026-04-29T18:55:21.520" v="631" actId="27636"/>
          <ac:spMkLst>
            <pc:docMk/>
            <pc:sldMk cId="0" sldId="333"/>
            <ac:spMk id="8" creationId="{00000000-0000-0000-0000-000000000000}"/>
          </ac:spMkLst>
        </pc:spChg>
        <pc:spChg chg="mod">
          <ac:chgData name="Trevoir Williams" userId="6a45007046124a3d" providerId="LiveId" clId="{53D5EA3C-0847-4EC1-9FDC-43DBDAEAF41A}" dt="2026-04-29T20:28:13.734" v="893" actId="26606"/>
          <ac:spMkLst>
            <pc:docMk/>
            <pc:sldMk cId="0" sldId="333"/>
            <ac:spMk id="9" creationId="{00000000-0000-0000-0000-000000000000}"/>
          </ac:spMkLst>
        </pc:spChg>
        <pc:spChg chg="mod">
          <ac:chgData name="Trevoir Williams" userId="6a45007046124a3d" providerId="LiveId" clId="{53D5EA3C-0847-4EC1-9FDC-43DBDAEAF41A}" dt="2026-04-29T20:28:13.734" v="893" actId="26606"/>
          <ac:spMkLst>
            <pc:docMk/>
            <pc:sldMk cId="0" sldId="333"/>
            <ac:spMk id="10" creationId="{00000000-0000-0000-0000-000000000000}"/>
          </ac:spMkLst>
        </pc:spChg>
        <pc:spChg chg="mod">
          <ac:chgData name="Trevoir Williams" userId="6a45007046124a3d" providerId="LiveId" clId="{53D5EA3C-0847-4EC1-9FDC-43DBDAEAF41A}" dt="2026-04-29T20:28:13.734" v="893" actId="26606"/>
          <ac:spMkLst>
            <pc:docMk/>
            <pc:sldMk cId="0" sldId="333"/>
            <ac:spMk id="11" creationId="{00000000-0000-0000-0000-000000000000}"/>
          </ac:spMkLst>
        </pc:spChg>
        <pc:spChg chg="mod">
          <ac:chgData name="Trevoir Williams" userId="6a45007046124a3d" providerId="LiveId" clId="{53D5EA3C-0847-4EC1-9FDC-43DBDAEAF41A}" dt="2026-04-29T20:28:13.734" v="893" actId="26606"/>
          <ac:spMkLst>
            <pc:docMk/>
            <pc:sldMk cId="0" sldId="333"/>
            <ac:spMk id="13" creationId="{00000000-0000-0000-0000-000000000000}"/>
          </ac:spMkLst>
        </pc:spChg>
        <pc:spChg chg="mod">
          <ac:chgData name="Trevoir Williams" userId="6a45007046124a3d" providerId="LiveId" clId="{53D5EA3C-0847-4EC1-9FDC-43DBDAEAF41A}" dt="2026-04-29T20:28:13.734" v="893" actId="26606"/>
          <ac:spMkLst>
            <pc:docMk/>
            <pc:sldMk cId="0" sldId="333"/>
            <ac:spMk id="14" creationId="{00000000-0000-0000-0000-000000000000}"/>
          </ac:spMkLst>
        </pc:spChg>
        <pc:spChg chg="mod">
          <ac:chgData name="Trevoir Williams" userId="6a45007046124a3d" providerId="LiveId" clId="{53D5EA3C-0847-4EC1-9FDC-43DBDAEAF41A}" dt="2026-04-29T20:28:13.734" v="893" actId="26606"/>
          <ac:spMkLst>
            <pc:docMk/>
            <pc:sldMk cId="0" sldId="333"/>
            <ac:spMk id="15" creationId="{00000000-0000-0000-0000-000000000000}"/>
          </ac:spMkLst>
        </pc:spChg>
        <pc:spChg chg="mod">
          <ac:chgData name="Trevoir Williams" userId="6a45007046124a3d" providerId="LiveId" clId="{53D5EA3C-0847-4EC1-9FDC-43DBDAEAF41A}" dt="2026-04-29T18:41:47.865" v="484" actId="26606"/>
          <ac:spMkLst>
            <pc:docMk/>
            <pc:sldMk cId="0" sldId="333"/>
            <ac:spMk id="25" creationId="{00000000-0000-0000-0000-000000000000}"/>
          </ac:spMkLst>
        </pc:spChg>
        <pc:spChg chg="mod">
          <ac:chgData name="Trevoir Williams" userId="6a45007046124a3d" providerId="LiveId" clId="{53D5EA3C-0847-4EC1-9FDC-43DBDAEAF41A}" dt="2026-04-29T18:41:47.865" v="484" actId="26606"/>
          <ac:spMkLst>
            <pc:docMk/>
            <pc:sldMk cId="0" sldId="333"/>
            <ac:spMk id="26" creationId="{00000000-0000-0000-0000-000000000000}"/>
          </ac:spMkLst>
        </pc:spChg>
        <pc:spChg chg="mod">
          <ac:chgData name="Trevoir Williams" userId="6a45007046124a3d" providerId="LiveId" clId="{53D5EA3C-0847-4EC1-9FDC-43DBDAEAF41A}" dt="2026-04-29T18:41:47.865" v="484" actId="26606"/>
          <ac:spMkLst>
            <pc:docMk/>
            <pc:sldMk cId="0" sldId="333"/>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34"/>
        </pc:sldMkLst>
        <pc:spChg chg="mod">
          <ac:chgData name="Trevoir Williams" userId="6a45007046124a3d" providerId="LiveId" clId="{53D5EA3C-0847-4EC1-9FDC-43DBDAEAF41A}" dt="2026-04-29T18:36:33.074" v="162" actId="26606"/>
          <ac:spMkLst>
            <pc:docMk/>
            <pc:sldMk cId="0" sldId="334"/>
            <ac:spMk id="3" creationId="{00000000-0000-0000-0000-000000000000}"/>
          </ac:spMkLst>
        </pc:spChg>
        <pc:spChg chg="mod">
          <ac:chgData name="Trevoir Williams" userId="6a45007046124a3d" providerId="LiveId" clId="{53D5EA3C-0847-4EC1-9FDC-43DBDAEAF41A}" dt="2026-04-29T18:55:22.045" v="632" actId="27636"/>
          <ac:spMkLst>
            <pc:docMk/>
            <pc:sldMk cId="0" sldId="334"/>
            <ac:spMk id="4" creationId="{00000000-0000-0000-0000-000000000000}"/>
          </ac:spMkLst>
        </pc:spChg>
        <pc:spChg chg="mod">
          <ac:chgData name="Trevoir Williams" userId="6a45007046124a3d" providerId="LiveId" clId="{53D5EA3C-0847-4EC1-9FDC-43DBDAEAF41A}" dt="2026-04-29T18:41:47.865" v="484" actId="26606"/>
          <ac:spMkLst>
            <pc:docMk/>
            <pc:sldMk cId="0" sldId="334"/>
            <ac:spMk id="14" creationId="{00000000-0000-0000-0000-000000000000}"/>
          </ac:spMkLst>
        </pc:spChg>
        <pc:spChg chg="mod">
          <ac:chgData name="Trevoir Williams" userId="6a45007046124a3d" providerId="LiveId" clId="{53D5EA3C-0847-4EC1-9FDC-43DBDAEAF41A}" dt="2026-04-29T18:41:47.865" v="484" actId="26606"/>
          <ac:spMkLst>
            <pc:docMk/>
            <pc:sldMk cId="0" sldId="334"/>
            <ac:spMk id="15" creationId="{00000000-0000-0000-0000-000000000000}"/>
          </ac:spMkLst>
        </pc:spChg>
        <pc:spChg chg="mod">
          <ac:chgData name="Trevoir Williams" userId="6a45007046124a3d" providerId="LiveId" clId="{53D5EA3C-0847-4EC1-9FDC-43DBDAEAF41A}" dt="2026-04-29T20:52:00.045" v="898" actId="26606"/>
          <ac:spMkLst>
            <pc:docMk/>
            <pc:sldMk cId="0" sldId="334"/>
            <ac:spMk id="16" creationId="{00000000-0000-0000-0000-000000000000}"/>
          </ac:spMkLst>
        </pc:spChg>
      </pc:sldChg>
      <pc:sldChg chg="modSp add del mod">
        <pc:chgData name="Trevoir Williams" userId="6a45007046124a3d" providerId="LiveId" clId="{53D5EA3C-0847-4EC1-9FDC-43DBDAEAF41A}" dt="2026-04-29T18:55:22.599" v="634" actId="27636"/>
        <pc:sldMkLst>
          <pc:docMk/>
          <pc:sldMk cId="0" sldId="335"/>
        </pc:sldMkLst>
        <pc:spChg chg="mod">
          <ac:chgData name="Trevoir Williams" userId="6a45007046124a3d" providerId="LiveId" clId="{53D5EA3C-0847-4EC1-9FDC-43DBDAEAF41A}" dt="2026-04-29T18:55:22.595" v="633" actId="27636"/>
          <ac:spMkLst>
            <pc:docMk/>
            <pc:sldMk cId="0" sldId="335"/>
            <ac:spMk id="3" creationId="{00000000-0000-0000-0000-000000000000}"/>
          </ac:spMkLst>
        </pc:spChg>
        <pc:spChg chg="mod">
          <ac:chgData name="Trevoir Williams" userId="6a45007046124a3d" providerId="LiveId" clId="{53D5EA3C-0847-4EC1-9FDC-43DBDAEAF41A}" dt="2026-04-29T18:55:22.599" v="634" actId="27636"/>
          <ac:spMkLst>
            <pc:docMk/>
            <pc:sldMk cId="0" sldId="335"/>
            <ac:spMk id="4" creationId="{00000000-0000-0000-0000-000000000000}"/>
          </ac:spMkLst>
        </pc:spChg>
        <pc:spChg chg="mod">
          <ac:chgData name="Trevoir Williams" userId="6a45007046124a3d" providerId="LiveId" clId="{53D5EA3C-0847-4EC1-9FDC-43DBDAEAF41A}" dt="2026-04-29T18:41:47.865" v="484" actId="26606"/>
          <ac:spMkLst>
            <pc:docMk/>
            <pc:sldMk cId="0" sldId="335"/>
            <ac:spMk id="23" creationId="{00000000-0000-0000-0000-000000000000}"/>
          </ac:spMkLst>
        </pc:spChg>
        <pc:spChg chg="mod">
          <ac:chgData name="Trevoir Williams" userId="6a45007046124a3d" providerId="LiveId" clId="{53D5EA3C-0847-4EC1-9FDC-43DBDAEAF41A}" dt="2026-04-29T18:41:47.865" v="484" actId="26606"/>
          <ac:spMkLst>
            <pc:docMk/>
            <pc:sldMk cId="0" sldId="335"/>
            <ac:spMk id="25" creationId="{00000000-0000-0000-0000-000000000000}"/>
          </ac:spMkLst>
        </pc:spChg>
        <pc:spChg chg="mod">
          <ac:chgData name="Trevoir Williams" userId="6a45007046124a3d" providerId="LiveId" clId="{53D5EA3C-0847-4EC1-9FDC-43DBDAEAF41A}" dt="2026-04-29T18:41:47.865" v="484" actId="26606"/>
          <ac:spMkLst>
            <pc:docMk/>
            <pc:sldMk cId="0" sldId="335"/>
            <ac:spMk id="26" creationId="{00000000-0000-0000-0000-000000000000}"/>
          </ac:spMkLst>
        </pc:spChg>
        <pc:spChg chg="mod">
          <ac:chgData name="Trevoir Williams" userId="6a45007046124a3d" providerId="LiveId" clId="{53D5EA3C-0847-4EC1-9FDC-43DBDAEAF41A}" dt="2026-04-29T18:41:47.865" v="484" actId="26606"/>
          <ac:spMkLst>
            <pc:docMk/>
            <pc:sldMk cId="0" sldId="335"/>
            <ac:spMk id="27" creationId="{00000000-0000-0000-0000-000000000000}"/>
          </ac:spMkLst>
        </pc:spChg>
        <pc:spChg chg="mod">
          <ac:chgData name="Trevoir Williams" userId="6a45007046124a3d" providerId="LiveId" clId="{53D5EA3C-0847-4EC1-9FDC-43DBDAEAF41A}" dt="2026-04-29T18:41:47.865" v="484" actId="26606"/>
          <ac:spMkLst>
            <pc:docMk/>
            <pc:sldMk cId="0" sldId="335"/>
            <ac:spMk id="28" creationId="{00000000-0000-0000-0000-000000000000}"/>
          </ac:spMkLst>
        </pc:spChg>
      </pc:sldChg>
      <pc:sldChg chg="modSp add del mod">
        <pc:chgData name="Trevoir Williams" userId="6a45007046124a3d" providerId="LiveId" clId="{53D5EA3C-0847-4EC1-9FDC-43DBDAEAF41A}" dt="2026-04-29T19:58:50.534" v="780" actId="27636"/>
        <pc:sldMkLst>
          <pc:docMk/>
          <pc:sldMk cId="0" sldId="336"/>
        </pc:sldMkLst>
        <pc:spChg chg="mod">
          <ac:chgData name="Trevoir Williams" userId="6a45007046124a3d" providerId="LiveId" clId="{53D5EA3C-0847-4EC1-9FDC-43DBDAEAF41A}" dt="2026-04-29T18:36:33.074" v="162" actId="26606"/>
          <ac:spMkLst>
            <pc:docMk/>
            <pc:sldMk cId="0" sldId="336"/>
            <ac:spMk id="3" creationId="{00000000-0000-0000-0000-000000000000}"/>
          </ac:spMkLst>
        </pc:spChg>
        <pc:spChg chg="mod">
          <ac:chgData name="Trevoir Williams" userId="6a45007046124a3d" providerId="LiveId" clId="{53D5EA3C-0847-4EC1-9FDC-43DBDAEAF41A}" dt="2026-04-29T19:58:50.519" v="778" actId="27636"/>
          <ac:spMkLst>
            <pc:docMk/>
            <pc:sldMk cId="0" sldId="336"/>
            <ac:spMk id="4" creationId="{00000000-0000-0000-0000-000000000000}"/>
          </ac:spMkLst>
        </pc:spChg>
        <pc:spChg chg="mod">
          <ac:chgData name="Trevoir Williams" userId="6a45007046124a3d" providerId="LiveId" clId="{53D5EA3C-0847-4EC1-9FDC-43DBDAEAF41A}" dt="2026-04-29T19:58:50.530" v="779" actId="27636"/>
          <ac:spMkLst>
            <pc:docMk/>
            <pc:sldMk cId="0" sldId="336"/>
            <ac:spMk id="7" creationId="{00000000-0000-0000-0000-000000000000}"/>
          </ac:spMkLst>
        </pc:spChg>
        <pc:spChg chg="mod">
          <ac:chgData name="Trevoir Williams" userId="6a45007046124a3d" providerId="LiveId" clId="{53D5EA3C-0847-4EC1-9FDC-43DBDAEAF41A}" dt="2026-04-29T19:58:50.534" v="780" actId="27636"/>
          <ac:spMkLst>
            <pc:docMk/>
            <pc:sldMk cId="0" sldId="336"/>
            <ac:spMk id="9" creationId="{00000000-0000-0000-0000-000000000000}"/>
          </ac:spMkLst>
        </pc:spChg>
        <pc:spChg chg="mod">
          <ac:chgData name="Trevoir Williams" userId="6a45007046124a3d" providerId="LiveId" clId="{53D5EA3C-0847-4EC1-9FDC-43DBDAEAF41A}" dt="2026-04-29T18:41:47.865" v="484" actId="26606"/>
          <ac:spMkLst>
            <pc:docMk/>
            <pc:sldMk cId="0" sldId="336"/>
            <ac:spMk id="14" creationId="{00000000-0000-0000-0000-000000000000}"/>
          </ac:spMkLst>
        </pc:spChg>
        <pc:spChg chg="mod">
          <ac:chgData name="Trevoir Williams" userId="6a45007046124a3d" providerId="LiveId" clId="{53D5EA3C-0847-4EC1-9FDC-43DBDAEAF41A}" dt="2026-04-29T18:41:47.865" v="484" actId="26606"/>
          <ac:spMkLst>
            <pc:docMk/>
            <pc:sldMk cId="0" sldId="336"/>
            <ac:spMk id="16" creationId="{00000000-0000-0000-0000-000000000000}"/>
          </ac:spMkLst>
        </pc:spChg>
        <pc:spChg chg="mod">
          <ac:chgData name="Trevoir Williams" userId="6a45007046124a3d" providerId="LiveId" clId="{53D5EA3C-0847-4EC1-9FDC-43DBDAEAF41A}" dt="2026-04-29T18:41:47.865" v="484" actId="26606"/>
          <ac:spMkLst>
            <pc:docMk/>
            <pc:sldMk cId="0" sldId="336"/>
            <ac:spMk id="17" creationId="{00000000-0000-0000-0000-000000000000}"/>
          </ac:spMkLst>
        </pc:spChg>
      </pc:sldChg>
      <pc:sldChg chg="modSp add del mod">
        <pc:chgData name="Trevoir Williams" userId="6a45007046124a3d" providerId="LiveId" clId="{53D5EA3C-0847-4EC1-9FDC-43DBDAEAF41A}" dt="2026-04-29T19:58:51.240" v="784" actId="27636"/>
        <pc:sldMkLst>
          <pc:docMk/>
          <pc:sldMk cId="0" sldId="337"/>
        </pc:sldMkLst>
        <pc:spChg chg="mod">
          <ac:chgData name="Trevoir Williams" userId="6a45007046124a3d" providerId="LiveId" clId="{53D5EA3C-0847-4EC1-9FDC-43DBDAEAF41A}" dt="2026-04-29T19:58:51.220" v="781" actId="27636"/>
          <ac:spMkLst>
            <pc:docMk/>
            <pc:sldMk cId="0" sldId="337"/>
            <ac:spMk id="3" creationId="{00000000-0000-0000-0000-000000000000}"/>
          </ac:spMkLst>
        </pc:spChg>
        <pc:spChg chg="mod">
          <ac:chgData name="Trevoir Williams" userId="6a45007046124a3d" providerId="LiveId" clId="{53D5EA3C-0847-4EC1-9FDC-43DBDAEAF41A}" dt="2026-04-29T19:58:51.240" v="784" actId="27636"/>
          <ac:spMkLst>
            <pc:docMk/>
            <pc:sldMk cId="0" sldId="337"/>
            <ac:spMk id="4" creationId="{00000000-0000-0000-0000-000000000000}"/>
          </ac:spMkLst>
        </pc:spChg>
        <pc:spChg chg="mod">
          <ac:chgData name="Trevoir Williams" userId="6a45007046124a3d" providerId="LiveId" clId="{53D5EA3C-0847-4EC1-9FDC-43DBDAEAF41A}" dt="2026-04-29T19:58:51.231" v="782" actId="27636"/>
          <ac:spMkLst>
            <pc:docMk/>
            <pc:sldMk cId="0" sldId="337"/>
            <ac:spMk id="7" creationId="{00000000-0000-0000-0000-000000000000}"/>
          </ac:spMkLst>
        </pc:spChg>
        <pc:spChg chg="mod">
          <ac:chgData name="Trevoir Williams" userId="6a45007046124a3d" providerId="LiveId" clId="{53D5EA3C-0847-4EC1-9FDC-43DBDAEAF41A}" dt="2026-04-29T19:58:51.231" v="783" actId="27636"/>
          <ac:spMkLst>
            <pc:docMk/>
            <pc:sldMk cId="0" sldId="337"/>
            <ac:spMk id="9" creationId="{00000000-0000-0000-0000-000000000000}"/>
          </ac:spMkLst>
        </pc:spChg>
        <pc:spChg chg="mod">
          <ac:chgData name="Trevoir Williams" userId="6a45007046124a3d" providerId="LiveId" clId="{53D5EA3C-0847-4EC1-9FDC-43DBDAEAF41A}" dt="2026-04-29T18:41:47.865" v="484" actId="26606"/>
          <ac:spMkLst>
            <pc:docMk/>
            <pc:sldMk cId="0" sldId="337"/>
            <ac:spMk id="14" creationId="{00000000-0000-0000-0000-000000000000}"/>
          </ac:spMkLst>
        </pc:spChg>
        <pc:spChg chg="mod">
          <ac:chgData name="Trevoir Williams" userId="6a45007046124a3d" providerId="LiveId" clId="{53D5EA3C-0847-4EC1-9FDC-43DBDAEAF41A}" dt="2026-04-29T18:41:47.865" v="484" actId="26606"/>
          <ac:spMkLst>
            <pc:docMk/>
            <pc:sldMk cId="0" sldId="337"/>
            <ac:spMk id="16" creationId="{00000000-0000-0000-0000-000000000000}"/>
          </ac:spMkLst>
        </pc:spChg>
        <pc:spChg chg="mod">
          <ac:chgData name="Trevoir Williams" userId="6a45007046124a3d" providerId="LiveId" clId="{53D5EA3C-0847-4EC1-9FDC-43DBDAEAF41A}" dt="2026-04-29T18:41:47.865" v="484" actId="26606"/>
          <ac:spMkLst>
            <pc:docMk/>
            <pc:sldMk cId="0" sldId="337"/>
            <ac:spMk id="17" creationId="{00000000-0000-0000-0000-000000000000}"/>
          </ac:spMkLst>
        </pc:spChg>
      </pc:sldChg>
      <pc:sldChg chg="modSp add del mod">
        <pc:chgData name="Trevoir Williams" userId="6a45007046124a3d" providerId="LiveId" clId="{53D5EA3C-0847-4EC1-9FDC-43DBDAEAF41A}" dt="2026-04-29T19:58:53.270" v="787" actId="27636"/>
        <pc:sldMkLst>
          <pc:docMk/>
          <pc:sldMk cId="0" sldId="338"/>
        </pc:sldMkLst>
        <pc:spChg chg="mod">
          <ac:chgData name="Trevoir Williams" userId="6a45007046124a3d" providerId="LiveId" clId="{53D5EA3C-0847-4EC1-9FDC-43DBDAEAF41A}" dt="2026-04-29T18:36:33.074" v="162" actId="26606"/>
          <ac:spMkLst>
            <pc:docMk/>
            <pc:sldMk cId="0" sldId="338"/>
            <ac:spMk id="3" creationId="{00000000-0000-0000-0000-000000000000}"/>
          </ac:spMkLst>
        </pc:spChg>
        <pc:spChg chg="mod">
          <ac:chgData name="Trevoir Williams" userId="6a45007046124a3d" providerId="LiveId" clId="{53D5EA3C-0847-4EC1-9FDC-43DBDAEAF41A}" dt="2026-04-29T19:58:53.270" v="787" actId="27636"/>
          <ac:spMkLst>
            <pc:docMk/>
            <pc:sldMk cId="0" sldId="338"/>
            <ac:spMk id="4" creationId="{00000000-0000-0000-0000-000000000000}"/>
          </ac:spMkLst>
        </pc:spChg>
        <pc:spChg chg="mod">
          <ac:chgData name="Trevoir Williams" userId="6a45007046124a3d" providerId="LiveId" clId="{53D5EA3C-0847-4EC1-9FDC-43DBDAEAF41A}" dt="2026-04-29T19:58:53.260" v="785" actId="27636"/>
          <ac:spMkLst>
            <pc:docMk/>
            <pc:sldMk cId="0" sldId="338"/>
            <ac:spMk id="7" creationId="{00000000-0000-0000-0000-000000000000}"/>
          </ac:spMkLst>
        </pc:spChg>
        <pc:spChg chg="mod">
          <ac:chgData name="Trevoir Williams" userId="6a45007046124a3d" providerId="LiveId" clId="{53D5EA3C-0847-4EC1-9FDC-43DBDAEAF41A}" dt="2026-04-29T19:58:53.264" v="786" actId="27636"/>
          <ac:spMkLst>
            <pc:docMk/>
            <pc:sldMk cId="0" sldId="338"/>
            <ac:spMk id="9" creationId="{00000000-0000-0000-0000-000000000000}"/>
          </ac:spMkLst>
        </pc:spChg>
        <pc:spChg chg="mod">
          <ac:chgData name="Trevoir Williams" userId="6a45007046124a3d" providerId="LiveId" clId="{53D5EA3C-0847-4EC1-9FDC-43DBDAEAF41A}" dt="2026-04-29T18:41:47.865" v="484" actId="26606"/>
          <ac:spMkLst>
            <pc:docMk/>
            <pc:sldMk cId="0" sldId="338"/>
            <ac:spMk id="14" creationId="{00000000-0000-0000-0000-000000000000}"/>
          </ac:spMkLst>
        </pc:spChg>
        <pc:spChg chg="mod">
          <ac:chgData name="Trevoir Williams" userId="6a45007046124a3d" providerId="LiveId" clId="{53D5EA3C-0847-4EC1-9FDC-43DBDAEAF41A}" dt="2026-04-29T18:41:47.865" v="484" actId="26606"/>
          <ac:spMkLst>
            <pc:docMk/>
            <pc:sldMk cId="0" sldId="338"/>
            <ac:spMk id="16" creationId="{00000000-0000-0000-0000-000000000000}"/>
          </ac:spMkLst>
        </pc:spChg>
        <pc:spChg chg="mod">
          <ac:chgData name="Trevoir Williams" userId="6a45007046124a3d" providerId="LiveId" clId="{53D5EA3C-0847-4EC1-9FDC-43DBDAEAF41A}" dt="2026-04-29T18:41:47.865" v="484" actId="26606"/>
          <ac:spMkLst>
            <pc:docMk/>
            <pc:sldMk cId="0" sldId="338"/>
            <ac:spMk id="17" creationId="{00000000-0000-0000-0000-000000000000}"/>
          </ac:spMkLst>
        </pc:spChg>
      </pc:sldChg>
      <pc:sldChg chg="modSp add del mod">
        <pc:chgData name="Trevoir Williams" userId="6a45007046124a3d" providerId="LiveId" clId="{53D5EA3C-0847-4EC1-9FDC-43DBDAEAF41A}" dt="2026-04-29T19:58:54.160" v="790" actId="27636"/>
        <pc:sldMkLst>
          <pc:docMk/>
          <pc:sldMk cId="0" sldId="339"/>
        </pc:sldMkLst>
        <pc:spChg chg="mod">
          <ac:chgData name="Trevoir Williams" userId="6a45007046124a3d" providerId="LiveId" clId="{53D5EA3C-0847-4EC1-9FDC-43DBDAEAF41A}" dt="2026-04-29T18:44:42.712" v="519" actId="27636"/>
          <ac:spMkLst>
            <pc:docMk/>
            <pc:sldMk cId="0" sldId="339"/>
            <ac:spMk id="3" creationId="{00000000-0000-0000-0000-000000000000}"/>
          </ac:spMkLst>
        </pc:spChg>
        <pc:spChg chg="mod">
          <ac:chgData name="Trevoir Williams" userId="6a45007046124a3d" providerId="LiveId" clId="{53D5EA3C-0847-4EC1-9FDC-43DBDAEAF41A}" dt="2026-04-29T19:58:54.148" v="788" actId="27636"/>
          <ac:spMkLst>
            <pc:docMk/>
            <pc:sldMk cId="0" sldId="339"/>
            <ac:spMk id="4" creationId="{00000000-0000-0000-0000-000000000000}"/>
          </ac:spMkLst>
        </pc:spChg>
        <pc:spChg chg="mod">
          <ac:chgData name="Trevoir Williams" userId="6a45007046124a3d" providerId="LiveId" clId="{53D5EA3C-0847-4EC1-9FDC-43DBDAEAF41A}" dt="2026-04-29T19:58:54.160" v="790" actId="27636"/>
          <ac:spMkLst>
            <pc:docMk/>
            <pc:sldMk cId="0" sldId="339"/>
            <ac:spMk id="7" creationId="{00000000-0000-0000-0000-000000000000}"/>
          </ac:spMkLst>
        </pc:spChg>
        <pc:spChg chg="mod">
          <ac:chgData name="Trevoir Williams" userId="6a45007046124a3d" providerId="LiveId" clId="{53D5EA3C-0847-4EC1-9FDC-43DBDAEAF41A}" dt="2026-04-29T19:58:54.155" v="789" actId="27636"/>
          <ac:spMkLst>
            <pc:docMk/>
            <pc:sldMk cId="0" sldId="339"/>
            <ac:spMk id="9" creationId="{00000000-0000-0000-0000-000000000000}"/>
          </ac:spMkLst>
        </pc:spChg>
        <pc:spChg chg="mod">
          <ac:chgData name="Trevoir Williams" userId="6a45007046124a3d" providerId="LiveId" clId="{53D5EA3C-0847-4EC1-9FDC-43DBDAEAF41A}" dt="2026-04-29T18:41:47.865" v="484" actId="26606"/>
          <ac:spMkLst>
            <pc:docMk/>
            <pc:sldMk cId="0" sldId="339"/>
            <ac:spMk id="14" creationId="{00000000-0000-0000-0000-000000000000}"/>
          </ac:spMkLst>
        </pc:spChg>
        <pc:spChg chg="mod">
          <ac:chgData name="Trevoir Williams" userId="6a45007046124a3d" providerId="LiveId" clId="{53D5EA3C-0847-4EC1-9FDC-43DBDAEAF41A}" dt="2026-04-29T18:41:47.865" v="484" actId="26606"/>
          <ac:spMkLst>
            <pc:docMk/>
            <pc:sldMk cId="0" sldId="339"/>
            <ac:spMk id="16" creationId="{00000000-0000-0000-0000-000000000000}"/>
          </ac:spMkLst>
        </pc:spChg>
        <pc:spChg chg="mod">
          <ac:chgData name="Trevoir Williams" userId="6a45007046124a3d" providerId="LiveId" clId="{53D5EA3C-0847-4EC1-9FDC-43DBDAEAF41A}" dt="2026-04-29T18:41:47.865" v="484" actId="26606"/>
          <ac:spMkLst>
            <pc:docMk/>
            <pc:sldMk cId="0" sldId="339"/>
            <ac:spMk id="17" creationId="{00000000-0000-0000-0000-000000000000}"/>
          </ac:spMkLst>
        </pc:spChg>
      </pc:sldChg>
      <pc:sldChg chg="modSp add del mod">
        <pc:chgData name="Trevoir Williams" userId="6a45007046124a3d" providerId="LiveId" clId="{53D5EA3C-0847-4EC1-9FDC-43DBDAEAF41A}" dt="2026-04-29T19:58:55.010" v="793" actId="27636"/>
        <pc:sldMkLst>
          <pc:docMk/>
          <pc:sldMk cId="0" sldId="340"/>
        </pc:sldMkLst>
        <pc:spChg chg="mod">
          <ac:chgData name="Trevoir Williams" userId="6a45007046124a3d" providerId="LiveId" clId="{53D5EA3C-0847-4EC1-9FDC-43DBDAEAF41A}" dt="2026-04-29T18:36:33.074" v="162" actId="26606"/>
          <ac:spMkLst>
            <pc:docMk/>
            <pc:sldMk cId="0" sldId="340"/>
            <ac:spMk id="3" creationId="{00000000-0000-0000-0000-000000000000}"/>
          </ac:spMkLst>
        </pc:spChg>
        <pc:spChg chg="mod">
          <ac:chgData name="Trevoir Williams" userId="6a45007046124a3d" providerId="LiveId" clId="{53D5EA3C-0847-4EC1-9FDC-43DBDAEAF41A}" dt="2026-04-29T19:58:55" v="791" actId="27636"/>
          <ac:spMkLst>
            <pc:docMk/>
            <pc:sldMk cId="0" sldId="340"/>
            <ac:spMk id="4" creationId="{00000000-0000-0000-0000-000000000000}"/>
          </ac:spMkLst>
        </pc:spChg>
        <pc:spChg chg="mod">
          <ac:chgData name="Trevoir Williams" userId="6a45007046124a3d" providerId="LiveId" clId="{53D5EA3C-0847-4EC1-9FDC-43DBDAEAF41A}" dt="2026-04-29T19:58:55.002" v="792" actId="27636"/>
          <ac:spMkLst>
            <pc:docMk/>
            <pc:sldMk cId="0" sldId="340"/>
            <ac:spMk id="7" creationId="{00000000-0000-0000-0000-000000000000}"/>
          </ac:spMkLst>
        </pc:spChg>
        <pc:spChg chg="mod">
          <ac:chgData name="Trevoir Williams" userId="6a45007046124a3d" providerId="LiveId" clId="{53D5EA3C-0847-4EC1-9FDC-43DBDAEAF41A}" dt="2026-04-29T19:58:55.010" v="793" actId="27636"/>
          <ac:spMkLst>
            <pc:docMk/>
            <pc:sldMk cId="0" sldId="340"/>
            <ac:spMk id="9" creationId="{00000000-0000-0000-0000-000000000000}"/>
          </ac:spMkLst>
        </pc:spChg>
        <pc:spChg chg="mod">
          <ac:chgData name="Trevoir Williams" userId="6a45007046124a3d" providerId="LiveId" clId="{53D5EA3C-0847-4EC1-9FDC-43DBDAEAF41A}" dt="2026-04-29T18:41:47.865" v="484" actId="26606"/>
          <ac:spMkLst>
            <pc:docMk/>
            <pc:sldMk cId="0" sldId="340"/>
            <ac:spMk id="14" creationId="{00000000-0000-0000-0000-000000000000}"/>
          </ac:spMkLst>
        </pc:spChg>
        <pc:spChg chg="mod">
          <ac:chgData name="Trevoir Williams" userId="6a45007046124a3d" providerId="LiveId" clId="{53D5EA3C-0847-4EC1-9FDC-43DBDAEAF41A}" dt="2026-04-29T18:41:47.865" v="484" actId="26606"/>
          <ac:spMkLst>
            <pc:docMk/>
            <pc:sldMk cId="0" sldId="340"/>
            <ac:spMk id="16" creationId="{00000000-0000-0000-0000-000000000000}"/>
          </ac:spMkLst>
        </pc:spChg>
        <pc:spChg chg="mod">
          <ac:chgData name="Trevoir Williams" userId="6a45007046124a3d" providerId="LiveId" clId="{53D5EA3C-0847-4EC1-9FDC-43DBDAEAF41A}" dt="2026-04-29T18:41:47.865" v="484" actId="26606"/>
          <ac:spMkLst>
            <pc:docMk/>
            <pc:sldMk cId="0" sldId="340"/>
            <ac:spMk id="17" creationId="{00000000-0000-0000-0000-000000000000}"/>
          </ac:spMkLst>
        </pc:spChg>
      </pc:sldChg>
      <pc:sldChg chg="modSp add del mod">
        <pc:chgData name="Trevoir Williams" userId="6a45007046124a3d" providerId="LiveId" clId="{53D5EA3C-0847-4EC1-9FDC-43DBDAEAF41A}" dt="2026-04-29T19:58:55.722" v="796" actId="27636"/>
        <pc:sldMkLst>
          <pc:docMk/>
          <pc:sldMk cId="0" sldId="341"/>
        </pc:sldMkLst>
        <pc:spChg chg="mod">
          <ac:chgData name="Trevoir Williams" userId="6a45007046124a3d" providerId="LiveId" clId="{53D5EA3C-0847-4EC1-9FDC-43DBDAEAF41A}" dt="2026-04-29T18:44:43.656" v="520" actId="27636"/>
          <ac:spMkLst>
            <pc:docMk/>
            <pc:sldMk cId="0" sldId="341"/>
            <ac:spMk id="3" creationId="{00000000-0000-0000-0000-000000000000}"/>
          </ac:spMkLst>
        </pc:spChg>
        <pc:spChg chg="mod">
          <ac:chgData name="Trevoir Williams" userId="6a45007046124a3d" providerId="LiveId" clId="{53D5EA3C-0847-4EC1-9FDC-43DBDAEAF41A}" dt="2026-04-29T19:58:55.718" v="795" actId="27636"/>
          <ac:spMkLst>
            <pc:docMk/>
            <pc:sldMk cId="0" sldId="341"/>
            <ac:spMk id="4" creationId="{00000000-0000-0000-0000-000000000000}"/>
          </ac:spMkLst>
        </pc:spChg>
        <pc:spChg chg="mod">
          <ac:chgData name="Trevoir Williams" userId="6a45007046124a3d" providerId="LiveId" clId="{53D5EA3C-0847-4EC1-9FDC-43DBDAEAF41A}" dt="2026-04-29T19:58:55.722" v="796" actId="27636"/>
          <ac:spMkLst>
            <pc:docMk/>
            <pc:sldMk cId="0" sldId="341"/>
            <ac:spMk id="7" creationId="{00000000-0000-0000-0000-000000000000}"/>
          </ac:spMkLst>
        </pc:spChg>
        <pc:spChg chg="mod">
          <ac:chgData name="Trevoir Williams" userId="6a45007046124a3d" providerId="LiveId" clId="{53D5EA3C-0847-4EC1-9FDC-43DBDAEAF41A}" dt="2026-04-29T19:58:55.700" v="794" actId="27636"/>
          <ac:spMkLst>
            <pc:docMk/>
            <pc:sldMk cId="0" sldId="341"/>
            <ac:spMk id="9" creationId="{00000000-0000-0000-0000-000000000000}"/>
          </ac:spMkLst>
        </pc:spChg>
        <pc:spChg chg="mod">
          <ac:chgData name="Trevoir Williams" userId="6a45007046124a3d" providerId="LiveId" clId="{53D5EA3C-0847-4EC1-9FDC-43DBDAEAF41A}" dt="2026-04-29T18:41:47.865" v="484" actId="26606"/>
          <ac:spMkLst>
            <pc:docMk/>
            <pc:sldMk cId="0" sldId="341"/>
            <ac:spMk id="14" creationId="{00000000-0000-0000-0000-000000000000}"/>
          </ac:spMkLst>
        </pc:spChg>
        <pc:spChg chg="mod">
          <ac:chgData name="Trevoir Williams" userId="6a45007046124a3d" providerId="LiveId" clId="{53D5EA3C-0847-4EC1-9FDC-43DBDAEAF41A}" dt="2026-04-29T18:41:47.865" v="484" actId="26606"/>
          <ac:spMkLst>
            <pc:docMk/>
            <pc:sldMk cId="0" sldId="341"/>
            <ac:spMk id="16" creationId="{00000000-0000-0000-0000-000000000000}"/>
          </ac:spMkLst>
        </pc:spChg>
        <pc:spChg chg="mod">
          <ac:chgData name="Trevoir Williams" userId="6a45007046124a3d" providerId="LiveId" clId="{53D5EA3C-0847-4EC1-9FDC-43DBDAEAF41A}" dt="2026-04-29T18:41:47.865" v="484" actId="26606"/>
          <ac:spMkLst>
            <pc:docMk/>
            <pc:sldMk cId="0" sldId="341"/>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42"/>
        </pc:sldMkLst>
        <pc:spChg chg="mod">
          <ac:chgData name="Trevoir Williams" userId="6a45007046124a3d" providerId="LiveId" clId="{53D5EA3C-0847-4EC1-9FDC-43DBDAEAF41A}" dt="2026-04-29T18:36:33.074" v="162" actId="26606"/>
          <ac:spMkLst>
            <pc:docMk/>
            <pc:sldMk cId="0" sldId="342"/>
            <ac:spMk id="3" creationId="{00000000-0000-0000-0000-000000000000}"/>
          </ac:spMkLst>
        </pc:spChg>
        <pc:spChg chg="mod">
          <ac:chgData name="Trevoir Williams" userId="6a45007046124a3d" providerId="LiveId" clId="{53D5EA3C-0847-4EC1-9FDC-43DBDAEAF41A}" dt="2026-04-29T18:55:23.307" v="635" actId="27636"/>
          <ac:spMkLst>
            <pc:docMk/>
            <pc:sldMk cId="0" sldId="342"/>
            <ac:spMk id="4" creationId="{00000000-0000-0000-0000-000000000000}"/>
          </ac:spMkLst>
        </pc:spChg>
        <pc:spChg chg="mod">
          <ac:chgData name="Trevoir Williams" userId="6a45007046124a3d" providerId="LiveId" clId="{53D5EA3C-0847-4EC1-9FDC-43DBDAEAF41A}" dt="2026-04-29T18:41:47.865" v="484" actId="26606"/>
          <ac:spMkLst>
            <pc:docMk/>
            <pc:sldMk cId="0" sldId="342"/>
            <ac:spMk id="17" creationId="{00000000-0000-0000-0000-000000000000}"/>
          </ac:spMkLst>
        </pc:spChg>
        <pc:spChg chg="mod">
          <ac:chgData name="Trevoir Williams" userId="6a45007046124a3d" providerId="LiveId" clId="{53D5EA3C-0847-4EC1-9FDC-43DBDAEAF41A}" dt="2026-04-29T18:41:47.865" v="484" actId="26606"/>
          <ac:spMkLst>
            <pc:docMk/>
            <pc:sldMk cId="0" sldId="342"/>
            <ac:spMk id="19" creationId="{00000000-0000-0000-0000-000000000000}"/>
          </ac:spMkLst>
        </pc:spChg>
        <pc:spChg chg="mod">
          <ac:chgData name="Trevoir Williams" userId="6a45007046124a3d" providerId="LiveId" clId="{53D5EA3C-0847-4EC1-9FDC-43DBDAEAF41A}" dt="2026-04-29T18:41:47.865" v="484" actId="26606"/>
          <ac:spMkLst>
            <pc:docMk/>
            <pc:sldMk cId="0" sldId="342"/>
            <ac:spMk id="20" creationId="{00000000-0000-0000-0000-000000000000}"/>
          </ac:spMkLst>
        </pc:spChg>
        <pc:spChg chg="mod">
          <ac:chgData name="Trevoir Williams" userId="6a45007046124a3d" providerId="LiveId" clId="{53D5EA3C-0847-4EC1-9FDC-43DBDAEAF41A}" dt="2026-04-29T18:41:47.865" v="484" actId="26606"/>
          <ac:spMkLst>
            <pc:docMk/>
            <pc:sldMk cId="0" sldId="342"/>
            <ac:spMk id="21" creationId="{00000000-0000-0000-0000-000000000000}"/>
          </ac:spMkLst>
        </pc:spChg>
      </pc:sldChg>
      <pc:sldChg chg="modSp add del mod">
        <pc:chgData name="Trevoir Williams" userId="6a45007046124a3d" providerId="LiveId" clId="{53D5EA3C-0847-4EC1-9FDC-43DBDAEAF41A}" dt="2026-04-29T19:58:56.306" v="799" actId="27636"/>
        <pc:sldMkLst>
          <pc:docMk/>
          <pc:sldMk cId="0" sldId="343"/>
        </pc:sldMkLst>
        <pc:spChg chg="mod">
          <ac:chgData name="Trevoir Williams" userId="6a45007046124a3d" providerId="LiveId" clId="{53D5EA3C-0847-4EC1-9FDC-43DBDAEAF41A}" dt="2026-04-29T18:44:44.534" v="521" actId="27636"/>
          <ac:spMkLst>
            <pc:docMk/>
            <pc:sldMk cId="0" sldId="343"/>
            <ac:spMk id="3" creationId="{00000000-0000-0000-0000-000000000000}"/>
          </ac:spMkLst>
        </pc:spChg>
        <pc:spChg chg="mod">
          <ac:chgData name="Trevoir Williams" userId="6a45007046124a3d" providerId="LiveId" clId="{53D5EA3C-0847-4EC1-9FDC-43DBDAEAF41A}" dt="2026-04-29T19:58:56.300" v="797" actId="27636"/>
          <ac:spMkLst>
            <pc:docMk/>
            <pc:sldMk cId="0" sldId="343"/>
            <ac:spMk id="4" creationId="{00000000-0000-0000-0000-000000000000}"/>
          </ac:spMkLst>
        </pc:spChg>
        <pc:spChg chg="mod">
          <ac:chgData name="Trevoir Williams" userId="6a45007046124a3d" providerId="LiveId" clId="{53D5EA3C-0847-4EC1-9FDC-43DBDAEAF41A}" dt="2026-04-29T19:58:56.306" v="799" actId="27636"/>
          <ac:spMkLst>
            <pc:docMk/>
            <pc:sldMk cId="0" sldId="343"/>
            <ac:spMk id="7" creationId="{00000000-0000-0000-0000-000000000000}"/>
          </ac:spMkLst>
        </pc:spChg>
        <pc:spChg chg="mod">
          <ac:chgData name="Trevoir Williams" userId="6a45007046124a3d" providerId="LiveId" clId="{53D5EA3C-0847-4EC1-9FDC-43DBDAEAF41A}" dt="2026-04-29T19:58:56.304" v="798" actId="27636"/>
          <ac:spMkLst>
            <pc:docMk/>
            <pc:sldMk cId="0" sldId="343"/>
            <ac:spMk id="9" creationId="{00000000-0000-0000-0000-000000000000}"/>
          </ac:spMkLst>
        </pc:spChg>
        <pc:spChg chg="mod">
          <ac:chgData name="Trevoir Williams" userId="6a45007046124a3d" providerId="LiveId" clId="{53D5EA3C-0847-4EC1-9FDC-43DBDAEAF41A}" dt="2026-04-29T18:41:47.865" v="484" actId="26606"/>
          <ac:spMkLst>
            <pc:docMk/>
            <pc:sldMk cId="0" sldId="343"/>
            <ac:spMk id="14" creationId="{00000000-0000-0000-0000-000000000000}"/>
          </ac:spMkLst>
        </pc:spChg>
        <pc:spChg chg="mod">
          <ac:chgData name="Trevoir Williams" userId="6a45007046124a3d" providerId="LiveId" clId="{53D5EA3C-0847-4EC1-9FDC-43DBDAEAF41A}" dt="2026-04-29T18:41:47.865" v="484" actId="26606"/>
          <ac:spMkLst>
            <pc:docMk/>
            <pc:sldMk cId="0" sldId="343"/>
            <ac:spMk id="16" creationId="{00000000-0000-0000-0000-000000000000}"/>
          </ac:spMkLst>
        </pc:spChg>
        <pc:spChg chg="mod">
          <ac:chgData name="Trevoir Williams" userId="6a45007046124a3d" providerId="LiveId" clId="{53D5EA3C-0847-4EC1-9FDC-43DBDAEAF41A}" dt="2026-04-29T18:41:47.865" v="484" actId="26606"/>
          <ac:spMkLst>
            <pc:docMk/>
            <pc:sldMk cId="0" sldId="343"/>
            <ac:spMk id="17" creationId="{00000000-0000-0000-0000-000000000000}"/>
          </ac:spMkLst>
        </pc:spChg>
      </pc:sldChg>
      <pc:sldChg chg="modSp add del mod">
        <pc:chgData name="Trevoir Williams" userId="6a45007046124a3d" providerId="LiveId" clId="{53D5EA3C-0847-4EC1-9FDC-43DBDAEAF41A}" dt="2026-04-29T19:58:56.893" v="802" actId="27636"/>
        <pc:sldMkLst>
          <pc:docMk/>
          <pc:sldMk cId="0" sldId="344"/>
        </pc:sldMkLst>
        <pc:spChg chg="mod">
          <ac:chgData name="Trevoir Williams" userId="6a45007046124a3d" providerId="LiveId" clId="{53D5EA3C-0847-4EC1-9FDC-43DBDAEAF41A}" dt="2026-04-29T19:58:56.884" v="800" actId="27636"/>
          <ac:spMkLst>
            <pc:docMk/>
            <pc:sldMk cId="0" sldId="344"/>
            <ac:spMk id="3" creationId="{00000000-0000-0000-0000-000000000000}"/>
          </ac:spMkLst>
        </pc:spChg>
        <pc:spChg chg="mod">
          <ac:chgData name="Trevoir Williams" userId="6a45007046124a3d" providerId="LiveId" clId="{53D5EA3C-0847-4EC1-9FDC-43DBDAEAF41A}" dt="2026-04-29T19:58:56.893" v="802" actId="27636"/>
          <ac:spMkLst>
            <pc:docMk/>
            <pc:sldMk cId="0" sldId="344"/>
            <ac:spMk id="4" creationId="{00000000-0000-0000-0000-000000000000}"/>
          </ac:spMkLst>
        </pc:spChg>
        <pc:spChg chg="mod">
          <ac:chgData name="Trevoir Williams" userId="6a45007046124a3d" providerId="LiveId" clId="{53D5EA3C-0847-4EC1-9FDC-43DBDAEAF41A}" dt="2026-04-29T18:41:47.865" v="484" actId="26606"/>
          <ac:spMkLst>
            <pc:docMk/>
            <pc:sldMk cId="0" sldId="344"/>
            <ac:spMk id="7" creationId="{00000000-0000-0000-0000-000000000000}"/>
          </ac:spMkLst>
        </pc:spChg>
        <pc:spChg chg="mod">
          <ac:chgData name="Trevoir Williams" userId="6a45007046124a3d" providerId="LiveId" clId="{53D5EA3C-0847-4EC1-9FDC-43DBDAEAF41A}" dt="2026-04-29T19:58:56.889" v="801" actId="27636"/>
          <ac:spMkLst>
            <pc:docMk/>
            <pc:sldMk cId="0" sldId="344"/>
            <ac:spMk id="9" creationId="{00000000-0000-0000-0000-000000000000}"/>
          </ac:spMkLst>
        </pc:spChg>
        <pc:spChg chg="mod">
          <ac:chgData name="Trevoir Williams" userId="6a45007046124a3d" providerId="LiveId" clId="{53D5EA3C-0847-4EC1-9FDC-43DBDAEAF41A}" dt="2026-04-29T18:41:47.865" v="484" actId="26606"/>
          <ac:spMkLst>
            <pc:docMk/>
            <pc:sldMk cId="0" sldId="344"/>
            <ac:spMk id="14" creationId="{00000000-0000-0000-0000-000000000000}"/>
          </ac:spMkLst>
        </pc:spChg>
        <pc:spChg chg="mod">
          <ac:chgData name="Trevoir Williams" userId="6a45007046124a3d" providerId="LiveId" clId="{53D5EA3C-0847-4EC1-9FDC-43DBDAEAF41A}" dt="2026-04-29T18:41:47.865" v="484" actId="26606"/>
          <ac:spMkLst>
            <pc:docMk/>
            <pc:sldMk cId="0" sldId="344"/>
            <ac:spMk id="16" creationId="{00000000-0000-0000-0000-000000000000}"/>
          </ac:spMkLst>
        </pc:spChg>
        <pc:spChg chg="mod">
          <ac:chgData name="Trevoir Williams" userId="6a45007046124a3d" providerId="LiveId" clId="{53D5EA3C-0847-4EC1-9FDC-43DBDAEAF41A}" dt="2026-04-29T18:41:47.865" v="484" actId="26606"/>
          <ac:spMkLst>
            <pc:docMk/>
            <pc:sldMk cId="0" sldId="344"/>
            <ac:spMk id="17" creationId="{00000000-0000-0000-0000-000000000000}"/>
          </ac:spMkLst>
        </pc:spChg>
      </pc:sldChg>
      <pc:sldChg chg="modSp add del mod">
        <pc:chgData name="Trevoir Williams" userId="6a45007046124a3d" providerId="LiveId" clId="{53D5EA3C-0847-4EC1-9FDC-43DBDAEAF41A}" dt="2026-04-29T19:58:57.592" v="805" actId="27636"/>
        <pc:sldMkLst>
          <pc:docMk/>
          <pc:sldMk cId="0" sldId="345"/>
        </pc:sldMkLst>
        <pc:spChg chg="mod">
          <ac:chgData name="Trevoir Williams" userId="6a45007046124a3d" providerId="LiveId" clId="{53D5EA3C-0847-4EC1-9FDC-43DBDAEAF41A}" dt="2026-04-29T19:58:57.570" v="803" actId="27636"/>
          <ac:spMkLst>
            <pc:docMk/>
            <pc:sldMk cId="0" sldId="345"/>
            <ac:spMk id="3" creationId="{00000000-0000-0000-0000-000000000000}"/>
          </ac:spMkLst>
        </pc:spChg>
        <pc:spChg chg="mod">
          <ac:chgData name="Trevoir Williams" userId="6a45007046124a3d" providerId="LiveId" clId="{53D5EA3C-0847-4EC1-9FDC-43DBDAEAF41A}" dt="2026-04-29T19:58:57.592" v="805" actId="27636"/>
          <ac:spMkLst>
            <pc:docMk/>
            <pc:sldMk cId="0" sldId="345"/>
            <ac:spMk id="4" creationId="{00000000-0000-0000-0000-000000000000}"/>
          </ac:spMkLst>
        </pc:spChg>
        <pc:spChg chg="mod">
          <ac:chgData name="Trevoir Williams" userId="6a45007046124a3d" providerId="LiveId" clId="{53D5EA3C-0847-4EC1-9FDC-43DBDAEAF41A}" dt="2026-04-29T18:41:47.865" v="484" actId="26606"/>
          <ac:spMkLst>
            <pc:docMk/>
            <pc:sldMk cId="0" sldId="345"/>
            <ac:spMk id="7" creationId="{00000000-0000-0000-0000-000000000000}"/>
          </ac:spMkLst>
        </pc:spChg>
        <pc:spChg chg="mod">
          <ac:chgData name="Trevoir Williams" userId="6a45007046124a3d" providerId="LiveId" clId="{53D5EA3C-0847-4EC1-9FDC-43DBDAEAF41A}" dt="2026-04-29T19:58:57.588" v="804" actId="27636"/>
          <ac:spMkLst>
            <pc:docMk/>
            <pc:sldMk cId="0" sldId="345"/>
            <ac:spMk id="9" creationId="{00000000-0000-0000-0000-000000000000}"/>
          </ac:spMkLst>
        </pc:spChg>
        <pc:spChg chg="mod">
          <ac:chgData name="Trevoir Williams" userId="6a45007046124a3d" providerId="LiveId" clId="{53D5EA3C-0847-4EC1-9FDC-43DBDAEAF41A}" dt="2026-04-29T18:41:47.865" v="484" actId="26606"/>
          <ac:spMkLst>
            <pc:docMk/>
            <pc:sldMk cId="0" sldId="345"/>
            <ac:spMk id="14" creationId="{00000000-0000-0000-0000-000000000000}"/>
          </ac:spMkLst>
        </pc:spChg>
        <pc:spChg chg="mod">
          <ac:chgData name="Trevoir Williams" userId="6a45007046124a3d" providerId="LiveId" clId="{53D5EA3C-0847-4EC1-9FDC-43DBDAEAF41A}" dt="2026-04-29T18:41:47.865" v="484" actId="26606"/>
          <ac:spMkLst>
            <pc:docMk/>
            <pc:sldMk cId="0" sldId="345"/>
            <ac:spMk id="16" creationId="{00000000-0000-0000-0000-000000000000}"/>
          </ac:spMkLst>
        </pc:spChg>
        <pc:spChg chg="mod">
          <ac:chgData name="Trevoir Williams" userId="6a45007046124a3d" providerId="LiveId" clId="{53D5EA3C-0847-4EC1-9FDC-43DBDAEAF41A}" dt="2026-04-29T18:41:47.865" v="484" actId="26606"/>
          <ac:spMkLst>
            <pc:docMk/>
            <pc:sldMk cId="0" sldId="345"/>
            <ac:spMk id="17" creationId="{00000000-0000-0000-0000-000000000000}"/>
          </ac:spMkLst>
        </pc:spChg>
      </pc:sldChg>
      <pc:sldChg chg="modSp add del mod">
        <pc:chgData name="Trevoir Williams" userId="6a45007046124a3d" providerId="LiveId" clId="{53D5EA3C-0847-4EC1-9FDC-43DBDAEAF41A}" dt="2026-04-29T19:58:58.391" v="809" actId="27636"/>
        <pc:sldMkLst>
          <pc:docMk/>
          <pc:sldMk cId="0" sldId="346"/>
        </pc:sldMkLst>
        <pc:spChg chg="mod">
          <ac:chgData name="Trevoir Williams" userId="6a45007046124a3d" providerId="LiveId" clId="{53D5EA3C-0847-4EC1-9FDC-43DBDAEAF41A}" dt="2026-04-29T19:58:58.383" v="807" actId="27636"/>
          <ac:spMkLst>
            <pc:docMk/>
            <pc:sldMk cId="0" sldId="346"/>
            <ac:spMk id="3" creationId="{00000000-0000-0000-0000-000000000000}"/>
          </ac:spMkLst>
        </pc:spChg>
        <pc:spChg chg="mod">
          <ac:chgData name="Trevoir Williams" userId="6a45007046124a3d" providerId="LiveId" clId="{53D5EA3C-0847-4EC1-9FDC-43DBDAEAF41A}" dt="2026-04-29T19:58:58.387" v="808" actId="27636"/>
          <ac:spMkLst>
            <pc:docMk/>
            <pc:sldMk cId="0" sldId="346"/>
            <ac:spMk id="4" creationId="{00000000-0000-0000-0000-000000000000}"/>
          </ac:spMkLst>
        </pc:spChg>
        <pc:spChg chg="mod">
          <ac:chgData name="Trevoir Williams" userId="6a45007046124a3d" providerId="LiveId" clId="{53D5EA3C-0847-4EC1-9FDC-43DBDAEAF41A}" dt="2026-04-29T19:58:58.391" v="809" actId="27636"/>
          <ac:spMkLst>
            <pc:docMk/>
            <pc:sldMk cId="0" sldId="346"/>
            <ac:spMk id="7" creationId="{00000000-0000-0000-0000-000000000000}"/>
          </ac:spMkLst>
        </pc:spChg>
        <pc:spChg chg="mod">
          <ac:chgData name="Trevoir Williams" userId="6a45007046124a3d" providerId="LiveId" clId="{53D5EA3C-0847-4EC1-9FDC-43DBDAEAF41A}" dt="2026-04-29T19:58:58.376" v="806" actId="27636"/>
          <ac:spMkLst>
            <pc:docMk/>
            <pc:sldMk cId="0" sldId="346"/>
            <ac:spMk id="9" creationId="{00000000-0000-0000-0000-000000000000}"/>
          </ac:spMkLst>
        </pc:spChg>
        <pc:spChg chg="mod">
          <ac:chgData name="Trevoir Williams" userId="6a45007046124a3d" providerId="LiveId" clId="{53D5EA3C-0847-4EC1-9FDC-43DBDAEAF41A}" dt="2026-04-29T18:41:47.865" v="484" actId="26606"/>
          <ac:spMkLst>
            <pc:docMk/>
            <pc:sldMk cId="0" sldId="346"/>
            <ac:spMk id="14" creationId="{00000000-0000-0000-0000-000000000000}"/>
          </ac:spMkLst>
        </pc:spChg>
        <pc:spChg chg="mod">
          <ac:chgData name="Trevoir Williams" userId="6a45007046124a3d" providerId="LiveId" clId="{53D5EA3C-0847-4EC1-9FDC-43DBDAEAF41A}" dt="2026-04-29T18:41:47.865" v="484" actId="26606"/>
          <ac:spMkLst>
            <pc:docMk/>
            <pc:sldMk cId="0" sldId="346"/>
            <ac:spMk id="16" creationId="{00000000-0000-0000-0000-000000000000}"/>
          </ac:spMkLst>
        </pc:spChg>
        <pc:spChg chg="mod">
          <ac:chgData name="Trevoir Williams" userId="6a45007046124a3d" providerId="LiveId" clId="{53D5EA3C-0847-4EC1-9FDC-43DBDAEAF41A}" dt="2026-04-29T18:41:47.865" v="484" actId="26606"/>
          <ac:spMkLst>
            <pc:docMk/>
            <pc:sldMk cId="0" sldId="346"/>
            <ac:spMk id="17" creationId="{00000000-0000-0000-0000-000000000000}"/>
          </ac:spMkLst>
        </pc:spChg>
      </pc:sldChg>
      <pc:sldChg chg="modSp add del mod">
        <pc:chgData name="Trevoir Williams" userId="6a45007046124a3d" providerId="LiveId" clId="{53D5EA3C-0847-4EC1-9FDC-43DBDAEAF41A}" dt="2026-04-29T19:58:59.070" v="812" actId="27636"/>
        <pc:sldMkLst>
          <pc:docMk/>
          <pc:sldMk cId="0" sldId="347"/>
        </pc:sldMkLst>
        <pc:spChg chg="mod">
          <ac:chgData name="Trevoir Williams" userId="6a45007046124a3d" providerId="LiveId" clId="{53D5EA3C-0847-4EC1-9FDC-43DBDAEAF41A}" dt="2026-04-29T19:58:59.065" v="810" actId="27636"/>
          <ac:spMkLst>
            <pc:docMk/>
            <pc:sldMk cId="0" sldId="347"/>
            <ac:spMk id="3" creationId="{00000000-0000-0000-0000-000000000000}"/>
          </ac:spMkLst>
        </pc:spChg>
        <pc:spChg chg="mod">
          <ac:chgData name="Trevoir Williams" userId="6a45007046124a3d" providerId="LiveId" clId="{53D5EA3C-0847-4EC1-9FDC-43DBDAEAF41A}" dt="2026-04-29T19:58:59.069" v="811" actId="27636"/>
          <ac:spMkLst>
            <pc:docMk/>
            <pc:sldMk cId="0" sldId="347"/>
            <ac:spMk id="4" creationId="{00000000-0000-0000-0000-000000000000}"/>
          </ac:spMkLst>
        </pc:spChg>
        <pc:spChg chg="mod">
          <ac:chgData name="Trevoir Williams" userId="6a45007046124a3d" providerId="LiveId" clId="{53D5EA3C-0847-4EC1-9FDC-43DBDAEAF41A}" dt="2026-04-29T18:41:47.865" v="484" actId="26606"/>
          <ac:spMkLst>
            <pc:docMk/>
            <pc:sldMk cId="0" sldId="347"/>
            <ac:spMk id="7" creationId="{00000000-0000-0000-0000-000000000000}"/>
          </ac:spMkLst>
        </pc:spChg>
        <pc:spChg chg="mod">
          <ac:chgData name="Trevoir Williams" userId="6a45007046124a3d" providerId="LiveId" clId="{53D5EA3C-0847-4EC1-9FDC-43DBDAEAF41A}" dt="2026-04-29T19:58:59.070" v="812" actId="27636"/>
          <ac:spMkLst>
            <pc:docMk/>
            <pc:sldMk cId="0" sldId="347"/>
            <ac:spMk id="9" creationId="{00000000-0000-0000-0000-000000000000}"/>
          </ac:spMkLst>
        </pc:spChg>
        <pc:spChg chg="mod">
          <ac:chgData name="Trevoir Williams" userId="6a45007046124a3d" providerId="LiveId" clId="{53D5EA3C-0847-4EC1-9FDC-43DBDAEAF41A}" dt="2026-04-29T18:41:47.865" v="484" actId="26606"/>
          <ac:spMkLst>
            <pc:docMk/>
            <pc:sldMk cId="0" sldId="347"/>
            <ac:spMk id="14" creationId="{00000000-0000-0000-0000-000000000000}"/>
          </ac:spMkLst>
        </pc:spChg>
        <pc:spChg chg="mod">
          <ac:chgData name="Trevoir Williams" userId="6a45007046124a3d" providerId="LiveId" clId="{53D5EA3C-0847-4EC1-9FDC-43DBDAEAF41A}" dt="2026-04-29T18:41:47.865" v="484" actId="26606"/>
          <ac:spMkLst>
            <pc:docMk/>
            <pc:sldMk cId="0" sldId="347"/>
            <ac:spMk id="16" creationId="{00000000-0000-0000-0000-000000000000}"/>
          </ac:spMkLst>
        </pc:spChg>
        <pc:spChg chg="mod">
          <ac:chgData name="Trevoir Williams" userId="6a45007046124a3d" providerId="LiveId" clId="{53D5EA3C-0847-4EC1-9FDC-43DBDAEAF41A}" dt="2026-04-29T18:41:47.865" v="484" actId="26606"/>
          <ac:spMkLst>
            <pc:docMk/>
            <pc:sldMk cId="0" sldId="347"/>
            <ac:spMk id="17" creationId="{00000000-0000-0000-0000-000000000000}"/>
          </ac:spMkLst>
        </pc:spChg>
      </pc:sldChg>
      <pc:sldChg chg="modSp add del mod">
        <pc:chgData name="Trevoir Williams" userId="6a45007046124a3d" providerId="LiveId" clId="{53D5EA3C-0847-4EC1-9FDC-43DBDAEAF41A}" dt="2026-04-29T19:58:59.692" v="816" actId="27636"/>
        <pc:sldMkLst>
          <pc:docMk/>
          <pc:sldMk cId="0" sldId="348"/>
        </pc:sldMkLst>
        <pc:spChg chg="mod">
          <ac:chgData name="Trevoir Williams" userId="6a45007046124a3d" providerId="LiveId" clId="{53D5EA3C-0847-4EC1-9FDC-43DBDAEAF41A}" dt="2026-04-29T19:58:59.680" v="814" actId="27636"/>
          <ac:spMkLst>
            <pc:docMk/>
            <pc:sldMk cId="0" sldId="348"/>
            <ac:spMk id="3" creationId="{00000000-0000-0000-0000-000000000000}"/>
          </ac:spMkLst>
        </pc:spChg>
        <pc:spChg chg="mod">
          <ac:chgData name="Trevoir Williams" userId="6a45007046124a3d" providerId="LiveId" clId="{53D5EA3C-0847-4EC1-9FDC-43DBDAEAF41A}" dt="2026-04-29T19:58:59.692" v="816" actId="27636"/>
          <ac:spMkLst>
            <pc:docMk/>
            <pc:sldMk cId="0" sldId="348"/>
            <ac:spMk id="4" creationId="{00000000-0000-0000-0000-000000000000}"/>
          </ac:spMkLst>
        </pc:spChg>
        <pc:spChg chg="mod">
          <ac:chgData name="Trevoir Williams" userId="6a45007046124a3d" providerId="LiveId" clId="{53D5EA3C-0847-4EC1-9FDC-43DBDAEAF41A}" dt="2026-04-29T19:58:59.680" v="815" actId="27636"/>
          <ac:spMkLst>
            <pc:docMk/>
            <pc:sldMk cId="0" sldId="348"/>
            <ac:spMk id="7" creationId="{00000000-0000-0000-0000-000000000000}"/>
          </ac:spMkLst>
        </pc:spChg>
        <pc:spChg chg="mod">
          <ac:chgData name="Trevoir Williams" userId="6a45007046124a3d" providerId="LiveId" clId="{53D5EA3C-0847-4EC1-9FDC-43DBDAEAF41A}" dt="2026-04-29T19:58:59.680" v="813" actId="27636"/>
          <ac:spMkLst>
            <pc:docMk/>
            <pc:sldMk cId="0" sldId="348"/>
            <ac:spMk id="9" creationId="{00000000-0000-0000-0000-000000000000}"/>
          </ac:spMkLst>
        </pc:spChg>
        <pc:spChg chg="mod">
          <ac:chgData name="Trevoir Williams" userId="6a45007046124a3d" providerId="LiveId" clId="{53D5EA3C-0847-4EC1-9FDC-43DBDAEAF41A}" dt="2026-04-29T18:41:47.865" v="484" actId="26606"/>
          <ac:spMkLst>
            <pc:docMk/>
            <pc:sldMk cId="0" sldId="348"/>
            <ac:spMk id="14" creationId="{00000000-0000-0000-0000-000000000000}"/>
          </ac:spMkLst>
        </pc:spChg>
        <pc:spChg chg="mod">
          <ac:chgData name="Trevoir Williams" userId="6a45007046124a3d" providerId="LiveId" clId="{53D5EA3C-0847-4EC1-9FDC-43DBDAEAF41A}" dt="2026-04-29T18:41:47.865" v="484" actId="26606"/>
          <ac:spMkLst>
            <pc:docMk/>
            <pc:sldMk cId="0" sldId="348"/>
            <ac:spMk id="16" creationId="{00000000-0000-0000-0000-000000000000}"/>
          </ac:spMkLst>
        </pc:spChg>
        <pc:spChg chg="mod">
          <ac:chgData name="Trevoir Williams" userId="6a45007046124a3d" providerId="LiveId" clId="{53D5EA3C-0847-4EC1-9FDC-43DBDAEAF41A}" dt="2026-04-29T18:41:47.865" v="484" actId="26606"/>
          <ac:spMkLst>
            <pc:docMk/>
            <pc:sldMk cId="0" sldId="348"/>
            <ac:spMk id="17" creationId="{00000000-0000-0000-0000-000000000000}"/>
          </ac:spMkLst>
        </pc:spChg>
      </pc:sldChg>
      <pc:sldChg chg="modSp add del mod">
        <pc:chgData name="Trevoir Williams" userId="6a45007046124a3d" providerId="LiveId" clId="{53D5EA3C-0847-4EC1-9FDC-43DBDAEAF41A}" dt="2026-04-29T19:27:39.781" v="682" actId="27636"/>
        <pc:sldMkLst>
          <pc:docMk/>
          <pc:sldMk cId="0" sldId="349"/>
        </pc:sldMkLst>
        <pc:spChg chg="mod">
          <ac:chgData name="Trevoir Williams" userId="6a45007046124a3d" providerId="LiveId" clId="{53D5EA3C-0847-4EC1-9FDC-43DBDAEAF41A}" dt="2026-04-29T18:36:33.074" v="162" actId="26606"/>
          <ac:spMkLst>
            <pc:docMk/>
            <pc:sldMk cId="0" sldId="349"/>
            <ac:spMk id="3" creationId="{00000000-0000-0000-0000-000000000000}"/>
          </ac:spMkLst>
        </pc:spChg>
        <pc:spChg chg="mod">
          <ac:chgData name="Trevoir Williams" userId="6a45007046124a3d" providerId="LiveId" clId="{53D5EA3C-0847-4EC1-9FDC-43DBDAEAF41A}" dt="2026-04-29T19:27:39.771" v="680" actId="27636"/>
          <ac:spMkLst>
            <pc:docMk/>
            <pc:sldMk cId="0" sldId="349"/>
            <ac:spMk id="4" creationId="{00000000-0000-0000-0000-000000000000}"/>
          </ac:spMkLst>
        </pc:spChg>
        <pc:spChg chg="mod">
          <ac:chgData name="Trevoir Williams" userId="6a45007046124a3d" providerId="LiveId" clId="{53D5EA3C-0847-4EC1-9FDC-43DBDAEAF41A}" dt="2026-04-29T19:27:39.781" v="682" actId="27636"/>
          <ac:spMkLst>
            <pc:docMk/>
            <pc:sldMk cId="0" sldId="349"/>
            <ac:spMk id="8" creationId="{00000000-0000-0000-0000-000000000000}"/>
          </ac:spMkLst>
        </pc:spChg>
        <pc:spChg chg="mod">
          <ac:chgData name="Trevoir Williams" userId="6a45007046124a3d" providerId="LiveId" clId="{53D5EA3C-0847-4EC1-9FDC-43DBDAEAF41A}" dt="2026-04-29T19:27:39.766" v="679" actId="27636"/>
          <ac:spMkLst>
            <pc:docMk/>
            <pc:sldMk cId="0" sldId="349"/>
            <ac:spMk id="12" creationId="{00000000-0000-0000-0000-000000000000}"/>
          </ac:spMkLst>
        </pc:spChg>
        <pc:spChg chg="mod">
          <ac:chgData name="Trevoir Williams" userId="6a45007046124a3d" providerId="LiveId" clId="{53D5EA3C-0847-4EC1-9FDC-43DBDAEAF41A}" dt="2026-04-29T19:27:39.775" v="681" actId="27636"/>
          <ac:spMkLst>
            <pc:docMk/>
            <pc:sldMk cId="0" sldId="349"/>
            <ac:spMk id="16" creationId="{00000000-0000-0000-0000-000000000000}"/>
          </ac:spMkLst>
        </pc:spChg>
        <pc:spChg chg="mod">
          <ac:chgData name="Trevoir Williams" userId="6a45007046124a3d" providerId="LiveId" clId="{53D5EA3C-0847-4EC1-9FDC-43DBDAEAF41A}" dt="2026-04-29T18:41:47.865" v="484" actId="26606"/>
          <ac:spMkLst>
            <pc:docMk/>
            <pc:sldMk cId="0" sldId="349"/>
            <ac:spMk id="20" creationId="{00000000-0000-0000-0000-000000000000}"/>
          </ac:spMkLst>
        </pc:spChg>
        <pc:spChg chg="mod">
          <ac:chgData name="Trevoir Williams" userId="6a45007046124a3d" providerId="LiveId" clId="{53D5EA3C-0847-4EC1-9FDC-43DBDAEAF41A}" dt="2026-04-29T18:41:47.865" v="484" actId="26606"/>
          <ac:spMkLst>
            <pc:docMk/>
            <pc:sldMk cId="0" sldId="349"/>
            <ac:spMk id="22" creationId="{00000000-0000-0000-0000-000000000000}"/>
          </ac:spMkLst>
        </pc:spChg>
        <pc:spChg chg="mod">
          <ac:chgData name="Trevoir Williams" userId="6a45007046124a3d" providerId="LiveId" clId="{53D5EA3C-0847-4EC1-9FDC-43DBDAEAF41A}" dt="2026-04-29T18:41:47.865" v="484" actId="26606"/>
          <ac:spMkLst>
            <pc:docMk/>
            <pc:sldMk cId="0" sldId="349"/>
            <ac:spMk id="24" creationId="{00000000-0000-0000-0000-000000000000}"/>
          </ac:spMkLst>
        </pc:spChg>
        <pc:spChg chg="mod">
          <ac:chgData name="Trevoir Williams" userId="6a45007046124a3d" providerId="LiveId" clId="{53D5EA3C-0847-4EC1-9FDC-43DBDAEAF41A}" dt="2026-04-29T18:41:47.865" v="484" actId="26606"/>
          <ac:spMkLst>
            <pc:docMk/>
            <pc:sldMk cId="0" sldId="349"/>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50"/>
        </pc:sldMkLst>
        <pc:spChg chg="mod">
          <ac:chgData name="Trevoir Williams" userId="6a45007046124a3d" providerId="LiveId" clId="{53D5EA3C-0847-4EC1-9FDC-43DBDAEAF41A}" dt="2026-04-29T20:28:13.734" v="893" actId="26606"/>
          <ac:spMkLst>
            <pc:docMk/>
            <pc:sldMk cId="0" sldId="350"/>
            <ac:spMk id="4" creationId="{00000000-0000-0000-0000-000000000000}"/>
          </ac:spMkLst>
        </pc:spChg>
        <pc:spChg chg="mod">
          <ac:chgData name="Trevoir Williams" userId="6a45007046124a3d" providerId="LiveId" clId="{53D5EA3C-0847-4EC1-9FDC-43DBDAEAF41A}" dt="2026-04-29T20:28:13.734" v="893" actId="26606"/>
          <ac:spMkLst>
            <pc:docMk/>
            <pc:sldMk cId="0" sldId="350"/>
            <ac:spMk id="5" creationId="{00000000-0000-0000-0000-000000000000}"/>
          </ac:spMkLst>
        </pc:spChg>
        <pc:spChg chg="mod">
          <ac:chgData name="Trevoir Williams" userId="6a45007046124a3d" providerId="LiveId" clId="{53D5EA3C-0847-4EC1-9FDC-43DBDAEAF41A}" dt="2026-04-29T20:28:13.734" v="893" actId="26606"/>
          <ac:spMkLst>
            <pc:docMk/>
            <pc:sldMk cId="0" sldId="350"/>
            <ac:spMk id="6" creationId="{00000000-0000-0000-0000-000000000000}"/>
          </ac:spMkLst>
        </pc:spChg>
        <pc:spChg chg="mod">
          <ac:chgData name="Trevoir Williams" userId="6a45007046124a3d" providerId="LiveId" clId="{53D5EA3C-0847-4EC1-9FDC-43DBDAEAF41A}" dt="2026-04-29T18:14:05.657" v="53" actId="27636"/>
          <ac:spMkLst>
            <pc:docMk/>
            <pc:sldMk cId="0" sldId="350"/>
            <ac:spMk id="7" creationId="{00000000-0000-0000-0000-000000000000}"/>
          </ac:spMkLst>
        </pc:spChg>
        <pc:spChg chg="mod">
          <ac:chgData name="Trevoir Williams" userId="6a45007046124a3d" providerId="LiveId" clId="{53D5EA3C-0847-4EC1-9FDC-43DBDAEAF41A}" dt="2026-04-29T20:28:13.734" v="893" actId="26606"/>
          <ac:spMkLst>
            <pc:docMk/>
            <pc:sldMk cId="0" sldId="350"/>
            <ac:spMk id="8" creationId="{00000000-0000-0000-0000-000000000000}"/>
          </ac:spMkLst>
        </pc:spChg>
        <pc:spChg chg="mod">
          <ac:chgData name="Trevoir Williams" userId="6a45007046124a3d" providerId="LiveId" clId="{53D5EA3C-0847-4EC1-9FDC-43DBDAEAF41A}" dt="2026-04-29T20:28:13.734" v="893" actId="26606"/>
          <ac:spMkLst>
            <pc:docMk/>
            <pc:sldMk cId="0" sldId="350"/>
            <ac:spMk id="9" creationId="{00000000-0000-0000-0000-000000000000}"/>
          </ac:spMkLst>
        </pc:spChg>
        <pc:spChg chg="mod">
          <ac:chgData name="Trevoir Williams" userId="6a45007046124a3d" providerId="LiveId" clId="{53D5EA3C-0847-4EC1-9FDC-43DBDAEAF41A}" dt="2026-04-29T20:28:13.734" v="893" actId="26606"/>
          <ac:spMkLst>
            <pc:docMk/>
            <pc:sldMk cId="0" sldId="350"/>
            <ac:spMk id="10" creationId="{00000000-0000-0000-0000-000000000000}"/>
          </ac:spMkLst>
        </pc:spChg>
        <pc:spChg chg="mod">
          <ac:chgData name="Trevoir Williams" userId="6a45007046124a3d" providerId="LiveId" clId="{53D5EA3C-0847-4EC1-9FDC-43DBDAEAF41A}" dt="2026-04-29T20:28:13.734" v="893" actId="26606"/>
          <ac:spMkLst>
            <pc:docMk/>
            <pc:sldMk cId="0" sldId="350"/>
            <ac:spMk id="12" creationId="{00000000-0000-0000-0000-000000000000}"/>
          </ac:spMkLst>
        </pc:spChg>
        <pc:spChg chg="mod">
          <ac:chgData name="Trevoir Williams" userId="6a45007046124a3d" providerId="LiveId" clId="{53D5EA3C-0847-4EC1-9FDC-43DBDAEAF41A}" dt="2026-04-29T20:28:13.734" v="893" actId="26606"/>
          <ac:spMkLst>
            <pc:docMk/>
            <pc:sldMk cId="0" sldId="350"/>
            <ac:spMk id="13" creationId="{00000000-0000-0000-0000-000000000000}"/>
          </ac:spMkLst>
        </pc:spChg>
        <pc:spChg chg="mod">
          <ac:chgData name="Trevoir Williams" userId="6a45007046124a3d" providerId="LiveId" clId="{53D5EA3C-0847-4EC1-9FDC-43DBDAEAF41A}" dt="2026-04-29T20:28:13.734" v="893" actId="26606"/>
          <ac:spMkLst>
            <pc:docMk/>
            <pc:sldMk cId="0" sldId="350"/>
            <ac:spMk id="14" creationId="{00000000-0000-0000-0000-000000000000}"/>
          </ac:spMkLst>
        </pc:spChg>
        <pc:spChg chg="mod">
          <ac:chgData name="Trevoir Williams" userId="6a45007046124a3d" providerId="LiveId" clId="{53D5EA3C-0847-4EC1-9FDC-43DBDAEAF41A}" dt="2026-04-29T20:28:13.734" v="893" actId="26606"/>
          <ac:spMkLst>
            <pc:docMk/>
            <pc:sldMk cId="0" sldId="350"/>
            <ac:spMk id="15" creationId="{00000000-0000-0000-0000-000000000000}"/>
          </ac:spMkLst>
        </pc:spChg>
        <pc:spChg chg="mod">
          <ac:chgData name="Trevoir Williams" userId="6a45007046124a3d" providerId="LiveId" clId="{53D5EA3C-0847-4EC1-9FDC-43DBDAEAF41A}" dt="2026-04-29T18:41:47.865" v="484" actId="26606"/>
          <ac:spMkLst>
            <pc:docMk/>
            <pc:sldMk cId="0" sldId="350"/>
            <ac:spMk id="25" creationId="{00000000-0000-0000-0000-000000000000}"/>
          </ac:spMkLst>
        </pc:spChg>
        <pc:spChg chg="mod">
          <ac:chgData name="Trevoir Williams" userId="6a45007046124a3d" providerId="LiveId" clId="{53D5EA3C-0847-4EC1-9FDC-43DBDAEAF41A}" dt="2026-04-29T18:41:47.865" v="484" actId="26606"/>
          <ac:spMkLst>
            <pc:docMk/>
            <pc:sldMk cId="0" sldId="350"/>
            <ac:spMk id="26" creationId="{00000000-0000-0000-0000-000000000000}"/>
          </ac:spMkLst>
        </pc:spChg>
        <pc:spChg chg="mod">
          <ac:chgData name="Trevoir Williams" userId="6a45007046124a3d" providerId="LiveId" clId="{53D5EA3C-0847-4EC1-9FDC-43DBDAEAF41A}" dt="2026-04-29T18:41:47.865" v="484" actId="26606"/>
          <ac:spMkLst>
            <pc:docMk/>
            <pc:sldMk cId="0" sldId="350"/>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51"/>
        </pc:sldMkLst>
        <pc:spChg chg="mod">
          <ac:chgData name="Trevoir Williams" userId="6a45007046124a3d" providerId="LiveId" clId="{53D5EA3C-0847-4EC1-9FDC-43DBDAEAF41A}" dt="2026-04-29T18:36:33.074" v="162" actId="26606"/>
          <ac:spMkLst>
            <pc:docMk/>
            <pc:sldMk cId="0" sldId="351"/>
            <ac:spMk id="3" creationId="{00000000-0000-0000-0000-000000000000}"/>
          </ac:spMkLst>
        </pc:spChg>
        <pc:spChg chg="mod">
          <ac:chgData name="Trevoir Williams" userId="6a45007046124a3d" providerId="LiveId" clId="{53D5EA3C-0847-4EC1-9FDC-43DBDAEAF41A}" dt="2026-04-29T18:55:24.927" v="637" actId="27636"/>
          <ac:spMkLst>
            <pc:docMk/>
            <pc:sldMk cId="0" sldId="351"/>
            <ac:spMk id="4" creationId="{00000000-0000-0000-0000-000000000000}"/>
          </ac:spMkLst>
        </pc:spChg>
        <pc:spChg chg="mod">
          <ac:chgData name="Trevoir Williams" userId="6a45007046124a3d" providerId="LiveId" clId="{53D5EA3C-0847-4EC1-9FDC-43DBDAEAF41A}" dt="2026-04-29T18:41:47.865" v="484" actId="26606"/>
          <ac:spMkLst>
            <pc:docMk/>
            <pc:sldMk cId="0" sldId="351"/>
            <ac:spMk id="14" creationId="{00000000-0000-0000-0000-000000000000}"/>
          </ac:spMkLst>
        </pc:spChg>
        <pc:spChg chg="mod">
          <ac:chgData name="Trevoir Williams" userId="6a45007046124a3d" providerId="LiveId" clId="{53D5EA3C-0847-4EC1-9FDC-43DBDAEAF41A}" dt="2026-04-29T18:41:47.865" v="484" actId="26606"/>
          <ac:spMkLst>
            <pc:docMk/>
            <pc:sldMk cId="0" sldId="351"/>
            <ac:spMk id="15" creationId="{00000000-0000-0000-0000-000000000000}"/>
          </ac:spMkLst>
        </pc:spChg>
        <pc:spChg chg="mod">
          <ac:chgData name="Trevoir Williams" userId="6a45007046124a3d" providerId="LiveId" clId="{53D5EA3C-0847-4EC1-9FDC-43DBDAEAF41A}" dt="2026-04-29T20:52:00.045" v="898" actId="26606"/>
          <ac:spMkLst>
            <pc:docMk/>
            <pc:sldMk cId="0" sldId="351"/>
            <ac:spMk id="16" creationId="{00000000-0000-0000-0000-000000000000}"/>
          </ac:spMkLst>
        </pc:spChg>
      </pc:sldChg>
      <pc:sldChg chg="modSp add del mod">
        <pc:chgData name="Trevoir Williams" userId="6a45007046124a3d" providerId="LiveId" clId="{53D5EA3C-0847-4EC1-9FDC-43DBDAEAF41A}" dt="2026-04-29T18:55:26.066" v="639" actId="27636"/>
        <pc:sldMkLst>
          <pc:docMk/>
          <pc:sldMk cId="0" sldId="352"/>
        </pc:sldMkLst>
        <pc:spChg chg="mod">
          <ac:chgData name="Trevoir Williams" userId="6a45007046124a3d" providerId="LiveId" clId="{53D5EA3C-0847-4EC1-9FDC-43DBDAEAF41A}" dt="2026-04-29T18:55:26.066" v="639" actId="27636"/>
          <ac:spMkLst>
            <pc:docMk/>
            <pc:sldMk cId="0" sldId="352"/>
            <ac:spMk id="3" creationId="{00000000-0000-0000-0000-000000000000}"/>
          </ac:spMkLst>
        </pc:spChg>
        <pc:spChg chg="mod">
          <ac:chgData name="Trevoir Williams" userId="6a45007046124a3d" providerId="LiveId" clId="{53D5EA3C-0847-4EC1-9FDC-43DBDAEAF41A}" dt="2026-04-29T18:55:26.064" v="638" actId="27636"/>
          <ac:spMkLst>
            <pc:docMk/>
            <pc:sldMk cId="0" sldId="352"/>
            <ac:spMk id="4" creationId="{00000000-0000-0000-0000-000000000000}"/>
          </ac:spMkLst>
        </pc:spChg>
        <pc:spChg chg="mod">
          <ac:chgData name="Trevoir Williams" userId="6a45007046124a3d" providerId="LiveId" clId="{53D5EA3C-0847-4EC1-9FDC-43DBDAEAF41A}" dt="2026-04-29T18:41:47.865" v="484" actId="26606"/>
          <ac:spMkLst>
            <pc:docMk/>
            <pc:sldMk cId="0" sldId="352"/>
            <ac:spMk id="23" creationId="{00000000-0000-0000-0000-000000000000}"/>
          </ac:spMkLst>
        </pc:spChg>
        <pc:spChg chg="mod">
          <ac:chgData name="Trevoir Williams" userId="6a45007046124a3d" providerId="LiveId" clId="{53D5EA3C-0847-4EC1-9FDC-43DBDAEAF41A}" dt="2026-04-29T18:41:47.865" v="484" actId="26606"/>
          <ac:spMkLst>
            <pc:docMk/>
            <pc:sldMk cId="0" sldId="352"/>
            <ac:spMk id="25" creationId="{00000000-0000-0000-0000-000000000000}"/>
          </ac:spMkLst>
        </pc:spChg>
        <pc:spChg chg="mod">
          <ac:chgData name="Trevoir Williams" userId="6a45007046124a3d" providerId="LiveId" clId="{53D5EA3C-0847-4EC1-9FDC-43DBDAEAF41A}" dt="2026-04-29T18:41:47.865" v="484" actId="26606"/>
          <ac:spMkLst>
            <pc:docMk/>
            <pc:sldMk cId="0" sldId="352"/>
            <ac:spMk id="26" creationId="{00000000-0000-0000-0000-000000000000}"/>
          </ac:spMkLst>
        </pc:spChg>
        <pc:spChg chg="mod">
          <ac:chgData name="Trevoir Williams" userId="6a45007046124a3d" providerId="LiveId" clId="{53D5EA3C-0847-4EC1-9FDC-43DBDAEAF41A}" dt="2026-04-29T18:41:47.865" v="484" actId="26606"/>
          <ac:spMkLst>
            <pc:docMk/>
            <pc:sldMk cId="0" sldId="352"/>
            <ac:spMk id="27" creationId="{00000000-0000-0000-0000-000000000000}"/>
          </ac:spMkLst>
        </pc:spChg>
        <pc:spChg chg="mod">
          <ac:chgData name="Trevoir Williams" userId="6a45007046124a3d" providerId="LiveId" clId="{53D5EA3C-0847-4EC1-9FDC-43DBDAEAF41A}" dt="2026-04-29T18:41:47.865" v="484" actId="26606"/>
          <ac:spMkLst>
            <pc:docMk/>
            <pc:sldMk cId="0" sldId="352"/>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53"/>
        </pc:sldMkLst>
        <pc:spChg chg="mod">
          <ac:chgData name="Trevoir Williams" userId="6a45007046124a3d" providerId="LiveId" clId="{53D5EA3C-0847-4EC1-9FDC-43DBDAEAF41A}" dt="2026-04-29T18:44:46.079" v="523" actId="27636"/>
          <ac:spMkLst>
            <pc:docMk/>
            <pc:sldMk cId="0" sldId="353"/>
            <ac:spMk id="3" creationId="{00000000-0000-0000-0000-000000000000}"/>
          </ac:spMkLst>
        </pc:spChg>
        <pc:spChg chg="mod">
          <ac:chgData name="Trevoir Williams" userId="6a45007046124a3d" providerId="LiveId" clId="{53D5EA3C-0847-4EC1-9FDC-43DBDAEAF41A}" dt="2026-04-29T18:55:26.935" v="640" actId="27636"/>
          <ac:spMkLst>
            <pc:docMk/>
            <pc:sldMk cId="0" sldId="353"/>
            <ac:spMk id="4" creationId="{00000000-0000-0000-0000-000000000000}"/>
          </ac:spMkLst>
        </pc:spChg>
        <pc:spChg chg="mod">
          <ac:chgData name="Trevoir Williams" userId="6a45007046124a3d" providerId="LiveId" clId="{53D5EA3C-0847-4EC1-9FDC-43DBDAEAF41A}" dt="2026-04-29T18:41:47.865" v="484" actId="26606"/>
          <ac:spMkLst>
            <pc:docMk/>
            <pc:sldMk cId="0" sldId="353"/>
            <ac:spMk id="17" creationId="{00000000-0000-0000-0000-000000000000}"/>
          </ac:spMkLst>
        </pc:spChg>
        <pc:spChg chg="mod">
          <ac:chgData name="Trevoir Williams" userId="6a45007046124a3d" providerId="LiveId" clId="{53D5EA3C-0847-4EC1-9FDC-43DBDAEAF41A}" dt="2026-04-29T18:41:47.865" v="484" actId="26606"/>
          <ac:spMkLst>
            <pc:docMk/>
            <pc:sldMk cId="0" sldId="353"/>
            <ac:spMk id="19" creationId="{00000000-0000-0000-0000-000000000000}"/>
          </ac:spMkLst>
        </pc:spChg>
        <pc:spChg chg="mod">
          <ac:chgData name="Trevoir Williams" userId="6a45007046124a3d" providerId="LiveId" clId="{53D5EA3C-0847-4EC1-9FDC-43DBDAEAF41A}" dt="2026-04-29T18:41:47.865" v="484" actId="26606"/>
          <ac:spMkLst>
            <pc:docMk/>
            <pc:sldMk cId="0" sldId="353"/>
            <ac:spMk id="20" creationId="{00000000-0000-0000-0000-000000000000}"/>
          </ac:spMkLst>
        </pc:spChg>
        <pc:spChg chg="mod">
          <ac:chgData name="Trevoir Williams" userId="6a45007046124a3d" providerId="LiveId" clId="{53D5EA3C-0847-4EC1-9FDC-43DBDAEAF41A}" dt="2026-04-29T18:41:47.865" v="484" actId="26606"/>
          <ac:spMkLst>
            <pc:docMk/>
            <pc:sldMk cId="0" sldId="353"/>
            <ac:spMk id="21" creationId="{00000000-0000-0000-0000-000000000000}"/>
          </ac:spMkLst>
        </pc:spChg>
      </pc:sldChg>
      <pc:sldChg chg="modSp add del mod">
        <pc:chgData name="Trevoir Williams" userId="6a45007046124a3d" providerId="LiveId" clId="{53D5EA3C-0847-4EC1-9FDC-43DBDAEAF41A}" dt="2026-04-29T19:59:00.347" v="820" actId="27636"/>
        <pc:sldMkLst>
          <pc:docMk/>
          <pc:sldMk cId="0" sldId="354"/>
        </pc:sldMkLst>
        <pc:spChg chg="mod">
          <ac:chgData name="Trevoir Williams" userId="6a45007046124a3d" providerId="LiveId" clId="{53D5EA3C-0847-4EC1-9FDC-43DBDAEAF41A}" dt="2026-04-29T19:59:00.333" v="817" actId="27636"/>
          <ac:spMkLst>
            <pc:docMk/>
            <pc:sldMk cId="0" sldId="354"/>
            <ac:spMk id="3" creationId="{00000000-0000-0000-0000-000000000000}"/>
          </ac:spMkLst>
        </pc:spChg>
        <pc:spChg chg="mod">
          <ac:chgData name="Trevoir Williams" userId="6a45007046124a3d" providerId="LiveId" clId="{53D5EA3C-0847-4EC1-9FDC-43DBDAEAF41A}" dt="2026-04-29T19:59:00.339" v="818" actId="27636"/>
          <ac:spMkLst>
            <pc:docMk/>
            <pc:sldMk cId="0" sldId="354"/>
            <ac:spMk id="4" creationId="{00000000-0000-0000-0000-000000000000}"/>
          </ac:spMkLst>
        </pc:spChg>
        <pc:spChg chg="mod">
          <ac:chgData name="Trevoir Williams" userId="6a45007046124a3d" providerId="LiveId" clId="{53D5EA3C-0847-4EC1-9FDC-43DBDAEAF41A}" dt="2026-04-29T19:59:00.344" v="819" actId="27636"/>
          <ac:spMkLst>
            <pc:docMk/>
            <pc:sldMk cId="0" sldId="354"/>
            <ac:spMk id="7" creationId="{00000000-0000-0000-0000-000000000000}"/>
          </ac:spMkLst>
        </pc:spChg>
        <pc:spChg chg="mod">
          <ac:chgData name="Trevoir Williams" userId="6a45007046124a3d" providerId="LiveId" clId="{53D5EA3C-0847-4EC1-9FDC-43DBDAEAF41A}" dt="2026-04-29T19:59:00.347" v="820" actId="27636"/>
          <ac:spMkLst>
            <pc:docMk/>
            <pc:sldMk cId="0" sldId="354"/>
            <ac:spMk id="9" creationId="{00000000-0000-0000-0000-000000000000}"/>
          </ac:spMkLst>
        </pc:spChg>
        <pc:spChg chg="mod">
          <ac:chgData name="Trevoir Williams" userId="6a45007046124a3d" providerId="LiveId" clId="{53D5EA3C-0847-4EC1-9FDC-43DBDAEAF41A}" dt="2026-04-29T18:41:47.865" v="484" actId="26606"/>
          <ac:spMkLst>
            <pc:docMk/>
            <pc:sldMk cId="0" sldId="354"/>
            <ac:spMk id="14" creationId="{00000000-0000-0000-0000-000000000000}"/>
          </ac:spMkLst>
        </pc:spChg>
        <pc:spChg chg="mod">
          <ac:chgData name="Trevoir Williams" userId="6a45007046124a3d" providerId="LiveId" clId="{53D5EA3C-0847-4EC1-9FDC-43DBDAEAF41A}" dt="2026-04-29T18:41:47.865" v="484" actId="26606"/>
          <ac:spMkLst>
            <pc:docMk/>
            <pc:sldMk cId="0" sldId="354"/>
            <ac:spMk id="16" creationId="{00000000-0000-0000-0000-000000000000}"/>
          </ac:spMkLst>
        </pc:spChg>
        <pc:spChg chg="mod">
          <ac:chgData name="Trevoir Williams" userId="6a45007046124a3d" providerId="LiveId" clId="{53D5EA3C-0847-4EC1-9FDC-43DBDAEAF41A}" dt="2026-04-29T18:41:47.865" v="484" actId="26606"/>
          <ac:spMkLst>
            <pc:docMk/>
            <pc:sldMk cId="0" sldId="354"/>
            <ac:spMk id="17" creationId="{00000000-0000-0000-0000-000000000000}"/>
          </ac:spMkLst>
        </pc:spChg>
      </pc:sldChg>
      <pc:sldChg chg="modSp add del mod">
        <pc:chgData name="Trevoir Williams" userId="6a45007046124a3d" providerId="LiveId" clId="{53D5EA3C-0847-4EC1-9FDC-43DBDAEAF41A}" dt="2026-04-29T19:59:01.158" v="824" actId="27636"/>
        <pc:sldMkLst>
          <pc:docMk/>
          <pc:sldMk cId="0" sldId="355"/>
        </pc:sldMkLst>
        <pc:spChg chg="mod">
          <ac:chgData name="Trevoir Williams" userId="6a45007046124a3d" providerId="LiveId" clId="{53D5EA3C-0847-4EC1-9FDC-43DBDAEAF41A}" dt="2026-04-29T19:59:01.158" v="824" actId="27636"/>
          <ac:spMkLst>
            <pc:docMk/>
            <pc:sldMk cId="0" sldId="355"/>
            <ac:spMk id="3" creationId="{00000000-0000-0000-0000-000000000000}"/>
          </ac:spMkLst>
        </pc:spChg>
        <pc:spChg chg="mod">
          <ac:chgData name="Trevoir Williams" userId="6a45007046124a3d" providerId="LiveId" clId="{53D5EA3C-0847-4EC1-9FDC-43DBDAEAF41A}" dt="2026-04-29T19:59:01.152" v="823" actId="27636"/>
          <ac:spMkLst>
            <pc:docMk/>
            <pc:sldMk cId="0" sldId="355"/>
            <ac:spMk id="4" creationId="{00000000-0000-0000-0000-000000000000}"/>
          </ac:spMkLst>
        </pc:spChg>
        <pc:spChg chg="mod">
          <ac:chgData name="Trevoir Williams" userId="6a45007046124a3d" providerId="LiveId" clId="{53D5EA3C-0847-4EC1-9FDC-43DBDAEAF41A}" dt="2026-04-29T19:59:01.147" v="821" actId="27636"/>
          <ac:spMkLst>
            <pc:docMk/>
            <pc:sldMk cId="0" sldId="355"/>
            <ac:spMk id="7" creationId="{00000000-0000-0000-0000-000000000000}"/>
          </ac:spMkLst>
        </pc:spChg>
        <pc:spChg chg="mod">
          <ac:chgData name="Trevoir Williams" userId="6a45007046124a3d" providerId="LiveId" clId="{53D5EA3C-0847-4EC1-9FDC-43DBDAEAF41A}" dt="2026-04-29T19:59:01.150" v="822" actId="27636"/>
          <ac:spMkLst>
            <pc:docMk/>
            <pc:sldMk cId="0" sldId="355"/>
            <ac:spMk id="9" creationId="{00000000-0000-0000-0000-000000000000}"/>
          </ac:spMkLst>
        </pc:spChg>
        <pc:spChg chg="mod">
          <ac:chgData name="Trevoir Williams" userId="6a45007046124a3d" providerId="LiveId" clId="{53D5EA3C-0847-4EC1-9FDC-43DBDAEAF41A}" dt="2026-04-29T18:41:47.865" v="484" actId="26606"/>
          <ac:spMkLst>
            <pc:docMk/>
            <pc:sldMk cId="0" sldId="355"/>
            <ac:spMk id="14" creationId="{00000000-0000-0000-0000-000000000000}"/>
          </ac:spMkLst>
        </pc:spChg>
        <pc:spChg chg="mod">
          <ac:chgData name="Trevoir Williams" userId="6a45007046124a3d" providerId="LiveId" clId="{53D5EA3C-0847-4EC1-9FDC-43DBDAEAF41A}" dt="2026-04-29T18:41:47.865" v="484" actId="26606"/>
          <ac:spMkLst>
            <pc:docMk/>
            <pc:sldMk cId="0" sldId="355"/>
            <ac:spMk id="16" creationId="{00000000-0000-0000-0000-000000000000}"/>
          </ac:spMkLst>
        </pc:spChg>
        <pc:spChg chg="mod">
          <ac:chgData name="Trevoir Williams" userId="6a45007046124a3d" providerId="LiveId" clId="{53D5EA3C-0847-4EC1-9FDC-43DBDAEAF41A}" dt="2026-04-29T18:41:47.865" v="484" actId="26606"/>
          <ac:spMkLst>
            <pc:docMk/>
            <pc:sldMk cId="0" sldId="355"/>
            <ac:spMk id="17" creationId="{00000000-0000-0000-0000-000000000000}"/>
          </ac:spMkLst>
        </pc:spChg>
      </pc:sldChg>
      <pc:sldChg chg="modSp add del mod">
        <pc:chgData name="Trevoir Williams" userId="6a45007046124a3d" providerId="LiveId" clId="{53D5EA3C-0847-4EC1-9FDC-43DBDAEAF41A}" dt="2026-04-29T19:59:01.973" v="828" actId="27636"/>
        <pc:sldMkLst>
          <pc:docMk/>
          <pc:sldMk cId="0" sldId="356"/>
        </pc:sldMkLst>
        <pc:spChg chg="mod">
          <ac:chgData name="Trevoir Williams" userId="6a45007046124a3d" providerId="LiveId" clId="{53D5EA3C-0847-4EC1-9FDC-43DBDAEAF41A}" dt="2026-04-29T19:59:01.973" v="828" actId="27636"/>
          <ac:spMkLst>
            <pc:docMk/>
            <pc:sldMk cId="0" sldId="356"/>
            <ac:spMk id="3" creationId="{00000000-0000-0000-0000-000000000000}"/>
          </ac:spMkLst>
        </pc:spChg>
        <pc:spChg chg="mod">
          <ac:chgData name="Trevoir Williams" userId="6a45007046124a3d" providerId="LiveId" clId="{53D5EA3C-0847-4EC1-9FDC-43DBDAEAF41A}" dt="2026-04-29T19:59:01.960" v="825" actId="27636"/>
          <ac:spMkLst>
            <pc:docMk/>
            <pc:sldMk cId="0" sldId="356"/>
            <ac:spMk id="4" creationId="{00000000-0000-0000-0000-000000000000}"/>
          </ac:spMkLst>
        </pc:spChg>
        <pc:spChg chg="mod">
          <ac:chgData name="Trevoir Williams" userId="6a45007046124a3d" providerId="LiveId" clId="{53D5EA3C-0847-4EC1-9FDC-43DBDAEAF41A}" dt="2026-04-29T19:59:01.973" v="827" actId="27636"/>
          <ac:spMkLst>
            <pc:docMk/>
            <pc:sldMk cId="0" sldId="356"/>
            <ac:spMk id="7" creationId="{00000000-0000-0000-0000-000000000000}"/>
          </ac:spMkLst>
        </pc:spChg>
        <pc:spChg chg="mod">
          <ac:chgData name="Trevoir Williams" userId="6a45007046124a3d" providerId="LiveId" clId="{53D5EA3C-0847-4EC1-9FDC-43DBDAEAF41A}" dt="2026-04-29T19:59:01.960" v="826" actId="27636"/>
          <ac:spMkLst>
            <pc:docMk/>
            <pc:sldMk cId="0" sldId="356"/>
            <ac:spMk id="9" creationId="{00000000-0000-0000-0000-000000000000}"/>
          </ac:spMkLst>
        </pc:spChg>
        <pc:spChg chg="mod">
          <ac:chgData name="Trevoir Williams" userId="6a45007046124a3d" providerId="LiveId" clId="{53D5EA3C-0847-4EC1-9FDC-43DBDAEAF41A}" dt="2026-04-29T18:41:47.865" v="484" actId="26606"/>
          <ac:spMkLst>
            <pc:docMk/>
            <pc:sldMk cId="0" sldId="356"/>
            <ac:spMk id="14" creationId="{00000000-0000-0000-0000-000000000000}"/>
          </ac:spMkLst>
        </pc:spChg>
        <pc:spChg chg="mod">
          <ac:chgData name="Trevoir Williams" userId="6a45007046124a3d" providerId="LiveId" clId="{53D5EA3C-0847-4EC1-9FDC-43DBDAEAF41A}" dt="2026-04-29T18:41:47.865" v="484" actId="26606"/>
          <ac:spMkLst>
            <pc:docMk/>
            <pc:sldMk cId="0" sldId="356"/>
            <ac:spMk id="16" creationId="{00000000-0000-0000-0000-000000000000}"/>
          </ac:spMkLst>
        </pc:spChg>
        <pc:spChg chg="mod">
          <ac:chgData name="Trevoir Williams" userId="6a45007046124a3d" providerId="LiveId" clId="{53D5EA3C-0847-4EC1-9FDC-43DBDAEAF41A}" dt="2026-04-29T18:41:47.865" v="484" actId="26606"/>
          <ac:spMkLst>
            <pc:docMk/>
            <pc:sldMk cId="0" sldId="356"/>
            <ac:spMk id="17" creationId="{00000000-0000-0000-0000-000000000000}"/>
          </ac:spMkLst>
        </pc:spChg>
      </pc:sldChg>
      <pc:sldChg chg="modSp add del mod">
        <pc:chgData name="Trevoir Williams" userId="6a45007046124a3d" providerId="LiveId" clId="{53D5EA3C-0847-4EC1-9FDC-43DBDAEAF41A}" dt="2026-04-29T19:59:03.001" v="831" actId="27636"/>
        <pc:sldMkLst>
          <pc:docMk/>
          <pc:sldMk cId="0" sldId="357"/>
        </pc:sldMkLst>
        <pc:spChg chg="mod">
          <ac:chgData name="Trevoir Williams" userId="6a45007046124a3d" providerId="LiveId" clId="{53D5EA3C-0847-4EC1-9FDC-43DBDAEAF41A}" dt="2026-04-29T18:44:49.780" v="525" actId="27636"/>
          <ac:spMkLst>
            <pc:docMk/>
            <pc:sldMk cId="0" sldId="357"/>
            <ac:spMk id="3" creationId="{00000000-0000-0000-0000-000000000000}"/>
          </ac:spMkLst>
        </pc:spChg>
        <pc:spChg chg="mod">
          <ac:chgData name="Trevoir Williams" userId="6a45007046124a3d" providerId="LiveId" clId="{53D5EA3C-0847-4EC1-9FDC-43DBDAEAF41A}" dt="2026-04-29T19:59:02.993" v="830" actId="27636"/>
          <ac:spMkLst>
            <pc:docMk/>
            <pc:sldMk cId="0" sldId="357"/>
            <ac:spMk id="4" creationId="{00000000-0000-0000-0000-000000000000}"/>
          </ac:spMkLst>
        </pc:spChg>
        <pc:spChg chg="mod">
          <ac:chgData name="Trevoir Williams" userId="6a45007046124a3d" providerId="LiveId" clId="{53D5EA3C-0847-4EC1-9FDC-43DBDAEAF41A}" dt="2026-04-29T19:59:02.988" v="829" actId="27636"/>
          <ac:spMkLst>
            <pc:docMk/>
            <pc:sldMk cId="0" sldId="357"/>
            <ac:spMk id="7" creationId="{00000000-0000-0000-0000-000000000000}"/>
          </ac:spMkLst>
        </pc:spChg>
        <pc:spChg chg="mod">
          <ac:chgData name="Trevoir Williams" userId="6a45007046124a3d" providerId="LiveId" clId="{53D5EA3C-0847-4EC1-9FDC-43DBDAEAF41A}" dt="2026-04-29T19:59:03.001" v="831" actId="27636"/>
          <ac:spMkLst>
            <pc:docMk/>
            <pc:sldMk cId="0" sldId="357"/>
            <ac:spMk id="9" creationId="{00000000-0000-0000-0000-000000000000}"/>
          </ac:spMkLst>
        </pc:spChg>
        <pc:spChg chg="mod">
          <ac:chgData name="Trevoir Williams" userId="6a45007046124a3d" providerId="LiveId" clId="{53D5EA3C-0847-4EC1-9FDC-43DBDAEAF41A}" dt="2026-04-29T18:41:47.865" v="484" actId="26606"/>
          <ac:spMkLst>
            <pc:docMk/>
            <pc:sldMk cId="0" sldId="357"/>
            <ac:spMk id="14" creationId="{00000000-0000-0000-0000-000000000000}"/>
          </ac:spMkLst>
        </pc:spChg>
        <pc:spChg chg="mod">
          <ac:chgData name="Trevoir Williams" userId="6a45007046124a3d" providerId="LiveId" clId="{53D5EA3C-0847-4EC1-9FDC-43DBDAEAF41A}" dt="2026-04-29T18:41:47.865" v="484" actId="26606"/>
          <ac:spMkLst>
            <pc:docMk/>
            <pc:sldMk cId="0" sldId="357"/>
            <ac:spMk id="16" creationId="{00000000-0000-0000-0000-000000000000}"/>
          </ac:spMkLst>
        </pc:spChg>
        <pc:spChg chg="mod">
          <ac:chgData name="Trevoir Williams" userId="6a45007046124a3d" providerId="LiveId" clId="{53D5EA3C-0847-4EC1-9FDC-43DBDAEAF41A}" dt="2026-04-29T18:41:47.865" v="484" actId="26606"/>
          <ac:spMkLst>
            <pc:docMk/>
            <pc:sldMk cId="0" sldId="357"/>
            <ac:spMk id="17" creationId="{00000000-0000-0000-0000-000000000000}"/>
          </ac:spMkLst>
        </pc:spChg>
      </pc:sldChg>
      <pc:sldChg chg="modSp add del mod">
        <pc:chgData name="Trevoir Williams" userId="6a45007046124a3d" providerId="LiveId" clId="{53D5EA3C-0847-4EC1-9FDC-43DBDAEAF41A}" dt="2026-04-29T19:59:04.152" v="834" actId="27636"/>
        <pc:sldMkLst>
          <pc:docMk/>
          <pc:sldMk cId="0" sldId="358"/>
        </pc:sldMkLst>
        <pc:spChg chg="mod">
          <ac:chgData name="Trevoir Williams" userId="6a45007046124a3d" providerId="LiveId" clId="{53D5EA3C-0847-4EC1-9FDC-43DBDAEAF41A}" dt="2026-04-29T18:44:51.071" v="526" actId="27636"/>
          <ac:spMkLst>
            <pc:docMk/>
            <pc:sldMk cId="0" sldId="358"/>
            <ac:spMk id="3" creationId="{00000000-0000-0000-0000-000000000000}"/>
          </ac:spMkLst>
        </pc:spChg>
        <pc:spChg chg="mod">
          <ac:chgData name="Trevoir Williams" userId="6a45007046124a3d" providerId="LiveId" clId="{53D5EA3C-0847-4EC1-9FDC-43DBDAEAF41A}" dt="2026-04-29T19:59:04.148" v="833" actId="27636"/>
          <ac:spMkLst>
            <pc:docMk/>
            <pc:sldMk cId="0" sldId="358"/>
            <ac:spMk id="4" creationId="{00000000-0000-0000-0000-000000000000}"/>
          </ac:spMkLst>
        </pc:spChg>
        <pc:spChg chg="mod">
          <ac:chgData name="Trevoir Williams" userId="6a45007046124a3d" providerId="LiveId" clId="{53D5EA3C-0847-4EC1-9FDC-43DBDAEAF41A}" dt="2026-04-29T19:59:04.144" v="832" actId="27636"/>
          <ac:spMkLst>
            <pc:docMk/>
            <pc:sldMk cId="0" sldId="358"/>
            <ac:spMk id="7" creationId="{00000000-0000-0000-0000-000000000000}"/>
          </ac:spMkLst>
        </pc:spChg>
        <pc:spChg chg="mod">
          <ac:chgData name="Trevoir Williams" userId="6a45007046124a3d" providerId="LiveId" clId="{53D5EA3C-0847-4EC1-9FDC-43DBDAEAF41A}" dt="2026-04-29T19:59:04.152" v="834" actId="27636"/>
          <ac:spMkLst>
            <pc:docMk/>
            <pc:sldMk cId="0" sldId="358"/>
            <ac:spMk id="9" creationId="{00000000-0000-0000-0000-000000000000}"/>
          </ac:spMkLst>
        </pc:spChg>
        <pc:spChg chg="mod">
          <ac:chgData name="Trevoir Williams" userId="6a45007046124a3d" providerId="LiveId" clId="{53D5EA3C-0847-4EC1-9FDC-43DBDAEAF41A}" dt="2026-04-29T18:41:47.865" v="484" actId="26606"/>
          <ac:spMkLst>
            <pc:docMk/>
            <pc:sldMk cId="0" sldId="358"/>
            <ac:spMk id="14" creationId="{00000000-0000-0000-0000-000000000000}"/>
          </ac:spMkLst>
        </pc:spChg>
        <pc:spChg chg="mod">
          <ac:chgData name="Trevoir Williams" userId="6a45007046124a3d" providerId="LiveId" clId="{53D5EA3C-0847-4EC1-9FDC-43DBDAEAF41A}" dt="2026-04-29T18:41:47.865" v="484" actId="26606"/>
          <ac:spMkLst>
            <pc:docMk/>
            <pc:sldMk cId="0" sldId="358"/>
            <ac:spMk id="16" creationId="{00000000-0000-0000-0000-000000000000}"/>
          </ac:spMkLst>
        </pc:spChg>
        <pc:spChg chg="mod">
          <ac:chgData name="Trevoir Williams" userId="6a45007046124a3d" providerId="LiveId" clId="{53D5EA3C-0847-4EC1-9FDC-43DBDAEAF41A}" dt="2026-04-29T18:41:47.865" v="484" actId="26606"/>
          <ac:spMkLst>
            <pc:docMk/>
            <pc:sldMk cId="0" sldId="358"/>
            <ac:spMk id="17" creationId="{00000000-0000-0000-0000-000000000000}"/>
          </ac:spMkLst>
        </pc:spChg>
      </pc:sldChg>
      <pc:sldChg chg="modSp add del mod">
        <pc:chgData name="Trevoir Williams" userId="6a45007046124a3d" providerId="LiveId" clId="{53D5EA3C-0847-4EC1-9FDC-43DBDAEAF41A}" dt="2026-04-29T19:59:05.130" v="837" actId="27636"/>
        <pc:sldMkLst>
          <pc:docMk/>
          <pc:sldMk cId="0" sldId="359"/>
        </pc:sldMkLst>
        <pc:spChg chg="mod">
          <ac:chgData name="Trevoir Williams" userId="6a45007046124a3d" providerId="LiveId" clId="{53D5EA3C-0847-4EC1-9FDC-43DBDAEAF41A}" dt="2026-04-29T18:36:33.074" v="162" actId="26606"/>
          <ac:spMkLst>
            <pc:docMk/>
            <pc:sldMk cId="0" sldId="359"/>
            <ac:spMk id="3" creationId="{00000000-0000-0000-0000-000000000000}"/>
          </ac:spMkLst>
        </pc:spChg>
        <pc:spChg chg="mod">
          <ac:chgData name="Trevoir Williams" userId="6a45007046124a3d" providerId="LiveId" clId="{53D5EA3C-0847-4EC1-9FDC-43DBDAEAF41A}" dt="2026-04-29T19:59:05.130" v="837" actId="27636"/>
          <ac:spMkLst>
            <pc:docMk/>
            <pc:sldMk cId="0" sldId="359"/>
            <ac:spMk id="4" creationId="{00000000-0000-0000-0000-000000000000}"/>
          </ac:spMkLst>
        </pc:spChg>
        <pc:spChg chg="mod">
          <ac:chgData name="Trevoir Williams" userId="6a45007046124a3d" providerId="LiveId" clId="{53D5EA3C-0847-4EC1-9FDC-43DBDAEAF41A}" dt="2026-04-29T19:59:05.120" v="835" actId="27636"/>
          <ac:spMkLst>
            <pc:docMk/>
            <pc:sldMk cId="0" sldId="359"/>
            <ac:spMk id="7" creationId="{00000000-0000-0000-0000-000000000000}"/>
          </ac:spMkLst>
        </pc:spChg>
        <pc:spChg chg="mod">
          <ac:chgData name="Trevoir Williams" userId="6a45007046124a3d" providerId="LiveId" clId="{53D5EA3C-0847-4EC1-9FDC-43DBDAEAF41A}" dt="2026-04-29T19:59:05.125" v="836" actId="27636"/>
          <ac:spMkLst>
            <pc:docMk/>
            <pc:sldMk cId="0" sldId="359"/>
            <ac:spMk id="9" creationId="{00000000-0000-0000-0000-000000000000}"/>
          </ac:spMkLst>
        </pc:spChg>
        <pc:spChg chg="mod">
          <ac:chgData name="Trevoir Williams" userId="6a45007046124a3d" providerId="LiveId" clId="{53D5EA3C-0847-4EC1-9FDC-43DBDAEAF41A}" dt="2026-04-29T18:41:47.865" v="484" actId="26606"/>
          <ac:spMkLst>
            <pc:docMk/>
            <pc:sldMk cId="0" sldId="359"/>
            <ac:spMk id="14" creationId="{00000000-0000-0000-0000-000000000000}"/>
          </ac:spMkLst>
        </pc:spChg>
        <pc:spChg chg="mod">
          <ac:chgData name="Trevoir Williams" userId="6a45007046124a3d" providerId="LiveId" clId="{53D5EA3C-0847-4EC1-9FDC-43DBDAEAF41A}" dt="2026-04-29T18:41:47.865" v="484" actId="26606"/>
          <ac:spMkLst>
            <pc:docMk/>
            <pc:sldMk cId="0" sldId="359"/>
            <ac:spMk id="16" creationId="{00000000-0000-0000-0000-000000000000}"/>
          </ac:spMkLst>
        </pc:spChg>
        <pc:spChg chg="mod">
          <ac:chgData name="Trevoir Williams" userId="6a45007046124a3d" providerId="LiveId" clId="{53D5EA3C-0847-4EC1-9FDC-43DBDAEAF41A}" dt="2026-04-29T18:41:47.865" v="484" actId="26606"/>
          <ac:spMkLst>
            <pc:docMk/>
            <pc:sldMk cId="0" sldId="359"/>
            <ac:spMk id="17" creationId="{00000000-0000-0000-0000-000000000000}"/>
          </ac:spMkLst>
        </pc:spChg>
      </pc:sldChg>
      <pc:sldChg chg="modSp add del mod">
        <pc:chgData name="Trevoir Williams" userId="6a45007046124a3d" providerId="LiveId" clId="{53D5EA3C-0847-4EC1-9FDC-43DBDAEAF41A}" dt="2026-04-29T19:59:05.978" v="840" actId="27636"/>
        <pc:sldMkLst>
          <pc:docMk/>
          <pc:sldMk cId="0" sldId="360"/>
        </pc:sldMkLst>
        <pc:spChg chg="mod">
          <ac:chgData name="Trevoir Williams" userId="6a45007046124a3d" providerId="LiveId" clId="{53D5EA3C-0847-4EC1-9FDC-43DBDAEAF41A}" dt="2026-04-29T18:44:52.734" v="527" actId="27636"/>
          <ac:spMkLst>
            <pc:docMk/>
            <pc:sldMk cId="0" sldId="360"/>
            <ac:spMk id="3" creationId="{00000000-0000-0000-0000-000000000000}"/>
          </ac:spMkLst>
        </pc:spChg>
        <pc:spChg chg="mod">
          <ac:chgData name="Trevoir Williams" userId="6a45007046124a3d" providerId="LiveId" clId="{53D5EA3C-0847-4EC1-9FDC-43DBDAEAF41A}" dt="2026-04-29T19:59:05.969" v="838" actId="27636"/>
          <ac:spMkLst>
            <pc:docMk/>
            <pc:sldMk cId="0" sldId="360"/>
            <ac:spMk id="4" creationId="{00000000-0000-0000-0000-000000000000}"/>
          </ac:spMkLst>
        </pc:spChg>
        <pc:spChg chg="mod">
          <ac:chgData name="Trevoir Williams" userId="6a45007046124a3d" providerId="LiveId" clId="{53D5EA3C-0847-4EC1-9FDC-43DBDAEAF41A}" dt="2026-04-29T19:59:05.978" v="840" actId="27636"/>
          <ac:spMkLst>
            <pc:docMk/>
            <pc:sldMk cId="0" sldId="360"/>
            <ac:spMk id="7" creationId="{00000000-0000-0000-0000-000000000000}"/>
          </ac:spMkLst>
        </pc:spChg>
        <pc:spChg chg="mod">
          <ac:chgData name="Trevoir Williams" userId="6a45007046124a3d" providerId="LiveId" clId="{53D5EA3C-0847-4EC1-9FDC-43DBDAEAF41A}" dt="2026-04-29T19:59:05.973" v="839" actId="27636"/>
          <ac:spMkLst>
            <pc:docMk/>
            <pc:sldMk cId="0" sldId="360"/>
            <ac:spMk id="9" creationId="{00000000-0000-0000-0000-000000000000}"/>
          </ac:spMkLst>
        </pc:spChg>
        <pc:spChg chg="mod">
          <ac:chgData name="Trevoir Williams" userId="6a45007046124a3d" providerId="LiveId" clId="{53D5EA3C-0847-4EC1-9FDC-43DBDAEAF41A}" dt="2026-04-29T18:41:47.865" v="484" actId="26606"/>
          <ac:spMkLst>
            <pc:docMk/>
            <pc:sldMk cId="0" sldId="360"/>
            <ac:spMk id="14" creationId="{00000000-0000-0000-0000-000000000000}"/>
          </ac:spMkLst>
        </pc:spChg>
        <pc:spChg chg="mod">
          <ac:chgData name="Trevoir Williams" userId="6a45007046124a3d" providerId="LiveId" clId="{53D5EA3C-0847-4EC1-9FDC-43DBDAEAF41A}" dt="2026-04-29T18:41:47.865" v="484" actId="26606"/>
          <ac:spMkLst>
            <pc:docMk/>
            <pc:sldMk cId="0" sldId="360"/>
            <ac:spMk id="16" creationId="{00000000-0000-0000-0000-000000000000}"/>
          </ac:spMkLst>
        </pc:spChg>
        <pc:spChg chg="mod">
          <ac:chgData name="Trevoir Williams" userId="6a45007046124a3d" providerId="LiveId" clId="{53D5EA3C-0847-4EC1-9FDC-43DBDAEAF41A}" dt="2026-04-29T18:41:47.865" v="484" actId="26606"/>
          <ac:spMkLst>
            <pc:docMk/>
            <pc:sldMk cId="0" sldId="360"/>
            <ac:spMk id="1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1"/>
        </pc:sldMkLst>
        <pc:spChg chg="mod">
          <ac:chgData name="Trevoir Williams" userId="6a45007046124a3d" providerId="LiveId" clId="{53D5EA3C-0847-4EC1-9FDC-43DBDAEAF41A}" dt="2026-04-29T18:36:33.074" v="162" actId="26606"/>
          <ac:spMkLst>
            <pc:docMk/>
            <pc:sldMk cId="0" sldId="361"/>
            <ac:spMk id="3" creationId="{00000000-0000-0000-0000-000000000000}"/>
          </ac:spMkLst>
        </pc:spChg>
        <pc:spChg chg="mod">
          <ac:chgData name="Trevoir Williams" userId="6a45007046124a3d" providerId="LiveId" clId="{53D5EA3C-0847-4EC1-9FDC-43DBDAEAF41A}" dt="2026-04-29T18:55:27.860" v="641" actId="27636"/>
          <ac:spMkLst>
            <pc:docMk/>
            <pc:sldMk cId="0" sldId="361"/>
            <ac:spMk id="4" creationId="{00000000-0000-0000-0000-000000000000}"/>
          </ac:spMkLst>
        </pc:spChg>
        <pc:spChg chg="mod">
          <ac:chgData name="Trevoir Williams" userId="6a45007046124a3d" providerId="LiveId" clId="{53D5EA3C-0847-4EC1-9FDC-43DBDAEAF41A}" dt="2026-04-29T18:55:27.860" v="642" actId="27636"/>
          <ac:spMkLst>
            <pc:docMk/>
            <pc:sldMk cId="0" sldId="361"/>
            <ac:spMk id="17" creationId="{00000000-0000-0000-0000-000000000000}"/>
          </ac:spMkLst>
        </pc:spChg>
        <pc:spChg chg="mod">
          <ac:chgData name="Trevoir Williams" userId="6a45007046124a3d" providerId="LiveId" clId="{53D5EA3C-0847-4EC1-9FDC-43DBDAEAF41A}" dt="2026-04-29T18:41:47.865" v="484" actId="26606"/>
          <ac:spMkLst>
            <pc:docMk/>
            <pc:sldMk cId="0" sldId="361"/>
            <ac:spMk id="19" creationId="{00000000-0000-0000-0000-000000000000}"/>
          </ac:spMkLst>
        </pc:spChg>
        <pc:spChg chg="mod">
          <ac:chgData name="Trevoir Williams" userId="6a45007046124a3d" providerId="LiveId" clId="{53D5EA3C-0847-4EC1-9FDC-43DBDAEAF41A}" dt="2026-04-29T18:41:47.865" v="484" actId="26606"/>
          <ac:spMkLst>
            <pc:docMk/>
            <pc:sldMk cId="0" sldId="361"/>
            <ac:spMk id="20" creationId="{00000000-0000-0000-0000-000000000000}"/>
          </ac:spMkLst>
        </pc:spChg>
        <pc:spChg chg="mod">
          <ac:chgData name="Trevoir Williams" userId="6a45007046124a3d" providerId="LiveId" clId="{53D5EA3C-0847-4EC1-9FDC-43DBDAEAF41A}" dt="2026-04-29T18:41:47.865" v="484" actId="26606"/>
          <ac:spMkLst>
            <pc:docMk/>
            <pc:sldMk cId="0" sldId="361"/>
            <ac:spMk id="21" creationId="{00000000-0000-0000-0000-000000000000}"/>
          </ac:spMkLst>
        </pc:spChg>
      </pc:sldChg>
      <pc:sldChg chg="modSp add del mod">
        <pc:chgData name="Trevoir Williams" userId="6a45007046124a3d" providerId="LiveId" clId="{53D5EA3C-0847-4EC1-9FDC-43DBDAEAF41A}" dt="2026-04-29T19:27:40.755" v="686" actId="27636"/>
        <pc:sldMkLst>
          <pc:docMk/>
          <pc:sldMk cId="0" sldId="362"/>
        </pc:sldMkLst>
        <pc:spChg chg="mod">
          <ac:chgData name="Trevoir Williams" userId="6a45007046124a3d" providerId="LiveId" clId="{53D5EA3C-0847-4EC1-9FDC-43DBDAEAF41A}" dt="2026-04-29T18:36:33.074" v="162" actId="26606"/>
          <ac:spMkLst>
            <pc:docMk/>
            <pc:sldMk cId="0" sldId="362"/>
            <ac:spMk id="3" creationId="{00000000-0000-0000-0000-000000000000}"/>
          </ac:spMkLst>
        </pc:spChg>
        <pc:spChg chg="mod">
          <ac:chgData name="Trevoir Williams" userId="6a45007046124a3d" providerId="LiveId" clId="{53D5EA3C-0847-4EC1-9FDC-43DBDAEAF41A}" dt="2026-04-29T19:27:40.746" v="683" actId="27636"/>
          <ac:spMkLst>
            <pc:docMk/>
            <pc:sldMk cId="0" sldId="362"/>
            <ac:spMk id="4" creationId="{00000000-0000-0000-0000-000000000000}"/>
          </ac:spMkLst>
        </pc:spChg>
        <pc:spChg chg="mod">
          <ac:chgData name="Trevoir Williams" userId="6a45007046124a3d" providerId="LiveId" clId="{53D5EA3C-0847-4EC1-9FDC-43DBDAEAF41A}" dt="2026-04-29T19:27:40.746" v="684" actId="27636"/>
          <ac:spMkLst>
            <pc:docMk/>
            <pc:sldMk cId="0" sldId="362"/>
            <ac:spMk id="8" creationId="{00000000-0000-0000-0000-000000000000}"/>
          </ac:spMkLst>
        </pc:spChg>
        <pc:spChg chg="mod">
          <ac:chgData name="Trevoir Williams" userId="6a45007046124a3d" providerId="LiveId" clId="{53D5EA3C-0847-4EC1-9FDC-43DBDAEAF41A}" dt="2026-04-29T19:27:40.755" v="685" actId="27636"/>
          <ac:spMkLst>
            <pc:docMk/>
            <pc:sldMk cId="0" sldId="362"/>
            <ac:spMk id="12" creationId="{00000000-0000-0000-0000-000000000000}"/>
          </ac:spMkLst>
        </pc:spChg>
        <pc:spChg chg="mod">
          <ac:chgData name="Trevoir Williams" userId="6a45007046124a3d" providerId="LiveId" clId="{53D5EA3C-0847-4EC1-9FDC-43DBDAEAF41A}" dt="2026-04-29T19:27:40.755" v="686" actId="27636"/>
          <ac:spMkLst>
            <pc:docMk/>
            <pc:sldMk cId="0" sldId="362"/>
            <ac:spMk id="16" creationId="{00000000-0000-0000-0000-000000000000}"/>
          </ac:spMkLst>
        </pc:spChg>
        <pc:spChg chg="mod">
          <ac:chgData name="Trevoir Williams" userId="6a45007046124a3d" providerId="LiveId" clId="{53D5EA3C-0847-4EC1-9FDC-43DBDAEAF41A}" dt="2026-04-29T18:41:47.865" v="484" actId="26606"/>
          <ac:spMkLst>
            <pc:docMk/>
            <pc:sldMk cId="0" sldId="362"/>
            <ac:spMk id="20" creationId="{00000000-0000-0000-0000-000000000000}"/>
          </ac:spMkLst>
        </pc:spChg>
        <pc:spChg chg="mod">
          <ac:chgData name="Trevoir Williams" userId="6a45007046124a3d" providerId="LiveId" clId="{53D5EA3C-0847-4EC1-9FDC-43DBDAEAF41A}" dt="2026-04-29T18:41:47.865" v="484" actId="26606"/>
          <ac:spMkLst>
            <pc:docMk/>
            <pc:sldMk cId="0" sldId="362"/>
            <ac:spMk id="22" creationId="{00000000-0000-0000-0000-000000000000}"/>
          </ac:spMkLst>
        </pc:spChg>
        <pc:spChg chg="mod">
          <ac:chgData name="Trevoir Williams" userId="6a45007046124a3d" providerId="LiveId" clId="{53D5EA3C-0847-4EC1-9FDC-43DBDAEAF41A}" dt="2026-04-29T18:41:47.865" v="484" actId="26606"/>
          <ac:spMkLst>
            <pc:docMk/>
            <pc:sldMk cId="0" sldId="362"/>
            <ac:spMk id="24" creationId="{00000000-0000-0000-0000-000000000000}"/>
          </ac:spMkLst>
        </pc:spChg>
        <pc:spChg chg="mod">
          <ac:chgData name="Trevoir Williams" userId="6a45007046124a3d" providerId="LiveId" clId="{53D5EA3C-0847-4EC1-9FDC-43DBDAEAF41A}" dt="2026-04-29T18:41:47.865" v="484" actId="26606"/>
          <ac:spMkLst>
            <pc:docMk/>
            <pc:sldMk cId="0" sldId="362"/>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63"/>
        </pc:sldMkLst>
        <pc:spChg chg="mod">
          <ac:chgData name="Trevoir Williams" userId="6a45007046124a3d" providerId="LiveId" clId="{53D5EA3C-0847-4EC1-9FDC-43DBDAEAF41A}" dt="2026-04-29T20:28:13.734" v="893" actId="26606"/>
          <ac:spMkLst>
            <pc:docMk/>
            <pc:sldMk cId="0" sldId="363"/>
            <ac:spMk id="4" creationId="{00000000-0000-0000-0000-000000000000}"/>
          </ac:spMkLst>
        </pc:spChg>
        <pc:spChg chg="mod">
          <ac:chgData name="Trevoir Williams" userId="6a45007046124a3d" providerId="LiveId" clId="{53D5EA3C-0847-4EC1-9FDC-43DBDAEAF41A}" dt="2026-04-29T20:28:13.734" v="893" actId="26606"/>
          <ac:spMkLst>
            <pc:docMk/>
            <pc:sldMk cId="0" sldId="363"/>
            <ac:spMk id="5" creationId="{00000000-0000-0000-0000-000000000000}"/>
          </ac:spMkLst>
        </pc:spChg>
        <pc:spChg chg="mod">
          <ac:chgData name="Trevoir Williams" userId="6a45007046124a3d" providerId="LiveId" clId="{53D5EA3C-0847-4EC1-9FDC-43DBDAEAF41A}" dt="2026-04-29T20:28:13.734" v="893" actId="26606"/>
          <ac:spMkLst>
            <pc:docMk/>
            <pc:sldMk cId="0" sldId="363"/>
            <ac:spMk id="6" creationId="{00000000-0000-0000-0000-000000000000}"/>
          </ac:spMkLst>
        </pc:spChg>
        <pc:spChg chg="mod">
          <ac:chgData name="Trevoir Williams" userId="6a45007046124a3d" providerId="LiveId" clId="{53D5EA3C-0847-4EC1-9FDC-43DBDAEAF41A}" dt="2026-04-29T20:28:13.734" v="893" actId="26606"/>
          <ac:spMkLst>
            <pc:docMk/>
            <pc:sldMk cId="0" sldId="363"/>
            <ac:spMk id="7" creationId="{00000000-0000-0000-0000-000000000000}"/>
          </ac:spMkLst>
        </pc:spChg>
        <pc:spChg chg="mod">
          <ac:chgData name="Trevoir Williams" userId="6a45007046124a3d" providerId="LiveId" clId="{53D5EA3C-0847-4EC1-9FDC-43DBDAEAF41A}" dt="2026-04-29T18:55:28.931" v="643" actId="27636"/>
          <ac:spMkLst>
            <pc:docMk/>
            <pc:sldMk cId="0" sldId="363"/>
            <ac:spMk id="8" creationId="{00000000-0000-0000-0000-000000000000}"/>
          </ac:spMkLst>
        </pc:spChg>
        <pc:spChg chg="mod">
          <ac:chgData name="Trevoir Williams" userId="6a45007046124a3d" providerId="LiveId" clId="{53D5EA3C-0847-4EC1-9FDC-43DBDAEAF41A}" dt="2026-04-29T20:28:13.734" v="893" actId="26606"/>
          <ac:spMkLst>
            <pc:docMk/>
            <pc:sldMk cId="0" sldId="363"/>
            <ac:spMk id="9" creationId="{00000000-0000-0000-0000-000000000000}"/>
          </ac:spMkLst>
        </pc:spChg>
        <pc:spChg chg="mod">
          <ac:chgData name="Trevoir Williams" userId="6a45007046124a3d" providerId="LiveId" clId="{53D5EA3C-0847-4EC1-9FDC-43DBDAEAF41A}" dt="2026-04-29T20:28:13.734" v="893" actId="26606"/>
          <ac:spMkLst>
            <pc:docMk/>
            <pc:sldMk cId="0" sldId="363"/>
            <ac:spMk id="11" creationId="{00000000-0000-0000-0000-000000000000}"/>
          </ac:spMkLst>
        </pc:spChg>
        <pc:spChg chg="mod">
          <ac:chgData name="Trevoir Williams" userId="6a45007046124a3d" providerId="LiveId" clId="{53D5EA3C-0847-4EC1-9FDC-43DBDAEAF41A}" dt="2026-04-29T20:28:13.734" v="893" actId="26606"/>
          <ac:spMkLst>
            <pc:docMk/>
            <pc:sldMk cId="0" sldId="363"/>
            <ac:spMk id="12" creationId="{00000000-0000-0000-0000-000000000000}"/>
          </ac:spMkLst>
        </pc:spChg>
        <pc:spChg chg="mod">
          <ac:chgData name="Trevoir Williams" userId="6a45007046124a3d" providerId="LiveId" clId="{53D5EA3C-0847-4EC1-9FDC-43DBDAEAF41A}" dt="2026-04-29T20:28:13.734" v="893" actId="26606"/>
          <ac:spMkLst>
            <pc:docMk/>
            <pc:sldMk cId="0" sldId="363"/>
            <ac:spMk id="13" creationId="{00000000-0000-0000-0000-000000000000}"/>
          </ac:spMkLst>
        </pc:spChg>
        <pc:spChg chg="mod">
          <ac:chgData name="Trevoir Williams" userId="6a45007046124a3d" providerId="LiveId" clId="{53D5EA3C-0847-4EC1-9FDC-43DBDAEAF41A}" dt="2026-04-29T20:28:13.734" v="893" actId="26606"/>
          <ac:spMkLst>
            <pc:docMk/>
            <pc:sldMk cId="0" sldId="363"/>
            <ac:spMk id="14" creationId="{00000000-0000-0000-0000-000000000000}"/>
          </ac:spMkLst>
        </pc:spChg>
        <pc:spChg chg="mod">
          <ac:chgData name="Trevoir Williams" userId="6a45007046124a3d" providerId="LiveId" clId="{53D5EA3C-0847-4EC1-9FDC-43DBDAEAF41A}" dt="2026-04-29T20:28:13.734" v="893" actId="26606"/>
          <ac:spMkLst>
            <pc:docMk/>
            <pc:sldMk cId="0" sldId="363"/>
            <ac:spMk id="15" creationId="{00000000-0000-0000-0000-000000000000}"/>
          </ac:spMkLst>
        </pc:spChg>
        <pc:spChg chg="mod">
          <ac:chgData name="Trevoir Williams" userId="6a45007046124a3d" providerId="LiveId" clId="{53D5EA3C-0847-4EC1-9FDC-43DBDAEAF41A}" dt="2026-04-29T18:41:47.865" v="484" actId="26606"/>
          <ac:spMkLst>
            <pc:docMk/>
            <pc:sldMk cId="0" sldId="363"/>
            <ac:spMk id="25" creationId="{00000000-0000-0000-0000-000000000000}"/>
          </ac:spMkLst>
        </pc:spChg>
        <pc:spChg chg="mod">
          <ac:chgData name="Trevoir Williams" userId="6a45007046124a3d" providerId="LiveId" clId="{53D5EA3C-0847-4EC1-9FDC-43DBDAEAF41A}" dt="2026-04-29T18:41:47.865" v="484" actId="26606"/>
          <ac:spMkLst>
            <pc:docMk/>
            <pc:sldMk cId="0" sldId="363"/>
            <ac:spMk id="26" creationId="{00000000-0000-0000-0000-000000000000}"/>
          </ac:spMkLst>
        </pc:spChg>
        <pc:spChg chg="mod">
          <ac:chgData name="Trevoir Williams" userId="6a45007046124a3d" providerId="LiveId" clId="{53D5EA3C-0847-4EC1-9FDC-43DBDAEAF41A}" dt="2026-04-29T18:41:47.865" v="484" actId="26606"/>
          <ac:spMkLst>
            <pc:docMk/>
            <pc:sldMk cId="0" sldId="363"/>
            <ac:spMk id="27" creationId="{00000000-0000-0000-0000-000000000000}"/>
          </ac:spMkLst>
        </pc:spChg>
      </pc:sldChg>
      <pc:sldChg chg="modSp add del mod">
        <pc:chgData name="Trevoir Williams" userId="6a45007046124a3d" providerId="LiveId" clId="{53D5EA3C-0847-4EC1-9FDC-43DBDAEAF41A}" dt="2026-04-29T20:52:00.045" v="898" actId="26606"/>
        <pc:sldMkLst>
          <pc:docMk/>
          <pc:sldMk cId="0" sldId="364"/>
        </pc:sldMkLst>
        <pc:spChg chg="mod">
          <ac:chgData name="Trevoir Williams" userId="6a45007046124a3d" providerId="LiveId" clId="{53D5EA3C-0847-4EC1-9FDC-43DBDAEAF41A}" dt="2026-04-29T18:36:33.074" v="162" actId="26606"/>
          <ac:spMkLst>
            <pc:docMk/>
            <pc:sldMk cId="0" sldId="364"/>
            <ac:spMk id="3" creationId="{00000000-0000-0000-0000-000000000000}"/>
          </ac:spMkLst>
        </pc:spChg>
        <pc:spChg chg="mod">
          <ac:chgData name="Trevoir Williams" userId="6a45007046124a3d" providerId="LiveId" clId="{53D5EA3C-0847-4EC1-9FDC-43DBDAEAF41A}" dt="2026-04-29T18:55:29.848" v="644" actId="27636"/>
          <ac:spMkLst>
            <pc:docMk/>
            <pc:sldMk cId="0" sldId="364"/>
            <ac:spMk id="4" creationId="{00000000-0000-0000-0000-000000000000}"/>
          </ac:spMkLst>
        </pc:spChg>
        <pc:spChg chg="mod">
          <ac:chgData name="Trevoir Williams" userId="6a45007046124a3d" providerId="LiveId" clId="{53D5EA3C-0847-4EC1-9FDC-43DBDAEAF41A}" dt="2026-04-29T18:41:47.865" v="484" actId="26606"/>
          <ac:spMkLst>
            <pc:docMk/>
            <pc:sldMk cId="0" sldId="364"/>
            <ac:spMk id="14" creationId="{00000000-0000-0000-0000-000000000000}"/>
          </ac:spMkLst>
        </pc:spChg>
        <pc:spChg chg="mod">
          <ac:chgData name="Trevoir Williams" userId="6a45007046124a3d" providerId="LiveId" clId="{53D5EA3C-0847-4EC1-9FDC-43DBDAEAF41A}" dt="2026-04-29T18:41:47.865" v="484" actId="26606"/>
          <ac:spMkLst>
            <pc:docMk/>
            <pc:sldMk cId="0" sldId="364"/>
            <ac:spMk id="15" creationId="{00000000-0000-0000-0000-000000000000}"/>
          </ac:spMkLst>
        </pc:spChg>
        <pc:spChg chg="mod">
          <ac:chgData name="Trevoir Williams" userId="6a45007046124a3d" providerId="LiveId" clId="{53D5EA3C-0847-4EC1-9FDC-43DBDAEAF41A}" dt="2026-04-29T20:52:00.045" v="898" actId="26606"/>
          <ac:spMkLst>
            <pc:docMk/>
            <pc:sldMk cId="0" sldId="364"/>
            <ac:spMk id="16" creationId="{00000000-0000-0000-0000-000000000000}"/>
          </ac:spMkLst>
        </pc:spChg>
      </pc:sldChg>
      <pc:sldChg chg="modSp add del mod">
        <pc:chgData name="Trevoir Williams" userId="6a45007046124a3d" providerId="LiveId" clId="{53D5EA3C-0847-4EC1-9FDC-43DBDAEAF41A}" dt="2026-04-29T18:55:30.619" v="646" actId="27636"/>
        <pc:sldMkLst>
          <pc:docMk/>
          <pc:sldMk cId="0" sldId="365"/>
        </pc:sldMkLst>
        <pc:spChg chg="mod">
          <ac:chgData name="Trevoir Williams" userId="6a45007046124a3d" providerId="LiveId" clId="{53D5EA3C-0847-4EC1-9FDC-43DBDAEAF41A}" dt="2026-04-29T18:55:30.619" v="646" actId="27636"/>
          <ac:spMkLst>
            <pc:docMk/>
            <pc:sldMk cId="0" sldId="365"/>
            <ac:spMk id="3" creationId="{00000000-0000-0000-0000-000000000000}"/>
          </ac:spMkLst>
        </pc:spChg>
        <pc:spChg chg="mod">
          <ac:chgData name="Trevoir Williams" userId="6a45007046124a3d" providerId="LiveId" clId="{53D5EA3C-0847-4EC1-9FDC-43DBDAEAF41A}" dt="2026-04-29T18:55:30.619" v="645" actId="27636"/>
          <ac:spMkLst>
            <pc:docMk/>
            <pc:sldMk cId="0" sldId="365"/>
            <ac:spMk id="4" creationId="{00000000-0000-0000-0000-000000000000}"/>
          </ac:spMkLst>
        </pc:spChg>
        <pc:spChg chg="mod">
          <ac:chgData name="Trevoir Williams" userId="6a45007046124a3d" providerId="LiveId" clId="{53D5EA3C-0847-4EC1-9FDC-43DBDAEAF41A}" dt="2026-04-29T18:41:47.865" v="484" actId="26606"/>
          <ac:spMkLst>
            <pc:docMk/>
            <pc:sldMk cId="0" sldId="365"/>
            <ac:spMk id="23" creationId="{00000000-0000-0000-0000-000000000000}"/>
          </ac:spMkLst>
        </pc:spChg>
        <pc:spChg chg="mod">
          <ac:chgData name="Trevoir Williams" userId="6a45007046124a3d" providerId="LiveId" clId="{53D5EA3C-0847-4EC1-9FDC-43DBDAEAF41A}" dt="2026-04-29T18:41:47.865" v="484" actId="26606"/>
          <ac:spMkLst>
            <pc:docMk/>
            <pc:sldMk cId="0" sldId="365"/>
            <ac:spMk id="25" creationId="{00000000-0000-0000-0000-000000000000}"/>
          </ac:spMkLst>
        </pc:spChg>
        <pc:spChg chg="mod">
          <ac:chgData name="Trevoir Williams" userId="6a45007046124a3d" providerId="LiveId" clId="{53D5EA3C-0847-4EC1-9FDC-43DBDAEAF41A}" dt="2026-04-29T18:41:47.865" v="484" actId="26606"/>
          <ac:spMkLst>
            <pc:docMk/>
            <pc:sldMk cId="0" sldId="365"/>
            <ac:spMk id="26" creationId="{00000000-0000-0000-0000-000000000000}"/>
          </ac:spMkLst>
        </pc:spChg>
        <pc:spChg chg="mod">
          <ac:chgData name="Trevoir Williams" userId="6a45007046124a3d" providerId="LiveId" clId="{53D5EA3C-0847-4EC1-9FDC-43DBDAEAF41A}" dt="2026-04-29T18:41:47.865" v="484" actId="26606"/>
          <ac:spMkLst>
            <pc:docMk/>
            <pc:sldMk cId="0" sldId="365"/>
            <ac:spMk id="27" creationId="{00000000-0000-0000-0000-000000000000}"/>
          </ac:spMkLst>
        </pc:spChg>
        <pc:spChg chg="mod">
          <ac:chgData name="Trevoir Williams" userId="6a45007046124a3d" providerId="LiveId" clId="{53D5EA3C-0847-4EC1-9FDC-43DBDAEAF41A}" dt="2026-04-29T18:41:47.865" v="484" actId="26606"/>
          <ac:spMkLst>
            <pc:docMk/>
            <pc:sldMk cId="0" sldId="365"/>
            <ac:spMk id="2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66"/>
        </pc:sldMkLst>
        <pc:spChg chg="mod">
          <ac:chgData name="Trevoir Williams" userId="6a45007046124a3d" providerId="LiveId" clId="{53D5EA3C-0847-4EC1-9FDC-43DBDAEAF41A}" dt="2026-04-29T18:55:31.424" v="648" actId="27636"/>
          <ac:spMkLst>
            <pc:docMk/>
            <pc:sldMk cId="0" sldId="366"/>
            <ac:spMk id="3" creationId="{00000000-0000-0000-0000-000000000000}"/>
          </ac:spMkLst>
        </pc:spChg>
        <pc:spChg chg="mod">
          <ac:chgData name="Trevoir Williams" userId="6a45007046124a3d" providerId="LiveId" clId="{53D5EA3C-0847-4EC1-9FDC-43DBDAEAF41A}" dt="2026-04-29T18:55:31.421" v="647" actId="27636"/>
          <ac:spMkLst>
            <pc:docMk/>
            <pc:sldMk cId="0" sldId="366"/>
            <ac:spMk id="4" creationId="{00000000-0000-0000-0000-000000000000}"/>
          </ac:spMkLst>
        </pc:spChg>
        <pc:spChg chg="mod">
          <ac:chgData name="Trevoir Williams" userId="6a45007046124a3d" providerId="LiveId" clId="{53D5EA3C-0847-4EC1-9FDC-43DBDAEAF41A}" dt="2026-04-29T18:41:47.865" v="484" actId="26606"/>
          <ac:spMkLst>
            <pc:docMk/>
            <pc:sldMk cId="0" sldId="366"/>
            <ac:spMk id="17" creationId="{00000000-0000-0000-0000-000000000000}"/>
          </ac:spMkLst>
        </pc:spChg>
        <pc:spChg chg="mod">
          <ac:chgData name="Trevoir Williams" userId="6a45007046124a3d" providerId="LiveId" clId="{53D5EA3C-0847-4EC1-9FDC-43DBDAEAF41A}" dt="2026-04-29T18:41:47.865" v="484" actId="26606"/>
          <ac:spMkLst>
            <pc:docMk/>
            <pc:sldMk cId="0" sldId="366"/>
            <ac:spMk id="19" creationId="{00000000-0000-0000-0000-000000000000}"/>
          </ac:spMkLst>
        </pc:spChg>
        <pc:spChg chg="mod">
          <ac:chgData name="Trevoir Williams" userId="6a45007046124a3d" providerId="LiveId" clId="{53D5EA3C-0847-4EC1-9FDC-43DBDAEAF41A}" dt="2026-04-29T18:41:47.865" v="484" actId="26606"/>
          <ac:spMkLst>
            <pc:docMk/>
            <pc:sldMk cId="0" sldId="366"/>
            <ac:spMk id="20" creationId="{00000000-0000-0000-0000-000000000000}"/>
          </ac:spMkLst>
        </pc:spChg>
        <pc:spChg chg="mod">
          <ac:chgData name="Trevoir Williams" userId="6a45007046124a3d" providerId="LiveId" clId="{53D5EA3C-0847-4EC1-9FDC-43DBDAEAF41A}" dt="2026-04-29T18:41:47.865" v="484" actId="26606"/>
          <ac:spMkLst>
            <pc:docMk/>
            <pc:sldMk cId="0" sldId="366"/>
            <ac:spMk id="21" creationId="{00000000-0000-0000-0000-000000000000}"/>
          </ac:spMkLst>
        </pc:spChg>
      </pc:sldChg>
      <pc:sldChg chg="modSp add del mod">
        <pc:chgData name="Trevoir Williams" userId="6a45007046124a3d" providerId="LiveId" clId="{53D5EA3C-0847-4EC1-9FDC-43DBDAEAF41A}" dt="2026-04-29T19:59:06.752" v="844" actId="27636"/>
        <pc:sldMkLst>
          <pc:docMk/>
          <pc:sldMk cId="0" sldId="367"/>
        </pc:sldMkLst>
        <pc:spChg chg="mod">
          <ac:chgData name="Trevoir Williams" userId="6a45007046124a3d" providerId="LiveId" clId="{53D5EA3C-0847-4EC1-9FDC-43DBDAEAF41A}" dt="2026-04-29T19:59:06.740" v="841" actId="27636"/>
          <ac:spMkLst>
            <pc:docMk/>
            <pc:sldMk cId="0" sldId="367"/>
            <ac:spMk id="3" creationId="{00000000-0000-0000-0000-000000000000}"/>
          </ac:spMkLst>
        </pc:spChg>
        <pc:spChg chg="mod">
          <ac:chgData name="Trevoir Williams" userId="6a45007046124a3d" providerId="LiveId" clId="{53D5EA3C-0847-4EC1-9FDC-43DBDAEAF41A}" dt="2026-04-29T19:59:06.743" v="842" actId="27636"/>
          <ac:spMkLst>
            <pc:docMk/>
            <pc:sldMk cId="0" sldId="367"/>
            <ac:spMk id="4" creationId="{00000000-0000-0000-0000-000000000000}"/>
          </ac:spMkLst>
        </pc:spChg>
        <pc:spChg chg="mod">
          <ac:chgData name="Trevoir Williams" userId="6a45007046124a3d" providerId="LiveId" clId="{53D5EA3C-0847-4EC1-9FDC-43DBDAEAF41A}" dt="2026-04-29T19:59:06.752" v="844" actId="27636"/>
          <ac:spMkLst>
            <pc:docMk/>
            <pc:sldMk cId="0" sldId="367"/>
            <ac:spMk id="7" creationId="{00000000-0000-0000-0000-000000000000}"/>
          </ac:spMkLst>
        </pc:spChg>
        <pc:spChg chg="mod">
          <ac:chgData name="Trevoir Williams" userId="6a45007046124a3d" providerId="LiveId" clId="{53D5EA3C-0847-4EC1-9FDC-43DBDAEAF41A}" dt="2026-04-29T19:59:06.747" v="843" actId="27636"/>
          <ac:spMkLst>
            <pc:docMk/>
            <pc:sldMk cId="0" sldId="367"/>
            <ac:spMk id="9" creationId="{00000000-0000-0000-0000-000000000000}"/>
          </ac:spMkLst>
        </pc:spChg>
        <pc:spChg chg="mod">
          <ac:chgData name="Trevoir Williams" userId="6a45007046124a3d" providerId="LiveId" clId="{53D5EA3C-0847-4EC1-9FDC-43DBDAEAF41A}" dt="2026-04-29T18:41:47.865" v="484" actId="26606"/>
          <ac:spMkLst>
            <pc:docMk/>
            <pc:sldMk cId="0" sldId="367"/>
            <ac:spMk id="14" creationId="{00000000-0000-0000-0000-000000000000}"/>
          </ac:spMkLst>
        </pc:spChg>
        <pc:spChg chg="mod">
          <ac:chgData name="Trevoir Williams" userId="6a45007046124a3d" providerId="LiveId" clId="{53D5EA3C-0847-4EC1-9FDC-43DBDAEAF41A}" dt="2026-04-29T18:41:47.865" v="484" actId="26606"/>
          <ac:spMkLst>
            <pc:docMk/>
            <pc:sldMk cId="0" sldId="367"/>
            <ac:spMk id="16" creationId="{00000000-0000-0000-0000-000000000000}"/>
          </ac:spMkLst>
        </pc:spChg>
        <pc:spChg chg="mod">
          <ac:chgData name="Trevoir Williams" userId="6a45007046124a3d" providerId="LiveId" clId="{53D5EA3C-0847-4EC1-9FDC-43DBDAEAF41A}" dt="2026-04-29T18:41:47.865" v="484" actId="26606"/>
          <ac:spMkLst>
            <pc:docMk/>
            <pc:sldMk cId="0" sldId="367"/>
            <ac:spMk id="17" creationId="{00000000-0000-0000-0000-000000000000}"/>
          </ac:spMkLst>
        </pc:spChg>
      </pc:sldChg>
      <pc:sldChg chg="modSp add del mod">
        <pc:chgData name="Trevoir Williams" userId="6a45007046124a3d" providerId="LiveId" clId="{53D5EA3C-0847-4EC1-9FDC-43DBDAEAF41A}" dt="2026-04-29T19:59:07.605" v="848" actId="27636"/>
        <pc:sldMkLst>
          <pc:docMk/>
          <pc:sldMk cId="0" sldId="368"/>
        </pc:sldMkLst>
        <pc:spChg chg="mod">
          <ac:chgData name="Trevoir Williams" userId="6a45007046124a3d" providerId="LiveId" clId="{53D5EA3C-0847-4EC1-9FDC-43DBDAEAF41A}" dt="2026-04-29T19:59:07.592" v="846" actId="27636"/>
          <ac:spMkLst>
            <pc:docMk/>
            <pc:sldMk cId="0" sldId="368"/>
            <ac:spMk id="3" creationId="{00000000-0000-0000-0000-000000000000}"/>
          </ac:spMkLst>
        </pc:spChg>
        <pc:spChg chg="mod">
          <ac:chgData name="Trevoir Williams" userId="6a45007046124a3d" providerId="LiveId" clId="{53D5EA3C-0847-4EC1-9FDC-43DBDAEAF41A}" dt="2026-04-29T19:59:07.598" v="847" actId="27636"/>
          <ac:spMkLst>
            <pc:docMk/>
            <pc:sldMk cId="0" sldId="368"/>
            <ac:spMk id="4" creationId="{00000000-0000-0000-0000-000000000000}"/>
          </ac:spMkLst>
        </pc:spChg>
        <pc:spChg chg="mod">
          <ac:chgData name="Trevoir Williams" userId="6a45007046124a3d" providerId="LiveId" clId="{53D5EA3C-0847-4EC1-9FDC-43DBDAEAF41A}" dt="2026-04-29T19:59:07.605" v="848" actId="27636"/>
          <ac:spMkLst>
            <pc:docMk/>
            <pc:sldMk cId="0" sldId="368"/>
            <ac:spMk id="7" creationId="{00000000-0000-0000-0000-000000000000}"/>
          </ac:spMkLst>
        </pc:spChg>
        <pc:spChg chg="mod">
          <ac:chgData name="Trevoir Williams" userId="6a45007046124a3d" providerId="LiveId" clId="{53D5EA3C-0847-4EC1-9FDC-43DBDAEAF41A}" dt="2026-04-29T19:59:07.571" v="845" actId="27636"/>
          <ac:spMkLst>
            <pc:docMk/>
            <pc:sldMk cId="0" sldId="368"/>
            <ac:spMk id="9" creationId="{00000000-0000-0000-0000-000000000000}"/>
          </ac:spMkLst>
        </pc:spChg>
        <pc:spChg chg="mod">
          <ac:chgData name="Trevoir Williams" userId="6a45007046124a3d" providerId="LiveId" clId="{53D5EA3C-0847-4EC1-9FDC-43DBDAEAF41A}" dt="2026-04-29T18:41:47.865" v="484" actId="26606"/>
          <ac:spMkLst>
            <pc:docMk/>
            <pc:sldMk cId="0" sldId="368"/>
            <ac:spMk id="14" creationId="{00000000-0000-0000-0000-000000000000}"/>
          </ac:spMkLst>
        </pc:spChg>
        <pc:spChg chg="mod">
          <ac:chgData name="Trevoir Williams" userId="6a45007046124a3d" providerId="LiveId" clId="{53D5EA3C-0847-4EC1-9FDC-43DBDAEAF41A}" dt="2026-04-29T18:41:47.865" v="484" actId="26606"/>
          <ac:spMkLst>
            <pc:docMk/>
            <pc:sldMk cId="0" sldId="368"/>
            <ac:spMk id="16" creationId="{00000000-0000-0000-0000-000000000000}"/>
          </ac:spMkLst>
        </pc:spChg>
        <pc:spChg chg="mod">
          <ac:chgData name="Trevoir Williams" userId="6a45007046124a3d" providerId="LiveId" clId="{53D5EA3C-0847-4EC1-9FDC-43DBDAEAF41A}" dt="2026-04-29T18:41:47.865" v="484" actId="26606"/>
          <ac:spMkLst>
            <pc:docMk/>
            <pc:sldMk cId="0" sldId="368"/>
            <ac:spMk id="17" creationId="{00000000-0000-0000-0000-000000000000}"/>
          </ac:spMkLst>
        </pc:spChg>
      </pc:sldChg>
      <pc:sldChg chg="modSp add del mod">
        <pc:chgData name="Trevoir Williams" userId="6a45007046124a3d" providerId="LiveId" clId="{53D5EA3C-0847-4EC1-9FDC-43DBDAEAF41A}" dt="2026-04-29T19:59:08.467" v="852" actId="27636"/>
        <pc:sldMkLst>
          <pc:docMk/>
          <pc:sldMk cId="0" sldId="369"/>
        </pc:sldMkLst>
        <pc:spChg chg="mod">
          <ac:chgData name="Trevoir Williams" userId="6a45007046124a3d" providerId="LiveId" clId="{53D5EA3C-0847-4EC1-9FDC-43DBDAEAF41A}" dt="2026-04-29T19:59:08.450" v="850" actId="27636"/>
          <ac:spMkLst>
            <pc:docMk/>
            <pc:sldMk cId="0" sldId="369"/>
            <ac:spMk id="3" creationId="{00000000-0000-0000-0000-000000000000}"/>
          </ac:spMkLst>
        </pc:spChg>
        <pc:spChg chg="mod">
          <ac:chgData name="Trevoir Williams" userId="6a45007046124a3d" providerId="LiveId" clId="{53D5EA3C-0847-4EC1-9FDC-43DBDAEAF41A}" dt="2026-04-29T19:59:08.460" v="851" actId="27636"/>
          <ac:spMkLst>
            <pc:docMk/>
            <pc:sldMk cId="0" sldId="369"/>
            <ac:spMk id="4" creationId="{00000000-0000-0000-0000-000000000000}"/>
          </ac:spMkLst>
        </pc:spChg>
        <pc:spChg chg="mod">
          <ac:chgData name="Trevoir Williams" userId="6a45007046124a3d" providerId="LiveId" clId="{53D5EA3C-0847-4EC1-9FDC-43DBDAEAF41A}" dt="2026-04-29T19:59:08.450" v="849" actId="27636"/>
          <ac:spMkLst>
            <pc:docMk/>
            <pc:sldMk cId="0" sldId="369"/>
            <ac:spMk id="7" creationId="{00000000-0000-0000-0000-000000000000}"/>
          </ac:spMkLst>
        </pc:spChg>
        <pc:spChg chg="mod">
          <ac:chgData name="Trevoir Williams" userId="6a45007046124a3d" providerId="LiveId" clId="{53D5EA3C-0847-4EC1-9FDC-43DBDAEAF41A}" dt="2026-04-29T19:59:08.467" v="852" actId="27636"/>
          <ac:spMkLst>
            <pc:docMk/>
            <pc:sldMk cId="0" sldId="369"/>
            <ac:spMk id="9" creationId="{00000000-0000-0000-0000-000000000000}"/>
          </ac:spMkLst>
        </pc:spChg>
        <pc:spChg chg="mod">
          <ac:chgData name="Trevoir Williams" userId="6a45007046124a3d" providerId="LiveId" clId="{53D5EA3C-0847-4EC1-9FDC-43DBDAEAF41A}" dt="2026-04-29T18:41:47.865" v="484" actId="26606"/>
          <ac:spMkLst>
            <pc:docMk/>
            <pc:sldMk cId="0" sldId="369"/>
            <ac:spMk id="14" creationId="{00000000-0000-0000-0000-000000000000}"/>
          </ac:spMkLst>
        </pc:spChg>
        <pc:spChg chg="mod">
          <ac:chgData name="Trevoir Williams" userId="6a45007046124a3d" providerId="LiveId" clId="{53D5EA3C-0847-4EC1-9FDC-43DBDAEAF41A}" dt="2026-04-29T18:41:47.865" v="484" actId="26606"/>
          <ac:spMkLst>
            <pc:docMk/>
            <pc:sldMk cId="0" sldId="369"/>
            <ac:spMk id="16" creationId="{00000000-0000-0000-0000-000000000000}"/>
          </ac:spMkLst>
        </pc:spChg>
        <pc:spChg chg="mod">
          <ac:chgData name="Trevoir Williams" userId="6a45007046124a3d" providerId="LiveId" clId="{53D5EA3C-0847-4EC1-9FDC-43DBDAEAF41A}" dt="2026-04-29T18:41:47.865" v="484" actId="26606"/>
          <ac:spMkLst>
            <pc:docMk/>
            <pc:sldMk cId="0" sldId="369"/>
            <ac:spMk id="17" creationId="{00000000-0000-0000-0000-000000000000}"/>
          </ac:spMkLst>
        </pc:spChg>
      </pc:sldChg>
      <pc:sldChg chg="modSp add del mod">
        <pc:chgData name="Trevoir Williams" userId="6a45007046124a3d" providerId="LiveId" clId="{53D5EA3C-0847-4EC1-9FDC-43DBDAEAF41A}" dt="2026-04-29T19:59:09.246" v="856" actId="27636"/>
        <pc:sldMkLst>
          <pc:docMk/>
          <pc:sldMk cId="0" sldId="370"/>
        </pc:sldMkLst>
        <pc:spChg chg="mod">
          <ac:chgData name="Trevoir Williams" userId="6a45007046124a3d" providerId="LiveId" clId="{53D5EA3C-0847-4EC1-9FDC-43DBDAEAF41A}" dt="2026-04-29T19:59:09.240" v="854" actId="27636"/>
          <ac:spMkLst>
            <pc:docMk/>
            <pc:sldMk cId="0" sldId="370"/>
            <ac:spMk id="3" creationId="{00000000-0000-0000-0000-000000000000}"/>
          </ac:spMkLst>
        </pc:spChg>
        <pc:spChg chg="mod">
          <ac:chgData name="Trevoir Williams" userId="6a45007046124a3d" providerId="LiveId" clId="{53D5EA3C-0847-4EC1-9FDC-43DBDAEAF41A}" dt="2026-04-29T19:59:09.242" v="855" actId="27636"/>
          <ac:spMkLst>
            <pc:docMk/>
            <pc:sldMk cId="0" sldId="370"/>
            <ac:spMk id="4" creationId="{00000000-0000-0000-0000-000000000000}"/>
          </ac:spMkLst>
        </pc:spChg>
        <pc:spChg chg="mod">
          <ac:chgData name="Trevoir Williams" userId="6a45007046124a3d" providerId="LiveId" clId="{53D5EA3C-0847-4EC1-9FDC-43DBDAEAF41A}" dt="2026-04-29T19:59:09.230" v="853" actId="27636"/>
          <ac:spMkLst>
            <pc:docMk/>
            <pc:sldMk cId="0" sldId="370"/>
            <ac:spMk id="7" creationId="{00000000-0000-0000-0000-000000000000}"/>
          </ac:spMkLst>
        </pc:spChg>
        <pc:spChg chg="mod">
          <ac:chgData name="Trevoir Williams" userId="6a45007046124a3d" providerId="LiveId" clId="{53D5EA3C-0847-4EC1-9FDC-43DBDAEAF41A}" dt="2026-04-29T19:59:09.246" v="856" actId="27636"/>
          <ac:spMkLst>
            <pc:docMk/>
            <pc:sldMk cId="0" sldId="370"/>
            <ac:spMk id="9" creationId="{00000000-0000-0000-0000-000000000000}"/>
          </ac:spMkLst>
        </pc:spChg>
        <pc:spChg chg="mod">
          <ac:chgData name="Trevoir Williams" userId="6a45007046124a3d" providerId="LiveId" clId="{53D5EA3C-0847-4EC1-9FDC-43DBDAEAF41A}" dt="2026-04-29T18:41:47.865" v="484" actId="26606"/>
          <ac:spMkLst>
            <pc:docMk/>
            <pc:sldMk cId="0" sldId="370"/>
            <ac:spMk id="14" creationId="{00000000-0000-0000-0000-000000000000}"/>
          </ac:spMkLst>
        </pc:spChg>
        <pc:spChg chg="mod">
          <ac:chgData name="Trevoir Williams" userId="6a45007046124a3d" providerId="LiveId" clId="{53D5EA3C-0847-4EC1-9FDC-43DBDAEAF41A}" dt="2026-04-29T18:41:47.865" v="484" actId="26606"/>
          <ac:spMkLst>
            <pc:docMk/>
            <pc:sldMk cId="0" sldId="370"/>
            <ac:spMk id="16" creationId="{00000000-0000-0000-0000-000000000000}"/>
          </ac:spMkLst>
        </pc:spChg>
        <pc:spChg chg="mod">
          <ac:chgData name="Trevoir Williams" userId="6a45007046124a3d" providerId="LiveId" clId="{53D5EA3C-0847-4EC1-9FDC-43DBDAEAF41A}" dt="2026-04-29T18:41:47.865" v="484" actId="26606"/>
          <ac:spMkLst>
            <pc:docMk/>
            <pc:sldMk cId="0" sldId="370"/>
            <ac:spMk id="17" creationId="{00000000-0000-0000-0000-000000000000}"/>
          </ac:spMkLst>
        </pc:spChg>
      </pc:sldChg>
      <pc:sldChg chg="modSp add del mod">
        <pc:chgData name="Trevoir Williams" userId="6a45007046124a3d" providerId="LiveId" clId="{53D5EA3C-0847-4EC1-9FDC-43DBDAEAF41A}" dt="2026-04-29T19:59:10.766" v="860" actId="27636"/>
        <pc:sldMkLst>
          <pc:docMk/>
          <pc:sldMk cId="0" sldId="371"/>
        </pc:sldMkLst>
        <pc:spChg chg="mod">
          <ac:chgData name="Trevoir Williams" userId="6a45007046124a3d" providerId="LiveId" clId="{53D5EA3C-0847-4EC1-9FDC-43DBDAEAF41A}" dt="2026-04-29T19:59:10.766" v="860" actId="27636"/>
          <ac:spMkLst>
            <pc:docMk/>
            <pc:sldMk cId="0" sldId="371"/>
            <ac:spMk id="3" creationId="{00000000-0000-0000-0000-000000000000}"/>
          </ac:spMkLst>
        </pc:spChg>
        <pc:spChg chg="mod">
          <ac:chgData name="Trevoir Williams" userId="6a45007046124a3d" providerId="LiveId" clId="{53D5EA3C-0847-4EC1-9FDC-43DBDAEAF41A}" dt="2026-04-29T19:59:10.738" v="857" actId="27636"/>
          <ac:spMkLst>
            <pc:docMk/>
            <pc:sldMk cId="0" sldId="371"/>
            <ac:spMk id="4" creationId="{00000000-0000-0000-0000-000000000000}"/>
          </ac:spMkLst>
        </pc:spChg>
        <pc:spChg chg="mod">
          <ac:chgData name="Trevoir Williams" userId="6a45007046124a3d" providerId="LiveId" clId="{53D5EA3C-0847-4EC1-9FDC-43DBDAEAF41A}" dt="2026-04-29T19:59:10.748" v="858" actId="27636"/>
          <ac:spMkLst>
            <pc:docMk/>
            <pc:sldMk cId="0" sldId="371"/>
            <ac:spMk id="7" creationId="{00000000-0000-0000-0000-000000000000}"/>
          </ac:spMkLst>
        </pc:spChg>
        <pc:spChg chg="mod">
          <ac:chgData name="Trevoir Williams" userId="6a45007046124a3d" providerId="LiveId" clId="{53D5EA3C-0847-4EC1-9FDC-43DBDAEAF41A}" dt="2026-04-29T19:59:10.758" v="859" actId="27636"/>
          <ac:spMkLst>
            <pc:docMk/>
            <pc:sldMk cId="0" sldId="371"/>
            <ac:spMk id="9" creationId="{00000000-0000-0000-0000-000000000000}"/>
          </ac:spMkLst>
        </pc:spChg>
        <pc:spChg chg="mod">
          <ac:chgData name="Trevoir Williams" userId="6a45007046124a3d" providerId="LiveId" clId="{53D5EA3C-0847-4EC1-9FDC-43DBDAEAF41A}" dt="2026-04-29T18:41:47.865" v="484" actId="26606"/>
          <ac:spMkLst>
            <pc:docMk/>
            <pc:sldMk cId="0" sldId="371"/>
            <ac:spMk id="14" creationId="{00000000-0000-0000-0000-000000000000}"/>
          </ac:spMkLst>
        </pc:spChg>
        <pc:spChg chg="mod">
          <ac:chgData name="Trevoir Williams" userId="6a45007046124a3d" providerId="LiveId" clId="{53D5EA3C-0847-4EC1-9FDC-43DBDAEAF41A}" dt="2026-04-29T18:41:47.865" v="484" actId="26606"/>
          <ac:spMkLst>
            <pc:docMk/>
            <pc:sldMk cId="0" sldId="371"/>
            <ac:spMk id="16" creationId="{00000000-0000-0000-0000-000000000000}"/>
          </ac:spMkLst>
        </pc:spChg>
        <pc:spChg chg="mod">
          <ac:chgData name="Trevoir Williams" userId="6a45007046124a3d" providerId="LiveId" clId="{53D5EA3C-0847-4EC1-9FDC-43DBDAEAF41A}" dt="2026-04-29T18:41:47.865" v="484" actId="26606"/>
          <ac:spMkLst>
            <pc:docMk/>
            <pc:sldMk cId="0" sldId="371"/>
            <ac:spMk id="17" creationId="{00000000-0000-0000-0000-000000000000}"/>
          </ac:spMkLst>
        </pc:spChg>
      </pc:sldChg>
      <pc:sldChg chg="modSp add del mod">
        <pc:chgData name="Trevoir Williams" userId="6a45007046124a3d" providerId="LiveId" clId="{53D5EA3C-0847-4EC1-9FDC-43DBDAEAF41A}" dt="2026-04-29T19:27:41.645" v="690" actId="27636"/>
        <pc:sldMkLst>
          <pc:docMk/>
          <pc:sldMk cId="0" sldId="372"/>
        </pc:sldMkLst>
        <pc:spChg chg="mod">
          <ac:chgData name="Trevoir Williams" userId="6a45007046124a3d" providerId="LiveId" clId="{53D5EA3C-0847-4EC1-9FDC-43DBDAEAF41A}" dt="2026-04-29T18:36:45.555" v="185" actId="27636"/>
          <ac:spMkLst>
            <pc:docMk/>
            <pc:sldMk cId="0" sldId="372"/>
            <ac:spMk id="3" creationId="{00000000-0000-0000-0000-000000000000}"/>
          </ac:spMkLst>
        </pc:spChg>
        <pc:spChg chg="mod">
          <ac:chgData name="Trevoir Williams" userId="6a45007046124a3d" providerId="LiveId" clId="{53D5EA3C-0847-4EC1-9FDC-43DBDAEAF41A}" dt="2026-04-29T19:27:41.645" v="689" actId="27636"/>
          <ac:spMkLst>
            <pc:docMk/>
            <pc:sldMk cId="0" sldId="372"/>
            <ac:spMk id="4" creationId="{00000000-0000-0000-0000-000000000000}"/>
          </ac:spMkLst>
        </pc:spChg>
        <pc:spChg chg="mod">
          <ac:chgData name="Trevoir Williams" userId="6a45007046124a3d" providerId="LiveId" clId="{53D5EA3C-0847-4EC1-9FDC-43DBDAEAF41A}" dt="2026-04-29T19:27:41.638" v="687" actId="27636"/>
          <ac:spMkLst>
            <pc:docMk/>
            <pc:sldMk cId="0" sldId="372"/>
            <ac:spMk id="8" creationId="{00000000-0000-0000-0000-000000000000}"/>
          </ac:spMkLst>
        </pc:spChg>
        <pc:spChg chg="mod">
          <ac:chgData name="Trevoir Williams" userId="6a45007046124a3d" providerId="LiveId" clId="{53D5EA3C-0847-4EC1-9FDC-43DBDAEAF41A}" dt="2026-04-29T19:27:41.645" v="690" actId="27636"/>
          <ac:spMkLst>
            <pc:docMk/>
            <pc:sldMk cId="0" sldId="372"/>
            <ac:spMk id="12" creationId="{00000000-0000-0000-0000-000000000000}"/>
          </ac:spMkLst>
        </pc:spChg>
        <pc:spChg chg="mod">
          <ac:chgData name="Trevoir Williams" userId="6a45007046124a3d" providerId="LiveId" clId="{53D5EA3C-0847-4EC1-9FDC-43DBDAEAF41A}" dt="2026-04-29T19:27:41.645" v="688" actId="27636"/>
          <ac:spMkLst>
            <pc:docMk/>
            <pc:sldMk cId="0" sldId="372"/>
            <ac:spMk id="16" creationId="{00000000-0000-0000-0000-000000000000}"/>
          </ac:spMkLst>
        </pc:spChg>
        <pc:spChg chg="mod">
          <ac:chgData name="Trevoir Williams" userId="6a45007046124a3d" providerId="LiveId" clId="{53D5EA3C-0847-4EC1-9FDC-43DBDAEAF41A}" dt="2026-04-29T18:41:47.865" v="484" actId="26606"/>
          <ac:spMkLst>
            <pc:docMk/>
            <pc:sldMk cId="0" sldId="372"/>
            <ac:spMk id="20" creationId="{00000000-0000-0000-0000-000000000000}"/>
          </ac:spMkLst>
        </pc:spChg>
        <pc:spChg chg="mod">
          <ac:chgData name="Trevoir Williams" userId="6a45007046124a3d" providerId="LiveId" clId="{53D5EA3C-0847-4EC1-9FDC-43DBDAEAF41A}" dt="2026-04-29T18:41:47.865" v="484" actId="26606"/>
          <ac:spMkLst>
            <pc:docMk/>
            <pc:sldMk cId="0" sldId="372"/>
            <ac:spMk id="22" creationId="{00000000-0000-0000-0000-000000000000}"/>
          </ac:spMkLst>
        </pc:spChg>
        <pc:spChg chg="mod">
          <ac:chgData name="Trevoir Williams" userId="6a45007046124a3d" providerId="LiveId" clId="{53D5EA3C-0847-4EC1-9FDC-43DBDAEAF41A}" dt="2026-04-29T18:41:47.865" v="484" actId="26606"/>
          <ac:spMkLst>
            <pc:docMk/>
            <pc:sldMk cId="0" sldId="372"/>
            <ac:spMk id="24" creationId="{00000000-0000-0000-0000-000000000000}"/>
          </ac:spMkLst>
        </pc:spChg>
        <pc:spChg chg="mod">
          <ac:chgData name="Trevoir Williams" userId="6a45007046124a3d" providerId="LiveId" clId="{53D5EA3C-0847-4EC1-9FDC-43DBDAEAF41A}" dt="2026-04-29T18:41:47.865" v="484" actId="26606"/>
          <ac:spMkLst>
            <pc:docMk/>
            <pc:sldMk cId="0" sldId="372"/>
            <ac:spMk id="25" creationId="{00000000-0000-0000-0000-000000000000}"/>
          </ac:spMkLst>
        </pc:spChg>
      </pc:sldChg>
      <pc:sldChg chg="modSp add del mod">
        <pc:chgData name="Trevoir Williams" userId="6a45007046124a3d" providerId="LiveId" clId="{53D5EA3C-0847-4EC1-9FDC-43DBDAEAF41A}" dt="2026-04-29T19:59:11.922" v="863" actId="27636"/>
        <pc:sldMkLst>
          <pc:docMk/>
          <pc:sldMk cId="0" sldId="373"/>
        </pc:sldMkLst>
        <pc:spChg chg="mod">
          <ac:chgData name="Trevoir Williams" userId="6a45007046124a3d" providerId="LiveId" clId="{53D5EA3C-0847-4EC1-9FDC-43DBDAEAF41A}" dt="2026-04-29T18:44:54.605" v="528" actId="27636"/>
          <ac:spMkLst>
            <pc:docMk/>
            <pc:sldMk cId="0" sldId="373"/>
            <ac:spMk id="3" creationId="{00000000-0000-0000-0000-000000000000}"/>
          </ac:spMkLst>
        </pc:spChg>
        <pc:spChg chg="mod">
          <ac:chgData name="Trevoir Williams" userId="6a45007046124a3d" providerId="LiveId" clId="{53D5EA3C-0847-4EC1-9FDC-43DBDAEAF41A}" dt="2026-04-29T19:59:11.910" v="861" actId="27636"/>
          <ac:spMkLst>
            <pc:docMk/>
            <pc:sldMk cId="0" sldId="373"/>
            <ac:spMk id="4" creationId="{00000000-0000-0000-0000-000000000000}"/>
          </ac:spMkLst>
        </pc:spChg>
        <pc:spChg chg="mod">
          <ac:chgData name="Trevoir Williams" userId="6a45007046124a3d" providerId="LiveId" clId="{53D5EA3C-0847-4EC1-9FDC-43DBDAEAF41A}" dt="2026-04-29T19:59:11.922" v="863" actId="27636"/>
          <ac:spMkLst>
            <pc:docMk/>
            <pc:sldMk cId="0" sldId="373"/>
            <ac:spMk id="7" creationId="{00000000-0000-0000-0000-000000000000}"/>
          </ac:spMkLst>
        </pc:spChg>
        <pc:spChg chg="mod">
          <ac:chgData name="Trevoir Williams" userId="6a45007046124a3d" providerId="LiveId" clId="{53D5EA3C-0847-4EC1-9FDC-43DBDAEAF41A}" dt="2026-04-29T19:59:11.915" v="862" actId="27636"/>
          <ac:spMkLst>
            <pc:docMk/>
            <pc:sldMk cId="0" sldId="373"/>
            <ac:spMk id="9" creationId="{00000000-0000-0000-0000-000000000000}"/>
          </ac:spMkLst>
        </pc:spChg>
        <pc:spChg chg="mod">
          <ac:chgData name="Trevoir Williams" userId="6a45007046124a3d" providerId="LiveId" clId="{53D5EA3C-0847-4EC1-9FDC-43DBDAEAF41A}" dt="2026-04-29T18:41:47.865" v="484" actId="26606"/>
          <ac:spMkLst>
            <pc:docMk/>
            <pc:sldMk cId="0" sldId="373"/>
            <ac:spMk id="14" creationId="{00000000-0000-0000-0000-000000000000}"/>
          </ac:spMkLst>
        </pc:spChg>
        <pc:spChg chg="mod">
          <ac:chgData name="Trevoir Williams" userId="6a45007046124a3d" providerId="LiveId" clId="{53D5EA3C-0847-4EC1-9FDC-43DBDAEAF41A}" dt="2026-04-29T18:41:47.865" v="484" actId="26606"/>
          <ac:spMkLst>
            <pc:docMk/>
            <pc:sldMk cId="0" sldId="373"/>
            <ac:spMk id="16" creationId="{00000000-0000-0000-0000-000000000000}"/>
          </ac:spMkLst>
        </pc:spChg>
        <pc:spChg chg="mod">
          <ac:chgData name="Trevoir Williams" userId="6a45007046124a3d" providerId="LiveId" clId="{53D5EA3C-0847-4EC1-9FDC-43DBDAEAF41A}" dt="2026-04-29T18:41:47.865" v="484" actId="26606"/>
          <ac:spMkLst>
            <pc:docMk/>
            <pc:sldMk cId="0" sldId="373"/>
            <ac:spMk id="17" creationId="{00000000-0000-0000-0000-000000000000}"/>
          </ac:spMkLst>
        </pc:spChg>
      </pc:sldChg>
      <pc:sldChg chg="modSp add del mod">
        <pc:chgData name="Trevoir Williams" userId="6a45007046124a3d" providerId="LiveId" clId="{53D5EA3C-0847-4EC1-9FDC-43DBDAEAF41A}" dt="2026-04-29T19:59:13.090" v="866" actId="27636"/>
        <pc:sldMkLst>
          <pc:docMk/>
          <pc:sldMk cId="0" sldId="374"/>
        </pc:sldMkLst>
        <pc:spChg chg="mod">
          <ac:chgData name="Trevoir Williams" userId="6a45007046124a3d" providerId="LiveId" clId="{53D5EA3C-0847-4EC1-9FDC-43DBDAEAF41A}" dt="2026-04-29T18:44:56.224" v="529" actId="27636"/>
          <ac:spMkLst>
            <pc:docMk/>
            <pc:sldMk cId="0" sldId="374"/>
            <ac:spMk id="3" creationId="{00000000-0000-0000-0000-000000000000}"/>
          </ac:spMkLst>
        </pc:spChg>
        <pc:spChg chg="mod">
          <ac:chgData name="Trevoir Williams" userId="6a45007046124a3d" providerId="LiveId" clId="{53D5EA3C-0847-4EC1-9FDC-43DBDAEAF41A}" dt="2026-04-29T19:59:13.081" v="864" actId="27636"/>
          <ac:spMkLst>
            <pc:docMk/>
            <pc:sldMk cId="0" sldId="374"/>
            <ac:spMk id="4" creationId="{00000000-0000-0000-0000-000000000000}"/>
          </ac:spMkLst>
        </pc:spChg>
        <pc:spChg chg="mod">
          <ac:chgData name="Trevoir Williams" userId="6a45007046124a3d" providerId="LiveId" clId="{53D5EA3C-0847-4EC1-9FDC-43DBDAEAF41A}" dt="2026-04-29T19:59:13.090" v="866" actId="27636"/>
          <ac:spMkLst>
            <pc:docMk/>
            <pc:sldMk cId="0" sldId="374"/>
            <ac:spMk id="7" creationId="{00000000-0000-0000-0000-000000000000}"/>
          </ac:spMkLst>
        </pc:spChg>
        <pc:spChg chg="mod">
          <ac:chgData name="Trevoir Williams" userId="6a45007046124a3d" providerId="LiveId" clId="{53D5EA3C-0847-4EC1-9FDC-43DBDAEAF41A}" dt="2026-04-29T19:59:13.090" v="865" actId="27636"/>
          <ac:spMkLst>
            <pc:docMk/>
            <pc:sldMk cId="0" sldId="374"/>
            <ac:spMk id="9" creationId="{00000000-0000-0000-0000-000000000000}"/>
          </ac:spMkLst>
        </pc:spChg>
        <pc:spChg chg="mod">
          <ac:chgData name="Trevoir Williams" userId="6a45007046124a3d" providerId="LiveId" clId="{53D5EA3C-0847-4EC1-9FDC-43DBDAEAF41A}" dt="2026-04-29T18:41:47.865" v="484" actId="26606"/>
          <ac:spMkLst>
            <pc:docMk/>
            <pc:sldMk cId="0" sldId="374"/>
            <ac:spMk id="14" creationId="{00000000-0000-0000-0000-000000000000}"/>
          </ac:spMkLst>
        </pc:spChg>
        <pc:spChg chg="mod">
          <ac:chgData name="Trevoir Williams" userId="6a45007046124a3d" providerId="LiveId" clId="{53D5EA3C-0847-4EC1-9FDC-43DBDAEAF41A}" dt="2026-04-29T18:41:47.865" v="484" actId="26606"/>
          <ac:spMkLst>
            <pc:docMk/>
            <pc:sldMk cId="0" sldId="374"/>
            <ac:spMk id="16" creationId="{00000000-0000-0000-0000-000000000000}"/>
          </ac:spMkLst>
        </pc:spChg>
        <pc:spChg chg="mod">
          <ac:chgData name="Trevoir Williams" userId="6a45007046124a3d" providerId="LiveId" clId="{53D5EA3C-0847-4EC1-9FDC-43DBDAEAF41A}" dt="2026-04-29T18:41:47.865" v="484" actId="26606"/>
          <ac:spMkLst>
            <pc:docMk/>
            <pc:sldMk cId="0" sldId="374"/>
            <ac:spMk id="17" creationId="{00000000-0000-0000-0000-000000000000}"/>
          </ac:spMkLst>
        </pc:spChg>
      </pc:sldChg>
      <pc:sldChg chg="modSp add del mod">
        <pc:chgData name="Trevoir Williams" userId="6a45007046124a3d" providerId="LiveId" clId="{53D5EA3C-0847-4EC1-9FDC-43DBDAEAF41A}" dt="2026-04-29T19:27:42.570" v="694" actId="27636"/>
        <pc:sldMkLst>
          <pc:docMk/>
          <pc:sldMk cId="0" sldId="375"/>
        </pc:sldMkLst>
        <pc:spChg chg="mod">
          <ac:chgData name="Trevoir Williams" userId="6a45007046124a3d" providerId="LiveId" clId="{53D5EA3C-0847-4EC1-9FDC-43DBDAEAF41A}" dt="2026-04-29T18:36:33.074" v="162" actId="26606"/>
          <ac:spMkLst>
            <pc:docMk/>
            <pc:sldMk cId="0" sldId="375"/>
            <ac:spMk id="3" creationId="{00000000-0000-0000-0000-000000000000}"/>
          </ac:spMkLst>
        </pc:spChg>
        <pc:spChg chg="mod">
          <ac:chgData name="Trevoir Williams" userId="6a45007046124a3d" providerId="LiveId" clId="{53D5EA3C-0847-4EC1-9FDC-43DBDAEAF41A}" dt="2026-04-29T19:27:42.565" v="693" actId="27636"/>
          <ac:spMkLst>
            <pc:docMk/>
            <pc:sldMk cId="0" sldId="375"/>
            <ac:spMk id="4" creationId="{00000000-0000-0000-0000-000000000000}"/>
          </ac:spMkLst>
        </pc:spChg>
        <pc:spChg chg="mod">
          <ac:chgData name="Trevoir Williams" userId="6a45007046124a3d" providerId="LiveId" clId="{53D5EA3C-0847-4EC1-9FDC-43DBDAEAF41A}" dt="2026-04-29T19:27:42.558" v="692" actId="27636"/>
          <ac:spMkLst>
            <pc:docMk/>
            <pc:sldMk cId="0" sldId="375"/>
            <ac:spMk id="8" creationId="{00000000-0000-0000-0000-000000000000}"/>
          </ac:spMkLst>
        </pc:spChg>
        <pc:spChg chg="mod">
          <ac:chgData name="Trevoir Williams" userId="6a45007046124a3d" providerId="LiveId" clId="{53D5EA3C-0847-4EC1-9FDC-43DBDAEAF41A}" dt="2026-04-29T19:27:42.570" v="694" actId="27636"/>
          <ac:spMkLst>
            <pc:docMk/>
            <pc:sldMk cId="0" sldId="375"/>
            <ac:spMk id="12" creationId="{00000000-0000-0000-0000-000000000000}"/>
          </ac:spMkLst>
        </pc:spChg>
        <pc:spChg chg="mod">
          <ac:chgData name="Trevoir Williams" userId="6a45007046124a3d" providerId="LiveId" clId="{53D5EA3C-0847-4EC1-9FDC-43DBDAEAF41A}" dt="2026-04-29T19:27:42.558" v="691" actId="27636"/>
          <ac:spMkLst>
            <pc:docMk/>
            <pc:sldMk cId="0" sldId="375"/>
            <ac:spMk id="16" creationId="{00000000-0000-0000-0000-000000000000}"/>
          </ac:spMkLst>
        </pc:spChg>
        <pc:spChg chg="mod">
          <ac:chgData name="Trevoir Williams" userId="6a45007046124a3d" providerId="LiveId" clId="{53D5EA3C-0847-4EC1-9FDC-43DBDAEAF41A}" dt="2026-04-29T18:41:47.865" v="484" actId="26606"/>
          <ac:spMkLst>
            <pc:docMk/>
            <pc:sldMk cId="0" sldId="375"/>
            <ac:spMk id="20" creationId="{00000000-0000-0000-0000-000000000000}"/>
          </ac:spMkLst>
        </pc:spChg>
        <pc:spChg chg="mod">
          <ac:chgData name="Trevoir Williams" userId="6a45007046124a3d" providerId="LiveId" clId="{53D5EA3C-0847-4EC1-9FDC-43DBDAEAF41A}" dt="2026-04-29T18:41:47.865" v="484" actId="26606"/>
          <ac:spMkLst>
            <pc:docMk/>
            <pc:sldMk cId="0" sldId="375"/>
            <ac:spMk id="22" creationId="{00000000-0000-0000-0000-000000000000}"/>
          </ac:spMkLst>
        </pc:spChg>
        <pc:spChg chg="mod">
          <ac:chgData name="Trevoir Williams" userId="6a45007046124a3d" providerId="LiveId" clId="{53D5EA3C-0847-4EC1-9FDC-43DBDAEAF41A}" dt="2026-04-29T18:41:47.865" v="484" actId="26606"/>
          <ac:spMkLst>
            <pc:docMk/>
            <pc:sldMk cId="0" sldId="375"/>
            <ac:spMk id="24" creationId="{00000000-0000-0000-0000-000000000000}"/>
          </ac:spMkLst>
        </pc:spChg>
        <pc:spChg chg="mod">
          <ac:chgData name="Trevoir Williams" userId="6a45007046124a3d" providerId="LiveId" clId="{53D5EA3C-0847-4EC1-9FDC-43DBDAEAF41A}" dt="2026-04-29T18:41:47.865" v="484" actId="26606"/>
          <ac:spMkLst>
            <pc:docMk/>
            <pc:sldMk cId="0" sldId="375"/>
            <ac:spMk id="25" creationId="{00000000-0000-0000-0000-000000000000}"/>
          </ac:spMkLst>
        </pc:spChg>
      </pc:sldChg>
      <pc:sldChg chg="modSp add del mod">
        <pc:chgData name="Trevoir Williams" userId="6a45007046124a3d" providerId="LiveId" clId="{53D5EA3C-0847-4EC1-9FDC-43DBDAEAF41A}" dt="2026-04-29T20:28:13.734" v="893" actId="26606"/>
        <pc:sldMkLst>
          <pc:docMk/>
          <pc:sldMk cId="0" sldId="376"/>
        </pc:sldMkLst>
        <pc:spChg chg="mod">
          <ac:chgData name="Trevoir Williams" userId="6a45007046124a3d" providerId="LiveId" clId="{53D5EA3C-0847-4EC1-9FDC-43DBDAEAF41A}" dt="2026-04-29T20:28:13.734" v="893" actId="26606"/>
          <ac:spMkLst>
            <pc:docMk/>
            <pc:sldMk cId="0" sldId="376"/>
            <ac:spMk id="4" creationId="{00000000-0000-0000-0000-000000000000}"/>
          </ac:spMkLst>
        </pc:spChg>
        <pc:spChg chg="mod">
          <ac:chgData name="Trevoir Williams" userId="6a45007046124a3d" providerId="LiveId" clId="{53D5EA3C-0847-4EC1-9FDC-43DBDAEAF41A}" dt="2026-04-29T20:28:13.734" v="893" actId="26606"/>
          <ac:spMkLst>
            <pc:docMk/>
            <pc:sldMk cId="0" sldId="376"/>
            <ac:spMk id="5" creationId="{00000000-0000-0000-0000-000000000000}"/>
          </ac:spMkLst>
        </pc:spChg>
        <pc:spChg chg="mod">
          <ac:chgData name="Trevoir Williams" userId="6a45007046124a3d" providerId="LiveId" clId="{53D5EA3C-0847-4EC1-9FDC-43DBDAEAF41A}" dt="2026-04-29T18:41:47.865" v="484" actId="26606"/>
          <ac:spMkLst>
            <pc:docMk/>
            <pc:sldMk cId="0" sldId="376"/>
            <ac:spMk id="6" creationId="{00000000-0000-0000-0000-000000000000}"/>
          </ac:spMkLst>
        </pc:spChg>
        <pc:spChg chg="mod">
          <ac:chgData name="Trevoir Williams" userId="6a45007046124a3d" providerId="LiveId" clId="{53D5EA3C-0847-4EC1-9FDC-43DBDAEAF41A}" dt="2026-04-29T20:28:13.734" v="893" actId="26606"/>
          <ac:spMkLst>
            <pc:docMk/>
            <pc:sldMk cId="0" sldId="376"/>
            <ac:spMk id="7" creationId="{00000000-0000-0000-0000-000000000000}"/>
          </ac:spMkLst>
        </pc:spChg>
        <pc:spChg chg="mod">
          <ac:chgData name="Trevoir Williams" userId="6a45007046124a3d" providerId="LiveId" clId="{53D5EA3C-0847-4EC1-9FDC-43DBDAEAF41A}" dt="2026-04-29T20:28:13.734" v="893" actId="26606"/>
          <ac:spMkLst>
            <pc:docMk/>
            <pc:sldMk cId="0" sldId="376"/>
            <ac:spMk id="8" creationId="{00000000-0000-0000-0000-000000000000}"/>
          </ac:spMkLst>
        </pc:spChg>
        <pc:spChg chg="mod">
          <ac:chgData name="Trevoir Williams" userId="6a45007046124a3d" providerId="LiveId" clId="{53D5EA3C-0847-4EC1-9FDC-43DBDAEAF41A}" dt="2026-04-29T20:28:13.734" v="893" actId="26606"/>
          <ac:spMkLst>
            <pc:docMk/>
            <pc:sldMk cId="0" sldId="376"/>
            <ac:spMk id="10" creationId="{00000000-0000-0000-0000-000000000000}"/>
          </ac:spMkLst>
        </pc:spChg>
        <pc:spChg chg="mod">
          <ac:chgData name="Trevoir Williams" userId="6a45007046124a3d" providerId="LiveId" clId="{53D5EA3C-0847-4EC1-9FDC-43DBDAEAF41A}" dt="2026-04-29T20:28:13.734" v="893" actId="26606"/>
          <ac:spMkLst>
            <pc:docMk/>
            <pc:sldMk cId="0" sldId="376"/>
            <ac:spMk id="11" creationId="{00000000-0000-0000-0000-000000000000}"/>
          </ac:spMkLst>
        </pc:spChg>
        <pc:spChg chg="mod">
          <ac:chgData name="Trevoir Williams" userId="6a45007046124a3d" providerId="LiveId" clId="{53D5EA3C-0847-4EC1-9FDC-43DBDAEAF41A}" dt="2026-04-29T20:28:13.734" v="893" actId="26606"/>
          <ac:spMkLst>
            <pc:docMk/>
            <pc:sldMk cId="0" sldId="376"/>
            <ac:spMk id="12" creationId="{00000000-0000-0000-0000-000000000000}"/>
          </ac:spMkLst>
        </pc:spChg>
        <pc:spChg chg="mod">
          <ac:chgData name="Trevoir Williams" userId="6a45007046124a3d" providerId="LiveId" clId="{53D5EA3C-0847-4EC1-9FDC-43DBDAEAF41A}" dt="2026-04-29T20:28:13.734" v="893" actId="26606"/>
          <ac:spMkLst>
            <pc:docMk/>
            <pc:sldMk cId="0" sldId="376"/>
            <ac:spMk id="13" creationId="{00000000-0000-0000-0000-000000000000}"/>
          </ac:spMkLst>
        </pc:spChg>
        <pc:spChg chg="mod">
          <ac:chgData name="Trevoir Williams" userId="6a45007046124a3d" providerId="LiveId" clId="{53D5EA3C-0847-4EC1-9FDC-43DBDAEAF41A}" dt="2026-04-29T20:28:13.734" v="893" actId="26606"/>
          <ac:spMkLst>
            <pc:docMk/>
            <pc:sldMk cId="0" sldId="376"/>
            <ac:spMk id="14" creationId="{00000000-0000-0000-0000-000000000000}"/>
          </ac:spMkLst>
        </pc:spChg>
        <pc:spChg chg="mod">
          <ac:chgData name="Trevoir Williams" userId="6a45007046124a3d" providerId="LiveId" clId="{53D5EA3C-0847-4EC1-9FDC-43DBDAEAF41A}" dt="2026-04-29T20:28:13.734" v="893" actId="26606"/>
          <ac:spMkLst>
            <pc:docMk/>
            <pc:sldMk cId="0" sldId="376"/>
            <ac:spMk id="15" creationId="{00000000-0000-0000-0000-000000000000}"/>
          </ac:spMkLst>
        </pc:spChg>
        <pc:spChg chg="mod">
          <ac:chgData name="Trevoir Williams" userId="6a45007046124a3d" providerId="LiveId" clId="{53D5EA3C-0847-4EC1-9FDC-43DBDAEAF41A}" dt="2026-04-29T18:41:47.865" v="484" actId="26606"/>
          <ac:spMkLst>
            <pc:docMk/>
            <pc:sldMk cId="0" sldId="376"/>
            <ac:spMk id="25" creationId="{00000000-0000-0000-0000-000000000000}"/>
          </ac:spMkLst>
        </pc:spChg>
        <pc:spChg chg="mod">
          <ac:chgData name="Trevoir Williams" userId="6a45007046124a3d" providerId="LiveId" clId="{53D5EA3C-0847-4EC1-9FDC-43DBDAEAF41A}" dt="2026-04-29T18:41:47.865" v="484" actId="26606"/>
          <ac:spMkLst>
            <pc:docMk/>
            <pc:sldMk cId="0" sldId="376"/>
            <ac:spMk id="26" creationId="{00000000-0000-0000-0000-000000000000}"/>
          </ac:spMkLst>
        </pc:spChg>
        <pc:spChg chg="mod">
          <ac:chgData name="Trevoir Williams" userId="6a45007046124a3d" providerId="LiveId" clId="{53D5EA3C-0847-4EC1-9FDC-43DBDAEAF41A}" dt="2026-04-29T18:41:47.865" v="484" actId="26606"/>
          <ac:spMkLst>
            <pc:docMk/>
            <pc:sldMk cId="0" sldId="376"/>
            <ac:spMk id="27"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7"/>
        </pc:sldMkLst>
        <pc:spChg chg="mod">
          <ac:chgData name="Trevoir Williams" userId="6a45007046124a3d" providerId="LiveId" clId="{53D5EA3C-0847-4EC1-9FDC-43DBDAEAF41A}" dt="2026-04-29T18:36:33.074" v="162" actId="26606"/>
          <ac:spMkLst>
            <pc:docMk/>
            <pc:sldMk cId="0" sldId="377"/>
            <ac:spMk id="3" creationId="{00000000-0000-0000-0000-000000000000}"/>
          </ac:spMkLst>
        </pc:spChg>
        <pc:spChg chg="mod">
          <ac:chgData name="Trevoir Williams" userId="6a45007046124a3d" providerId="LiveId" clId="{53D5EA3C-0847-4EC1-9FDC-43DBDAEAF41A}" dt="2026-04-29T18:55:33.367" v="650" actId="27636"/>
          <ac:spMkLst>
            <pc:docMk/>
            <pc:sldMk cId="0" sldId="377"/>
            <ac:spMk id="4" creationId="{00000000-0000-0000-0000-000000000000}"/>
          </ac:spMkLst>
        </pc:spChg>
        <pc:spChg chg="mod">
          <ac:chgData name="Trevoir Williams" userId="6a45007046124a3d" providerId="LiveId" clId="{53D5EA3C-0847-4EC1-9FDC-43DBDAEAF41A}" dt="2026-04-29T18:41:47.865" v="484" actId="26606"/>
          <ac:spMkLst>
            <pc:docMk/>
            <pc:sldMk cId="0" sldId="377"/>
            <ac:spMk id="17" creationId="{00000000-0000-0000-0000-000000000000}"/>
          </ac:spMkLst>
        </pc:spChg>
        <pc:spChg chg="mod">
          <ac:chgData name="Trevoir Williams" userId="6a45007046124a3d" providerId="LiveId" clId="{53D5EA3C-0847-4EC1-9FDC-43DBDAEAF41A}" dt="2026-04-29T18:41:47.865" v="484" actId="26606"/>
          <ac:spMkLst>
            <pc:docMk/>
            <pc:sldMk cId="0" sldId="377"/>
            <ac:spMk id="19" creationId="{00000000-0000-0000-0000-000000000000}"/>
          </ac:spMkLst>
        </pc:spChg>
        <pc:spChg chg="mod">
          <ac:chgData name="Trevoir Williams" userId="6a45007046124a3d" providerId="LiveId" clId="{53D5EA3C-0847-4EC1-9FDC-43DBDAEAF41A}" dt="2026-04-29T18:41:47.865" v="484" actId="26606"/>
          <ac:spMkLst>
            <pc:docMk/>
            <pc:sldMk cId="0" sldId="377"/>
            <ac:spMk id="20" creationId="{00000000-0000-0000-0000-000000000000}"/>
          </ac:spMkLst>
        </pc:spChg>
        <pc:spChg chg="mod">
          <ac:chgData name="Trevoir Williams" userId="6a45007046124a3d" providerId="LiveId" clId="{53D5EA3C-0847-4EC1-9FDC-43DBDAEAF41A}" dt="2026-04-29T18:41:47.865" v="484" actId="26606"/>
          <ac:spMkLst>
            <pc:docMk/>
            <pc:sldMk cId="0" sldId="377"/>
            <ac:spMk id="21"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78"/>
        </pc:sldMkLst>
        <pc:spChg chg="mod">
          <ac:chgData name="Trevoir Williams" userId="6a45007046124a3d" providerId="LiveId" clId="{53D5EA3C-0847-4EC1-9FDC-43DBDAEAF41A}" dt="2026-04-29T18:36:33.074" v="162" actId="26606"/>
          <ac:spMkLst>
            <pc:docMk/>
            <pc:sldMk cId="0" sldId="378"/>
            <ac:spMk id="3" creationId="{00000000-0000-0000-0000-000000000000}"/>
          </ac:spMkLst>
        </pc:spChg>
        <pc:spChg chg="mod">
          <ac:chgData name="Trevoir Williams" userId="6a45007046124a3d" providerId="LiveId" clId="{53D5EA3C-0847-4EC1-9FDC-43DBDAEAF41A}" dt="2026-04-29T18:55:34.300" v="651" actId="27636"/>
          <ac:spMkLst>
            <pc:docMk/>
            <pc:sldMk cId="0" sldId="378"/>
            <ac:spMk id="4" creationId="{00000000-0000-0000-0000-000000000000}"/>
          </ac:spMkLst>
        </pc:spChg>
        <pc:spChg chg="mod">
          <ac:chgData name="Trevoir Williams" userId="6a45007046124a3d" providerId="LiveId" clId="{53D5EA3C-0847-4EC1-9FDC-43DBDAEAF41A}" dt="2026-04-29T18:41:47.865" v="484" actId="26606"/>
          <ac:spMkLst>
            <pc:docMk/>
            <pc:sldMk cId="0" sldId="378"/>
            <ac:spMk id="17" creationId="{00000000-0000-0000-0000-000000000000}"/>
          </ac:spMkLst>
        </pc:spChg>
        <pc:spChg chg="mod">
          <ac:chgData name="Trevoir Williams" userId="6a45007046124a3d" providerId="LiveId" clId="{53D5EA3C-0847-4EC1-9FDC-43DBDAEAF41A}" dt="2026-04-29T18:41:47.865" v="484" actId="26606"/>
          <ac:spMkLst>
            <pc:docMk/>
            <pc:sldMk cId="0" sldId="378"/>
            <ac:spMk id="19" creationId="{00000000-0000-0000-0000-000000000000}"/>
          </ac:spMkLst>
        </pc:spChg>
        <pc:spChg chg="mod">
          <ac:chgData name="Trevoir Williams" userId="6a45007046124a3d" providerId="LiveId" clId="{53D5EA3C-0847-4EC1-9FDC-43DBDAEAF41A}" dt="2026-04-29T18:41:47.865" v="484" actId="26606"/>
          <ac:spMkLst>
            <pc:docMk/>
            <pc:sldMk cId="0" sldId="378"/>
            <ac:spMk id="20" creationId="{00000000-0000-0000-0000-000000000000}"/>
          </ac:spMkLst>
        </pc:spChg>
        <pc:spChg chg="mod">
          <ac:chgData name="Trevoir Williams" userId="6a45007046124a3d" providerId="LiveId" clId="{53D5EA3C-0847-4EC1-9FDC-43DBDAEAF41A}" dt="2026-04-29T18:41:47.865" v="484" actId="26606"/>
          <ac:spMkLst>
            <pc:docMk/>
            <pc:sldMk cId="0" sldId="378"/>
            <ac:spMk id="21" creationId="{00000000-0000-0000-0000-000000000000}"/>
          </ac:spMkLst>
        </pc:spChg>
      </pc:sldChg>
      <pc:sldChg chg="modSp add del mod">
        <pc:chgData name="Trevoir Williams" userId="6a45007046124a3d" providerId="LiveId" clId="{53D5EA3C-0847-4EC1-9FDC-43DBDAEAF41A}" dt="2026-04-29T18:55:35.567" v="652" actId="27636"/>
        <pc:sldMkLst>
          <pc:docMk/>
          <pc:sldMk cId="0" sldId="379"/>
        </pc:sldMkLst>
        <pc:spChg chg="mod">
          <ac:chgData name="Trevoir Williams" userId="6a45007046124a3d" providerId="LiveId" clId="{53D5EA3C-0847-4EC1-9FDC-43DBDAEAF41A}" dt="2026-04-29T18:36:33.074" v="162" actId="26606"/>
          <ac:spMkLst>
            <pc:docMk/>
            <pc:sldMk cId="0" sldId="379"/>
            <ac:spMk id="3" creationId="{00000000-0000-0000-0000-000000000000}"/>
          </ac:spMkLst>
        </pc:spChg>
        <pc:spChg chg="mod">
          <ac:chgData name="Trevoir Williams" userId="6a45007046124a3d" providerId="LiveId" clId="{53D5EA3C-0847-4EC1-9FDC-43DBDAEAF41A}" dt="2026-04-29T18:55:35.567" v="652" actId="27636"/>
          <ac:spMkLst>
            <pc:docMk/>
            <pc:sldMk cId="0" sldId="379"/>
            <ac:spMk id="4" creationId="{00000000-0000-0000-0000-000000000000}"/>
          </ac:spMkLst>
        </pc:spChg>
        <pc:spChg chg="mod">
          <ac:chgData name="Trevoir Williams" userId="6a45007046124a3d" providerId="LiveId" clId="{53D5EA3C-0847-4EC1-9FDC-43DBDAEAF41A}" dt="2026-04-29T18:41:47.865" v="484" actId="26606"/>
          <ac:spMkLst>
            <pc:docMk/>
            <pc:sldMk cId="0" sldId="379"/>
            <ac:spMk id="16" creationId="{00000000-0000-0000-0000-000000000000}"/>
          </ac:spMkLst>
        </pc:spChg>
        <pc:spChg chg="mod">
          <ac:chgData name="Trevoir Williams" userId="6a45007046124a3d" providerId="LiveId" clId="{53D5EA3C-0847-4EC1-9FDC-43DBDAEAF41A}" dt="2026-04-29T18:41:47.865" v="484" actId="26606"/>
          <ac:spMkLst>
            <pc:docMk/>
            <pc:sldMk cId="0" sldId="379"/>
            <ac:spMk id="17" creationId="{00000000-0000-0000-0000-000000000000}"/>
          </ac:spMkLst>
        </pc:spChg>
        <pc:spChg chg="mod">
          <ac:chgData name="Trevoir Williams" userId="6a45007046124a3d" providerId="LiveId" clId="{53D5EA3C-0847-4EC1-9FDC-43DBDAEAF41A}" dt="2026-04-29T18:41:47.865" v="484" actId="26606"/>
          <ac:spMkLst>
            <pc:docMk/>
            <pc:sldMk cId="0" sldId="379"/>
            <ac:spMk id="18" creationId="{00000000-0000-0000-0000-000000000000}"/>
          </ac:spMkLst>
        </pc:spChg>
      </pc:sldChg>
      <pc:sldChg chg="modSp add del mod">
        <pc:chgData name="Trevoir Williams" userId="6a45007046124a3d" providerId="LiveId" clId="{53D5EA3C-0847-4EC1-9FDC-43DBDAEAF41A}" dt="2026-04-29T19:27:36.595" v="660" actId="26606"/>
        <pc:sldMkLst>
          <pc:docMk/>
          <pc:sldMk cId="0" sldId="380"/>
        </pc:sldMkLst>
        <pc:spChg chg="mod">
          <ac:chgData name="Trevoir Williams" userId="6a45007046124a3d" providerId="LiveId" clId="{53D5EA3C-0847-4EC1-9FDC-43DBDAEAF41A}" dt="2026-04-29T18:36:33.074" v="162" actId="26606"/>
          <ac:spMkLst>
            <pc:docMk/>
            <pc:sldMk cId="0" sldId="380"/>
            <ac:spMk id="3" creationId="{00000000-0000-0000-0000-000000000000}"/>
          </ac:spMkLst>
        </pc:spChg>
        <pc:spChg chg="mod">
          <ac:chgData name="Trevoir Williams" userId="6a45007046124a3d" providerId="LiveId" clId="{53D5EA3C-0847-4EC1-9FDC-43DBDAEAF41A}" dt="2026-04-29T18:55:36.890" v="653" actId="27636"/>
          <ac:spMkLst>
            <pc:docMk/>
            <pc:sldMk cId="0" sldId="380"/>
            <ac:spMk id="4" creationId="{00000000-0000-0000-0000-000000000000}"/>
          </ac:spMkLst>
        </pc:spChg>
        <pc:spChg chg="mod">
          <ac:chgData name="Trevoir Williams" userId="6a45007046124a3d" providerId="LiveId" clId="{53D5EA3C-0847-4EC1-9FDC-43DBDAEAF41A}" dt="2026-04-29T18:41:47.865" v="484" actId="26606"/>
          <ac:spMkLst>
            <pc:docMk/>
            <pc:sldMk cId="0" sldId="380"/>
            <ac:spMk id="17" creationId="{00000000-0000-0000-0000-000000000000}"/>
          </ac:spMkLst>
        </pc:spChg>
        <pc:spChg chg="mod">
          <ac:chgData name="Trevoir Williams" userId="6a45007046124a3d" providerId="LiveId" clId="{53D5EA3C-0847-4EC1-9FDC-43DBDAEAF41A}" dt="2026-04-29T18:41:47.865" v="484" actId="26606"/>
          <ac:spMkLst>
            <pc:docMk/>
            <pc:sldMk cId="0" sldId="380"/>
            <ac:spMk id="19" creationId="{00000000-0000-0000-0000-000000000000}"/>
          </ac:spMkLst>
        </pc:spChg>
        <pc:spChg chg="mod">
          <ac:chgData name="Trevoir Williams" userId="6a45007046124a3d" providerId="LiveId" clId="{53D5EA3C-0847-4EC1-9FDC-43DBDAEAF41A}" dt="2026-04-29T18:41:47.865" v="484" actId="26606"/>
          <ac:spMkLst>
            <pc:docMk/>
            <pc:sldMk cId="0" sldId="380"/>
            <ac:spMk id="20" creationId="{00000000-0000-0000-0000-000000000000}"/>
          </ac:spMkLst>
        </pc:spChg>
        <pc:spChg chg="mod">
          <ac:chgData name="Trevoir Williams" userId="6a45007046124a3d" providerId="LiveId" clId="{53D5EA3C-0847-4EC1-9FDC-43DBDAEAF41A}" dt="2026-04-29T18:41:47.865" v="484" actId="26606"/>
          <ac:spMkLst>
            <pc:docMk/>
            <pc:sldMk cId="0" sldId="380"/>
            <ac:spMk id="21" creationId="{00000000-0000-0000-0000-000000000000}"/>
          </ac:spMkLst>
        </pc:spChg>
      </pc:sldChg>
      <pc:sldChg chg="modSp add del mod">
        <pc:chgData name="Trevoir Williams" userId="6a45007046124a3d" providerId="LiveId" clId="{53D5EA3C-0847-4EC1-9FDC-43DBDAEAF41A}" dt="2026-04-29T18:55:38.008" v="654" actId="27636"/>
        <pc:sldMkLst>
          <pc:docMk/>
          <pc:sldMk cId="0" sldId="381"/>
        </pc:sldMkLst>
        <pc:spChg chg="mod">
          <ac:chgData name="Trevoir Williams" userId="6a45007046124a3d" providerId="LiveId" clId="{53D5EA3C-0847-4EC1-9FDC-43DBDAEAF41A}" dt="2026-04-29T18:36:33.074" v="162" actId="26606"/>
          <ac:spMkLst>
            <pc:docMk/>
            <pc:sldMk cId="0" sldId="381"/>
            <ac:spMk id="3" creationId="{00000000-0000-0000-0000-000000000000}"/>
          </ac:spMkLst>
        </pc:spChg>
        <pc:spChg chg="mod">
          <ac:chgData name="Trevoir Williams" userId="6a45007046124a3d" providerId="LiveId" clId="{53D5EA3C-0847-4EC1-9FDC-43DBDAEAF41A}" dt="2026-04-29T18:55:38.008" v="654" actId="27636"/>
          <ac:spMkLst>
            <pc:docMk/>
            <pc:sldMk cId="0" sldId="381"/>
            <ac:spMk id="4" creationId="{00000000-0000-0000-0000-000000000000}"/>
          </ac:spMkLst>
        </pc:spChg>
        <pc:spChg chg="mod">
          <ac:chgData name="Trevoir Williams" userId="6a45007046124a3d" providerId="LiveId" clId="{53D5EA3C-0847-4EC1-9FDC-43DBDAEAF41A}" dt="2026-04-29T18:41:47.865" v="484" actId="26606"/>
          <ac:spMkLst>
            <pc:docMk/>
            <pc:sldMk cId="0" sldId="381"/>
            <ac:spMk id="16" creationId="{00000000-0000-0000-0000-000000000000}"/>
          </ac:spMkLst>
        </pc:spChg>
        <pc:spChg chg="mod">
          <ac:chgData name="Trevoir Williams" userId="6a45007046124a3d" providerId="LiveId" clId="{53D5EA3C-0847-4EC1-9FDC-43DBDAEAF41A}" dt="2026-04-29T18:41:47.865" v="484" actId="26606"/>
          <ac:spMkLst>
            <pc:docMk/>
            <pc:sldMk cId="0" sldId="381"/>
            <ac:spMk id="17" creationId="{00000000-0000-0000-0000-000000000000}"/>
          </ac:spMkLst>
        </pc:spChg>
        <pc:spChg chg="mod">
          <ac:chgData name="Trevoir Williams" userId="6a45007046124a3d" providerId="LiveId" clId="{53D5EA3C-0847-4EC1-9FDC-43DBDAEAF41A}" dt="2026-04-29T18:41:47.865" v="484" actId="26606"/>
          <ac:spMkLst>
            <pc:docMk/>
            <pc:sldMk cId="0" sldId="381"/>
            <ac:spMk id="18" creationId="{00000000-0000-0000-0000-000000000000}"/>
          </ac:spMkLst>
        </pc:spChg>
      </pc:sldChg>
      <pc:sldChg chg="modSp add del mod">
        <pc:chgData name="Trevoir Williams" userId="6a45007046124a3d" providerId="LiveId" clId="{53D5EA3C-0847-4EC1-9FDC-43DBDAEAF41A}" dt="2026-04-29T18:36:33.074" v="162" actId="26606"/>
        <pc:sldMkLst>
          <pc:docMk/>
          <pc:sldMk cId="2507848002" sldId="652"/>
        </pc:sldMkLst>
        <pc:spChg chg="mod">
          <ac:chgData name="Trevoir Williams" userId="6a45007046124a3d" providerId="LiveId" clId="{53D5EA3C-0847-4EC1-9FDC-43DBDAEAF41A}" dt="2026-04-29T18:36:33.074" v="162" actId="26606"/>
          <ac:spMkLst>
            <pc:docMk/>
            <pc:sldMk cId="2507848002" sldId="652"/>
            <ac:spMk id="594" creationId="{3D8F463B-7BFC-ED43-3BDC-C7C9ECFD84AA}"/>
          </ac:spMkLst>
        </pc:spChg>
        <pc:spChg chg="mod">
          <ac:chgData name="Trevoir Williams" userId="6a45007046124a3d" providerId="LiveId" clId="{53D5EA3C-0847-4EC1-9FDC-43DBDAEAF41A}" dt="2026-04-29T18:30:02.154" v="132" actId="403"/>
          <ac:spMkLst>
            <pc:docMk/>
            <pc:sldMk cId="2507848002" sldId="652"/>
            <ac:spMk id="595" creationId="{19EF68A1-AF8E-9D08-4FC8-997B6AE81443}"/>
          </ac:spMkLst>
        </pc:spChg>
      </pc:sldChg>
      <pc:sldChg chg="modSp add del ord">
        <pc:chgData name="Trevoir Williams" userId="6a45007046124a3d" providerId="LiveId" clId="{53D5EA3C-0847-4EC1-9FDC-43DBDAEAF41A}" dt="2026-04-29T18:40:34.283" v="482"/>
        <pc:sldMkLst>
          <pc:docMk/>
          <pc:sldMk cId="0" sldId="654"/>
        </pc:sldMkLst>
        <pc:spChg chg="mod">
          <ac:chgData name="Trevoir Williams" userId="6a45007046124a3d" providerId="LiveId" clId="{53D5EA3C-0847-4EC1-9FDC-43DBDAEAF41A}" dt="2026-04-29T18:30:11.885" v="133"/>
          <ac:spMkLst>
            <pc:docMk/>
            <pc:sldMk cId="0" sldId="654"/>
            <ac:spMk id="2223" creationId="{00000000-0000-0000-0000-000000000000}"/>
          </ac:spMkLst>
        </pc:spChg>
        <pc:spChg chg="mod">
          <ac:chgData name="Trevoir Williams" userId="6a45007046124a3d" providerId="LiveId" clId="{53D5EA3C-0847-4EC1-9FDC-43DBDAEAF41A}" dt="2026-04-29T18:30:11.885" v="133"/>
          <ac:spMkLst>
            <pc:docMk/>
            <pc:sldMk cId="0" sldId="654"/>
            <ac:spMk id="2224" creationId="{00000000-0000-0000-0000-000000000000}"/>
          </ac:spMkLst>
        </pc:spChg>
      </pc:sldChg>
      <pc:sldChg chg="modSp add del mod">
        <pc:chgData name="Trevoir Williams" userId="6a45007046124a3d" providerId="LiveId" clId="{53D5EA3C-0847-4EC1-9FDC-43DBDAEAF41A}" dt="2026-04-29T18:33:24.054" v="138" actId="26606"/>
        <pc:sldMkLst>
          <pc:docMk/>
          <pc:sldMk cId="0" sldId="664"/>
        </pc:sldMkLst>
        <pc:spChg chg="mod">
          <ac:chgData name="Trevoir Williams" userId="6a45007046124a3d" providerId="LiveId" clId="{53D5EA3C-0847-4EC1-9FDC-43DBDAEAF41A}" dt="2026-04-29T18:14:01.891" v="0"/>
          <ac:spMkLst>
            <pc:docMk/>
            <pc:sldMk cId="0" sldId="664"/>
            <ac:spMk id="379" creationId="{00000000-0000-0000-0000-000000000000}"/>
          </ac:spMkLst>
        </pc:spChg>
        <pc:spChg chg="mod">
          <ac:chgData name="Trevoir Williams" userId="6a45007046124a3d" providerId="LiveId" clId="{53D5EA3C-0847-4EC1-9FDC-43DBDAEAF41A}" dt="2026-04-29T18:14:01.891" v="0"/>
          <ac:spMkLst>
            <pc:docMk/>
            <pc:sldMk cId="0" sldId="664"/>
            <ac:spMk id="380" creationId="{00000000-0000-0000-0000-000000000000}"/>
          </ac:spMkLst>
        </pc:spChg>
        <pc:picChg chg="mod">
          <ac:chgData name="Trevoir Williams" userId="6a45007046124a3d" providerId="LiveId" clId="{53D5EA3C-0847-4EC1-9FDC-43DBDAEAF41A}" dt="2026-04-29T18:33:24.054" v="138" actId="26606"/>
          <ac:picMkLst>
            <pc:docMk/>
            <pc:sldMk cId="0" sldId="664"/>
            <ac:picMk id="3" creationId="{6796419D-C157-7E19-6A0F-0FB44E5B1A88}"/>
          </ac:picMkLst>
        </pc:picChg>
      </pc:sldChg>
      <pc:sldChg chg="modSp add mod setBg">
        <pc:chgData name="Trevoir Williams" userId="6a45007046124a3d" providerId="LiveId" clId="{53D5EA3C-0847-4EC1-9FDC-43DBDAEAF41A}" dt="2026-04-29T18:41:55.063" v="497" actId="27636"/>
        <pc:sldMkLst>
          <pc:docMk/>
          <pc:sldMk cId="0" sldId="665"/>
        </pc:sldMkLst>
        <pc:spChg chg="mod">
          <ac:chgData name="Trevoir Williams" userId="6a45007046124a3d" providerId="LiveId" clId="{53D5EA3C-0847-4EC1-9FDC-43DBDAEAF41A}" dt="2026-04-29T18:36:33.074" v="162" actId="26606"/>
          <ac:spMkLst>
            <pc:docMk/>
            <pc:sldMk cId="0" sldId="665"/>
            <ac:spMk id="3" creationId="{00000000-0000-0000-0000-000000000000}"/>
          </ac:spMkLst>
        </pc:spChg>
        <pc:spChg chg="mod">
          <ac:chgData name="Trevoir Williams" userId="6a45007046124a3d" providerId="LiveId" clId="{53D5EA3C-0847-4EC1-9FDC-43DBDAEAF41A}" dt="2026-04-29T18:41:55.055" v="495" actId="27636"/>
          <ac:spMkLst>
            <pc:docMk/>
            <pc:sldMk cId="0" sldId="665"/>
            <ac:spMk id="4" creationId="{00000000-0000-0000-0000-000000000000}"/>
          </ac:spMkLst>
        </pc:spChg>
        <pc:spChg chg="mod">
          <ac:chgData name="Trevoir Williams" userId="6a45007046124a3d" providerId="LiveId" clId="{53D5EA3C-0847-4EC1-9FDC-43DBDAEAF41A}" dt="2026-04-29T18:41:55.063" v="497" actId="27636"/>
          <ac:spMkLst>
            <pc:docMk/>
            <pc:sldMk cId="0" sldId="665"/>
            <ac:spMk id="23" creationId="{00000000-0000-0000-0000-000000000000}"/>
          </ac:spMkLst>
        </pc:spChg>
        <pc:spChg chg="mod">
          <ac:chgData name="Trevoir Williams" userId="6a45007046124a3d" providerId="LiveId" clId="{53D5EA3C-0847-4EC1-9FDC-43DBDAEAF41A}" dt="2026-04-29T18:41:47.865" v="484" actId="26606"/>
          <ac:spMkLst>
            <pc:docMk/>
            <pc:sldMk cId="0" sldId="665"/>
            <ac:spMk id="28" creationId="{00000000-0000-0000-0000-000000000000}"/>
          </ac:spMkLst>
        </pc:spChg>
        <pc:spChg chg="mod">
          <ac:chgData name="Trevoir Williams" userId="6a45007046124a3d" providerId="LiveId" clId="{53D5EA3C-0847-4EC1-9FDC-43DBDAEAF41A}" dt="2026-04-29T18:41:55.059" v="496" actId="27636"/>
          <ac:spMkLst>
            <pc:docMk/>
            <pc:sldMk cId="0" sldId="665"/>
            <ac:spMk id="33" creationId="{00000000-0000-0000-0000-000000000000}"/>
          </ac:spMkLst>
        </pc:spChg>
        <pc:spChg chg="mod">
          <ac:chgData name="Trevoir Williams" userId="6a45007046124a3d" providerId="LiveId" clId="{53D5EA3C-0847-4EC1-9FDC-43DBDAEAF41A}" dt="2026-04-29T18:41:47.865" v="484" actId="26606"/>
          <ac:spMkLst>
            <pc:docMk/>
            <pc:sldMk cId="0" sldId="665"/>
            <ac:spMk id="35" creationId="{00000000-0000-0000-0000-000000000000}"/>
          </ac:spMkLst>
        </pc:spChg>
        <pc:spChg chg="mod">
          <ac:chgData name="Trevoir Williams" userId="6a45007046124a3d" providerId="LiveId" clId="{53D5EA3C-0847-4EC1-9FDC-43DBDAEAF41A}" dt="2026-04-29T18:41:47.865" v="484" actId="26606"/>
          <ac:spMkLst>
            <pc:docMk/>
            <pc:sldMk cId="0" sldId="665"/>
            <ac:spMk id="36" creationId="{00000000-0000-0000-0000-000000000000}"/>
          </ac:spMkLst>
        </pc:spChg>
      </pc:sldChg>
      <pc:sldChg chg="modSp add mod setBg">
        <pc:chgData name="Trevoir Williams" userId="6a45007046124a3d" providerId="LiveId" clId="{53D5EA3C-0847-4EC1-9FDC-43DBDAEAF41A}" dt="2026-04-29T18:41:51.533" v="494" actId="27636"/>
        <pc:sldMkLst>
          <pc:docMk/>
          <pc:sldMk cId="0" sldId="666"/>
        </pc:sldMkLst>
        <pc:spChg chg="mod">
          <ac:chgData name="Trevoir Williams" userId="6a45007046124a3d" providerId="LiveId" clId="{53D5EA3C-0847-4EC1-9FDC-43DBDAEAF41A}" dt="2026-04-29T18:36:33.074" v="162" actId="26606"/>
          <ac:spMkLst>
            <pc:docMk/>
            <pc:sldMk cId="0" sldId="666"/>
            <ac:spMk id="3" creationId="{00000000-0000-0000-0000-000000000000}"/>
          </ac:spMkLst>
        </pc:spChg>
        <pc:spChg chg="mod">
          <ac:chgData name="Trevoir Williams" userId="6a45007046124a3d" providerId="LiveId" clId="{53D5EA3C-0847-4EC1-9FDC-43DBDAEAF41A}" dt="2026-04-29T18:41:51.517" v="489" actId="27636"/>
          <ac:spMkLst>
            <pc:docMk/>
            <pc:sldMk cId="0" sldId="666"/>
            <ac:spMk id="4" creationId="{00000000-0000-0000-0000-000000000000}"/>
          </ac:spMkLst>
        </pc:spChg>
        <pc:spChg chg="mod">
          <ac:chgData name="Trevoir Williams" userId="6a45007046124a3d" providerId="LiveId" clId="{53D5EA3C-0847-4EC1-9FDC-43DBDAEAF41A}" dt="2026-04-29T18:41:51.521" v="490" actId="27636"/>
          <ac:spMkLst>
            <pc:docMk/>
            <pc:sldMk cId="0" sldId="666"/>
            <ac:spMk id="9" creationId="{00000000-0000-0000-0000-000000000000}"/>
          </ac:spMkLst>
        </pc:spChg>
        <pc:spChg chg="mod">
          <ac:chgData name="Trevoir Williams" userId="6a45007046124a3d" providerId="LiveId" clId="{53D5EA3C-0847-4EC1-9FDC-43DBDAEAF41A}" dt="2026-04-29T18:41:51.524" v="492" actId="27636"/>
          <ac:spMkLst>
            <pc:docMk/>
            <pc:sldMk cId="0" sldId="666"/>
            <ac:spMk id="14" creationId="{00000000-0000-0000-0000-000000000000}"/>
          </ac:spMkLst>
        </pc:spChg>
        <pc:spChg chg="mod">
          <ac:chgData name="Trevoir Williams" userId="6a45007046124a3d" providerId="LiveId" clId="{53D5EA3C-0847-4EC1-9FDC-43DBDAEAF41A}" dt="2026-04-29T18:41:51.524" v="491" actId="27636"/>
          <ac:spMkLst>
            <pc:docMk/>
            <pc:sldMk cId="0" sldId="666"/>
            <ac:spMk id="19" creationId="{00000000-0000-0000-0000-000000000000}"/>
          </ac:spMkLst>
        </pc:spChg>
        <pc:spChg chg="mod">
          <ac:chgData name="Trevoir Williams" userId="6a45007046124a3d" providerId="LiveId" clId="{53D5EA3C-0847-4EC1-9FDC-43DBDAEAF41A}" dt="2026-04-29T18:41:51.515" v="488" actId="27636"/>
          <ac:spMkLst>
            <pc:docMk/>
            <pc:sldMk cId="0" sldId="666"/>
            <ac:spMk id="24" creationId="{00000000-0000-0000-0000-000000000000}"/>
          </ac:spMkLst>
        </pc:spChg>
        <pc:spChg chg="mod">
          <ac:chgData name="Trevoir Williams" userId="6a45007046124a3d" providerId="LiveId" clId="{53D5EA3C-0847-4EC1-9FDC-43DBDAEAF41A}" dt="2026-04-29T18:41:51.533" v="494" actId="27636"/>
          <ac:spMkLst>
            <pc:docMk/>
            <pc:sldMk cId="0" sldId="666"/>
            <ac:spMk id="29" creationId="{00000000-0000-0000-0000-000000000000}"/>
          </ac:spMkLst>
        </pc:spChg>
        <pc:spChg chg="mod">
          <ac:chgData name="Trevoir Williams" userId="6a45007046124a3d" providerId="LiveId" clId="{53D5EA3C-0847-4EC1-9FDC-43DBDAEAF41A}" dt="2026-04-29T18:41:51.530" v="493" actId="27636"/>
          <ac:spMkLst>
            <pc:docMk/>
            <pc:sldMk cId="0" sldId="666"/>
            <ac:spMk id="34" creationId="{00000000-0000-0000-0000-000000000000}"/>
          </ac:spMkLst>
        </pc:spChg>
        <pc:spChg chg="mod">
          <ac:chgData name="Trevoir Williams" userId="6a45007046124a3d" providerId="LiveId" clId="{53D5EA3C-0847-4EC1-9FDC-43DBDAEAF41A}" dt="2026-04-29T18:41:47.865" v="484" actId="26606"/>
          <ac:spMkLst>
            <pc:docMk/>
            <pc:sldMk cId="0" sldId="666"/>
            <ac:spMk id="36" creationId="{00000000-0000-0000-0000-000000000000}"/>
          </ac:spMkLst>
        </pc:spChg>
        <pc:spChg chg="mod">
          <ac:chgData name="Trevoir Williams" userId="6a45007046124a3d" providerId="LiveId" clId="{53D5EA3C-0847-4EC1-9FDC-43DBDAEAF41A}" dt="2026-04-29T18:41:47.865" v="484" actId="26606"/>
          <ac:spMkLst>
            <pc:docMk/>
            <pc:sldMk cId="0" sldId="666"/>
            <ac:spMk id="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53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updated course. Position this version as a practical, project-based course that starts with Semantic Kernel fundamentals in console applications and progresses into a real ASP.NET Core portal with an embedded copilot. Emphasize that the course is not about building another generic chat app; it is about integrating AI into an enterprise-style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the practical standard for the course. Students are not only learning what Semantic Kernel is; they are learning how to integrate it into a serious .NET application with business records, document intelligence, AI actions, and production controls.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project in business terms. The KnowledgeOps Portal is not a tutorial-only chat screen. It represents the kind of internal web application where teams manage documents and requests, and where AI becomes an embedded feature that improves productivity while still respecting application boundaries.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why the course is structured the way it is. Students should appreciate the console-first approach because it isolates Semantic Kernel concepts, and they should also understand why the web application becomes the final delivery context.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a:extLst>
            <a:ext uri="{FF2B5EF4-FFF2-40B4-BE49-F238E27FC236}">
              <a16:creationId xmlns:a16="http://schemas.microsoft.com/office/drawing/2014/main" id="{14A46DAA-5CB8-6165-FB6F-F119D79D6640}"/>
            </a:ext>
          </a:extLst>
        </p:cNvPr>
        <p:cNvGrpSpPr/>
        <p:nvPr/>
      </p:nvGrpSpPr>
      <p:grpSpPr>
        <a:xfrm>
          <a:off x="0" y="0"/>
          <a:ext cx="0" cy="0"/>
          <a:chOff x="0" y="0"/>
          <a:chExt cx="0" cy="0"/>
        </a:xfrm>
      </p:grpSpPr>
      <p:sp>
        <p:nvSpPr>
          <p:cNvPr id="591" name="Google Shape;591;p:notes">
            <a:extLst>
              <a:ext uri="{FF2B5EF4-FFF2-40B4-BE49-F238E27FC236}">
                <a16:creationId xmlns:a16="http://schemas.microsoft.com/office/drawing/2014/main" id="{B1E973A8-0F17-A8D4-FE98-229882785C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p:notes">
            <a:extLst>
              <a:ext uri="{FF2B5EF4-FFF2-40B4-BE49-F238E27FC236}">
                <a16:creationId xmlns:a16="http://schemas.microsoft.com/office/drawing/2014/main" id="{46C4A978-0498-1F12-2780-3D6A07F9AC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9470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t>Together, we’ll unlock the power of Generative AI with .NET and Azure AI Services. From fundamental concepts to hands-on labs, this course will give you the skills to build intelligent, cutting-edge applications. Let’s get to work and make something amazing!"</a:t>
            </a: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Section 2: Introduction to Semantic Kernel. Introduce the key AI concepts and Semantic Kernel fundamentals.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Introduce the key AI concepts and Semantic Kernel fundamentals.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roadmap to orient learners before starting Section 2.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LLMs without overcomplicating the math. The key point for developers is that an LLM is powerful at language reasoning and generation, but it is not a database, a rules engine, or a trustworthy source of current organizational truth by default.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 — What is Generative AI?: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2.4 — What is Semantic Kernel?: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 Why Use Semantic Kernel Instead of Calling the Model Directly?: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2.6 — Semantic Kernel vs Microsoft Agent Framework: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2.7 — Understanding AI Agents in Business Context: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review slide to close Section 2.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Section 3: Environment Setup and Starter Solution. Prepare the development environment and starter solution.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section by telling learners what they will know and what they will build. Explain how the section fits into the broader course story: Prepare the development environment and starter solution.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3.3 — Azure OpenAI Prerequisites and Resource Planning: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3.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4: Building Your First Kernel. Create the first working Semantic Kernel console application.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Create the first working Semantic Kernel console application.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4.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4.2 — Understanding the Kernel, Services, and Connectors: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4.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5: Semantic Kernel Plugins. Introduce plugins, prompts, reusable prompt assets, and prompt engineering fundamentals.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Introduce plugins, prompts, reusable prompt assets, and prompt engineering fundamentals.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5.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5.2 — Introduction to Plugins: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5.4 — Prompt Engineering for Application Developers: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5.5 — Prompt Templates, Variables, and Arguments: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5.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6: Plugins and Native Functions. Extend the console app with native functions, local logic, and automatic invocation.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Extend the console app with native functions, local logic, and automatic invocation.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6.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6.2 — Understanding Plugins, Functions, and Discoverability: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6.8 — Automatically Invoking Functions: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6.10 — Design Rules for Good Plugins: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6.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7: Moving into ASP.NET Core. Translate console concepts into a real ASP.NET Core business portal.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Translate console concepts into a real ASP.NET Core business portal.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7.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7.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8: Contextual Assistance, History, and Grounding. Add persistence, document intelligence, RAG, citations, and memory to the portal.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Add persistence, document intelligence, RAG, citations, and memory to the portal.</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8.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8.8 — Core RAG Concepts: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8.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9: Enterprise Actions, Guardrails, and Workflow Orchestration. Move beyond answers and support safe business workflows.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Move beyond answers and support safe business workflows.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9.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9.2 — Reuse Console Plugins in the Web Application: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9.10 — Human-in-the-Loop Workflow Design: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9.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10: Observability, Evaluation, and Production Readiness. Make the solution observable, testable, and deployment-ready.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this section by telling learners what they will know and what they will build. Explain how the section fits into the broader course story: Make the solution observable, testable, and deployment-ready.</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roadmap to orient learners before starting Section 10. Point out which lessons are conceptual and which are hands-on demos. Explain that demo lessons will always start with a short objective and success criteria before moving into the IDE.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10.2 — Why Observability Matters for Semantic Kernel Applications: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10.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before the demo. Tell learners which files or features will change and what success looks like. Use this slide as the transition from explanation to hands-on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review slide to close Section 10. Reinforce the major concepts, call out what the learner can now do, and explicitly connect those skills to the next section. Avoid rushing the review; it is the consolidation point for the section.</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Section 11: Conclusion and Next Steps. Close the course and point learners toward practical next steps. Frame the section around the outcomes students should achieve before moving on. Emphasize that every section either develops a concept, prepares the next demo, or advances the same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11.1 — Course Recap: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11.2 — What You Built and What You Learned: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11.3 — Where to Go Next with Semantic Kernel: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11.4 — Conclusion: explain each point in context. Avoid treating these as isolated definitions. Link the concept to how learners will apply it in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for instructor grounding and update discipline. Keep the course aligned to current Microsoft and IronPDF guidance when recording demos or updating code. If documentation or packages change, prioritize the current official documentation over earlier transcripts or older sample code.</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98107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01401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1917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9171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bg>
      <p:bgPr>
        <a:gradFill>
          <a:gsLst>
            <a:gs pos="0">
              <a:schemeClr val="accent1"/>
            </a:gs>
            <a:gs pos="50000">
              <a:schemeClr val="accent1"/>
            </a:gs>
            <a:gs pos="100000">
              <a:schemeClr val="accent2"/>
            </a:gs>
          </a:gsLst>
          <a:lin ang="16200038" scaled="0"/>
        </a:gradFill>
        <a:effectLst/>
      </p:bgPr>
    </p:bg>
    <p:spTree>
      <p:nvGrpSpPr>
        <p:cNvPr id="1" name="Shape 16"/>
        <p:cNvGrpSpPr/>
        <p:nvPr/>
      </p:nvGrpSpPr>
      <p:grpSpPr>
        <a:xfrm>
          <a:off x="0" y="0"/>
          <a:ext cx="0" cy="0"/>
          <a:chOff x="0" y="0"/>
          <a:chExt cx="0" cy="0"/>
        </a:xfrm>
      </p:grpSpPr>
      <p:sp>
        <p:nvSpPr>
          <p:cNvPr id="17" name="Google Shape;17;p4"/>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4"/>
          <p:cNvSpPr/>
          <p:nvPr/>
        </p:nvSpPr>
        <p:spPr>
          <a:xfrm rot="5400000">
            <a:off x="-404500" y="1236540"/>
            <a:ext cx="1888400" cy="1079600"/>
          </a:xfrm>
          <a:prstGeom prst="triangle">
            <a:avLst>
              <a:gd name="adj" fmla="val 50000"/>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385400" y="1371100"/>
            <a:ext cx="6323600" cy="4773200"/>
          </a:xfrm>
          <a:prstGeom prst="rect">
            <a:avLst/>
          </a:prstGeom>
        </p:spPr>
        <p:txBody>
          <a:bodyPr spcFirstLastPara="1" wrap="square" lIns="0" tIns="0" rIns="0" bIns="0" anchor="t" anchorCtr="0">
            <a:noAutofit/>
          </a:bodyPr>
          <a:lstStyle>
            <a:lvl1pPr marL="609585" lvl="0" indent="-575719" rtl="0">
              <a:spcBef>
                <a:spcPts val="800"/>
              </a:spcBef>
              <a:spcAft>
                <a:spcPts val="0"/>
              </a:spcAft>
              <a:buClr>
                <a:schemeClr val="lt1"/>
              </a:buClr>
              <a:buSzPts val="3200"/>
              <a:buChar char="▸"/>
              <a:defRPr sz="4267">
                <a:solidFill>
                  <a:schemeClr val="lt1"/>
                </a:solidFill>
              </a:defRPr>
            </a:lvl1pPr>
            <a:lvl2pPr marL="1219170" lvl="1" indent="-575719" rtl="0">
              <a:spcBef>
                <a:spcPts val="800"/>
              </a:spcBef>
              <a:spcAft>
                <a:spcPts val="0"/>
              </a:spcAft>
              <a:buClr>
                <a:schemeClr val="lt1"/>
              </a:buClr>
              <a:buSzPts val="3200"/>
              <a:buChar char="▹"/>
              <a:defRPr sz="4267">
                <a:solidFill>
                  <a:schemeClr val="lt1"/>
                </a:solidFill>
              </a:defRPr>
            </a:lvl2pPr>
            <a:lvl3pPr marL="1828754" lvl="2" indent="-575719" rtl="0">
              <a:spcBef>
                <a:spcPts val="800"/>
              </a:spcBef>
              <a:spcAft>
                <a:spcPts val="0"/>
              </a:spcAft>
              <a:buClr>
                <a:schemeClr val="lt1"/>
              </a:buClr>
              <a:buSzPts val="3200"/>
              <a:buChar char="▹"/>
              <a:defRPr sz="4267">
                <a:solidFill>
                  <a:schemeClr val="lt1"/>
                </a:solidFill>
              </a:defRPr>
            </a:lvl3pPr>
            <a:lvl4pPr marL="2438339" lvl="3" indent="-575719" rtl="0">
              <a:spcBef>
                <a:spcPts val="800"/>
              </a:spcBef>
              <a:spcAft>
                <a:spcPts val="0"/>
              </a:spcAft>
              <a:buClr>
                <a:schemeClr val="lt1"/>
              </a:buClr>
              <a:buSzPts val="3200"/>
              <a:buChar char="▹"/>
              <a:defRPr sz="4267">
                <a:solidFill>
                  <a:schemeClr val="lt1"/>
                </a:solidFill>
              </a:defRPr>
            </a:lvl4pPr>
            <a:lvl5pPr marL="3047924" lvl="4" indent="-575719" rtl="0">
              <a:spcBef>
                <a:spcPts val="800"/>
              </a:spcBef>
              <a:spcAft>
                <a:spcPts val="0"/>
              </a:spcAft>
              <a:buClr>
                <a:schemeClr val="lt1"/>
              </a:buClr>
              <a:buSzPts val="3200"/>
              <a:buChar char="▹"/>
              <a:defRPr sz="4267">
                <a:solidFill>
                  <a:schemeClr val="lt1"/>
                </a:solidFill>
              </a:defRPr>
            </a:lvl5pPr>
            <a:lvl6pPr marL="3657509" lvl="5" indent="-575719" rtl="0">
              <a:spcBef>
                <a:spcPts val="800"/>
              </a:spcBef>
              <a:spcAft>
                <a:spcPts val="0"/>
              </a:spcAft>
              <a:buClr>
                <a:schemeClr val="lt1"/>
              </a:buClr>
              <a:buSzPts val="3200"/>
              <a:buChar char="▹"/>
              <a:defRPr sz="4267">
                <a:solidFill>
                  <a:schemeClr val="lt1"/>
                </a:solidFill>
              </a:defRPr>
            </a:lvl6pPr>
            <a:lvl7pPr marL="4267093" lvl="6" indent="-575719" rtl="0">
              <a:spcBef>
                <a:spcPts val="800"/>
              </a:spcBef>
              <a:spcAft>
                <a:spcPts val="0"/>
              </a:spcAft>
              <a:buClr>
                <a:schemeClr val="lt1"/>
              </a:buClr>
              <a:buSzPts val="3200"/>
              <a:buChar char="▹"/>
              <a:defRPr sz="4267">
                <a:solidFill>
                  <a:schemeClr val="lt1"/>
                </a:solidFill>
              </a:defRPr>
            </a:lvl7pPr>
            <a:lvl8pPr marL="4876678" lvl="7" indent="-575719" rtl="0">
              <a:spcBef>
                <a:spcPts val="800"/>
              </a:spcBef>
              <a:spcAft>
                <a:spcPts val="0"/>
              </a:spcAft>
              <a:buClr>
                <a:schemeClr val="lt1"/>
              </a:buClr>
              <a:buSzPts val="3200"/>
              <a:buChar char="▹"/>
              <a:defRPr sz="4267">
                <a:solidFill>
                  <a:schemeClr val="lt1"/>
                </a:solidFill>
              </a:defRPr>
            </a:lvl8pPr>
            <a:lvl9pPr marL="5486263" lvl="8" indent="-575719">
              <a:spcBef>
                <a:spcPts val="800"/>
              </a:spcBef>
              <a:spcAft>
                <a:spcPts val="0"/>
              </a:spcAft>
              <a:buClr>
                <a:schemeClr val="lt1"/>
              </a:buClr>
              <a:buSzPts val="3200"/>
              <a:buChar char="▹"/>
              <a:defRPr sz="4267">
                <a:solidFill>
                  <a:schemeClr val="lt1"/>
                </a:solidFill>
              </a:defRPr>
            </a:lvl9pPr>
          </a:lstStyle>
          <a:p>
            <a:endParaRPr/>
          </a:p>
        </p:txBody>
      </p:sp>
      <p:sp>
        <p:nvSpPr>
          <p:cNvPr id="20" name="Google Shape;20;p4"/>
          <p:cNvSpPr txBox="1"/>
          <p:nvPr/>
        </p:nvSpPr>
        <p:spPr>
          <a:xfrm>
            <a:off x="25400" y="1245033"/>
            <a:ext cx="708000" cy="8716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1466" b="1">
                <a:solidFill>
                  <a:schemeClr val="accent2"/>
                </a:solidFill>
                <a:latin typeface="Raleway"/>
                <a:ea typeface="Raleway"/>
                <a:cs typeface="Raleway"/>
                <a:sym typeface="Raleway"/>
              </a:rPr>
              <a:t>“</a:t>
            </a:r>
            <a:endParaRPr sz="11466" b="1">
              <a:solidFill>
                <a:schemeClr val="accent2"/>
              </a:solidFill>
              <a:latin typeface="Raleway"/>
              <a:ea typeface="Raleway"/>
              <a:cs typeface="Raleway"/>
              <a:sym typeface="Raleway"/>
            </a:endParaRPr>
          </a:p>
        </p:txBody>
      </p:sp>
      <p:sp>
        <p:nvSpPr>
          <p:cNvPr id="21" name="Google Shape;21;p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47232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8688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7"/>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6096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0" name="Google Shape;40;p7"/>
          <p:cNvSpPr txBox="1">
            <a:spLocks noGrp="1"/>
          </p:cNvSpPr>
          <p:nvPr>
            <p:ph type="body" idx="2"/>
          </p:nvPr>
        </p:nvSpPr>
        <p:spPr>
          <a:xfrm>
            <a:off x="43870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1" name="Google Shape;41;p7"/>
          <p:cNvSpPr txBox="1">
            <a:spLocks noGrp="1"/>
          </p:cNvSpPr>
          <p:nvPr>
            <p:ph type="body" idx="3"/>
          </p:nvPr>
        </p:nvSpPr>
        <p:spPr>
          <a:xfrm>
            <a:off x="81644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2" name="Google Shape;42;p7"/>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71083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1220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194983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36421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63774119"/>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91440"/>
            <a:ext cx="1143000" cy="201168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1325880" y="1005840"/>
            <a:ext cx="7040880" cy="1554480"/>
          </a:xfrm>
          <a:prstGeom prst="rect">
            <a:avLst/>
          </a:prstGeom>
          <a:noFill/>
          <a:ln/>
        </p:spPr>
        <p:txBody>
          <a:bodyPr wrap="square" lIns="254" tIns="254" rIns="254" bIns="254" rtlCol="0" anchor="ctr">
            <a:normAutofit fontScale="92500"/>
          </a:bodyPr>
          <a:lstStyle/>
          <a:p>
            <a:pPr marL="0" indent="0">
              <a:buNone/>
            </a:pPr>
            <a:r>
              <a:rPr lang="it-IT" sz="4200" b="1" dirty="0">
                <a:solidFill>
                  <a:srgbClr val="007DB8"/>
                </a:solidFill>
                <a:latin typeface="Raleway" pitchFamily="34" charset="0"/>
                <a:ea typeface="Raleway" pitchFamily="34" charset="-122"/>
                <a:cs typeface="Raleway" pitchFamily="34" charset="-120"/>
              </a:rPr>
              <a:t>Semantic Kernel SDK - Integrating AI in Applications</a:t>
            </a:r>
          </a:p>
        </p:txBody>
      </p:sp>
      <p:sp>
        <p:nvSpPr>
          <p:cNvPr id="6" name="Text 4"/>
          <p:cNvSpPr/>
          <p:nvPr/>
        </p:nvSpPr>
        <p:spPr>
          <a:xfrm>
            <a:off x="1353312" y="2788920"/>
            <a:ext cx="7498080" cy="320040"/>
          </a:xfrm>
          <a:prstGeom prst="rect">
            <a:avLst/>
          </a:prstGeom>
          <a:noFill/>
          <a:ln/>
        </p:spPr>
        <p:txBody>
          <a:bodyPr wrap="square" lIns="0" tIns="0" rIns="0" bIns="0" rtlCol="0" anchor="ctr"/>
          <a:lstStyle/>
          <a:p>
            <a:pPr marL="0" indent="0">
              <a:buNone/>
            </a:pPr>
            <a:r>
              <a:rPr lang="en-US" sz="2200" dirty="0">
                <a:solidFill>
                  <a:srgbClr val="697586"/>
                </a:solidFill>
                <a:latin typeface="Barlow" pitchFamily="34" charset="0"/>
                <a:ea typeface="Barlow" pitchFamily="34" charset="-122"/>
                <a:cs typeface="Barlow" pitchFamily="34" charset="-120"/>
              </a:rPr>
              <a:t>Azure OpenAI + .NET 10 | Full instructor slide deck</a:t>
            </a:r>
            <a:endParaRPr lang="en-US" sz="1700" dirty="0"/>
          </a:p>
        </p:txBody>
      </p:sp>
      <p:sp>
        <p:nvSpPr>
          <p:cNvPr id="7" name="Shape 5"/>
          <p:cNvSpPr/>
          <p:nvPr/>
        </p:nvSpPr>
        <p:spPr>
          <a:xfrm>
            <a:off x="8138160" y="1097280"/>
            <a:ext cx="2103120" cy="2103120"/>
          </a:xfrm>
          <a:prstGeom prst="arc">
            <a:avLst/>
          </a:prstGeom>
          <a:solidFill>
            <a:srgbClr val="E8EEF5">
              <a:alpha val="0"/>
            </a:srgbClr>
          </a:solidFill>
          <a:ln w="50800">
            <a:solidFill>
              <a:srgbClr val="00AED6"/>
            </a:solidFill>
            <a:prstDash val="solid"/>
          </a:ln>
        </p:spPr>
        <p:txBody>
          <a:bodyPr/>
          <a:lstStyle/>
          <a:p>
            <a:endParaRPr/>
          </a:p>
        </p:txBody>
      </p:sp>
      <p:sp>
        <p:nvSpPr>
          <p:cNvPr id="13" name="Text 11"/>
          <p:cNvSpPr/>
          <p:nvPr/>
        </p:nvSpPr>
        <p:spPr>
          <a:xfrm>
            <a:off x="1353312" y="5577840"/>
            <a:ext cx="5029200" cy="292608"/>
          </a:xfrm>
          <a:prstGeom prst="rect">
            <a:avLst/>
          </a:prstGeom>
          <a:noFill/>
          <a:ln/>
        </p:spPr>
        <p:txBody>
          <a:bodyPr wrap="square" lIns="0" tIns="0" rIns="0" bIns="0" rtlCol="0" anchor="ctr"/>
          <a:lstStyle/>
          <a:p>
            <a:pPr marL="0" indent="0">
              <a:buNone/>
            </a:pPr>
            <a:r>
              <a:rPr lang="en-US" sz="1600" b="1" dirty="0">
                <a:solidFill>
                  <a:srgbClr val="0A2F4D"/>
                </a:solidFill>
                <a:latin typeface="Raleway" pitchFamily="34" charset="0"/>
                <a:ea typeface="Raleway" pitchFamily="34" charset="-122"/>
                <a:cs typeface="Raleway" pitchFamily="34" charset="-120"/>
              </a:rPr>
              <a:t>Trevoir Williams</a:t>
            </a:r>
            <a:endParaRPr lang="en-US" sz="1600" dirty="0"/>
          </a:p>
        </p:txBody>
      </p:sp>
      <p:sp>
        <p:nvSpPr>
          <p:cNvPr id="14" name="Text 12"/>
          <p:cNvSpPr/>
          <p:nvPr/>
        </p:nvSpPr>
        <p:spPr>
          <a:xfrm>
            <a:off x="1353312" y="5897880"/>
            <a:ext cx="5669280" cy="219456"/>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Software Engineer | Certified Trainer | Author</a:t>
            </a:r>
            <a:endParaRPr lang="en-US" sz="115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a:t>
            </a:r>
            <a:endParaRPr lang="en-US" sz="900" dirty="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dirty="0"/>
              <a:t>HELLO!</a:t>
            </a:r>
            <a:endParaRPr sz="9600" dirty="0"/>
          </a:p>
        </p:txBody>
      </p:sp>
      <p:sp>
        <p:nvSpPr>
          <p:cNvPr id="380" name="Google Shape;380;p14"/>
          <p:cNvSpPr txBox="1">
            <a:spLocks noGrp="1"/>
          </p:cNvSpPr>
          <p:nvPr>
            <p:ph type="subTitle" idx="4294967295"/>
          </p:nvPr>
        </p:nvSpPr>
        <p:spPr>
          <a:xfrm>
            <a:off x="914400" y="2694745"/>
            <a:ext cx="6954981" cy="2560000"/>
          </a:xfrm>
          <a:prstGeom prst="rect">
            <a:avLst/>
          </a:prstGeom>
        </p:spPr>
        <p:txBody>
          <a:bodyPr spcFirstLastPara="1" wrap="square" lIns="0" tIns="0" rIns="0" bIns="0" anchor="t" anchorCtr="0">
            <a:noAutofit/>
          </a:bodyPr>
          <a:lstStyle/>
          <a:p>
            <a:pPr marL="0" indent="0">
              <a:spcBef>
                <a:spcPts val="800"/>
              </a:spcBef>
              <a:buNone/>
            </a:pPr>
            <a:r>
              <a:rPr lang="en" sz="4800" b="1" dirty="0">
                <a:solidFill>
                  <a:schemeClr val="accent1"/>
                </a:solidFill>
                <a:latin typeface="Barlow"/>
                <a:ea typeface="Barlow"/>
                <a:cs typeface="Barlow"/>
                <a:sym typeface="Barlow"/>
              </a:rPr>
              <a:t>I am Trevoir Williams</a:t>
            </a:r>
            <a:endParaRPr sz="4800" b="1" dirty="0">
              <a:solidFill>
                <a:schemeClr val="accent1"/>
              </a:solidFill>
              <a:latin typeface="Barlow"/>
              <a:ea typeface="Barlow"/>
              <a:cs typeface="Barlow"/>
              <a:sym typeface="Barlow"/>
            </a:endParaRPr>
          </a:p>
          <a:p>
            <a:pPr marL="0" indent="0">
              <a:spcBef>
                <a:spcPts val="800"/>
              </a:spcBef>
              <a:buClr>
                <a:schemeClr val="dk1"/>
              </a:buClr>
              <a:buSzPts val="1100"/>
              <a:buNone/>
            </a:pPr>
            <a:r>
              <a:rPr lang="en-US" dirty="0"/>
              <a:t>Software Engineer | Certified Trainer</a:t>
            </a:r>
            <a:br>
              <a:rPr lang="en-US" dirty="0"/>
            </a:br>
            <a:r>
              <a:rPr lang="en-US" dirty="0"/>
              <a:t>Over 15 years of experience</a:t>
            </a:r>
          </a:p>
          <a:p>
            <a:pPr marL="0" indent="0">
              <a:spcBef>
                <a:spcPts val="800"/>
              </a:spcBef>
              <a:buClr>
                <a:schemeClr val="dk1"/>
              </a:buClr>
              <a:buSzPts val="1100"/>
              <a:buNone/>
            </a:pPr>
            <a:r>
              <a:rPr lang="en-US" dirty="0"/>
              <a:t>MSc. Computer Science</a:t>
            </a:r>
            <a:br>
              <a:rPr lang="en-US" dirty="0"/>
            </a:br>
            <a:r>
              <a:rPr lang="en-US" dirty="0"/>
              <a:t>DP-900 | AZ-900 | AZ-204 | AZ-400 | MCT</a:t>
            </a:r>
          </a:p>
          <a:p>
            <a:pPr marL="0" indent="0">
              <a:spcBef>
                <a:spcPts val="800"/>
              </a:spcBef>
              <a:buClr>
                <a:schemeClr val="dk1"/>
              </a:buClr>
              <a:buSzPts val="1100"/>
              <a:buNone/>
            </a:pPr>
            <a:endParaRPr sz="4800" b="1" dirty="0"/>
          </a:p>
        </p:txBody>
      </p:sp>
      <p:sp>
        <p:nvSpPr>
          <p:cNvPr id="381" name="Google Shape;381;p1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pic>
        <p:nvPicPr>
          <p:cNvPr id="3" name="Picture 2" descr="A person in a suit and tie  AI-generated content may be incorrect.">
            <a:extLst>
              <a:ext uri="{FF2B5EF4-FFF2-40B4-BE49-F238E27FC236}">
                <a16:creationId xmlns:a16="http://schemas.microsoft.com/office/drawing/2014/main" id="{6796419D-C157-7E19-6A0F-0FB44E5B1A88}"/>
              </a:ext>
            </a:extLst>
          </p:cNvPr>
          <p:cNvPicPr>
            <a:picLocks noChangeAspect="1"/>
          </p:cNvPicPr>
          <p:nvPr/>
        </p:nvPicPr>
        <p:blipFill>
          <a:blip r:embed="rId3"/>
          <a:stretch>
            <a:fillRect/>
          </a:stretch>
        </p:blipFill>
        <p:spPr>
          <a:xfrm>
            <a:off x="8568504" y="1690530"/>
            <a:ext cx="3303776" cy="29385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Objectives</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What students should be able to do by the end of the course.</a:t>
            </a:r>
            <a:endParaRPr lang="en-US" sz="1250" dirty="0"/>
          </a:p>
        </p:txBody>
      </p:sp>
      <p:sp>
        <p:nvSpPr>
          <p:cNvPr id="5" name="Shape 3"/>
          <p:cNvSpPr/>
          <p:nvPr/>
        </p:nvSpPr>
        <p:spPr>
          <a:xfrm>
            <a:off x="68580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6" name="Text 4"/>
          <p:cNvSpPr/>
          <p:nvPr/>
        </p:nvSpPr>
        <p:spPr>
          <a:xfrm>
            <a:off x="85039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7" name="Shape 5"/>
          <p:cNvSpPr/>
          <p:nvPr/>
        </p:nvSpPr>
        <p:spPr>
          <a:xfrm>
            <a:off x="685800" y="1463040"/>
            <a:ext cx="73152" cy="1417320"/>
          </a:xfrm>
          <a:prstGeom prst="rect">
            <a:avLst/>
          </a:prstGeom>
          <a:solidFill>
            <a:srgbClr val="007DB8"/>
          </a:solidFill>
          <a:ln w="12700">
            <a:solidFill>
              <a:srgbClr val="007DB8"/>
            </a:solidFill>
            <a:prstDash val="solid"/>
          </a:ln>
        </p:spPr>
        <p:txBody>
          <a:bodyPr/>
          <a:lstStyle/>
          <a:p>
            <a:endParaRPr lang="en-US"/>
          </a:p>
        </p:txBody>
      </p:sp>
      <p:sp>
        <p:nvSpPr>
          <p:cNvPr id="8" name="Text 6"/>
          <p:cNvSpPr/>
          <p:nvPr/>
        </p:nvSpPr>
        <p:spPr>
          <a:xfrm>
            <a:off x="126187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Understand SK deeply</a:t>
            </a:r>
            <a:endParaRPr lang="en-US" sz="1350" dirty="0"/>
          </a:p>
        </p:txBody>
      </p:sp>
      <p:sp>
        <p:nvSpPr>
          <p:cNvPr id="9" name="Text 7"/>
          <p:cNvSpPr/>
          <p:nvPr/>
        </p:nvSpPr>
        <p:spPr>
          <a:xfrm>
            <a:off x="94183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Explain kernels, services, connectors, plugins, prompts, functions, and orchestration in .NET applications.</a:t>
            </a:r>
            <a:endParaRPr lang="en-US" sz="1020" dirty="0"/>
          </a:p>
        </p:txBody>
      </p:sp>
      <p:sp>
        <p:nvSpPr>
          <p:cNvPr id="10" name="Shape 8"/>
          <p:cNvSpPr/>
          <p:nvPr/>
        </p:nvSpPr>
        <p:spPr>
          <a:xfrm>
            <a:off x="443484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1" name="Text 9"/>
          <p:cNvSpPr/>
          <p:nvPr/>
        </p:nvSpPr>
        <p:spPr>
          <a:xfrm>
            <a:off x="459943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2" name="Shape 10"/>
          <p:cNvSpPr/>
          <p:nvPr/>
        </p:nvSpPr>
        <p:spPr>
          <a:xfrm>
            <a:off x="4434840" y="1463040"/>
            <a:ext cx="73152" cy="1417320"/>
          </a:xfrm>
          <a:prstGeom prst="rect">
            <a:avLst/>
          </a:prstGeom>
          <a:solidFill>
            <a:srgbClr val="00AED6"/>
          </a:solidFill>
          <a:ln w="12700">
            <a:solidFill>
              <a:srgbClr val="00AED6"/>
            </a:solidFill>
            <a:prstDash val="solid"/>
          </a:ln>
        </p:spPr>
        <p:txBody>
          <a:bodyPr/>
          <a:lstStyle/>
          <a:p>
            <a:endParaRPr lang="en-US"/>
          </a:p>
        </p:txBody>
      </p:sp>
      <p:sp>
        <p:nvSpPr>
          <p:cNvPr id="13" name="Text 11"/>
          <p:cNvSpPr/>
          <p:nvPr/>
        </p:nvSpPr>
        <p:spPr>
          <a:xfrm>
            <a:off x="501091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Build with Azure OpenAI</a:t>
            </a:r>
            <a:endParaRPr lang="en-US" sz="1350" dirty="0"/>
          </a:p>
        </p:txBody>
      </p:sp>
      <p:sp>
        <p:nvSpPr>
          <p:cNvPr id="14" name="Text 12"/>
          <p:cNvSpPr/>
          <p:nvPr/>
        </p:nvSpPr>
        <p:spPr>
          <a:xfrm>
            <a:off x="4690872" y="19751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Connect Semantic Kernel to Azure OpenAI and configure model-backed application workflows.</a:t>
            </a:r>
            <a:endParaRPr lang="en-US" sz="1020" dirty="0"/>
          </a:p>
        </p:txBody>
      </p:sp>
      <p:sp>
        <p:nvSpPr>
          <p:cNvPr id="15" name="Shape 13"/>
          <p:cNvSpPr/>
          <p:nvPr/>
        </p:nvSpPr>
        <p:spPr>
          <a:xfrm>
            <a:off x="8183880" y="14630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16" name="Text 14"/>
          <p:cNvSpPr/>
          <p:nvPr/>
        </p:nvSpPr>
        <p:spPr>
          <a:xfrm>
            <a:off x="8348472" y="16276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17" name="Shape 15"/>
          <p:cNvSpPr/>
          <p:nvPr/>
        </p:nvSpPr>
        <p:spPr>
          <a:xfrm>
            <a:off x="8183880" y="1463040"/>
            <a:ext cx="73152" cy="1417320"/>
          </a:xfrm>
          <a:prstGeom prst="rect">
            <a:avLst/>
          </a:prstGeom>
          <a:solidFill>
            <a:srgbClr val="6251BD"/>
          </a:solidFill>
          <a:ln w="12700">
            <a:solidFill>
              <a:srgbClr val="6251BD"/>
            </a:solidFill>
            <a:prstDash val="solid"/>
          </a:ln>
        </p:spPr>
        <p:txBody>
          <a:bodyPr/>
          <a:lstStyle/>
          <a:p>
            <a:endParaRPr lang="en-US"/>
          </a:p>
        </p:txBody>
      </p:sp>
      <p:sp>
        <p:nvSpPr>
          <p:cNvPr id="18" name="Text 16"/>
          <p:cNvSpPr/>
          <p:nvPr/>
        </p:nvSpPr>
        <p:spPr>
          <a:xfrm>
            <a:off x="8759952" y="16093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Create business plugins</a:t>
            </a:r>
            <a:endParaRPr lang="en-US" sz="1350" dirty="0"/>
          </a:p>
        </p:txBody>
      </p:sp>
      <p:sp>
        <p:nvSpPr>
          <p:cNvPr id="19" name="Text 17"/>
          <p:cNvSpPr/>
          <p:nvPr/>
        </p:nvSpPr>
        <p:spPr>
          <a:xfrm>
            <a:off x="8439912" y="1975104"/>
            <a:ext cx="2953512" cy="75895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Expose reusable application capabilities to AI through well-described plugin functions.</a:t>
            </a:r>
            <a:endParaRPr lang="en-US" sz="1020" dirty="0"/>
          </a:p>
        </p:txBody>
      </p:sp>
      <p:sp>
        <p:nvSpPr>
          <p:cNvPr id="20" name="Shape 18"/>
          <p:cNvSpPr/>
          <p:nvPr/>
        </p:nvSpPr>
        <p:spPr>
          <a:xfrm>
            <a:off x="68580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1" name="Text 19"/>
          <p:cNvSpPr/>
          <p:nvPr/>
        </p:nvSpPr>
        <p:spPr>
          <a:xfrm>
            <a:off x="85039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2" name="Shape 20"/>
          <p:cNvSpPr/>
          <p:nvPr/>
        </p:nvSpPr>
        <p:spPr>
          <a:xfrm>
            <a:off x="685800" y="3291840"/>
            <a:ext cx="73152" cy="1417320"/>
          </a:xfrm>
          <a:prstGeom prst="rect">
            <a:avLst/>
          </a:prstGeom>
          <a:solidFill>
            <a:srgbClr val="00AED6"/>
          </a:solidFill>
          <a:ln w="12700">
            <a:solidFill>
              <a:srgbClr val="00AED6"/>
            </a:solidFill>
            <a:prstDash val="solid"/>
          </a:ln>
        </p:spPr>
        <p:txBody>
          <a:bodyPr/>
          <a:lstStyle/>
          <a:p>
            <a:endParaRPr lang="en-US"/>
          </a:p>
        </p:txBody>
      </p:sp>
      <p:sp>
        <p:nvSpPr>
          <p:cNvPr id="23" name="Text 21"/>
          <p:cNvSpPr/>
          <p:nvPr/>
        </p:nvSpPr>
        <p:spPr>
          <a:xfrm>
            <a:off x="126187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Move into ASP.NET Core</a:t>
            </a:r>
            <a:endParaRPr lang="en-US" sz="1350" dirty="0"/>
          </a:p>
        </p:txBody>
      </p:sp>
      <p:sp>
        <p:nvSpPr>
          <p:cNvPr id="24" name="Text 22"/>
          <p:cNvSpPr/>
          <p:nvPr/>
        </p:nvSpPr>
        <p:spPr>
          <a:xfrm>
            <a:off x="94183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Translate console patterns into a real web portal with dependency injection and service boundaries.</a:t>
            </a:r>
            <a:endParaRPr lang="en-US" sz="1020" dirty="0"/>
          </a:p>
        </p:txBody>
      </p:sp>
      <p:sp>
        <p:nvSpPr>
          <p:cNvPr id="25" name="Shape 23"/>
          <p:cNvSpPr/>
          <p:nvPr/>
        </p:nvSpPr>
        <p:spPr>
          <a:xfrm>
            <a:off x="443484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26" name="Text 24"/>
          <p:cNvSpPr/>
          <p:nvPr/>
        </p:nvSpPr>
        <p:spPr>
          <a:xfrm>
            <a:off x="459943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7" name="Shape 25"/>
          <p:cNvSpPr/>
          <p:nvPr/>
        </p:nvSpPr>
        <p:spPr>
          <a:xfrm>
            <a:off x="4434840" y="3291840"/>
            <a:ext cx="73152" cy="1417320"/>
          </a:xfrm>
          <a:prstGeom prst="rect">
            <a:avLst/>
          </a:prstGeom>
          <a:solidFill>
            <a:srgbClr val="F6C344"/>
          </a:solidFill>
          <a:ln w="12700">
            <a:solidFill>
              <a:srgbClr val="F6C344"/>
            </a:solidFill>
            <a:prstDash val="solid"/>
          </a:ln>
        </p:spPr>
        <p:txBody>
          <a:bodyPr/>
          <a:lstStyle/>
          <a:p>
            <a:endParaRPr lang="en-US"/>
          </a:p>
        </p:txBody>
      </p:sp>
      <p:sp>
        <p:nvSpPr>
          <p:cNvPr id="28" name="Text 26"/>
          <p:cNvSpPr/>
          <p:nvPr/>
        </p:nvSpPr>
        <p:spPr>
          <a:xfrm>
            <a:off x="501091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Ground with documents</a:t>
            </a:r>
            <a:endParaRPr lang="en-US" sz="1350" dirty="0"/>
          </a:p>
        </p:txBody>
      </p:sp>
      <p:sp>
        <p:nvSpPr>
          <p:cNvPr id="29" name="Text 27"/>
          <p:cNvSpPr/>
          <p:nvPr/>
        </p:nvSpPr>
        <p:spPr>
          <a:xfrm>
            <a:off x="469087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Use document processing, RAG, citations, and context management for trustworthy answers.</a:t>
            </a:r>
            <a:endParaRPr lang="en-US" sz="1020" dirty="0"/>
          </a:p>
        </p:txBody>
      </p:sp>
      <p:sp>
        <p:nvSpPr>
          <p:cNvPr id="30" name="Shape 28"/>
          <p:cNvSpPr/>
          <p:nvPr/>
        </p:nvSpPr>
        <p:spPr>
          <a:xfrm>
            <a:off x="8183880" y="3291840"/>
            <a:ext cx="3429000" cy="1417320"/>
          </a:xfrm>
          <a:prstGeom prst="roundRect">
            <a:avLst>
              <a:gd name="adj" fmla="val 3871"/>
            </a:avLst>
          </a:prstGeom>
          <a:solidFill>
            <a:srgbClr val="FFFFFF">
              <a:alpha val="0"/>
            </a:srgbClr>
          </a:solidFill>
          <a:ln w="12700">
            <a:solidFill>
              <a:srgbClr val="C9D4E2">
                <a:alpha val="95000"/>
              </a:srgbClr>
            </a:solidFill>
            <a:prstDash val="solid"/>
          </a:ln>
        </p:spPr>
        <p:txBody>
          <a:bodyPr/>
          <a:lstStyle/>
          <a:p>
            <a:endParaRPr lang="en-US"/>
          </a:p>
        </p:txBody>
      </p:sp>
      <p:sp>
        <p:nvSpPr>
          <p:cNvPr id="31" name="Text 29"/>
          <p:cNvSpPr/>
          <p:nvPr/>
        </p:nvSpPr>
        <p:spPr>
          <a:xfrm>
            <a:off x="8348472" y="345643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2" name="Shape 30"/>
          <p:cNvSpPr/>
          <p:nvPr/>
        </p:nvSpPr>
        <p:spPr>
          <a:xfrm>
            <a:off x="8183880" y="3291840"/>
            <a:ext cx="73152" cy="1417320"/>
          </a:xfrm>
          <a:prstGeom prst="rect">
            <a:avLst/>
          </a:prstGeom>
          <a:solidFill>
            <a:srgbClr val="2E7D32"/>
          </a:solidFill>
          <a:ln w="12700">
            <a:solidFill>
              <a:srgbClr val="2E7D32"/>
            </a:solidFill>
            <a:prstDash val="solid"/>
          </a:ln>
        </p:spPr>
        <p:txBody>
          <a:bodyPr/>
          <a:lstStyle/>
          <a:p>
            <a:endParaRPr lang="en-US"/>
          </a:p>
        </p:txBody>
      </p:sp>
      <p:sp>
        <p:nvSpPr>
          <p:cNvPr id="33" name="Text 31"/>
          <p:cNvSpPr/>
          <p:nvPr/>
        </p:nvSpPr>
        <p:spPr>
          <a:xfrm>
            <a:off x="8759952" y="3438144"/>
            <a:ext cx="292608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Harden for enterprise</a:t>
            </a:r>
            <a:endParaRPr lang="en-US" sz="1350" dirty="0"/>
          </a:p>
        </p:txBody>
      </p:sp>
      <p:sp>
        <p:nvSpPr>
          <p:cNvPr id="34" name="Text 32"/>
          <p:cNvSpPr/>
          <p:nvPr/>
        </p:nvSpPr>
        <p:spPr>
          <a:xfrm>
            <a:off x="8439912" y="3803904"/>
            <a:ext cx="2953512" cy="7589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Add guardrails, workflow orchestration, observability, evaluation, and production readiness.</a:t>
            </a:r>
            <a:endParaRPr lang="en-US" sz="1020" dirty="0"/>
          </a:p>
        </p:txBody>
      </p:sp>
      <p:sp>
        <p:nvSpPr>
          <p:cNvPr id="35" name="Shape 3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6" name="Text 3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a:t>
            </a:r>
            <a:endParaRPr lang="en-US" sz="900" dirty="0"/>
          </a:p>
        </p:txBody>
      </p:sp>
      <p:sp>
        <p:nvSpPr>
          <p:cNvPr id="37" name="Text 3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lang="en-US"/>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Course Project: KnowledgeOps Portal</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 real ASP.NET Core business portal with an embedded Semantic Kernel copilot.</a:t>
            </a:r>
            <a:endParaRPr lang="en-US" sz="1250" dirty="0"/>
          </a:p>
        </p:txBody>
      </p:sp>
      <p:sp>
        <p:nvSpPr>
          <p:cNvPr id="5" name="Shape 3"/>
          <p:cNvSpPr/>
          <p:nvPr/>
        </p:nvSpPr>
        <p:spPr>
          <a:xfrm>
            <a:off x="77724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6" name="Text 4"/>
          <p:cNvSpPr/>
          <p:nvPr/>
        </p:nvSpPr>
        <p:spPr>
          <a:xfrm>
            <a:off x="85039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Console SK fundamentals</a:t>
            </a:r>
            <a:endParaRPr lang="en-US" sz="1150" dirty="0"/>
          </a:p>
        </p:txBody>
      </p:sp>
      <p:sp>
        <p:nvSpPr>
          <p:cNvPr id="7" name="Shape 5"/>
          <p:cNvSpPr/>
          <p:nvPr/>
        </p:nvSpPr>
        <p:spPr>
          <a:xfrm>
            <a:off x="280720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8" name="Shape 6"/>
          <p:cNvSpPr/>
          <p:nvPr/>
        </p:nvSpPr>
        <p:spPr>
          <a:xfrm>
            <a:off x="2926080" y="1874520"/>
            <a:ext cx="2011680" cy="822960"/>
          </a:xfrm>
          <a:prstGeom prst="roundRect">
            <a:avLst>
              <a:gd name="adj" fmla="val 5556"/>
            </a:avLst>
          </a:prstGeom>
          <a:solidFill>
            <a:srgbClr val="E6F7FB"/>
          </a:solidFill>
          <a:ln w="12700">
            <a:solidFill>
              <a:srgbClr val="C9D4E2"/>
            </a:solidFill>
            <a:prstDash val="solid"/>
          </a:ln>
        </p:spPr>
        <p:txBody>
          <a:bodyPr/>
          <a:lstStyle/>
          <a:p>
            <a:endParaRPr lang="en-US"/>
          </a:p>
        </p:txBody>
      </p:sp>
      <p:sp>
        <p:nvSpPr>
          <p:cNvPr id="9" name="Text 7"/>
          <p:cNvSpPr/>
          <p:nvPr/>
        </p:nvSpPr>
        <p:spPr>
          <a:xfrm>
            <a:off x="299923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07DB8"/>
                </a:solidFill>
                <a:latin typeface="Raleway" pitchFamily="34" charset="0"/>
                <a:ea typeface="Raleway" pitchFamily="34" charset="-122"/>
                <a:cs typeface="Raleway" pitchFamily="34" charset="-120"/>
              </a:rPr>
              <a:t>ASP.NET Core portal</a:t>
            </a:r>
            <a:endParaRPr lang="en-US" sz="1150" dirty="0"/>
          </a:p>
        </p:txBody>
      </p:sp>
      <p:sp>
        <p:nvSpPr>
          <p:cNvPr id="10" name="Shape 8"/>
          <p:cNvSpPr/>
          <p:nvPr/>
        </p:nvSpPr>
        <p:spPr>
          <a:xfrm>
            <a:off x="495604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1" name="Shape 9"/>
          <p:cNvSpPr/>
          <p:nvPr/>
        </p:nvSpPr>
        <p:spPr>
          <a:xfrm>
            <a:off x="507492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2" name="Text 10"/>
          <p:cNvSpPr/>
          <p:nvPr/>
        </p:nvSpPr>
        <p:spPr>
          <a:xfrm>
            <a:off x="514807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Contextual copilot</a:t>
            </a:r>
            <a:endParaRPr lang="en-US" sz="1150" dirty="0"/>
          </a:p>
        </p:txBody>
      </p:sp>
      <p:sp>
        <p:nvSpPr>
          <p:cNvPr id="13" name="Shape 11"/>
          <p:cNvSpPr/>
          <p:nvPr/>
        </p:nvSpPr>
        <p:spPr>
          <a:xfrm>
            <a:off x="710488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4" name="Shape 12"/>
          <p:cNvSpPr/>
          <p:nvPr/>
        </p:nvSpPr>
        <p:spPr>
          <a:xfrm>
            <a:off x="722376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dirty="0"/>
          </a:p>
        </p:txBody>
      </p:sp>
      <p:sp>
        <p:nvSpPr>
          <p:cNvPr id="15" name="Text 13"/>
          <p:cNvSpPr/>
          <p:nvPr/>
        </p:nvSpPr>
        <p:spPr>
          <a:xfrm>
            <a:off x="729691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Document RAG</a:t>
            </a:r>
            <a:endParaRPr lang="en-US" sz="1150" dirty="0"/>
          </a:p>
        </p:txBody>
      </p:sp>
      <p:sp>
        <p:nvSpPr>
          <p:cNvPr id="16" name="Shape 14"/>
          <p:cNvSpPr/>
          <p:nvPr/>
        </p:nvSpPr>
        <p:spPr>
          <a:xfrm>
            <a:off x="9253728" y="2286000"/>
            <a:ext cx="100584" cy="0"/>
          </a:xfrm>
          <a:prstGeom prst="line">
            <a:avLst/>
          </a:prstGeom>
          <a:noFill/>
          <a:ln w="25400">
            <a:solidFill>
              <a:srgbClr val="00AED6"/>
            </a:solidFill>
            <a:prstDash val="solid"/>
            <a:headEnd type="none"/>
            <a:tailEnd type="triangle"/>
          </a:ln>
        </p:spPr>
        <p:txBody>
          <a:bodyPr/>
          <a:lstStyle/>
          <a:p>
            <a:endParaRPr lang="en-US"/>
          </a:p>
        </p:txBody>
      </p:sp>
      <p:sp>
        <p:nvSpPr>
          <p:cNvPr id="17" name="Shape 15"/>
          <p:cNvSpPr/>
          <p:nvPr/>
        </p:nvSpPr>
        <p:spPr>
          <a:xfrm>
            <a:off x="9372600" y="1874520"/>
            <a:ext cx="2011680" cy="822960"/>
          </a:xfrm>
          <a:prstGeom prst="roundRect">
            <a:avLst>
              <a:gd name="adj" fmla="val 5556"/>
            </a:avLst>
          </a:prstGeom>
          <a:solidFill>
            <a:srgbClr val="FFFFFF"/>
          </a:solidFill>
          <a:ln w="12700">
            <a:solidFill>
              <a:srgbClr val="C9D4E2"/>
            </a:solidFill>
            <a:prstDash val="solid"/>
          </a:ln>
        </p:spPr>
        <p:txBody>
          <a:bodyPr/>
          <a:lstStyle/>
          <a:p>
            <a:endParaRPr lang="en-US"/>
          </a:p>
        </p:txBody>
      </p:sp>
      <p:sp>
        <p:nvSpPr>
          <p:cNvPr id="18" name="Text 16"/>
          <p:cNvSpPr/>
          <p:nvPr/>
        </p:nvSpPr>
        <p:spPr>
          <a:xfrm>
            <a:off x="9445752" y="2139696"/>
            <a:ext cx="1865376" cy="228600"/>
          </a:xfrm>
          <a:prstGeom prst="rect">
            <a:avLst/>
          </a:prstGeom>
          <a:noFill/>
          <a:ln/>
        </p:spPr>
        <p:txBody>
          <a:bodyPr wrap="square" lIns="0" tIns="0" rIns="0" bIns="0" rtlCol="0" anchor="ctr">
            <a:normAutofit/>
          </a:bodyPr>
          <a:lstStyle/>
          <a:p>
            <a:pPr marL="0" indent="0" algn="ctr">
              <a:buNone/>
            </a:pPr>
            <a:r>
              <a:rPr lang="en-US" sz="1150" b="1" dirty="0">
                <a:solidFill>
                  <a:srgbClr val="0A2F4D"/>
                </a:solidFill>
                <a:latin typeface="Raleway" pitchFamily="34" charset="0"/>
                <a:ea typeface="Raleway" pitchFamily="34" charset="-122"/>
                <a:cs typeface="Raleway" pitchFamily="34" charset="-120"/>
              </a:rPr>
              <a:t>Enterprise readiness</a:t>
            </a:r>
            <a:endParaRPr lang="en-US" sz="1150" dirty="0"/>
          </a:p>
        </p:txBody>
      </p:sp>
      <p:sp>
        <p:nvSpPr>
          <p:cNvPr id="19" name="Shape 17"/>
          <p:cNvSpPr/>
          <p:nvPr/>
        </p:nvSpPr>
        <p:spPr>
          <a:xfrm>
            <a:off x="8229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0" name="Text 18"/>
          <p:cNvSpPr/>
          <p:nvPr/>
        </p:nvSpPr>
        <p:spPr>
          <a:xfrm>
            <a:off x="9875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1" name="Shape 19"/>
          <p:cNvSpPr/>
          <p:nvPr/>
        </p:nvSpPr>
        <p:spPr>
          <a:xfrm>
            <a:off x="822960" y="3246120"/>
            <a:ext cx="73152" cy="1645920"/>
          </a:xfrm>
          <a:prstGeom prst="rect">
            <a:avLst/>
          </a:prstGeom>
          <a:solidFill>
            <a:srgbClr val="00AED6"/>
          </a:solidFill>
          <a:ln w="12700">
            <a:solidFill>
              <a:srgbClr val="00AED6"/>
            </a:solidFill>
            <a:prstDash val="solid"/>
          </a:ln>
        </p:spPr>
        <p:txBody>
          <a:bodyPr/>
          <a:lstStyle/>
          <a:p>
            <a:endParaRPr lang="en-US"/>
          </a:p>
        </p:txBody>
      </p:sp>
      <p:sp>
        <p:nvSpPr>
          <p:cNvPr id="22" name="Text 20"/>
          <p:cNvSpPr/>
          <p:nvPr/>
        </p:nvSpPr>
        <p:spPr>
          <a:xfrm>
            <a:off x="13990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Portal areas</a:t>
            </a:r>
            <a:endParaRPr lang="en-US" sz="1350" dirty="0"/>
          </a:p>
        </p:txBody>
      </p:sp>
      <p:sp>
        <p:nvSpPr>
          <p:cNvPr id="23" name="Text 21"/>
          <p:cNvSpPr/>
          <p:nvPr/>
        </p:nvSpPr>
        <p:spPr>
          <a:xfrm>
            <a:off x="10789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Dashboard</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Documents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Requests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Approvals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Audit history</a:t>
            </a:r>
            <a:endParaRPr lang="en-US" sz="1200" dirty="0"/>
          </a:p>
        </p:txBody>
      </p:sp>
      <p:sp>
        <p:nvSpPr>
          <p:cNvPr id="24" name="Shape 22"/>
          <p:cNvSpPr/>
          <p:nvPr/>
        </p:nvSpPr>
        <p:spPr>
          <a:xfrm>
            <a:off x="44805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25" name="Text 23"/>
          <p:cNvSpPr/>
          <p:nvPr/>
        </p:nvSpPr>
        <p:spPr>
          <a:xfrm>
            <a:off x="46451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26" name="Shape 24"/>
          <p:cNvSpPr/>
          <p:nvPr/>
        </p:nvSpPr>
        <p:spPr>
          <a:xfrm>
            <a:off x="4480560" y="3246120"/>
            <a:ext cx="73152" cy="1645920"/>
          </a:xfrm>
          <a:prstGeom prst="rect">
            <a:avLst/>
          </a:prstGeom>
          <a:solidFill>
            <a:srgbClr val="007DB8"/>
          </a:solidFill>
          <a:ln w="12700">
            <a:solidFill>
              <a:srgbClr val="007DB8"/>
            </a:solidFill>
            <a:prstDash val="solid"/>
          </a:ln>
        </p:spPr>
        <p:txBody>
          <a:bodyPr/>
          <a:lstStyle/>
          <a:p>
            <a:endParaRPr lang="en-US"/>
          </a:p>
        </p:txBody>
      </p:sp>
      <p:sp>
        <p:nvSpPr>
          <p:cNvPr id="27" name="Text 25"/>
          <p:cNvSpPr/>
          <p:nvPr/>
        </p:nvSpPr>
        <p:spPr>
          <a:xfrm>
            <a:off x="50566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Copilot capabilities</a:t>
            </a:r>
            <a:endParaRPr lang="en-US" sz="1350" dirty="0"/>
          </a:p>
        </p:txBody>
      </p:sp>
      <p:sp>
        <p:nvSpPr>
          <p:cNvPr id="28" name="Text 26"/>
          <p:cNvSpPr/>
          <p:nvPr/>
        </p:nvSpPr>
        <p:spPr>
          <a:xfrm>
            <a:off x="4736592" y="3758184"/>
            <a:ext cx="2816352" cy="987552"/>
          </a:xfrm>
          <a:prstGeom prst="rect">
            <a:avLst/>
          </a:prstGeom>
          <a:noFill/>
          <a:ln/>
        </p:spPr>
        <p:txBody>
          <a:bodyPr wrap="square" lIns="508" tIns="508" rIns="508" bIns="508" rtlCol="0" anchor="t">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Summarize records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Answer from documents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Prepare actions</a:t>
            </a:r>
            <a:endParaRPr lang="en-US" sz="1400" dirty="0"/>
          </a:p>
          <a:p>
            <a:pPr marL="0" indent="0">
              <a:buNone/>
            </a:pPr>
            <a:r>
              <a:rPr lang="en-US" sz="2200">
                <a:solidFill>
                  <a:srgbClr val="374151"/>
                </a:solidFill>
                <a:latin typeface="Barlow" pitchFamily="34" charset="0"/>
                <a:ea typeface="Barlow" pitchFamily="34" charset="-122"/>
                <a:cs typeface="Barlow" pitchFamily="34" charset="-120"/>
              </a:rPr>
              <a:t>Guide workflows</a:t>
            </a:r>
            <a:endParaRPr lang="en-US" sz="1400" dirty="0"/>
          </a:p>
        </p:txBody>
      </p:sp>
      <p:sp>
        <p:nvSpPr>
          <p:cNvPr id="29" name="Shape 27"/>
          <p:cNvSpPr/>
          <p:nvPr/>
        </p:nvSpPr>
        <p:spPr>
          <a:xfrm>
            <a:off x="8138160" y="3246120"/>
            <a:ext cx="3291840" cy="1645920"/>
          </a:xfrm>
          <a:prstGeom prst="roundRect">
            <a:avLst>
              <a:gd name="adj" fmla="val 3333"/>
            </a:avLst>
          </a:prstGeom>
          <a:solidFill>
            <a:srgbClr val="FFFFFF">
              <a:alpha val="0"/>
            </a:srgbClr>
          </a:solidFill>
          <a:ln w="12700">
            <a:solidFill>
              <a:srgbClr val="C9D4E2">
                <a:alpha val="95000"/>
              </a:srgbClr>
            </a:solidFill>
            <a:prstDash val="solid"/>
          </a:ln>
        </p:spPr>
        <p:txBody>
          <a:bodyPr/>
          <a:lstStyle/>
          <a:p>
            <a:endParaRPr lang="en-US"/>
          </a:p>
        </p:txBody>
      </p:sp>
      <p:sp>
        <p:nvSpPr>
          <p:cNvPr id="30" name="Text 28"/>
          <p:cNvSpPr/>
          <p:nvPr/>
        </p:nvSpPr>
        <p:spPr>
          <a:xfrm>
            <a:off x="8302752" y="3410712"/>
            <a:ext cx="320040" cy="274320"/>
          </a:xfrm>
          <a:prstGeom prst="rect">
            <a:avLst/>
          </a:prstGeom>
          <a:noFill/>
          <a:ln/>
        </p:spPr>
        <p:txBody>
          <a:bodyPr wrap="square" lIns="0" tIns="0" rIns="0" bIns="0" rtlCol="0" anchor="ctr"/>
          <a:lstStyle/>
          <a:p>
            <a:pPr marL="0" indent="0">
              <a:buNone/>
            </a:pPr>
            <a:r>
              <a:rPr lang="en-US" sz="1600" dirty="0">
                <a:solidFill>
                  <a:srgbClr val="000000"/>
                </a:solidFill>
                <a:latin typeface="Segoe UI Emoji" pitchFamily="34" charset="0"/>
                <a:ea typeface="Segoe UI Emoji" pitchFamily="34" charset="-122"/>
                <a:cs typeface="Segoe UI Emoji" pitchFamily="34" charset="-120"/>
              </a:rPr>
              <a:t>🔐</a:t>
            </a:r>
            <a:endParaRPr lang="en-US" sz="1600" dirty="0"/>
          </a:p>
        </p:txBody>
      </p:sp>
      <p:sp>
        <p:nvSpPr>
          <p:cNvPr id="31" name="Shape 29"/>
          <p:cNvSpPr/>
          <p:nvPr/>
        </p:nvSpPr>
        <p:spPr>
          <a:xfrm>
            <a:off x="8138160" y="3246120"/>
            <a:ext cx="73152" cy="1645920"/>
          </a:xfrm>
          <a:prstGeom prst="rect">
            <a:avLst/>
          </a:prstGeom>
          <a:solidFill>
            <a:srgbClr val="6251BD"/>
          </a:solidFill>
          <a:ln w="12700">
            <a:solidFill>
              <a:srgbClr val="6251BD"/>
            </a:solidFill>
            <a:prstDash val="solid"/>
          </a:ln>
        </p:spPr>
        <p:txBody>
          <a:bodyPr/>
          <a:lstStyle/>
          <a:p>
            <a:endParaRPr lang="en-US"/>
          </a:p>
        </p:txBody>
      </p:sp>
      <p:sp>
        <p:nvSpPr>
          <p:cNvPr id="32" name="Text 30"/>
          <p:cNvSpPr/>
          <p:nvPr/>
        </p:nvSpPr>
        <p:spPr>
          <a:xfrm>
            <a:off x="8714232" y="3392424"/>
            <a:ext cx="278892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Enterprise controls</a:t>
            </a:r>
            <a:endParaRPr lang="en-US" sz="1350" dirty="0"/>
          </a:p>
        </p:txBody>
      </p:sp>
      <p:sp>
        <p:nvSpPr>
          <p:cNvPr id="33" name="Text 31"/>
          <p:cNvSpPr/>
          <p:nvPr/>
        </p:nvSpPr>
        <p:spPr>
          <a:xfrm>
            <a:off x="8394192" y="3758184"/>
            <a:ext cx="2816352" cy="987552"/>
          </a:xfrm>
          <a:prstGeom prst="rect">
            <a:avLst/>
          </a:prstGeom>
          <a:noFill/>
          <a:ln/>
        </p:spPr>
        <p:txBody>
          <a:bodyPr wrap="square" lIns="508" tIns="508" rIns="508" bIns="508" rtlCol="0" anchor="t">
            <a:normAutofit fontScale="70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Authorization</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Confirmation gates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Guardrails</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Telemetry</a:t>
            </a:r>
            <a:endParaRPr lang="en-US" sz="1200" dirty="0"/>
          </a:p>
          <a:p>
            <a:pPr marL="0" indent="0">
              <a:buNone/>
            </a:pPr>
            <a:r>
              <a:rPr lang="en-US" sz="2200">
                <a:solidFill>
                  <a:srgbClr val="374151"/>
                </a:solidFill>
                <a:latin typeface="Barlow" pitchFamily="34" charset="0"/>
                <a:ea typeface="Barlow" pitchFamily="34" charset="-122"/>
                <a:cs typeface="Barlow" pitchFamily="34" charset="-120"/>
              </a:rPr>
              <a:t>Evaluation</a:t>
            </a:r>
            <a:endParaRPr lang="en-US" sz="1200" dirty="0"/>
          </a:p>
        </p:txBody>
      </p:sp>
      <p:sp>
        <p:nvSpPr>
          <p:cNvPr id="34" name="Shape 3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lang="en-US"/>
          </a:p>
        </p:txBody>
      </p:sp>
      <p:sp>
        <p:nvSpPr>
          <p:cNvPr id="35" name="Text 3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a:t>
            </a:r>
            <a:endParaRPr lang="en-US" sz="900" dirty="0"/>
          </a:p>
        </p:txBody>
      </p:sp>
      <p:sp>
        <p:nvSpPr>
          <p:cNvPr id="36" name="Text 3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Lea</a:t>
            </a:r>
            <a:r>
              <a:rPr lang="en-US" sz="3200" b="1">
                <a:solidFill>
                  <a:srgbClr val="007DB8"/>
                </a:solidFill>
                <a:latin typeface="Raleway" pitchFamily="34" charset="0"/>
              </a:rPr>
              <a:t>r</a:t>
            </a:r>
            <a:r>
              <a:rPr lang="en-US" sz="3200" b="1">
                <a:solidFill>
                  <a:srgbClr val="007DB8"/>
                </a:solidFill>
                <a:latin typeface="Raleway" pitchFamily="34" charset="0"/>
                <a:ea typeface="Raleway" pitchFamily="34" charset="-122"/>
                <a:cs typeface="Raleway" pitchFamily="34" charset="-120"/>
              </a:rPr>
              <a:t>ning Path</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The course intentionally moves from low-friction console demos to a real web context.</a:t>
            </a:r>
            <a:endParaRPr lang="en-US" sz="1250" dirty="0"/>
          </a:p>
        </p:txBody>
      </p:sp>
      <p:sp>
        <p:nvSpPr>
          <p:cNvPr id="13" name="Shape 11"/>
          <p:cNvSpPr/>
          <p:nvPr/>
        </p:nvSpPr>
        <p:spPr>
          <a:xfrm>
            <a:off x="842802" y="5437229"/>
            <a:ext cx="73152" cy="594360"/>
          </a:xfrm>
          <a:prstGeom prst="rect">
            <a:avLst/>
          </a:prstGeom>
          <a:solidFill>
            <a:srgbClr val="00AED6"/>
          </a:solidFill>
          <a:ln w="12700">
            <a:solidFill>
              <a:srgbClr val="00AED6"/>
            </a:solidFill>
            <a:prstDash val="solid"/>
          </a:ln>
        </p:spPr>
        <p:txBody>
          <a:bodyPr/>
          <a:lstStyle/>
          <a:p>
            <a:endParaRPr/>
          </a:p>
        </p:txBody>
      </p:sp>
      <p:sp>
        <p:nvSpPr>
          <p:cNvPr id="14" name="Text 12"/>
          <p:cNvSpPr/>
          <p:nvPr/>
        </p:nvSpPr>
        <p:spPr>
          <a:xfrm>
            <a:off x="1043970" y="5437229"/>
            <a:ext cx="10314432" cy="594360"/>
          </a:xfrm>
          <a:prstGeom prst="rect">
            <a:avLst/>
          </a:prstGeom>
          <a:noFill/>
          <a:ln/>
        </p:spPr>
        <p:txBody>
          <a:bodyPr wrap="square" lIns="254" tIns="254" rIns="254" bIns="254" rtlCol="0" anchor="ctr">
            <a:normAutofit fontScale="92500"/>
          </a:bodyPr>
          <a:lstStyle/>
          <a:p>
            <a:pPr marL="0" indent="0">
              <a:buNone/>
            </a:pPr>
            <a:r>
              <a:rPr lang="en-US" sz="2200" i="1">
                <a:solidFill>
                  <a:srgbClr val="374151"/>
                </a:solidFill>
                <a:latin typeface="Barlow" pitchFamily="34" charset="0"/>
                <a:ea typeface="Barlow" pitchFamily="34" charset="-122"/>
                <a:cs typeface="Barlow" pitchFamily="34" charset="-120"/>
              </a:rPr>
              <a:t>The goal is not “I built a chat app.” The goal is “I can add AI capabilities to a real .NET system.”</a:t>
            </a:r>
            <a:endParaRPr lang="en-US" sz="1300" dirty="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a:t>
            </a:r>
            <a:endParaRPr lang="en-US" sz="900" dirty="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Introduction</a:t>
            </a:r>
            <a:endParaRPr lang="en-US" sz="750" dirty="0"/>
          </a:p>
        </p:txBody>
      </p:sp>
      <p:sp>
        <p:nvSpPr>
          <p:cNvPr id="18" name="TextBox 17"/>
          <p:cNvSpPr txBox="1"/>
          <p:nvPr/>
        </p:nvSpPr>
        <p:spPr>
          <a:xfrm>
            <a:off x="822960" y="1636776"/>
            <a:ext cx="10863072" cy="2970044"/>
          </a:xfrm>
          <a:prstGeom prst="rect">
            <a:avLst/>
          </a:prstGeom>
          <a:noFill/>
        </p:spPr>
        <p:txBody>
          <a:bodyPr wrap="square" lIns="0" tIns="0" rIns="0" bIns="0" anchor="t">
            <a:spAutoFit/>
          </a:bodyPr>
          <a:lstStyle/>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Start in the console to learn kernels, prompts, plugins, and functions without UI noise.</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Move into ASP.NET Core only after the learner understands the Semantic Kernel primitives.</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Embed the copilot inside a business portal rather than building a redundant generic chat app.</a:t>
            </a:r>
          </a:p>
          <a:p>
            <a:pPr algn="l">
              <a:spcBef>
                <a:spcPts val="0"/>
              </a:spcBef>
              <a:spcAft>
                <a:spcPts val="600"/>
              </a:spcAft>
            </a:pPr>
            <a:r>
              <a:rPr sz="2800" b="0" dirty="0">
                <a:solidFill>
                  <a:srgbClr val="00AED6"/>
                </a:solidFill>
                <a:latin typeface="Barlow"/>
              </a:rPr>
              <a:t>▸ </a:t>
            </a:r>
            <a:r>
              <a:rPr lang="en-US" sz="2200" b="0" i="0">
                <a:solidFill>
                  <a:srgbClr val="374151"/>
                </a:solidFill>
                <a:latin typeface="Barlow"/>
              </a:rPr>
              <a:t>Finish with RAG, guardrails, workflows, observability, evaluation, and deployment readiness.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3">
          <a:extLst>
            <a:ext uri="{FF2B5EF4-FFF2-40B4-BE49-F238E27FC236}">
              <a16:creationId xmlns:a16="http://schemas.microsoft.com/office/drawing/2014/main" id="{CB82CDF2-652E-4498-B161-D48D342051E2}"/>
            </a:ext>
          </a:extLst>
        </p:cNvPr>
        <p:cNvGrpSpPr/>
        <p:nvPr/>
      </p:nvGrpSpPr>
      <p:grpSpPr>
        <a:xfrm>
          <a:off x="0" y="0"/>
          <a:ext cx="0" cy="0"/>
          <a:chOff x="0" y="0"/>
          <a:chExt cx="0" cy="0"/>
        </a:xfrm>
      </p:grpSpPr>
      <p:sp>
        <p:nvSpPr>
          <p:cNvPr id="594" name="Google Shape;594;p17">
            <a:extLst>
              <a:ext uri="{FF2B5EF4-FFF2-40B4-BE49-F238E27FC236}">
                <a16:creationId xmlns:a16="http://schemas.microsoft.com/office/drawing/2014/main" id="{3D8F463B-7BFC-ED43-3BDC-C7C9ECFD84AA}"/>
              </a:ext>
            </a:extLst>
          </p:cNvPr>
          <p:cNvSpPr txBox="1">
            <a:spLocks noGrp="1"/>
          </p:cNvSpPr>
          <p:nvPr>
            <p:ph type="title"/>
          </p:nvPr>
        </p:nvSpPr>
        <p:spPr>
          <a:xfrm>
            <a:off x="609600" y="1009793"/>
            <a:ext cx="7521200" cy="711431"/>
          </a:xfrm>
          <a:prstGeom prst="rect">
            <a:avLst/>
          </a:prstGeom>
        </p:spPr>
        <p:txBody>
          <a:bodyPr spcFirstLastPara="1" wrap="square" lIns="0" tIns="0" rIns="0" bIns="0" anchor="t" anchorCtr="0">
            <a:noAutofit/>
          </a:bodyPr>
          <a:lstStyle/>
          <a:p>
            <a:r>
              <a:rPr lang="en-US" sz="3200" b="1" kern="1200">
                <a:solidFill>
                  <a:srgbClr val="007DB8"/>
                </a:solidFill>
                <a:latin typeface="Raleway" pitchFamily="34" charset="0"/>
              </a:rPr>
              <a:t>Pre-requisites</a:t>
            </a:r>
          </a:p>
        </p:txBody>
      </p:sp>
      <p:sp>
        <p:nvSpPr>
          <p:cNvPr id="595" name="Google Shape;595;p17">
            <a:extLst>
              <a:ext uri="{FF2B5EF4-FFF2-40B4-BE49-F238E27FC236}">
                <a16:creationId xmlns:a16="http://schemas.microsoft.com/office/drawing/2014/main" id="{19EF68A1-AF8E-9D08-4FC8-997B6AE81443}"/>
              </a:ext>
            </a:extLst>
          </p:cNvPr>
          <p:cNvSpPr txBox="1">
            <a:spLocks noGrp="1"/>
          </p:cNvSpPr>
          <p:nvPr>
            <p:ph type="body" idx="1"/>
          </p:nvPr>
        </p:nvSpPr>
        <p:spPr>
          <a:xfrm>
            <a:off x="609600" y="1967805"/>
            <a:ext cx="11187953" cy="4214396"/>
          </a:xfrm>
          <a:prstGeom prst="rect">
            <a:avLst/>
          </a:prstGeom>
        </p:spPr>
        <p:txBody>
          <a:bodyPr spcFirstLastPara="1" wrap="square" lIns="0" tIns="0" rIns="0" bIns="0" anchor="t" anchorCtr="0">
            <a:noAutofit/>
          </a:bodyPr>
          <a:lstStyle/>
          <a:p>
            <a:r>
              <a:rPr lang="en-US" sz="2800" dirty="0"/>
              <a:t>Familiarity with .NET and C# programming, including foundational concepts such as object-oriented programming, libraries, and API usage.</a:t>
            </a:r>
          </a:p>
          <a:p>
            <a:r>
              <a:rPr lang="en-US" sz="2800" dirty="0"/>
              <a:t>Understanding Azure services at a high level is helpful, but deep Azure experience isn’t required, as this will be covered in context.</a:t>
            </a:r>
          </a:p>
          <a:p>
            <a:r>
              <a:rPr lang="en-US" sz="2800" dirty="0"/>
              <a:t>Basic understanding of AI and AI concepts and keywords.</a:t>
            </a:r>
          </a:p>
          <a:p>
            <a:r>
              <a:rPr lang="en-US" sz="2800" dirty="0"/>
              <a:t>Optional – Complete </a:t>
            </a:r>
            <a:r>
              <a:rPr lang="en-US" sz="2800" b="1" dirty="0"/>
              <a:t>Generative AI for .NET Developers with Azure AI Services.</a:t>
            </a:r>
          </a:p>
        </p:txBody>
      </p:sp>
      <p:sp>
        <p:nvSpPr>
          <p:cNvPr id="596" name="Google Shape;596;p17">
            <a:extLst>
              <a:ext uri="{FF2B5EF4-FFF2-40B4-BE49-F238E27FC236}">
                <a16:creationId xmlns:a16="http://schemas.microsoft.com/office/drawing/2014/main" id="{C14FD443-217A-7A1C-49D5-26AAF41E5717}"/>
              </a:ext>
            </a:extLst>
          </p:cNvPr>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6</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grpSp>
        <p:nvGrpSpPr>
          <p:cNvPr id="2" name="Google Shape;348;p13">
            <a:extLst>
              <a:ext uri="{FF2B5EF4-FFF2-40B4-BE49-F238E27FC236}">
                <a16:creationId xmlns:a16="http://schemas.microsoft.com/office/drawing/2014/main" id="{76A51F48-A3C4-24DD-EB73-D94547659237}"/>
              </a:ext>
            </a:extLst>
          </p:cNvPr>
          <p:cNvGrpSpPr/>
          <p:nvPr/>
        </p:nvGrpSpPr>
        <p:grpSpPr>
          <a:xfrm>
            <a:off x="8857129" y="507984"/>
            <a:ext cx="2826872" cy="1443600"/>
            <a:chOff x="6986665" y="3298709"/>
            <a:chExt cx="1817809" cy="1077669"/>
          </a:xfrm>
        </p:grpSpPr>
        <p:sp>
          <p:nvSpPr>
            <p:cNvPr id="3" name="Google Shape;349;p13">
              <a:extLst>
                <a:ext uri="{FF2B5EF4-FFF2-40B4-BE49-F238E27FC236}">
                  <a16:creationId xmlns:a16="http://schemas.microsoft.com/office/drawing/2014/main" id="{099833FF-FC13-20F8-DD86-E63A4290E41A}"/>
                </a:ext>
              </a:extLst>
            </p:cNvPr>
            <p:cNvSpPr/>
            <p:nvPr/>
          </p:nvSpPr>
          <p:spPr>
            <a:xfrm>
              <a:off x="6986665" y="3342725"/>
              <a:ext cx="1790318" cy="1033653"/>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350;p13">
              <a:extLst>
                <a:ext uri="{FF2B5EF4-FFF2-40B4-BE49-F238E27FC236}">
                  <a16:creationId xmlns:a16="http://schemas.microsoft.com/office/drawing/2014/main" id="{DA54B6FE-B698-CAB8-44BE-D53A146DBFAE}"/>
                </a:ext>
              </a:extLst>
            </p:cNvPr>
            <p:cNvSpPr/>
            <p:nvPr/>
          </p:nvSpPr>
          <p:spPr>
            <a:xfrm>
              <a:off x="7014156" y="3327342"/>
              <a:ext cx="1790318" cy="1033653"/>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351;p13">
              <a:extLst>
                <a:ext uri="{FF2B5EF4-FFF2-40B4-BE49-F238E27FC236}">
                  <a16:creationId xmlns:a16="http://schemas.microsoft.com/office/drawing/2014/main" id="{8B2D2C6E-9271-9FED-E867-5872FABCAE01}"/>
                </a:ext>
              </a:extLst>
            </p:cNvPr>
            <p:cNvSpPr/>
            <p:nvPr/>
          </p:nvSpPr>
          <p:spPr>
            <a:xfrm>
              <a:off x="7014156" y="3298709"/>
              <a:ext cx="1790318" cy="1033653"/>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 name="Google Shape;352;p13">
              <a:extLst>
                <a:ext uri="{FF2B5EF4-FFF2-40B4-BE49-F238E27FC236}">
                  <a16:creationId xmlns:a16="http://schemas.microsoft.com/office/drawing/2014/main" id="{6468C0E1-086C-E4CD-A7D1-0E00B78CEFD3}"/>
                </a:ext>
              </a:extLst>
            </p:cNvPr>
            <p:cNvSpPr/>
            <p:nvPr/>
          </p:nvSpPr>
          <p:spPr>
            <a:xfrm>
              <a:off x="7976493" y="3396565"/>
              <a:ext cx="664692" cy="383742"/>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7" name="Google Shape;353;p13">
              <a:extLst>
                <a:ext uri="{FF2B5EF4-FFF2-40B4-BE49-F238E27FC236}">
                  <a16:creationId xmlns:a16="http://schemas.microsoft.com/office/drawing/2014/main" id="{FBC9D002-6216-2A62-D6F3-93A241F4802A}"/>
                </a:ext>
              </a:extLst>
            </p:cNvPr>
            <p:cNvSpPr/>
            <p:nvPr/>
          </p:nvSpPr>
          <p:spPr>
            <a:xfrm>
              <a:off x="7912754" y="3450709"/>
              <a:ext cx="634670" cy="366446"/>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354;p13">
              <a:extLst>
                <a:ext uri="{FF2B5EF4-FFF2-40B4-BE49-F238E27FC236}">
                  <a16:creationId xmlns:a16="http://schemas.microsoft.com/office/drawing/2014/main" id="{F15B1A0A-CD2E-4306-B869-7205CE57B568}"/>
                </a:ext>
              </a:extLst>
            </p:cNvPr>
            <p:cNvSpPr/>
            <p:nvPr/>
          </p:nvSpPr>
          <p:spPr>
            <a:xfrm>
              <a:off x="7863331" y="3479190"/>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355;p13">
              <a:extLst>
                <a:ext uri="{FF2B5EF4-FFF2-40B4-BE49-F238E27FC236}">
                  <a16:creationId xmlns:a16="http://schemas.microsoft.com/office/drawing/2014/main" id="{CF0F3146-BFD6-164C-04E1-BA50087348DA}"/>
                </a:ext>
              </a:extLst>
            </p:cNvPr>
            <p:cNvSpPr/>
            <p:nvPr/>
          </p:nvSpPr>
          <p:spPr>
            <a:xfrm>
              <a:off x="7813984" y="3507747"/>
              <a:ext cx="634670" cy="366446"/>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356;p13">
              <a:extLst>
                <a:ext uri="{FF2B5EF4-FFF2-40B4-BE49-F238E27FC236}">
                  <a16:creationId xmlns:a16="http://schemas.microsoft.com/office/drawing/2014/main" id="{95AE5168-5E00-2D39-E8F9-2BE025C3545E}"/>
                </a:ext>
              </a:extLst>
            </p:cNvPr>
            <p:cNvSpPr/>
            <p:nvPr/>
          </p:nvSpPr>
          <p:spPr>
            <a:xfrm>
              <a:off x="7451727" y="3699575"/>
              <a:ext cx="664616" cy="38374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1" name="Google Shape;357;p13">
              <a:extLst>
                <a:ext uri="{FF2B5EF4-FFF2-40B4-BE49-F238E27FC236}">
                  <a16:creationId xmlns:a16="http://schemas.microsoft.com/office/drawing/2014/main" id="{9E7F23A0-F440-5059-8929-0E4F256D566F}"/>
                </a:ext>
              </a:extLst>
            </p:cNvPr>
            <p:cNvSpPr/>
            <p:nvPr/>
          </p:nvSpPr>
          <p:spPr>
            <a:xfrm>
              <a:off x="7387988" y="3753643"/>
              <a:ext cx="593293" cy="342595"/>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358;p13">
              <a:extLst>
                <a:ext uri="{FF2B5EF4-FFF2-40B4-BE49-F238E27FC236}">
                  <a16:creationId xmlns:a16="http://schemas.microsoft.com/office/drawing/2014/main" id="{1F471CCA-AAEF-BAE9-0C6A-AF39EFBC18C5}"/>
                </a:ext>
              </a:extLst>
            </p:cNvPr>
            <p:cNvSpPr/>
            <p:nvPr/>
          </p:nvSpPr>
          <p:spPr>
            <a:xfrm>
              <a:off x="7338565" y="3782200"/>
              <a:ext cx="582091" cy="33604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359;p13">
              <a:extLst>
                <a:ext uri="{FF2B5EF4-FFF2-40B4-BE49-F238E27FC236}">
                  <a16:creationId xmlns:a16="http://schemas.microsoft.com/office/drawing/2014/main" id="{4D3B8394-9115-6E09-8D1E-676834733F05}"/>
                </a:ext>
              </a:extLst>
            </p:cNvPr>
            <p:cNvSpPr/>
            <p:nvPr/>
          </p:nvSpPr>
          <p:spPr>
            <a:xfrm>
              <a:off x="7289218" y="3810681"/>
              <a:ext cx="496671" cy="286816"/>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360;p13">
              <a:extLst>
                <a:ext uri="{FF2B5EF4-FFF2-40B4-BE49-F238E27FC236}">
                  <a16:creationId xmlns:a16="http://schemas.microsoft.com/office/drawing/2014/main" id="{31461FCD-98FE-B0BB-3AF4-247A854922C8}"/>
                </a:ext>
              </a:extLst>
            </p:cNvPr>
            <p:cNvSpPr/>
            <p:nvPr/>
          </p:nvSpPr>
          <p:spPr>
            <a:xfrm>
              <a:off x="7582329" y="3561435"/>
              <a:ext cx="337413" cy="194766"/>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361;p13">
              <a:extLst>
                <a:ext uri="{FF2B5EF4-FFF2-40B4-BE49-F238E27FC236}">
                  <a16:creationId xmlns:a16="http://schemas.microsoft.com/office/drawing/2014/main" id="{B2288E4C-2353-39C5-9D74-E7312BE45A03}"/>
                </a:ext>
              </a:extLst>
            </p:cNvPr>
            <p:cNvSpPr/>
            <p:nvPr/>
          </p:nvSpPr>
          <p:spPr>
            <a:xfrm>
              <a:off x="7800200" y="3687162"/>
              <a:ext cx="337413" cy="194843"/>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362;p13">
              <a:extLst>
                <a:ext uri="{FF2B5EF4-FFF2-40B4-BE49-F238E27FC236}">
                  <a16:creationId xmlns:a16="http://schemas.microsoft.com/office/drawing/2014/main" id="{6A4F53FD-D6FF-0E9A-07C2-AF5233CFC1FD}"/>
                </a:ext>
              </a:extLst>
            </p:cNvPr>
            <p:cNvSpPr/>
            <p:nvPr/>
          </p:nvSpPr>
          <p:spPr>
            <a:xfrm>
              <a:off x="8018073" y="3812966"/>
              <a:ext cx="337413" cy="194843"/>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363;p13">
              <a:extLst>
                <a:ext uri="{FF2B5EF4-FFF2-40B4-BE49-F238E27FC236}">
                  <a16:creationId xmlns:a16="http://schemas.microsoft.com/office/drawing/2014/main" id="{718479E6-FA61-0F95-37A9-CE05D56CCBA0}"/>
                </a:ext>
              </a:extLst>
            </p:cNvPr>
            <p:cNvSpPr/>
            <p:nvPr/>
          </p:nvSpPr>
          <p:spPr>
            <a:xfrm>
              <a:off x="7794459" y="3551002"/>
              <a:ext cx="540846" cy="312343"/>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8" name="Google Shape;364;p13">
              <a:extLst>
                <a:ext uri="{FF2B5EF4-FFF2-40B4-BE49-F238E27FC236}">
                  <a16:creationId xmlns:a16="http://schemas.microsoft.com/office/drawing/2014/main" id="{C47A0818-CBEC-94A2-3552-97C096983040}"/>
                </a:ext>
              </a:extLst>
            </p:cNvPr>
            <p:cNvSpPr/>
            <p:nvPr/>
          </p:nvSpPr>
          <p:spPr>
            <a:xfrm>
              <a:off x="7824798" y="3491907"/>
              <a:ext cx="470058" cy="181410"/>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9" name="Google Shape;365;p13">
              <a:extLst>
                <a:ext uri="{FF2B5EF4-FFF2-40B4-BE49-F238E27FC236}">
                  <a16:creationId xmlns:a16="http://schemas.microsoft.com/office/drawing/2014/main" id="{07FB9E88-7956-B912-5E53-D83BD856B938}"/>
                </a:ext>
              </a:extLst>
            </p:cNvPr>
            <p:cNvSpPr/>
            <p:nvPr/>
          </p:nvSpPr>
          <p:spPr>
            <a:xfrm>
              <a:off x="7794490" y="3623727"/>
              <a:ext cx="41071" cy="82677"/>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 name="Google Shape;366;p13">
              <a:extLst>
                <a:ext uri="{FF2B5EF4-FFF2-40B4-BE49-F238E27FC236}">
                  <a16:creationId xmlns:a16="http://schemas.microsoft.com/office/drawing/2014/main" id="{4482A533-A88E-53D7-2AD8-18098AAFE7EC}"/>
                </a:ext>
              </a:extLst>
            </p:cNvPr>
            <p:cNvSpPr/>
            <p:nvPr/>
          </p:nvSpPr>
          <p:spPr>
            <a:xfrm>
              <a:off x="8298847" y="3624184"/>
              <a:ext cx="36118" cy="82219"/>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 name="Google Shape;367;p13">
              <a:extLst>
                <a:ext uri="{FF2B5EF4-FFF2-40B4-BE49-F238E27FC236}">
                  <a16:creationId xmlns:a16="http://schemas.microsoft.com/office/drawing/2014/main" id="{EDD77167-390F-2229-1B08-D4046BCB0F4C}"/>
                </a:ext>
              </a:extLst>
            </p:cNvPr>
            <p:cNvSpPr/>
            <p:nvPr/>
          </p:nvSpPr>
          <p:spPr>
            <a:xfrm>
              <a:off x="7842237" y="3535238"/>
              <a:ext cx="450190" cy="259842"/>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 name="Google Shape;368;p13">
              <a:extLst>
                <a:ext uri="{FF2B5EF4-FFF2-40B4-BE49-F238E27FC236}">
                  <a16:creationId xmlns:a16="http://schemas.microsoft.com/office/drawing/2014/main" id="{706611FB-89AB-F02F-D67B-E7D5FB33546C}"/>
                </a:ext>
              </a:extLst>
            </p:cNvPr>
            <p:cNvSpPr/>
            <p:nvPr/>
          </p:nvSpPr>
          <p:spPr>
            <a:xfrm>
              <a:off x="7815050" y="3673683"/>
              <a:ext cx="491790" cy="17643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 name="Google Shape;369;p13">
              <a:extLst>
                <a:ext uri="{FF2B5EF4-FFF2-40B4-BE49-F238E27FC236}">
                  <a16:creationId xmlns:a16="http://schemas.microsoft.com/office/drawing/2014/main" id="{E6E2555D-01ED-0803-61D2-9E20D015A514}"/>
                </a:ext>
              </a:extLst>
            </p:cNvPr>
            <p:cNvSpPr/>
            <p:nvPr/>
          </p:nvSpPr>
          <p:spPr>
            <a:xfrm>
              <a:off x="7794490" y="3472184"/>
              <a:ext cx="540791" cy="312391"/>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 name="Google Shape;370;p13">
              <a:extLst>
                <a:ext uri="{FF2B5EF4-FFF2-40B4-BE49-F238E27FC236}">
                  <a16:creationId xmlns:a16="http://schemas.microsoft.com/office/drawing/2014/main" id="{333312FD-B4C9-502E-E041-4C9D39D735A4}"/>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5" name="Google Shape;371;p13">
              <a:extLst>
                <a:ext uri="{FF2B5EF4-FFF2-40B4-BE49-F238E27FC236}">
                  <a16:creationId xmlns:a16="http://schemas.microsoft.com/office/drawing/2014/main" id="{A3876A18-9050-BF09-0A77-B28FFFBEEF5C}"/>
                </a:ext>
              </a:extLst>
            </p:cNvPr>
            <p:cNvSpPr/>
            <p:nvPr/>
          </p:nvSpPr>
          <p:spPr>
            <a:xfrm>
              <a:off x="7752377" y="3752957"/>
              <a:ext cx="148970" cy="86030"/>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6" name="Google Shape;372;p13">
              <a:extLst>
                <a:ext uri="{FF2B5EF4-FFF2-40B4-BE49-F238E27FC236}">
                  <a16:creationId xmlns:a16="http://schemas.microsoft.com/office/drawing/2014/main" id="{B84F00C4-F42B-1ED2-B83F-61A1EEF89B09}"/>
                </a:ext>
              </a:extLst>
            </p:cNvPr>
            <p:cNvSpPr/>
            <p:nvPr/>
          </p:nvSpPr>
          <p:spPr>
            <a:xfrm>
              <a:off x="7787483" y="3773138"/>
              <a:ext cx="113842" cy="106298"/>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7" name="Google Shape;373;p13">
              <a:extLst>
                <a:ext uri="{FF2B5EF4-FFF2-40B4-BE49-F238E27FC236}">
                  <a16:creationId xmlns:a16="http://schemas.microsoft.com/office/drawing/2014/main" id="{254A03CE-11C4-5E79-5093-E6CB8B0EFC33}"/>
                </a:ext>
              </a:extLst>
            </p:cNvPr>
            <p:cNvSpPr/>
            <p:nvPr/>
          </p:nvSpPr>
          <p:spPr>
            <a:xfrm>
              <a:off x="7465892" y="3799784"/>
              <a:ext cx="345033" cy="254286"/>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8" name="Google Shape;374;p13">
              <a:extLst>
                <a:ext uri="{FF2B5EF4-FFF2-40B4-BE49-F238E27FC236}">
                  <a16:creationId xmlns:a16="http://schemas.microsoft.com/office/drawing/2014/main" id="{D9F39ACE-DE3D-92BF-8159-5153B4602026}"/>
                </a:ext>
              </a:extLst>
            </p:cNvPr>
            <p:cNvSpPr/>
            <p:nvPr/>
          </p:nvSpPr>
          <p:spPr>
            <a:xfrm rot="-1800688">
              <a:off x="7461681" y="3958751"/>
              <a:ext cx="59415" cy="10283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extLst>
      <p:ext uri="{BB962C8B-B14F-4D97-AF65-F5344CB8AC3E}">
        <p14:creationId xmlns:p14="http://schemas.microsoft.com/office/powerpoint/2010/main" val="250784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5">
                                            <p:txEl>
                                              <p:pRg st="0" end="0"/>
                                            </p:txEl>
                                          </p:spTgt>
                                        </p:tgtEl>
                                        <p:attrNameLst>
                                          <p:attrName>style.visibility</p:attrName>
                                        </p:attrNameLst>
                                      </p:cBhvr>
                                      <p:to>
                                        <p:strVal val="visible"/>
                                      </p:to>
                                    </p:set>
                                    <p:animEffect transition="in" filter="fade">
                                      <p:cBhvr>
                                        <p:cTn id="7" dur="500"/>
                                        <p:tgtEl>
                                          <p:spTgt spid="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5">
                                            <p:txEl>
                                              <p:pRg st="1" end="1"/>
                                            </p:txEl>
                                          </p:spTgt>
                                        </p:tgtEl>
                                        <p:attrNameLst>
                                          <p:attrName>style.visibility</p:attrName>
                                        </p:attrNameLst>
                                      </p:cBhvr>
                                      <p:to>
                                        <p:strVal val="visible"/>
                                      </p:to>
                                    </p:set>
                                    <p:animEffect transition="in" filter="fade">
                                      <p:cBhvr>
                                        <p:cTn id="12" dur="500"/>
                                        <p:tgtEl>
                                          <p:spTgt spid="5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95">
                                            <p:txEl>
                                              <p:pRg st="2" end="2"/>
                                            </p:txEl>
                                          </p:spTgt>
                                        </p:tgtEl>
                                        <p:attrNameLst>
                                          <p:attrName>style.visibility</p:attrName>
                                        </p:attrNameLst>
                                      </p:cBhvr>
                                      <p:to>
                                        <p:strVal val="visible"/>
                                      </p:to>
                                    </p:set>
                                    <p:animEffect transition="in" filter="fade">
                                      <p:cBhvr>
                                        <p:cTn id="17" dur="500"/>
                                        <p:tgtEl>
                                          <p:spTgt spid="5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95">
                                            <p:txEl>
                                              <p:pRg st="3" end="3"/>
                                            </p:txEl>
                                          </p:spTgt>
                                        </p:tgtEl>
                                        <p:attrNameLst>
                                          <p:attrName>style.visibility</p:attrName>
                                        </p:attrNameLst>
                                      </p:cBhvr>
                                      <p:to>
                                        <p:strVal val="visible"/>
                                      </p:to>
                                    </p:set>
                                    <p:animEffect transition="in" filter="fade">
                                      <p:cBhvr>
                                        <p:cTn id="22" dur="500"/>
                                        <p:tgtEl>
                                          <p:spTgt spid="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p3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defTabSz="1219170">
              <a:buClr>
                <a:srgbClr val="000000"/>
              </a:buClr>
            </a:pPr>
            <a:fld id="{00000000-1234-1234-1234-123412341234}" type="slidenum">
              <a:rPr lang="en" kern="0">
                <a:solidFill>
                  <a:srgbClr val="FFFFFF"/>
                </a:solidFill>
              </a:rPr>
              <a:pPr defTabSz="1219170">
                <a:buClr>
                  <a:srgbClr val="000000"/>
                </a:buClr>
              </a:pPr>
              <a:t>7</a:t>
            </a:fld>
            <a:endParaRPr kern="0">
              <a:solidFill>
                <a:srgbClr val="FFFFFF"/>
              </a:solidFill>
            </a:endParaRPr>
          </a:p>
        </p:txBody>
      </p:sp>
      <p:sp>
        <p:nvSpPr>
          <p:cNvPr id="2223" name="Google Shape;2223;p3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dirty="0"/>
              <a:t>Welcome!</a:t>
            </a:r>
            <a:endParaRPr sz="9600" dirty="0"/>
          </a:p>
        </p:txBody>
      </p:sp>
      <p:sp>
        <p:nvSpPr>
          <p:cNvPr id="2224" name="Google Shape;2224;p34"/>
          <p:cNvSpPr txBox="1">
            <a:spLocks noGrp="1"/>
          </p:cNvSpPr>
          <p:nvPr>
            <p:ph type="subTitle" idx="4294967295"/>
          </p:nvPr>
        </p:nvSpPr>
        <p:spPr>
          <a:xfrm>
            <a:off x="1646244" y="3837896"/>
            <a:ext cx="5791600" cy="2560000"/>
          </a:xfrm>
          <a:prstGeom prst="rect">
            <a:avLst/>
          </a:prstGeom>
        </p:spPr>
        <p:txBody>
          <a:bodyPr spcFirstLastPara="1" wrap="square" lIns="0" tIns="0" rIns="0" bIns="0" anchor="t" anchorCtr="0">
            <a:noAutofit/>
          </a:bodyPr>
          <a:lstStyle/>
          <a:p>
            <a:pPr marL="0" indent="0">
              <a:spcBef>
                <a:spcPts val="800"/>
              </a:spcBef>
              <a:buNone/>
            </a:pPr>
            <a:r>
              <a:rPr lang="en-US" sz="4800" b="1" dirty="0">
                <a:solidFill>
                  <a:schemeClr val="accent1"/>
                </a:solidFill>
                <a:latin typeface="Barlow"/>
                <a:ea typeface="Barlow"/>
                <a:cs typeface="Barlow"/>
                <a:sym typeface="Barlow"/>
              </a:rPr>
              <a:t>Let’s get Started</a:t>
            </a:r>
            <a:endParaRPr sz="4800" b="1" dirty="0">
              <a:solidFill>
                <a:schemeClr val="accent1"/>
              </a:solidFill>
              <a:latin typeface="Barlow"/>
              <a:ea typeface="Barlow"/>
              <a:cs typeface="Barlow"/>
              <a:sym typeface="Barlow"/>
            </a:endParaRPr>
          </a:p>
        </p:txBody>
      </p:sp>
      <p:grpSp>
        <p:nvGrpSpPr>
          <p:cNvPr id="2" name="Google Shape;3050;p47">
            <a:extLst>
              <a:ext uri="{FF2B5EF4-FFF2-40B4-BE49-F238E27FC236}">
                <a16:creationId xmlns:a16="http://schemas.microsoft.com/office/drawing/2014/main" id="{3FBD49CC-92F0-9B33-0B93-ECE29DD5AFB9}"/>
              </a:ext>
            </a:extLst>
          </p:cNvPr>
          <p:cNvGrpSpPr/>
          <p:nvPr/>
        </p:nvGrpSpPr>
        <p:grpSpPr>
          <a:xfrm>
            <a:off x="7711620" y="1660223"/>
            <a:ext cx="3180667" cy="3537555"/>
            <a:chOff x="2152750" y="190500"/>
            <a:chExt cx="4293756" cy="4762499"/>
          </a:xfrm>
        </p:grpSpPr>
        <p:sp>
          <p:nvSpPr>
            <p:cNvPr id="3" name="Google Shape;3051;p47">
              <a:extLst>
                <a:ext uri="{FF2B5EF4-FFF2-40B4-BE49-F238E27FC236}">
                  <a16:creationId xmlns:a16="http://schemas.microsoft.com/office/drawing/2014/main" id="{F43F88AC-FDBB-82EE-0751-1E20638ED6CB}"/>
                </a:ext>
              </a:extLst>
            </p:cNvPr>
            <p:cNvSpPr/>
            <p:nvPr/>
          </p:nvSpPr>
          <p:spPr>
            <a:xfrm>
              <a:off x="2152750" y="2957607"/>
              <a:ext cx="756691" cy="437959"/>
            </a:xfrm>
            <a:custGeom>
              <a:avLst/>
              <a:gdLst/>
              <a:ahLst/>
              <a:cxnLst/>
              <a:rect l="l" t="t" r="r" b="b"/>
              <a:pathLst>
                <a:path w="756691" h="437959" extrusionOk="0">
                  <a:moveTo>
                    <a:pt x="756692" y="218980"/>
                  </a:moveTo>
                  <a:cubicBezTo>
                    <a:pt x="756692" y="339919"/>
                    <a:pt x="587300" y="437959"/>
                    <a:pt x="378346" y="437959"/>
                  </a:cubicBezTo>
                  <a:cubicBezTo>
                    <a:pt x="169391" y="437959"/>
                    <a:pt x="0" y="339919"/>
                    <a:pt x="0" y="218980"/>
                  </a:cubicBezTo>
                  <a:cubicBezTo>
                    <a:pt x="0" y="98041"/>
                    <a:pt x="169391" y="0"/>
                    <a:pt x="378346" y="0"/>
                  </a:cubicBezTo>
                  <a:cubicBezTo>
                    <a:pt x="587300" y="0"/>
                    <a:pt x="756692" y="98041"/>
                    <a:pt x="756692"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4" name="Google Shape;3052;p47">
              <a:extLst>
                <a:ext uri="{FF2B5EF4-FFF2-40B4-BE49-F238E27FC236}">
                  <a16:creationId xmlns:a16="http://schemas.microsoft.com/office/drawing/2014/main" id="{8F36FB7D-74F2-60EA-5A00-B92698251FB6}"/>
                </a:ext>
              </a:extLst>
            </p:cNvPr>
            <p:cNvSpPr/>
            <p:nvPr/>
          </p:nvSpPr>
          <p:spPr>
            <a:xfrm>
              <a:off x="2318956" y="3109336"/>
              <a:ext cx="225716" cy="175248"/>
            </a:xfrm>
            <a:custGeom>
              <a:avLst/>
              <a:gdLst/>
              <a:ahLst/>
              <a:cxnLst/>
              <a:rect l="l" t="t" r="r" b="b"/>
              <a:pathLst>
                <a:path w="225716" h="175248" extrusionOk="0">
                  <a:moveTo>
                    <a:pt x="18072" y="5"/>
                  </a:moveTo>
                  <a:cubicBezTo>
                    <a:pt x="45158" y="22103"/>
                    <a:pt x="85074" y="1910"/>
                    <a:pt x="87070" y="3910"/>
                  </a:cubicBezTo>
                  <a:cubicBezTo>
                    <a:pt x="118886" y="33494"/>
                    <a:pt x="152260" y="61346"/>
                    <a:pt x="187050" y="87349"/>
                  </a:cubicBezTo>
                  <a:cubicBezTo>
                    <a:pt x="203871" y="100684"/>
                    <a:pt x="230197" y="118400"/>
                    <a:pt x="225065" y="144023"/>
                  </a:cubicBezTo>
                  <a:cubicBezTo>
                    <a:pt x="216511" y="189742"/>
                    <a:pt x="143522" y="175646"/>
                    <a:pt x="115961" y="161644"/>
                  </a:cubicBezTo>
                  <a:cubicBezTo>
                    <a:pt x="88400" y="147642"/>
                    <a:pt x="65876" y="124496"/>
                    <a:pt x="39931" y="108304"/>
                  </a:cubicBezTo>
                  <a:cubicBezTo>
                    <a:pt x="20924" y="96683"/>
                    <a:pt x="2961" y="90682"/>
                    <a:pt x="110" y="67156"/>
                  </a:cubicBezTo>
                  <a:cubicBezTo>
                    <a:pt x="-1410" y="52964"/>
                    <a:pt x="13225" y="-567"/>
                    <a:pt x="1807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5" name="Google Shape;3053;p47">
              <a:extLst>
                <a:ext uri="{FF2B5EF4-FFF2-40B4-BE49-F238E27FC236}">
                  <a16:creationId xmlns:a16="http://schemas.microsoft.com/office/drawing/2014/main" id="{18FE3545-4AD6-24BA-9F38-4FD73ED03E3D}"/>
                </a:ext>
              </a:extLst>
            </p:cNvPr>
            <p:cNvSpPr/>
            <p:nvPr/>
          </p:nvSpPr>
          <p:spPr>
            <a:xfrm>
              <a:off x="2319304" y="3166967"/>
              <a:ext cx="224715" cy="117585"/>
            </a:xfrm>
            <a:custGeom>
              <a:avLst/>
              <a:gdLst/>
              <a:ahLst/>
              <a:cxnLst/>
              <a:rect l="l" t="t" r="r" b="b"/>
              <a:pathLst>
                <a:path w="224715" h="117585" extrusionOk="0">
                  <a:moveTo>
                    <a:pt x="427" y="0"/>
                  </a:moveTo>
                  <a:cubicBezTo>
                    <a:pt x="3943" y="22574"/>
                    <a:pt x="22000" y="28575"/>
                    <a:pt x="40533" y="40291"/>
                  </a:cubicBezTo>
                  <a:cubicBezTo>
                    <a:pt x="66953" y="56769"/>
                    <a:pt x="90332" y="80582"/>
                    <a:pt x="117893" y="94583"/>
                  </a:cubicBezTo>
                  <a:cubicBezTo>
                    <a:pt x="143364" y="107442"/>
                    <a:pt x="206849" y="120301"/>
                    <a:pt x="224716" y="87630"/>
                  </a:cubicBezTo>
                  <a:cubicBezTo>
                    <a:pt x="215212" y="131731"/>
                    <a:pt x="143269" y="117920"/>
                    <a:pt x="115993" y="104013"/>
                  </a:cubicBezTo>
                  <a:cubicBezTo>
                    <a:pt x="88717" y="90107"/>
                    <a:pt x="65908" y="66866"/>
                    <a:pt x="39962" y="50673"/>
                  </a:cubicBezTo>
                  <a:cubicBezTo>
                    <a:pt x="20955" y="39053"/>
                    <a:pt x="2993" y="33052"/>
                    <a:pt x="142" y="9525"/>
                  </a:cubicBezTo>
                  <a:cubicBezTo>
                    <a:pt x="-117" y="6353"/>
                    <a:pt x="-21" y="3153"/>
                    <a:pt x="42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6" name="Google Shape;3054;p47">
              <a:extLst>
                <a:ext uri="{FF2B5EF4-FFF2-40B4-BE49-F238E27FC236}">
                  <a16:creationId xmlns:a16="http://schemas.microsoft.com/office/drawing/2014/main" id="{934B2764-52F0-945A-D20B-563F7CCD027C}"/>
                </a:ext>
              </a:extLst>
            </p:cNvPr>
            <p:cNvSpPr/>
            <p:nvPr/>
          </p:nvSpPr>
          <p:spPr>
            <a:xfrm>
              <a:off x="2550431" y="3021675"/>
              <a:ext cx="225586" cy="168802"/>
            </a:xfrm>
            <a:custGeom>
              <a:avLst/>
              <a:gdLst/>
              <a:ahLst/>
              <a:cxnLst/>
              <a:rect l="l" t="t" r="r" b="b"/>
              <a:pathLst>
                <a:path w="225586" h="168802" extrusionOk="0">
                  <a:moveTo>
                    <a:pt x="21626" y="130"/>
                  </a:moveTo>
                  <a:cubicBezTo>
                    <a:pt x="48617" y="22228"/>
                    <a:pt x="96040" y="-1965"/>
                    <a:pt x="97656" y="130"/>
                  </a:cubicBezTo>
                  <a:cubicBezTo>
                    <a:pt x="125867" y="28715"/>
                    <a:pt x="155661" y="55680"/>
                    <a:pt x="186897" y="80902"/>
                  </a:cubicBezTo>
                  <a:cubicBezTo>
                    <a:pt x="203813" y="94237"/>
                    <a:pt x="230139" y="111954"/>
                    <a:pt x="224912" y="137576"/>
                  </a:cubicBezTo>
                  <a:cubicBezTo>
                    <a:pt x="216358" y="183296"/>
                    <a:pt x="143369" y="169199"/>
                    <a:pt x="115808" y="155197"/>
                  </a:cubicBezTo>
                  <a:cubicBezTo>
                    <a:pt x="88247" y="141196"/>
                    <a:pt x="65723" y="118050"/>
                    <a:pt x="39778" y="101857"/>
                  </a:cubicBezTo>
                  <a:cubicBezTo>
                    <a:pt x="20770" y="90237"/>
                    <a:pt x="2903" y="84236"/>
                    <a:pt x="52" y="60709"/>
                  </a:cubicBezTo>
                  <a:cubicBezTo>
                    <a:pt x="-1088" y="46517"/>
                    <a:pt x="16779" y="-441"/>
                    <a:pt x="21626" y="130"/>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7" name="Google Shape;3055;p47">
              <a:extLst>
                <a:ext uri="{FF2B5EF4-FFF2-40B4-BE49-F238E27FC236}">
                  <a16:creationId xmlns:a16="http://schemas.microsoft.com/office/drawing/2014/main" id="{12F632D3-8DF2-39E6-6535-9B46E1991400}"/>
                </a:ext>
              </a:extLst>
            </p:cNvPr>
            <p:cNvSpPr/>
            <p:nvPr/>
          </p:nvSpPr>
          <p:spPr>
            <a:xfrm>
              <a:off x="2551534" y="3076575"/>
              <a:ext cx="224758" cy="117584"/>
            </a:xfrm>
            <a:custGeom>
              <a:avLst/>
              <a:gdLst/>
              <a:ahLst/>
              <a:cxnLst/>
              <a:rect l="l" t="t" r="r" b="b"/>
              <a:pathLst>
                <a:path w="224758" h="117584" extrusionOk="0">
                  <a:moveTo>
                    <a:pt x="375" y="0"/>
                  </a:moveTo>
                  <a:cubicBezTo>
                    <a:pt x="3986" y="22574"/>
                    <a:pt x="22043" y="28575"/>
                    <a:pt x="40481" y="40291"/>
                  </a:cubicBezTo>
                  <a:cubicBezTo>
                    <a:pt x="66996" y="56769"/>
                    <a:pt x="90375" y="80581"/>
                    <a:pt x="117841" y="94583"/>
                  </a:cubicBezTo>
                  <a:cubicBezTo>
                    <a:pt x="143312" y="107442"/>
                    <a:pt x="206892" y="120301"/>
                    <a:pt x="224759" y="87630"/>
                  </a:cubicBezTo>
                  <a:cubicBezTo>
                    <a:pt x="215255" y="131731"/>
                    <a:pt x="143217" y="117920"/>
                    <a:pt x="115941" y="104013"/>
                  </a:cubicBezTo>
                  <a:cubicBezTo>
                    <a:pt x="88665" y="90106"/>
                    <a:pt x="65951" y="66865"/>
                    <a:pt x="39910" y="50673"/>
                  </a:cubicBezTo>
                  <a:cubicBezTo>
                    <a:pt x="21378" y="39053"/>
                    <a:pt x="3036" y="33052"/>
                    <a:pt x="185" y="9525"/>
                  </a:cubicBezTo>
                  <a:cubicBezTo>
                    <a:pt x="-114" y="6353"/>
                    <a:pt x="-50" y="3153"/>
                    <a:pt x="375"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8" name="Google Shape;3056;p47">
              <a:extLst>
                <a:ext uri="{FF2B5EF4-FFF2-40B4-BE49-F238E27FC236}">
                  <a16:creationId xmlns:a16="http://schemas.microsoft.com/office/drawing/2014/main" id="{5075AEB9-813F-1636-2975-70A4FBD3DE7A}"/>
                </a:ext>
              </a:extLst>
            </p:cNvPr>
            <p:cNvSpPr/>
            <p:nvPr/>
          </p:nvSpPr>
          <p:spPr>
            <a:xfrm>
              <a:off x="2330724" y="2010537"/>
              <a:ext cx="387976" cy="1115665"/>
            </a:xfrm>
            <a:custGeom>
              <a:avLst/>
              <a:gdLst/>
              <a:ahLst/>
              <a:cxnLst/>
              <a:rect l="l" t="t" r="r" b="b"/>
              <a:pathLst>
                <a:path w="387976" h="1115665" extrusionOk="0">
                  <a:moveTo>
                    <a:pt x="4689" y="96964"/>
                  </a:moveTo>
                  <a:cubicBezTo>
                    <a:pt x="6019" y="138017"/>
                    <a:pt x="18754" y="316039"/>
                    <a:pt x="24456" y="410623"/>
                  </a:cubicBezTo>
                  <a:cubicBezTo>
                    <a:pt x="30159" y="505206"/>
                    <a:pt x="31489" y="620173"/>
                    <a:pt x="31489" y="620173"/>
                  </a:cubicBezTo>
                  <a:cubicBezTo>
                    <a:pt x="31489" y="620173"/>
                    <a:pt x="15238" y="688943"/>
                    <a:pt x="4689" y="769715"/>
                  </a:cubicBezTo>
                  <a:cubicBezTo>
                    <a:pt x="-5861" y="850487"/>
                    <a:pt x="4689" y="1105472"/>
                    <a:pt x="4689" y="1105472"/>
                  </a:cubicBezTo>
                  <a:cubicBezTo>
                    <a:pt x="25827" y="1119064"/>
                    <a:pt x="52928" y="1119064"/>
                    <a:pt x="74066" y="1105472"/>
                  </a:cubicBezTo>
                  <a:cubicBezTo>
                    <a:pt x="74066" y="1105472"/>
                    <a:pt x="117403" y="901446"/>
                    <a:pt x="137456" y="809530"/>
                  </a:cubicBezTo>
                  <a:cubicBezTo>
                    <a:pt x="157509" y="717614"/>
                    <a:pt x="161026" y="664559"/>
                    <a:pt x="171480" y="607600"/>
                  </a:cubicBezTo>
                  <a:cubicBezTo>
                    <a:pt x="184025" y="538639"/>
                    <a:pt x="211206" y="217075"/>
                    <a:pt x="211206" y="217075"/>
                  </a:cubicBezTo>
                  <a:lnTo>
                    <a:pt x="222040" y="217742"/>
                  </a:lnTo>
                  <a:lnTo>
                    <a:pt x="250551" y="580930"/>
                  </a:lnTo>
                  <a:cubicBezTo>
                    <a:pt x="241642" y="607685"/>
                    <a:pt x="235526" y="635299"/>
                    <a:pt x="232304" y="663321"/>
                  </a:cubicBezTo>
                  <a:cubicBezTo>
                    <a:pt x="224416" y="722471"/>
                    <a:pt x="240573" y="1020127"/>
                    <a:pt x="240573" y="1020127"/>
                  </a:cubicBezTo>
                  <a:cubicBezTo>
                    <a:pt x="264164" y="1033272"/>
                    <a:pt x="293106" y="1032091"/>
                    <a:pt x="315557" y="1017079"/>
                  </a:cubicBezTo>
                  <a:cubicBezTo>
                    <a:pt x="315557" y="1017079"/>
                    <a:pt x="387976" y="622840"/>
                    <a:pt x="387976" y="562832"/>
                  </a:cubicBezTo>
                  <a:cubicBezTo>
                    <a:pt x="387976" y="523208"/>
                    <a:pt x="381229" y="0"/>
                    <a:pt x="381229" y="0"/>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9" name="Google Shape;3057;p47">
              <a:extLst>
                <a:ext uri="{FF2B5EF4-FFF2-40B4-BE49-F238E27FC236}">
                  <a16:creationId xmlns:a16="http://schemas.microsoft.com/office/drawing/2014/main" id="{3BF87F84-53C9-936A-6DA7-7A3525931129}"/>
                </a:ext>
              </a:extLst>
            </p:cNvPr>
            <p:cNvSpPr/>
            <p:nvPr/>
          </p:nvSpPr>
          <p:spPr>
            <a:xfrm>
              <a:off x="2382705" y="1314450"/>
              <a:ext cx="248692" cy="242377"/>
            </a:xfrm>
            <a:custGeom>
              <a:avLst/>
              <a:gdLst/>
              <a:ahLst/>
              <a:cxnLst/>
              <a:rect l="l" t="t" r="r" b="b"/>
              <a:pathLst>
                <a:path w="248692" h="242377" extrusionOk="0">
                  <a:moveTo>
                    <a:pt x="50881" y="0"/>
                  </a:moveTo>
                  <a:cubicBezTo>
                    <a:pt x="50881" y="0"/>
                    <a:pt x="55538" y="89440"/>
                    <a:pt x="53542" y="97346"/>
                  </a:cubicBezTo>
                  <a:cubicBezTo>
                    <a:pt x="51546" y="105251"/>
                    <a:pt x="12486" y="131540"/>
                    <a:pt x="1176" y="140970"/>
                  </a:cubicBezTo>
                  <a:cubicBezTo>
                    <a:pt x="-10133" y="150400"/>
                    <a:pt x="62951" y="222599"/>
                    <a:pt x="98400" y="238887"/>
                  </a:cubicBezTo>
                  <a:cubicBezTo>
                    <a:pt x="133849" y="255175"/>
                    <a:pt x="246564" y="212217"/>
                    <a:pt x="248560" y="156782"/>
                  </a:cubicBezTo>
                  <a:cubicBezTo>
                    <a:pt x="250556" y="101346"/>
                    <a:pt x="229552" y="54769"/>
                    <a:pt x="211970" y="52006"/>
                  </a:cubicBezTo>
                  <a:cubicBezTo>
                    <a:pt x="194388" y="49244"/>
                    <a:pt x="50881" y="0"/>
                    <a:pt x="50881" y="0"/>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 name="Google Shape;3058;p47">
              <a:extLst>
                <a:ext uri="{FF2B5EF4-FFF2-40B4-BE49-F238E27FC236}">
                  <a16:creationId xmlns:a16="http://schemas.microsoft.com/office/drawing/2014/main" id="{4DD5667D-161E-02FB-DD03-D3B7F8562FA4}"/>
                </a:ext>
              </a:extLst>
            </p:cNvPr>
            <p:cNvSpPr/>
            <p:nvPr/>
          </p:nvSpPr>
          <p:spPr>
            <a:xfrm>
              <a:off x="2671394" y="1371981"/>
              <a:ext cx="353519" cy="695039"/>
            </a:xfrm>
            <a:custGeom>
              <a:avLst/>
              <a:gdLst/>
              <a:ahLst/>
              <a:cxnLst/>
              <a:rect l="l" t="t" r="r" b="b"/>
              <a:pathLst>
                <a:path w="353519" h="695039" extrusionOk="0">
                  <a:moveTo>
                    <a:pt x="6725" y="108394"/>
                  </a:moveTo>
                  <a:cubicBezTo>
                    <a:pt x="11952" y="68961"/>
                    <a:pt x="-13993" y="31432"/>
                    <a:pt x="11192" y="0"/>
                  </a:cubicBezTo>
                  <a:cubicBezTo>
                    <a:pt x="99292" y="86582"/>
                    <a:pt x="88077" y="315754"/>
                    <a:pt x="108130" y="462344"/>
                  </a:cubicBezTo>
                  <a:cubicBezTo>
                    <a:pt x="173516" y="530924"/>
                    <a:pt x="305049" y="598456"/>
                    <a:pt x="342114" y="614744"/>
                  </a:cubicBezTo>
                  <a:cubicBezTo>
                    <a:pt x="348861" y="617791"/>
                    <a:pt x="354659" y="621030"/>
                    <a:pt x="353328" y="628364"/>
                  </a:cubicBezTo>
                  <a:cubicBezTo>
                    <a:pt x="348006" y="656939"/>
                    <a:pt x="339738" y="667798"/>
                    <a:pt x="322726" y="695039"/>
                  </a:cubicBezTo>
                  <a:cubicBezTo>
                    <a:pt x="235671" y="657415"/>
                    <a:pt x="172946" y="635794"/>
                    <a:pt x="64223" y="532257"/>
                  </a:cubicBezTo>
                  <a:cubicBezTo>
                    <a:pt x="53909" y="521094"/>
                    <a:pt x="44680" y="508978"/>
                    <a:pt x="36662" y="496062"/>
                  </a:cubicBezTo>
                  <a:cubicBezTo>
                    <a:pt x="5584" y="403479"/>
                    <a:pt x="-2209" y="176498"/>
                    <a:pt x="6725" y="1083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1" name="Google Shape;3059;p47">
              <a:extLst>
                <a:ext uri="{FF2B5EF4-FFF2-40B4-BE49-F238E27FC236}">
                  <a16:creationId xmlns:a16="http://schemas.microsoft.com/office/drawing/2014/main" id="{E96C7003-7F61-A56A-4A7B-1954511073D1}"/>
                </a:ext>
              </a:extLst>
            </p:cNvPr>
            <p:cNvSpPr/>
            <p:nvPr/>
          </p:nvSpPr>
          <p:spPr>
            <a:xfrm>
              <a:off x="2315965" y="1348763"/>
              <a:ext cx="403432" cy="814679"/>
            </a:xfrm>
            <a:custGeom>
              <a:avLst/>
              <a:gdLst/>
              <a:ahLst/>
              <a:cxnLst/>
              <a:rect l="l" t="t" r="r" b="b"/>
              <a:pathLst>
                <a:path w="403432" h="814679" extrusionOk="0">
                  <a:moveTo>
                    <a:pt x="107642" y="78462"/>
                  </a:moveTo>
                  <a:cubicBezTo>
                    <a:pt x="107642" y="78462"/>
                    <a:pt x="172458" y="175236"/>
                    <a:pt x="262839" y="184761"/>
                  </a:cubicBezTo>
                  <a:cubicBezTo>
                    <a:pt x="291351" y="156186"/>
                    <a:pt x="293917" y="56364"/>
                    <a:pt x="254476" y="24360"/>
                  </a:cubicBezTo>
                  <a:cubicBezTo>
                    <a:pt x="254476" y="24360"/>
                    <a:pt x="290780" y="-4977"/>
                    <a:pt x="315585" y="738"/>
                  </a:cubicBezTo>
                  <a:cubicBezTo>
                    <a:pt x="342222" y="16921"/>
                    <a:pt x="362057" y="42286"/>
                    <a:pt x="371373" y="72081"/>
                  </a:cubicBezTo>
                  <a:cubicBezTo>
                    <a:pt x="394367" y="138651"/>
                    <a:pt x="405154" y="208831"/>
                    <a:pt x="403210" y="279249"/>
                  </a:cubicBezTo>
                  <a:cubicBezTo>
                    <a:pt x="401690" y="374499"/>
                    <a:pt x="403210" y="664250"/>
                    <a:pt x="403210" y="664250"/>
                  </a:cubicBezTo>
                  <a:cubicBezTo>
                    <a:pt x="403210" y="664250"/>
                    <a:pt x="390570" y="725591"/>
                    <a:pt x="308838" y="771216"/>
                  </a:cubicBezTo>
                  <a:cubicBezTo>
                    <a:pt x="227105" y="816840"/>
                    <a:pt x="166281" y="821317"/>
                    <a:pt x="110874" y="808363"/>
                  </a:cubicBezTo>
                  <a:cubicBezTo>
                    <a:pt x="65065" y="797695"/>
                    <a:pt x="27240" y="781503"/>
                    <a:pt x="11559" y="748260"/>
                  </a:cubicBezTo>
                  <a:cubicBezTo>
                    <a:pt x="15646" y="681585"/>
                    <a:pt x="45298" y="508040"/>
                    <a:pt x="34178" y="424410"/>
                  </a:cubicBezTo>
                  <a:cubicBezTo>
                    <a:pt x="23059" y="340781"/>
                    <a:pt x="5667" y="278202"/>
                    <a:pt x="915" y="210574"/>
                  </a:cubicBezTo>
                  <a:cubicBezTo>
                    <a:pt x="-3837" y="142947"/>
                    <a:pt x="9848" y="143899"/>
                    <a:pt x="43682" y="120182"/>
                  </a:cubicBezTo>
                  <a:cubicBezTo>
                    <a:pt x="63986" y="104770"/>
                    <a:pt x="85361" y="90826"/>
                    <a:pt x="107642" y="7846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2" name="Google Shape;3060;p47">
              <a:extLst>
                <a:ext uri="{FF2B5EF4-FFF2-40B4-BE49-F238E27FC236}">
                  <a16:creationId xmlns:a16="http://schemas.microsoft.com/office/drawing/2014/main" id="{5C05E906-71DA-96C0-1FBA-91F9727DD34E}"/>
                </a:ext>
              </a:extLst>
            </p:cNvPr>
            <p:cNvSpPr/>
            <p:nvPr/>
          </p:nvSpPr>
          <p:spPr>
            <a:xfrm>
              <a:off x="2373403" y="1062776"/>
              <a:ext cx="268166" cy="327122"/>
            </a:xfrm>
            <a:custGeom>
              <a:avLst/>
              <a:gdLst/>
              <a:ahLst/>
              <a:cxnLst/>
              <a:rect l="l" t="t" r="r" b="b"/>
              <a:pathLst>
                <a:path w="268166" h="327122" extrusionOk="0">
                  <a:moveTo>
                    <a:pt x="262234" y="118324"/>
                  </a:moveTo>
                  <a:lnTo>
                    <a:pt x="262234" y="118324"/>
                  </a:lnTo>
                  <a:cubicBezTo>
                    <a:pt x="251590" y="48886"/>
                    <a:pt x="201695" y="-3787"/>
                    <a:pt x="130227" y="214"/>
                  </a:cubicBezTo>
                  <a:cubicBezTo>
                    <a:pt x="54204" y="4462"/>
                    <a:pt x="-3996" y="69658"/>
                    <a:pt x="215" y="145851"/>
                  </a:cubicBezTo>
                  <a:cubicBezTo>
                    <a:pt x="2583" y="188590"/>
                    <a:pt x="24775" y="227747"/>
                    <a:pt x="60184" y="251674"/>
                  </a:cubicBezTo>
                  <a:cubicBezTo>
                    <a:pt x="62685" y="262208"/>
                    <a:pt x="66417" y="272400"/>
                    <a:pt x="71303" y="282058"/>
                  </a:cubicBezTo>
                  <a:cubicBezTo>
                    <a:pt x="96488" y="311681"/>
                    <a:pt x="172994" y="329683"/>
                    <a:pt x="194852" y="326826"/>
                  </a:cubicBezTo>
                  <a:cubicBezTo>
                    <a:pt x="223364" y="322825"/>
                    <a:pt x="238380" y="311014"/>
                    <a:pt x="251875" y="280153"/>
                  </a:cubicBezTo>
                  <a:cubicBezTo>
                    <a:pt x="275540" y="225385"/>
                    <a:pt x="268127" y="152518"/>
                    <a:pt x="262234" y="11832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3" name="Google Shape;3061;p47">
              <a:extLst>
                <a:ext uri="{FF2B5EF4-FFF2-40B4-BE49-F238E27FC236}">
                  <a16:creationId xmlns:a16="http://schemas.microsoft.com/office/drawing/2014/main" id="{CB6338C9-4026-17FE-DE24-E1A689991942}"/>
                </a:ext>
              </a:extLst>
            </p:cNvPr>
            <p:cNvSpPr/>
            <p:nvPr/>
          </p:nvSpPr>
          <p:spPr>
            <a:xfrm>
              <a:off x="2348404" y="1033740"/>
              <a:ext cx="282986" cy="280709"/>
            </a:xfrm>
            <a:custGeom>
              <a:avLst/>
              <a:gdLst/>
              <a:ahLst/>
              <a:cxnLst/>
              <a:rect l="l" t="t" r="r" b="b"/>
              <a:pathLst>
                <a:path w="282986" h="280709" extrusionOk="0">
                  <a:moveTo>
                    <a:pt x="85182" y="280709"/>
                  </a:moveTo>
                  <a:lnTo>
                    <a:pt x="85182" y="280709"/>
                  </a:lnTo>
                  <a:lnTo>
                    <a:pt x="91740" y="220130"/>
                  </a:lnTo>
                  <a:cubicBezTo>
                    <a:pt x="91740" y="220130"/>
                    <a:pt x="41940" y="91733"/>
                    <a:pt x="159122" y="116403"/>
                  </a:cubicBezTo>
                  <a:cubicBezTo>
                    <a:pt x="236102" y="132595"/>
                    <a:pt x="255490" y="139644"/>
                    <a:pt x="278964" y="87828"/>
                  </a:cubicBezTo>
                  <a:cubicBezTo>
                    <a:pt x="302439" y="36012"/>
                    <a:pt x="219661" y="-10565"/>
                    <a:pt x="121487" y="2103"/>
                  </a:cubicBezTo>
                  <a:cubicBezTo>
                    <a:pt x="51379" y="9511"/>
                    <a:pt x="-1397" y="69481"/>
                    <a:pt x="28" y="140120"/>
                  </a:cubicBezTo>
                  <a:cubicBezTo>
                    <a:pt x="2594" y="178506"/>
                    <a:pt x="12763" y="255658"/>
                    <a:pt x="85182" y="280709"/>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4" name="Google Shape;3062;p47">
              <a:extLst>
                <a:ext uri="{FF2B5EF4-FFF2-40B4-BE49-F238E27FC236}">
                  <a16:creationId xmlns:a16="http://schemas.microsoft.com/office/drawing/2014/main" id="{D3F249DC-6CAC-957F-CB8C-06F15F14C77B}"/>
                </a:ext>
              </a:extLst>
            </p:cNvPr>
            <p:cNvSpPr/>
            <p:nvPr/>
          </p:nvSpPr>
          <p:spPr>
            <a:xfrm>
              <a:off x="2295460" y="1509426"/>
              <a:ext cx="362138" cy="623316"/>
            </a:xfrm>
            <a:custGeom>
              <a:avLst/>
              <a:gdLst/>
              <a:ahLst/>
              <a:cxnLst/>
              <a:rect l="l" t="t" r="r" b="b"/>
              <a:pathLst>
                <a:path w="362138" h="623316" extrusionOk="0">
                  <a:moveTo>
                    <a:pt x="1462" y="9525"/>
                  </a:moveTo>
                  <a:cubicBezTo>
                    <a:pt x="35295" y="0"/>
                    <a:pt x="9540" y="7906"/>
                    <a:pt x="35295" y="0"/>
                  </a:cubicBezTo>
                  <a:cubicBezTo>
                    <a:pt x="123395" y="86678"/>
                    <a:pt x="112466" y="235077"/>
                    <a:pt x="132424" y="381762"/>
                  </a:cubicBezTo>
                  <a:cubicBezTo>
                    <a:pt x="181083" y="462343"/>
                    <a:pt x="361655" y="571595"/>
                    <a:pt x="361655" y="571595"/>
                  </a:cubicBezTo>
                  <a:cubicBezTo>
                    <a:pt x="363936" y="587216"/>
                    <a:pt x="358424" y="591788"/>
                    <a:pt x="338941" y="623316"/>
                  </a:cubicBezTo>
                  <a:cubicBezTo>
                    <a:pt x="251982" y="585692"/>
                    <a:pt x="179088" y="553212"/>
                    <a:pt x="70364" y="449771"/>
                  </a:cubicBezTo>
                  <a:cubicBezTo>
                    <a:pt x="66088" y="445675"/>
                    <a:pt x="59815" y="444627"/>
                    <a:pt x="58009" y="439007"/>
                  </a:cubicBezTo>
                  <a:cubicBezTo>
                    <a:pt x="26932" y="345376"/>
                    <a:pt x="-7567" y="77724"/>
                    <a:pt x="1462" y="9525"/>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5" name="Google Shape;3063;p47">
              <a:extLst>
                <a:ext uri="{FF2B5EF4-FFF2-40B4-BE49-F238E27FC236}">
                  <a16:creationId xmlns:a16="http://schemas.microsoft.com/office/drawing/2014/main" id="{FBC99FAD-0360-9445-AAF7-FC99FF7A8813}"/>
                </a:ext>
              </a:extLst>
            </p:cNvPr>
            <p:cNvSpPr/>
            <p:nvPr/>
          </p:nvSpPr>
          <p:spPr>
            <a:xfrm>
              <a:off x="2681160" y="1699641"/>
              <a:ext cx="419212" cy="565118"/>
            </a:xfrm>
            <a:custGeom>
              <a:avLst/>
              <a:gdLst/>
              <a:ahLst/>
              <a:cxnLst/>
              <a:rect l="l" t="t" r="r" b="b"/>
              <a:pathLst>
                <a:path w="419212" h="565118" extrusionOk="0">
                  <a:moveTo>
                    <a:pt x="419212" y="0"/>
                  </a:moveTo>
                  <a:lnTo>
                    <a:pt x="287965" y="449771"/>
                  </a:lnTo>
                  <a:lnTo>
                    <a:pt x="0" y="565118"/>
                  </a:lnTo>
                  <a:lnTo>
                    <a:pt x="105017" y="126968"/>
                  </a:lnTo>
                  <a:lnTo>
                    <a:pt x="419212" y="0"/>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6" name="Google Shape;3064;p47">
              <a:extLst>
                <a:ext uri="{FF2B5EF4-FFF2-40B4-BE49-F238E27FC236}">
                  <a16:creationId xmlns:a16="http://schemas.microsoft.com/office/drawing/2014/main" id="{91D115FE-0B05-35D9-5782-E2EE4E62B5B0}"/>
                </a:ext>
              </a:extLst>
            </p:cNvPr>
            <p:cNvSpPr/>
            <p:nvPr/>
          </p:nvSpPr>
          <p:spPr>
            <a:xfrm>
              <a:off x="2608827" y="2053875"/>
              <a:ext cx="212446" cy="104783"/>
            </a:xfrm>
            <a:custGeom>
              <a:avLst/>
              <a:gdLst/>
              <a:ahLst/>
              <a:cxnLst/>
              <a:rect l="l" t="t" r="r" b="b"/>
              <a:pathLst>
                <a:path w="212446" h="104783" extrusionOk="0">
                  <a:moveTo>
                    <a:pt x="2861" y="30194"/>
                  </a:moveTo>
                  <a:cubicBezTo>
                    <a:pt x="7137" y="14859"/>
                    <a:pt x="18257" y="18669"/>
                    <a:pt x="30707" y="22479"/>
                  </a:cubicBezTo>
                  <a:cubicBezTo>
                    <a:pt x="44209" y="27956"/>
                    <a:pt x="59041" y="29251"/>
                    <a:pt x="73284" y="26194"/>
                  </a:cubicBezTo>
                  <a:cubicBezTo>
                    <a:pt x="85164" y="22479"/>
                    <a:pt x="93717" y="12287"/>
                    <a:pt x="103791" y="5525"/>
                  </a:cubicBezTo>
                  <a:cubicBezTo>
                    <a:pt x="109552" y="2086"/>
                    <a:pt x="116096" y="181"/>
                    <a:pt x="122799" y="0"/>
                  </a:cubicBezTo>
                  <a:cubicBezTo>
                    <a:pt x="122228" y="3905"/>
                    <a:pt x="116241" y="26765"/>
                    <a:pt x="116241" y="26765"/>
                  </a:cubicBezTo>
                  <a:cubicBezTo>
                    <a:pt x="116241" y="26765"/>
                    <a:pt x="179346" y="27432"/>
                    <a:pt x="185809" y="26098"/>
                  </a:cubicBezTo>
                  <a:cubicBezTo>
                    <a:pt x="191634" y="25308"/>
                    <a:pt x="196997" y="29394"/>
                    <a:pt x="197789" y="35233"/>
                  </a:cubicBezTo>
                  <a:cubicBezTo>
                    <a:pt x="198199" y="38252"/>
                    <a:pt x="197297" y="41310"/>
                    <a:pt x="195312" y="43625"/>
                  </a:cubicBezTo>
                  <a:lnTo>
                    <a:pt x="199589" y="42958"/>
                  </a:lnTo>
                  <a:cubicBezTo>
                    <a:pt x="212514" y="40100"/>
                    <a:pt x="218027" y="59912"/>
                    <a:pt x="205006" y="62865"/>
                  </a:cubicBezTo>
                  <a:cubicBezTo>
                    <a:pt x="201585" y="63627"/>
                    <a:pt x="198069" y="64008"/>
                    <a:pt x="194457" y="64484"/>
                  </a:cubicBezTo>
                  <a:cubicBezTo>
                    <a:pt x="202915" y="67723"/>
                    <a:pt x="205006" y="81725"/>
                    <a:pt x="194457" y="83534"/>
                  </a:cubicBezTo>
                  <a:lnTo>
                    <a:pt x="191226" y="84106"/>
                  </a:lnTo>
                  <a:cubicBezTo>
                    <a:pt x="189741" y="84668"/>
                    <a:pt x="188151" y="84896"/>
                    <a:pt x="186569" y="84772"/>
                  </a:cubicBezTo>
                  <a:lnTo>
                    <a:pt x="184573" y="84772"/>
                  </a:lnTo>
                  <a:cubicBezTo>
                    <a:pt x="185790" y="90916"/>
                    <a:pt x="181809" y="96879"/>
                    <a:pt x="175683" y="98098"/>
                  </a:cubicBezTo>
                  <a:cubicBezTo>
                    <a:pt x="175480" y="98136"/>
                    <a:pt x="175275" y="98174"/>
                    <a:pt x="175069" y="98203"/>
                  </a:cubicBezTo>
                  <a:cubicBezTo>
                    <a:pt x="144277" y="102298"/>
                    <a:pt x="99039" y="114586"/>
                    <a:pt x="71098" y="89154"/>
                  </a:cubicBezTo>
                  <a:cubicBezTo>
                    <a:pt x="51763" y="87239"/>
                    <a:pt x="32878" y="82124"/>
                    <a:pt x="15216" y="74009"/>
                  </a:cubicBezTo>
                  <a:cubicBezTo>
                    <a:pt x="-1796" y="65913"/>
                    <a:pt x="-2271" y="48577"/>
                    <a:pt x="2861" y="30194"/>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7" name="Google Shape;3065;p47">
              <a:extLst>
                <a:ext uri="{FF2B5EF4-FFF2-40B4-BE49-F238E27FC236}">
                  <a16:creationId xmlns:a16="http://schemas.microsoft.com/office/drawing/2014/main" id="{F3882F3B-B040-3BF1-EB4C-F1F0F3127DE7}"/>
                </a:ext>
              </a:extLst>
            </p:cNvPr>
            <p:cNvSpPr/>
            <p:nvPr/>
          </p:nvSpPr>
          <p:spPr>
            <a:xfrm>
              <a:off x="2916099" y="1987646"/>
              <a:ext cx="131568" cy="109091"/>
            </a:xfrm>
            <a:custGeom>
              <a:avLst/>
              <a:gdLst/>
              <a:ahLst/>
              <a:cxnLst/>
              <a:rect l="l" t="t" r="r" b="b"/>
              <a:pathLst>
                <a:path w="131568" h="109091" extrusionOk="0">
                  <a:moveTo>
                    <a:pt x="10639" y="59657"/>
                  </a:moveTo>
                  <a:lnTo>
                    <a:pt x="14916" y="59657"/>
                  </a:lnTo>
                  <a:cubicBezTo>
                    <a:pt x="10289" y="56028"/>
                    <a:pt x="9476" y="49322"/>
                    <a:pt x="13102" y="44683"/>
                  </a:cubicBezTo>
                  <a:cubicBezTo>
                    <a:pt x="14995" y="42255"/>
                    <a:pt x="17838" y="40778"/>
                    <a:pt x="20903" y="40607"/>
                  </a:cubicBezTo>
                  <a:cubicBezTo>
                    <a:pt x="27556" y="40607"/>
                    <a:pt x="92467" y="26986"/>
                    <a:pt x="92467" y="26986"/>
                  </a:cubicBezTo>
                  <a:lnTo>
                    <a:pt x="100260" y="221"/>
                  </a:lnTo>
                  <a:cubicBezTo>
                    <a:pt x="100260" y="-1303"/>
                    <a:pt x="111569" y="5555"/>
                    <a:pt x="111950" y="5840"/>
                  </a:cubicBezTo>
                  <a:cubicBezTo>
                    <a:pt x="123082" y="13146"/>
                    <a:pt x="130288" y="25138"/>
                    <a:pt x="131527" y="38416"/>
                  </a:cubicBezTo>
                  <a:cubicBezTo>
                    <a:pt x="132163" y="57028"/>
                    <a:pt x="125315" y="75116"/>
                    <a:pt x="112520" y="88613"/>
                  </a:cubicBezTo>
                  <a:cubicBezTo>
                    <a:pt x="100854" y="100414"/>
                    <a:pt x="85087" y="107244"/>
                    <a:pt x="68517" y="107663"/>
                  </a:cubicBezTo>
                  <a:cubicBezTo>
                    <a:pt x="60629" y="108139"/>
                    <a:pt x="53026" y="108520"/>
                    <a:pt x="46279" y="109092"/>
                  </a:cubicBezTo>
                  <a:cubicBezTo>
                    <a:pt x="40033" y="109092"/>
                    <a:pt x="34969" y="104015"/>
                    <a:pt x="34969" y="97757"/>
                  </a:cubicBezTo>
                  <a:cubicBezTo>
                    <a:pt x="34969" y="97728"/>
                    <a:pt x="34969" y="97690"/>
                    <a:pt x="34969" y="97661"/>
                  </a:cubicBezTo>
                  <a:lnTo>
                    <a:pt x="32973" y="97661"/>
                  </a:lnTo>
                  <a:cubicBezTo>
                    <a:pt x="31442" y="98023"/>
                    <a:pt x="29847" y="98023"/>
                    <a:pt x="28316" y="97661"/>
                  </a:cubicBezTo>
                  <a:lnTo>
                    <a:pt x="24990" y="97661"/>
                  </a:lnTo>
                  <a:cubicBezTo>
                    <a:pt x="13966" y="97661"/>
                    <a:pt x="13110" y="83946"/>
                    <a:pt x="20618" y="78611"/>
                  </a:cubicBezTo>
                  <a:cubicBezTo>
                    <a:pt x="17102" y="78611"/>
                    <a:pt x="13490" y="79278"/>
                    <a:pt x="9974" y="79278"/>
                  </a:cubicBezTo>
                  <a:cubicBezTo>
                    <a:pt x="-3806" y="80135"/>
                    <a:pt x="-3046" y="59561"/>
                    <a:pt x="10639" y="59657"/>
                  </a:cubicBezTo>
                  <a:close/>
                </a:path>
              </a:pathLst>
            </a:custGeom>
            <a:solidFill>
              <a:srgbClr val="DFAE8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8" name="Google Shape;3066;p47">
              <a:extLst>
                <a:ext uri="{FF2B5EF4-FFF2-40B4-BE49-F238E27FC236}">
                  <a16:creationId xmlns:a16="http://schemas.microsoft.com/office/drawing/2014/main" id="{92A69C7D-FE91-8D41-8E5F-934DAAF0F721}"/>
                </a:ext>
              </a:extLst>
            </p:cNvPr>
            <p:cNvSpPr/>
            <p:nvPr/>
          </p:nvSpPr>
          <p:spPr>
            <a:xfrm>
              <a:off x="2631550" y="1349025"/>
              <a:ext cx="130391" cy="190023"/>
            </a:xfrm>
            <a:custGeom>
              <a:avLst/>
              <a:gdLst/>
              <a:ahLst/>
              <a:cxnLst/>
              <a:rect l="l" t="t" r="r" b="b"/>
              <a:pathLst>
                <a:path w="130391" h="190023" extrusionOk="0">
                  <a:moveTo>
                    <a:pt x="83348" y="190024"/>
                  </a:moveTo>
                  <a:cubicBezTo>
                    <a:pt x="83348" y="190024"/>
                    <a:pt x="116611" y="188309"/>
                    <a:pt x="130392" y="168878"/>
                  </a:cubicBezTo>
                  <a:cubicBezTo>
                    <a:pt x="127826" y="135636"/>
                    <a:pt x="85344" y="9430"/>
                    <a:pt x="0" y="0"/>
                  </a:cubicBezTo>
                  <a:cubicBezTo>
                    <a:pt x="23264" y="16335"/>
                    <a:pt x="41713" y="38643"/>
                    <a:pt x="53411" y="64580"/>
                  </a:cubicBezTo>
                  <a:cubicBezTo>
                    <a:pt x="68902" y="102584"/>
                    <a:pt x="83348" y="190024"/>
                    <a:pt x="83348" y="19002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9" name="Google Shape;3067;p47">
              <a:extLst>
                <a:ext uri="{FF2B5EF4-FFF2-40B4-BE49-F238E27FC236}">
                  <a16:creationId xmlns:a16="http://schemas.microsoft.com/office/drawing/2014/main" id="{389AB0D1-1B55-240C-8AC7-C4419613D247}"/>
                </a:ext>
              </a:extLst>
            </p:cNvPr>
            <p:cNvSpPr/>
            <p:nvPr/>
          </p:nvSpPr>
          <p:spPr>
            <a:xfrm>
              <a:off x="2269458" y="1478036"/>
              <a:ext cx="157611" cy="236452"/>
            </a:xfrm>
            <a:custGeom>
              <a:avLst/>
              <a:gdLst/>
              <a:ahLst/>
              <a:cxnLst/>
              <a:rect l="l" t="t" r="r" b="b"/>
              <a:pathLst>
                <a:path w="157611" h="236452" extrusionOk="0">
                  <a:moveTo>
                    <a:pt x="12067" y="227795"/>
                  </a:moveTo>
                  <a:cubicBezTo>
                    <a:pt x="12067" y="227795"/>
                    <a:pt x="97031" y="257132"/>
                    <a:pt x="156905" y="207793"/>
                  </a:cubicBezTo>
                  <a:cubicBezTo>
                    <a:pt x="163463" y="196458"/>
                    <a:pt x="122216" y="51583"/>
                    <a:pt x="122216" y="51583"/>
                  </a:cubicBezTo>
                  <a:cubicBezTo>
                    <a:pt x="122216" y="51583"/>
                    <a:pt x="86577" y="-22522"/>
                    <a:pt x="30790" y="6911"/>
                  </a:cubicBezTo>
                  <a:cubicBezTo>
                    <a:pt x="-24997" y="36343"/>
                    <a:pt x="12067" y="227795"/>
                    <a:pt x="12067" y="227795"/>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 name="Google Shape;3068;p47">
              <a:extLst>
                <a:ext uri="{FF2B5EF4-FFF2-40B4-BE49-F238E27FC236}">
                  <a16:creationId xmlns:a16="http://schemas.microsoft.com/office/drawing/2014/main" id="{81E6A506-FE42-99EF-BC9F-B5A697464D4B}"/>
                </a:ext>
              </a:extLst>
            </p:cNvPr>
            <p:cNvSpPr/>
            <p:nvPr/>
          </p:nvSpPr>
          <p:spPr>
            <a:xfrm>
              <a:off x="3098756" y="3983831"/>
              <a:ext cx="98079" cy="56769"/>
            </a:xfrm>
            <a:custGeom>
              <a:avLst/>
              <a:gdLst/>
              <a:ahLst/>
              <a:cxnLst/>
              <a:rect l="l" t="t" r="r" b="b"/>
              <a:pathLst>
                <a:path w="98079" h="56769" extrusionOk="0">
                  <a:moveTo>
                    <a:pt x="98079" y="28385"/>
                  </a:moveTo>
                  <a:cubicBezTo>
                    <a:pt x="98079" y="44061"/>
                    <a:pt x="76123" y="56769"/>
                    <a:pt x="49040" y="56769"/>
                  </a:cubicBezTo>
                  <a:cubicBezTo>
                    <a:pt x="21956" y="56769"/>
                    <a:pt x="0" y="44061"/>
                    <a:pt x="0" y="28385"/>
                  </a:cubicBezTo>
                  <a:cubicBezTo>
                    <a:pt x="0" y="12708"/>
                    <a:pt x="21956" y="0"/>
                    <a:pt x="49040" y="0"/>
                  </a:cubicBezTo>
                  <a:cubicBezTo>
                    <a:pt x="76123" y="0"/>
                    <a:pt x="98079" y="12708"/>
                    <a:pt x="98079" y="28385"/>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1" name="Google Shape;3069;p47">
              <a:extLst>
                <a:ext uri="{FF2B5EF4-FFF2-40B4-BE49-F238E27FC236}">
                  <a16:creationId xmlns:a16="http://schemas.microsoft.com/office/drawing/2014/main" id="{D9221C27-329E-F5C5-2211-95497ABFAAC8}"/>
                </a:ext>
              </a:extLst>
            </p:cNvPr>
            <p:cNvSpPr/>
            <p:nvPr/>
          </p:nvSpPr>
          <p:spPr>
            <a:xfrm>
              <a:off x="4017202" y="4508754"/>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 name="Google Shape;3070;p47">
              <a:extLst>
                <a:ext uri="{FF2B5EF4-FFF2-40B4-BE49-F238E27FC236}">
                  <a16:creationId xmlns:a16="http://schemas.microsoft.com/office/drawing/2014/main" id="{6CB16281-9428-5DFC-9CFD-545A72FEC8CA}"/>
                </a:ext>
              </a:extLst>
            </p:cNvPr>
            <p:cNvSpPr/>
            <p:nvPr/>
          </p:nvSpPr>
          <p:spPr>
            <a:xfrm>
              <a:off x="5609182" y="3535680"/>
              <a:ext cx="98079" cy="56769"/>
            </a:xfrm>
            <a:custGeom>
              <a:avLst/>
              <a:gdLst/>
              <a:ahLst/>
              <a:cxnLst/>
              <a:rect l="l" t="t" r="r" b="b"/>
              <a:pathLst>
                <a:path w="98079" h="56769" extrusionOk="0">
                  <a:moveTo>
                    <a:pt x="98079" y="28384"/>
                  </a:moveTo>
                  <a:cubicBezTo>
                    <a:pt x="98079" y="44061"/>
                    <a:pt x="76123" y="56769"/>
                    <a:pt x="49040" y="56769"/>
                  </a:cubicBezTo>
                  <a:cubicBezTo>
                    <a:pt x="21956" y="56769"/>
                    <a:pt x="0" y="44061"/>
                    <a:pt x="0" y="28384"/>
                  </a:cubicBezTo>
                  <a:cubicBezTo>
                    <a:pt x="0" y="12708"/>
                    <a:pt x="21956" y="0"/>
                    <a:pt x="49040" y="0"/>
                  </a:cubicBezTo>
                  <a:cubicBezTo>
                    <a:pt x="76123" y="0"/>
                    <a:pt x="98079" y="12708"/>
                    <a:pt x="98079" y="28384"/>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3" name="Google Shape;3071;p47">
              <a:extLst>
                <a:ext uri="{FF2B5EF4-FFF2-40B4-BE49-F238E27FC236}">
                  <a16:creationId xmlns:a16="http://schemas.microsoft.com/office/drawing/2014/main" id="{75F86115-707A-195F-C3BB-1F5CF941D6F9}"/>
                </a:ext>
              </a:extLst>
            </p:cNvPr>
            <p:cNvSpPr/>
            <p:nvPr/>
          </p:nvSpPr>
          <p:spPr>
            <a:xfrm>
              <a:off x="3115863" y="3050952"/>
              <a:ext cx="67191" cy="975240"/>
            </a:xfrm>
            <a:custGeom>
              <a:avLst/>
              <a:gdLst/>
              <a:ahLst/>
              <a:cxnLst/>
              <a:rect l="l" t="t" r="r" b="b"/>
              <a:pathLst>
                <a:path w="67191" h="975240" extrusionOk="0">
                  <a:moveTo>
                    <a:pt x="0" y="0"/>
                  </a:moveTo>
                  <a:lnTo>
                    <a:pt x="0" y="955548"/>
                  </a:lnTo>
                  <a:cubicBezTo>
                    <a:pt x="447" y="961558"/>
                    <a:pt x="4068" y="966864"/>
                    <a:pt x="9504" y="969455"/>
                  </a:cubicBezTo>
                  <a:cubicBezTo>
                    <a:pt x="24643" y="977170"/>
                    <a:pt x="42549" y="977170"/>
                    <a:pt x="57688" y="969455"/>
                  </a:cubicBezTo>
                  <a:cubicBezTo>
                    <a:pt x="63105" y="966854"/>
                    <a:pt x="66726" y="961549"/>
                    <a:pt x="67192" y="955548"/>
                  </a:cubicBezTo>
                  <a:lnTo>
                    <a:pt x="67192" y="955548"/>
                  </a:lnTo>
                  <a:lnTo>
                    <a:pt x="67192"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 name="Google Shape;3072;p47">
              <a:extLst>
                <a:ext uri="{FF2B5EF4-FFF2-40B4-BE49-F238E27FC236}">
                  <a16:creationId xmlns:a16="http://schemas.microsoft.com/office/drawing/2014/main" id="{A96BD5D1-63F5-E701-B8B5-8C8D8A26941B}"/>
                </a:ext>
              </a:extLst>
            </p:cNvPr>
            <p:cNvSpPr/>
            <p:nvPr/>
          </p:nvSpPr>
          <p:spPr>
            <a:xfrm>
              <a:off x="4036495" y="3422808"/>
              <a:ext cx="59588" cy="1128783"/>
            </a:xfrm>
            <a:custGeom>
              <a:avLst/>
              <a:gdLst/>
              <a:ahLst/>
              <a:cxnLst/>
              <a:rect l="l" t="t" r="r" b="b"/>
              <a:pathLst>
                <a:path w="59588" h="1128783" extrusionOk="0">
                  <a:moveTo>
                    <a:pt x="0" y="0"/>
                  </a:moveTo>
                  <a:lnTo>
                    <a:pt x="0" y="1108996"/>
                  </a:lnTo>
                  <a:cubicBezTo>
                    <a:pt x="333" y="1114835"/>
                    <a:pt x="3583" y="1120102"/>
                    <a:pt x="8648" y="1122998"/>
                  </a:cubicBezTo>
                  <a:cubicBezTo>
                    <a:pt x="21659" y="1130713"/>
                    <a:pt x="37834" y="1130713"/>
                    <a:pt x="50845" y="1122998"/>
                  </a:cubicBezTo>
                  <a:cubicBezTo>
                    <a:pt x="55930" y="1120111"/>
                    <a:pt x="59218" y="1114844"/>
                    <a:pt x="59589" y="1108996"/>
                  </a:cubicBezTo>
                  <a:lnTo>
                    <a:pt x="59589" y="1108996"/>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5" name="Google Shape;3073;p47">
              <a:extLst>
                <a:ext uri="{FF2B5EF4-FFF2-40B4-BE49-F238E27FC236}">
                  <a16:creationId xmlns:a16="http://schemas.microsoft.com/office/drawing/2014/main" id="{4F5E6D89-5BC6-B6C0-1238-7E6EE8311A1E}"/>
                </a:ext>
              </a:extLst>
            </p:cNvPr>
            <p:cNvSpPr/>
            <p:nvPr/>
          </p:nvSpPr>
          <p:spPr>
            <a:xfrm>
              <a:off x="5628379" y="2652522"/>
              <a:ext cx="59588" cy="923996"/>
            </a:xfrm>
            <a:custGeom>
              <a:avLst/>
              <a:gdLst/>
              <a:ahLst/>
              <a:cxnLst/>
              <a:rect l="l" t="t" r="r" b="b"/>
              <a:pathLst>
                <a:path w="59588" h="923996" extrusionOk="0">
                  <a:moveTo>
                    <a:pt x="0" y="0"/>
                  </a:moveTo>
                  <a:lnTo>
                    <a:pt x="0" y="904304"/>
                  </a:lnTo>
                  <a:cubicBezTo>
                    <a:pt x="342" y="910133"/>
                    <a:pt x="3649" y="915381"/>
                    <a:pt x="8744" y="918210"/>
                  </a:cubicBezTo>
                  <a:cubicBezTo>
                    <a:pt x="21716" y="925925"/>
                    <a:pt x="37873" y="925925"/>
                    <a:pt x="50845" y="918210"/>
                  </a:cubicBezTo>
                  <a:cubicBezTo>
                    <a:pt x="55939" y="915381"/>
                    <a:pt x="59247" y="910133"/>
                    <a:pt x="59589" y="904304"/>
                  </a:cubicBezTo>
                  <a:lnTo>
                    <a:pt x="59589" y="904304"/>
                  </a:lnTo>
                  <a:lnTo>
                    <a:pt x="59589" y="0"/>
                  </a:lnTo>
                  <a:close/>
                </a:path>
              </a:pathLst>
            </a:custGeom>
            <a:solidFill>
              <a:srgbClr val="C1C4D3"/>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6" name="Google Shape;3074;p47">
              <a:extLst>
                <a:ext uri="{FF2B5EF4-FFF2-40B4-BE49-F238E27FC236}">
                  <a16:creationId xmlns:a16="http://schemas.microsoft.com/office/drawing/2014/main" id="{DB1A7009-3F6C-CBA5-0375-30F05997C904}"/>
                </a:ext>
              </a:extLst>
            </p:cNvPr>
            <p:cNvSpPr/>
            <p:nvPr/>
          </p:nvSpPr>
          <p:spPr>
            <a:xfrm>
              <a:off x="3056370" y="3054762"/>
              <a:ext cx="1009872" cy="652653"/>
            </a:xfrm>
            <a:custGeom>
              <a:avLst/>
              <a:gdLst/>
              <a:ahLst/>
              <a:cxnLst/>
              <a:rect l="l" t="t" r="r" b="b"/>
              <a:pathLst>
                <a:path w="1009872" h="652653" extrusionOk="0">
                  <a:moveTo>
                    <a:pt x="1009872" y="652653"/>
                  </a:moveTo>
                  <a:lnTo>
                    <a:pt x="0" y="68294"/>
                  </a:lnTo>
                  <a:lnTo>
                    <a:pt x="0" y="0"/>
                  </a:lnTo>
                  <a:lnTo>
                    <a:pt x="1009872" y="584454"/>
                  </a:lnTo>
                  <a:lnTo>
                    <a:pt x="1009872" y="652653"/>
                  </a:lnTo>
                  <a:close/>
                </a:path>
              </a:pathLst>
            </a:custGeom>
            <a:solidFill>
              <a:srgbClr val="B1B4C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7" name="Google Shape;3075;p47">
              <a:extLst>
                <a:ext uri="{FF2B5EF4-FFF2-40B4-BE49-F238E27FC236}">
                  <a16:creationId xmlns:a16="http://schemas.microsoft.com/office/drawing/2014/main" id="{4D84245F-ACD2-6273-53E4-01F05F7CF1B5}"/>
                </a:ext>
              </a:extLst>
            </p:cNvPr>
            <p:cNvSpPr/>
            <p:nvPr/>
          </p:nvSpPr>
          <p:spPr>
            <a:xfrm>
              <a:off x="3056084" y="2071592"/>
              <a:ext cx="2712855" cy="1569720"/>
            </a:xfrm>
            <a:custGeom>
              <a:avLst/>
              <a:gdLst/>
              <a:ahLst/>
              <a:cxnLst/>
              <a:rect l="l" t="t" r="r" b="b"/>
              <a:pathLst>
                <a:path w="2712855" h="1569720" extrusionOk="0">
                  <a:moveTo>
                    <a:pt x="2712856" y="584359"/>
                  </a:moveTo>
                  <a:lnTo>
                    <a:pt x="1009967" y="1569720"/>
                  </a:lnTo>
                  <a:lnTo>
                    <a:pt x="0" y="985361"/>
                  </a:lnTo>
                  <a:lnTo>
                    <a:pt x="1702889" y="0"/>
                  </a:lnTo>
                  <a:lnTo>
                    <a:pt x="2712856" y="58435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8" name="Google Shape;3076;p47">
              <a:extLst>
                <a:ext uri="{FF2B5EF4-FFF2-40B4-BE49-F238E27FC236}">
                  <a16:creationId xmlns:a16="http://schemas.microsoft.com/office/drawing/2014/main" id="{6C418791-4D2B-C1E8-D3C3-2F8F0486878A}"/>
                </a:ext>
              </a:extLst>
            </p:cNvPr>
            <p:cNvSpPr/>
            <p:nvPr/>
          </p:nvSpPr>
          <p:spPr>
            <a:xfrm>
              <a:off x="4066242" y="2653855"/>
              <a:ext cx="1702888" cy="1053560"/>
            </a:xfrm>
            <a:custGeom>
              <a:avLst/>
              <a:gdLst/>
              <a:ahLst/>
              <a:cxnLst/>
              <a:rect l="l" t="t" r="r" b="b"/>
              <a:pathLst>
                <a:path w="1702888" h="1053560" extrusionOk="0">
                  <a:moveTo>
                    <a:pt x="1702888" y="68199"/>
                  </a:moveTo>
                  <a:lnTo>
                    <a:pt x="0" y="1053560"/>
                  </a:lnTo>
                  <a:lnTo>
                    <a:pt x="0" y="985361"/>
                  </a:lnTo>
                  <a:lnTo>
                    <a:pt x="1702888" y="0"/>
                  </a:lnTo>
                  <a:lnTo>
                    <a:pt x="1702888" y="68199"/>
                  </a:lnTo>
                  <a:close/>
                </a:path>
              </a:pathLst>
            </a:custGeom>
            <a:solidFill>
              <a:srgbClr val="9EA1A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9" name="Google Shape;3077;p47">
              <a:extLst>
                <a:ext uri="{FF2B5EF4-FFF2-40B4-BE49-F238E27FC236}">
                  <a16:creationId xmlns:a16="http://schemas.microsoft.com/office/drawing/2014/main" id="{A753EE2F-7879-2446-6751-48C3F81BF249}"/>
                </a:ext>
              </a:extLst>
            </p:cNvPr>
            <p:cNvSpPr/>
            <p:nvPr/>
          </p:nvSpPr>
          <p:spPr>
            <a:xfrm>
              <a:off x="4763535" y="2360390"/>
              <a:ext cx="519572" cy="326898"/>
            </a:xfrm>
            <a:custGeom>
              <a:avLst/>
              <a:gdLst/>
              <a:ahLst/>
              <a:cxnLst/>
              <a:rect l="l" t="t" r="r" b="b"/>
              <a:pathLst>
                <a:path w="519572" h="326898" extrusionOk="0">
                  <a:moveTo>
                    <a:pt x="519572" y="98965"/>
                  </a:moveTo>
                  <a:lnTo>
                    <a:pt x="248049" y="326898"/>
                  </a:lnTo>
                  <a:lnTo>
                    <a:pt x="0" y="227933"/>
                  </a:lnTo>
                  <a:lnTo>
                    <a:pt x="271523" y="0"/>
                  </a:lnTo>
                  <a:lnTo>
                    <a:pt x="519572" y="98965"/>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0" name="Google Shape;3078;p47">
              <a:extLst>
                <a:ext uri="{FF2B5EF4-FFF2-40B4-BE49-F238E27FC236}">
                  <a16:creationId xmlns:a16="http://schemas.microsoft.com/office/drawing/2014/main" id="{7480A6C3-2FB3-D499-40F5-43FCA93ECD74}"/>
                </a:ext>
              </a:extLst>
            </p:cNvPr>
            <p:cNvSpPr/>
            <p:nvPr/>
          </p:nvSpPr>
          <p:spPr>
            <a:xfrm>
              <a:off x="4668877" y="2346674"/>
              <a:ext cx="551219" cy="318992"/>
            </a:xfrm>
            <a:custGeom>
              <a:avLst/>
              <a:gdLst/>
              <a:ahLst/>
              <a:cxnLst/>
              <a:rect l="l" t="t" r="r" b="b"/>
              <a:pathLst>
                <a:path w="551219" h="318992" extrusionOk="0">
                  <a:moveTo>
                    <a:pt x="551220" y="123254"/>
                  </a:moveTo>
                  <a:lnTo>
                    <a:pt x="212980" y="318992"/>
                  </a:lnTo>
                  <a:lnTo>
                    <a:pt x="0" y="195739"/>
                  </a:lnTo>
                  <a:lnTo>
                    <a:pt x="338240" y="0"/>
                  </a:lnTo>
                  <a:lnTo>
                    <a:pt x="551220" y="123254"/>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31" name="Google Shape;3079;p47">
              <a:extLst>
                <a:ext uri="{FF2B5EF4-FFF2-40B4-BE49-F238E27FC236}">
                  <a16:creationId xmlns:a16="http://schemas.microsoft.com/office/drawing/2014/main" id="{CDCB4658-CAFE-270C-DA59-2616A93CA43B}"/>
                </a:ext>
              </a:extLst>
            </p:cNvPr>
            <p:cNvSpPr/>
            <p:nvPr/>
          </p:nvSpPr>
          <p:spPr>
            <a:xfrm>
              <a:off x="4743291" y="2531554"/>
              <a:ext cx="161184" cy="93249"/>
            </a:xfrm>
            <a:custGeom>
              <a:avLst/>
              <a:gdLst/>
              <a:ahLst/>
              <a:cxnLst/>
              <a:rect l="l" t="t" r="r" b="b"/>
              <a:pathLst>
                <a:path w="161184" h="93249" extrusionOk="0">
                  <a:moveTo>
                    <a:pt x="161184" y="81248"/>
                  </a:moveTo>
                  <a:lnTo>
                    <a:pt x="140466" y="93250"/>
                  </a:lnTo>
                  <a:lnTo>
                    <a:pt x="0" y="12001"/>
                  </a:lnTo>
                  <a:lnTo>
                    <a:pt x="20718" y="0"/>
                  </a:lnTo>
                  <a:lnTo>
                    <a:pt x="161184"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5" name="Google Shape;3080;p47">
              <a:extLst>
                <a:ext uri="{FF2B5EF4-FFF2-40B4-BE49-F238E27FC236}">
                  <a16:creationId xmlns:a16="http://schemas.microsoft.com/office/drawing/2014/main" id="{0908DF83-4989-1AEF-8AC7-9F6F30DF9E1F}"/>
                </a:ext>
              </a:extLst>
            </p:cNvPr>
            <p:cNvSpPr/>
            <p:nvPr/>
          </p:nvSpPr>
          <p:spPr>
            <a:xfrm>
              <a:off x="4789955" y="2504598"/>
              <a:ext cx="161089" cy="93249"/>
            </a:xfrm>
            <a:custGeom>
              <a:avLst/>
              <a:gdLst/>
              <a:ahLst/>
              <a:cxnLst/>
              <a:rect l="l" t="t" r="r" b="b"/>
              <a:pathLst>
                <a:path w="161089" h="93249" extrusionOk="0">
                  <a:moveTo>
                    <a:pt x="161089" y="81248"/>
                  </a:moveTo>
                  <a:lnTo>
                    <a:pt x="140371" y="93250"/>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8" name="Google Shape;3081;p47">
              <a:extLst>
                <a:ext uri="{FF2B5EF4-FFF2-40B4-BE49-F238E27FC236}">
                  <a16:creationId xmlns:a16="http://schemas.microsoft.com/office/drawing/2014/main" id="{71A79D57-7366-B1B3-DF80-66736E702313}"/>
                </a:ext>
              </a:extLst>
            </p:cNvPr>
            <p:cNvSpPr/>
            <p:nvPr/>
          </p:nvSpPr>
          <p:spPr>
            <a:xfrm>
              <a:off x="4834813" y="2478690"/>
              <a:ext cx="161089" cy="93154"/>
            </a:xfrm>
            <a:custGeom>
              <a:avLst/>
              <a:gdLst/>
              <a:ahLst/>
              <a:cxnLst/>
              <a:rect l="l" t="t" r="r" b="b"/>
              <a:pathLst>
                <a:path w="161089" h="93154" extrusionOk="0">
                  <a:moveTo>
                    <a:pt x="161089" y="81248"/>
                  </a:moveTo>
                  <a:lnTo>
                    <a:pt x="140371" y="93154"/>
                  </a:lnTo>
                  <a:lnTo>
                    <a:pt x="0" y="12002"/>
                  </a:lnTo>
                  <a:lnTo>
                    <a:pt x="20718" y="0"/>
                  </a:lnTo>
                  <a:lnTo>
                    <a:pt x="161089" y="81248"/>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49" name="Google Shape;3082;p47">
              <a:extLst>
                <a:ext uri="{FF2B5EF4-FFF2-40B4-BE49-F238E27FC236}">
                  <a16:creationId xmlns:a16="http://schemas.microsoft.com/office/drawing/2014/main" id="{D31B6B8C-16B7-24E2-D87E-231F14214182}"/>
                </a:ext>
              </a:extLst>
            </p:cNvPr>
            <p:cNvSpPr/>
            <p:nvPr/>
          </p:nvSpPr>
          <p:spPr>
            <a:xfrm>
              <a:off x="4998753" y="2451734"/>
              <a:ext cx="102450" cy="59245"/>
            </a:xfrm>
            <a:custGeom>
              <a:avLst/>
              <a:gdLst/>
              <a:ahLst/>
              <a:cxnLst/>
              <a:rect l="l" t="t" r="r" b="b"/>
              <a:pathLst>
                <a:path w="102450" h="59245" extrusionOk="0">
                  <a:moveTo>
                    <a:pt x="102451" y="47244"/>
                  </a:moveTo>
                  <a:lnTo>
                    <a:pt x="81733" y="59246"/>
                  </a:lnTo>
                  <a:lnTo>
                    <a:pt x="0" y="12002"/>
                  </a:lnTo>
                  <a:lnTo>
                    <a:pt x="20718" y="0"/>
                  </a:lnTo>
                  <a:lnTo>
                    <a:pt x="102451" y="47244"/>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0" name="Google Shape;3083;p47">
              <a:extLst>
                <a:ext uri="{FF2B5EF4-FFF2-40B4-BE49-F238E27FC236}">
                  <a16:creationId xmlns:a16="http://schemas.microsoft.com/office/drawing/2014/main" id="{B6AD22D8-58AC-C1D6-A34E-8A223B008028}"/>
                </a:ext>
              </a:extLst>
            </p:cNvPr>
            <p:cNvSpPr/>
            <p:nvPr/>
          </p:nvSpPr>
          <p:spPr>
            <a:xfrm>
              <a:off x="5043611" y="2425731"/>
              <a:ext cx="102450" cy="59245"/>
            </a:xfrm>
            <a:custGeom>
              <a:avLst/>
              <a:gdLst/>
              <a:ahLst/>
              <a:cxnLst/>
              <a:rect l="l" t="t" r="r" b="b"/>
              <a:pathLst>
                <a:path w="102450" h="59245" extrusionOk="0">
                  <a:moveTo>
                    <a:pt x="102451" y="47339"/>
                  </a:moveTo>
                  <a:lnTo>
                    <a:pt x="81733" y="59246"/>
                  </a:lnTo>
                  <a:lnTo>
                    <a:pt x="0" y="12001"/>
                  </a:lnTo>
                  <a:lnTo>
                    <a:pt x="20718" y="0"/>
                  </a:lnTo>
                  <a:lnTo>
                    <a:pt x="102451" y="47339"/>
                  </a:ln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1" name="Google Shape;3084;p47">
              <a:extLst>
                <a:ext uri="{FF2B5EF4-FFF2-40B4-BE49-F238E27FC236}">
                  <a16:creationId xmlns:a16="http://schemas.microsoft.com/office/drawing/2014/main" id="{A15BC92F-4B8F-EEAE-CE6B-F3AD4D96A318}"/>
                </a:ext>
              </a:extLst>
            </p:cNvPr>
            <p:cNvSpPr/>
            <p:nvPr/>
          </p:nvSpPr>
          <p:spPr>
            <a:xfrm>
              <a:off x="4912649" y="2469832"/>
              <a:ext cx="307447" cy="180974"/>
            </a:xfrm>
            <a:custGeom>
              <a:avLst/>
              <a:gdLst/>
              <a:ahLst/>
              <a:cxnLst/>
              <a:rect l="l" t="t" r="r" b="b"/>
              <a:pathLst>
                <a:path w="307447" h="180974" extrusionOk="0">
                  <a:moveTo>
                    <a:pt x="7508" y="180975"/>
                  </a:moveTo>
                  <a:cubicBezTo>
                    <a:pt x="13115" y="178594"/>
                    <a:pt x="307448" y="0"/>
                    <a:pt x="307448" y="0"/>
                  </a:cubicBezTo>
                  <a:lnTo>
                    <a:pt x="0" y="178117"/>
                  </a:lnTo>
                  <a:close/>
                </a:path>
              </a:pathLst>
            </a:custGeom>
            <a:solidFill>
              <a:srgbClr val="D6D6D6"/>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2" name="Google Shape;3085;p47">
              <a:extLst>
                <a:ext uri="{FF2B5EF4-FFF2-40B4-BE49-F238E27FC236}">
                  <a16:creationId xmlns:a16="http://schemas.microsoft.com/office/drawing/2014/main" id="{10ED6D37-04EE-F0B8-AF05-955894229109}"/>
                </a:ext>
              </a:extLst>
            </p:cNvPr>
            <p:cNvSpPr/>
            <p:nvPr/>
          </p:nvSpPr>
          <p:spPr>
            <a:xfrm>
              <a:off x="4894497" y="2841212"/>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3" name="Google Shape;3086;p47">
              <a:extLst>
                <a:ext uri="{FF2B5EF4-FFF2-40B4-BE49-F238E27FC236}">
                  <a16:creationId xmlns:a16="http://schemas.microsoft.com/office/drawing/2014/main" id="{56577B53-CFE4-908B-D5D3-2BF3B45ED825}"/>
                </a:ext>
              </a:extLst>
            </p:cNvPr>
            <p:cNvSpPr/>
            <p:nvPr/>
          </p:nvSpPr>
          <p:spPr>
            <a:xfrm>
              <a:off x="4901418" y="2763964"/>
              <a:ext cx="147800" cy="156591"/>
            </a:xfrm>
            <a:custGeom>
              <a:avLst/>
              <a:gdLst/>
              <a:ahLst/>
              <a:cxnLst/>
              <a:rect l="l" t="t" r="r" b="b"/>
              <a:pathLst>
                <a:path w="147800" h="156591" extrusionOk="0">
                  <a:moveTo>
                    <a:pt x="147801" y="113824"/>
                  </a:moveTo>
                  <a:lnTo>
                    <a:pt x="147801" y="0"/>
                  </a:lnTo>
                  <a:lnTo>
                    <a:pt x="587" y="3715"/>
                  </a:lnTo>
                  <a:lnTo>
                    <a:pt x="587" y="108490"/>
                  </a:lnTo>
                  <a:cubicBezTo>
                    <a:pt x="-2169" y="121063"/>
                    <a:pt x="4769" y="134303"/>
                    <a:pt x="21590" y="144018"/>
                  </a:cubicBezTo>
                  <a:cubicBezTo>
                    <a:pt x="54436" y="160782"/>
                    <a:pt x="93287" y="160782"/>
                    <a:pt x="126132" y="144018"/>
                  </a:cubicBezTo>
                  <a:cubicBezTo>
                    <a:pt x="138288" y="138646"/>
                    <a:pt x="146584" y="127083"/>
                    <a:pt x="147801" y="113824"/>
                  </a:cubicBezTo>
                  <a:close/>
                </a:path>
              </a:pathLst>
            </a:custGeom>
            <a:solidFill>
              <a:srgbClr val="A6CE2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4" name="Google Shape;3087;p47">
              <a:extLst>
                <a:ext uri="{FF2B5EF4-FFF2-40B4-BE49-F238E27FC236}">
                  <a16:creationId xmlns:a16="http://schemas.microsoft.com/office/drawing/2014/main" id="{9FFDB12A-A545-5B30-A50E-835E6AF9506A}"/>
                </a:ext>
              </a:extLst>
            </p:cNvPr>
            <p:cNvSpPr/>
            <p:nvPr/>
          </p:nvSpPr>
          <p:spPr>
            <a:xfrm>
              <a:off x="4901720" y="2721292"/>
              <a:ext cx="147498" cy="85344"/>
            </a:xfrm>
            <a:custGeom>
              <a:avLst/>
              <a:gdLst/>
              <a:ahLst/>
              <a:cxnLst/>
              <a:rect l="l" t="t" r="r" b="b"/>
              <a:pathLst>
                <a:path w="147498" h="85344" extrusionOk="0">
                  <a:moveTo>
                    <a:pt x="147499" y="42672"/>
                  </a:moveTo>
                  <a:cubicBezTo>
                    <a:pt x="147499" y="66239"/>
                    <a:pt x="114480" y="85344"/>
                    <a:pt x="73749" y="85344"/>
                  </a:cubicBezTo>
                  <a:cubicBezTo>
                    <a:pt x="33018" y="85344"/>
                    <a:pt x="0" y="66239"/>
                    <a:pt x="0" y="42672"/>
                  </a:cubicBezTo>
                  <a:cubicBezTo>
                    <a:pt x="0" y="19105"/>
                    <a:pt x="33018" y="0"/>
                    <a:pt x="73749" y="0"/>
                  </a:cubicBezTo>
                  <a:cubicBezTo>
                    <a:pt x="114480" y="0"/>
                    <a:pt x="147499" y="19105"/>
                    <a:pt x="147499" y="42672"/>
                  </a:cubicBezTo>
                  <a:close/>
                </a:path>
              </a:pathLst>
            </a:custGeom>
            <a:solidFill>
              <a:srgbClr val="BCD64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5" name="Google Shape;3088;p47">
              <a:extLst>
                <a:ext uri="{FF2B5EF4-FFF2-40B4-BE49-F238E27FC236}">
                  <a16:creationId xmlns:a16="http://schemas.microsoft.com/office/drawing/2014/main" id="{727FB101-1319-C8A5-6B4B-BB815CCBAEFA}"/>
                </a:ext>
              </a:extLst>
            </p:cNvPr>
            <p:cNvSpPr/>
            <p:nvPr/>
          </p:nvSpPr>
          <p:spPr>
            <a:xfrm>
              <a:off x="4913314" y="2732891"/>
              <a:ext cx="124214" cy="61955"/>
            </a:xfrm>
            <a:custGeom>
              <a:avLst/>
              <a:gdLst/>
              <a:ahLst/>
              <a:cxnLst/>
              <a:rect l="l" t="t" r="r" b="b"/>
              <a:pathLst>
                <a:path w="124214" h="61955" extrusionOk="0">
                  <a:moveTo>
                    <a:pt x="124215" y="31073"/>
                  </a:moveTo>
                  <a:cubicBezTo>
                    <a:pt x="124215" y="38026"/>
                    <a:pt x="118512" y="45360"/>
                    <a:pt x="108438" y="51075"/>
                  </a:cubicBezTo>
                  <a:cubicBezTo>
                    <a:pt x="95636" y="57924"/>
                    <a:pt x="81410" y="61639"/>
                    <a:pt x="66907" y="61934"/>
                  </a:cubicBezTo>
                  <a:lnTo>
                    <a:pt x="62060" y="61934"/>
                  </a:lnTo>
                  <a:cubicBezTo>
                    <a:pt x="45951" y="62277"/>
                    <a:pt x="30032" y="58505"/>
                    <a:pt x="15776" y="50980"/>
                  </a:cubicBezTo>
                  <a:cubicBezTo>
                    <a:pt x="5797" y="45265"/>
                    <a:pt x="0" y="37931"/>
                    <a:pt x="0" y="30978"/>
                  </a:cubicBezTo>
                  <a:cubicBezTo>
                    <a:pt x="0" y="24024"/>
                    <a:pt x="5797" y="16785"/>
                    <a:pt x="15776" y="10975"/>
                  </a:cubicBezTo>
                  <a:cubicBezTo>
                    <a:pt x="30032" y="3450"/>
                    <a:pt x="45951" y="-322"/>
                    <a:pt x="62060" y="21"/>
                  </a:cubicBezTo>
                  <a:lnTo>
                    <a:pt x="66812" y="21"/>
                  </a:lnTo>
                  <a:cubicBezTo>
                    <a:pt x="81314" y="317"/>
                    <a:pt x="95542" y="4031"/>
                    <a:pt x="108343" y="10880"/>
                  </a:cubicBezTo>
                  <a:cubicBezTo>
                    <a:pt x="118512" y="16881"/>
                    <a:pt x="124215" y="24120"/>
                    <a:pt x="124215" y="31073"/>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6" name="Google Shape;3089;p47">
              <a:extLst>
                <a:ext uri="{FF2B5EF4-FFF2-40B4-BE49-F238E27FC236}">
                  <a16:creationId xmlns:a16="http://schemas.microsoft.com/office/drawing/2014/main" id="{BFE42CF2-9E5F-5312-A562-F42EF1806B95}"/>
                </a:ext>
              </a:extLst>
            </p:cNvPr>
            <p:cNvSpPr/>
            <p:nvPr/>
          </p:nvSpPr>
          <p:spPr>
            <a:xfrm>
              <a:off x="4922818" y="2733153"/>
              <a:ext cx="114710" cy="61622"/>
            </a:xfrm>
            <a:custGeom>
              <a:avLst/>
              <a:gdLst/>
              <a:ahLst/>
              <a:cxnLst/>
              <a:rect l="l" t="t" r="r" b="b"/>
              <a:pathLst>
                <a:path w="114710" h="61622" extrusionOk="0">
                  <a:moveTo>
                    <a:pt x="114711" y="30811"/>
                  </a:moveTo>
                  <a:cubicBezTo>
                    <a:pt x="114711" y="37764"/>
                    <a:pt x="109008" y="45099"/>
                    <a:pt x="98934" y="50814"/>
                  </a:cubicBezTo>
                  <a:cubicBezTo>
                    <a:pt x="73084" y="65225"/>
                    <a:pt x="41627" y="65225"/>
                    <a:pt x="15776" y="50814"/>
                  </a:cubicBezTo>
                  <a:cubicBezTo>
                    <a:pt x="5797" y="45099"/>
                    <a:pt x="0" y="37764"/>
                    <a:pt x="0" y="30811"/>
                  </a:cubicBezTo>
                  <a:cubicBezTo>
                    <a:pt x="0" y="23858"/>
                    <a:pt x="5797" y="16619"/>
                    <a:pt x="15776" y="10808"/>
                  </a:cubicBezTo>
                  <a:cubicBezTo>
                    <a:pt x="41627" y="-3603"/>
                    <a:pt x="73084" y="-3603"/>
                    <a:pt x="98934" y="10808"/>
                  </a:cubicBezTo>
                  <a:cubicBezTo>
                    <a:pt x="109008" y="16619"/>
                    <a:pt x="114711" y="23858"/>
                    <a:pt x="114711" y="30811"/>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7" name="Google Shape;3090;p47">
              <a:extLst>
                <a:ext uri="{FF2B5EF4-FFF2-40B4-BE49-F238E27FC236}">
                  <a16:creationId xmlns:a16="http://schemas.microsoft.com/office/drawing/2014/main" id="{F17322F3-6062-C1F7-1523-EBCC23141148}"/>
                </a:ext>
              </a:extLst>
            </p:cNvPr>
            <p:cNvSpPr/>
            <p:nvPr/>
          </p:nvSpPr>
          <p:spPr>
            <a:xfrm>
              <a:off x="5015195" y="2807589"/>
              <a:ext cx="42215" cy="98678"/>
            </a:xfrm>
            <a:custGeom>
              <a:avLst/>
              <a:gdLst/>
              <a:ahLst/>
              <a:cxnLst/>
              <a:rect l="l" t="t" r="r" b="b"/>
              <a:pathLst>
                <a:path w="42215" h="98678" extrusionOk="0">
                  <a:moveTo>
                    <a:pt x="23284" y="9049"/>
                  </a:moveTo>
                  <a:lnTo>
                    <a:pt x="7603" y="0"/>
                  </a:lnTo>
                  <a:lnTo>
                    <a:pt x="0" y="4477"/>
                  </a:lnTo>
                  <a:lnTo>
                    <a:pt x="7603" y="8858"/>
                  </a:lnTo>
                  <a:lnTo>
                    <a:pt x="7603" y="11716"/>
                  </a:lnTo>
                  <a:lnTo>
                    <a:pt x="22239" y="20193"/>
                  </a:lnTo>
                  <a:lnTo>
                    <a:pt x="22239" y="22955"/>
                  </a:lnTo>
                  <a:cubicBezTo>
                    <a:pt x="25765" y="28004"/>
                    <a:pt x="28939" y="33290"/>
                    <a:pt x="31743" y="38767"/>
                  </a:cubicBezTo>
                  <a:lnTo>
                    <a:pt x="32313" y="38290"/>
                  </a:lnTo>
                  <a:lnTo>
                    <a:pt x="32313" y="74962"/>
                  </a:lnTo>
                  <a:cubicBezTo>
                    <a:pt x="32313" y="84487"/>
                    <a:pt x="26706" y="81343"/>
                    <a:pt x="24235" y="79915"/>
                  </a:cubicBezTo>
                  <a:lnTo>
                    <a:pt x="7793" y="70390"/>
                  </a:lnTo>
                  <a:lnTo>
                    <a:pt x="190" y="74866"/>
                  </a:lnTo>
                  <a:lnTo>
                    <a:pt x="7793" y="79248"/>
                  </a:lnTo>
                  <a:lnTo>
                    <a:pt x="7793" y="82105"/>
                  </a:lnTo>
                  <a:lnTo>
                    <a:pt x="24235" y="91630"/>
                  </a:lnTo>
                  <a:cubicBezTo>
                    <a:pt x="25945" y="92630"/>
                    <a:pt x="27760" y="93431"/>
                    <a:pt x="29652" y="94012"/>
                  </a:cubicBezTo>
                  <a:lnTo>
                    <a:pt x="28606" y="98679"/>
                  </a:lnTo>
                  <a:lnTo>
                    <a:pt x="37160" y="93821"/>
                  </a:lnTo>
                  <a:lnTo>
                    <a:pt x="37160" y="93821"/>
                  </a:lnTo>
                  <a:cubicBezTo>
                    <a:pt x="40847" y="90678"/>
                    <a:pt x="42710" y="85877"/>
                    <a:pt x="42102" y="81058"/>
                  </a:cubicBezTo>
                  <a:lnTo>
                    <a:pt x="42102" y="42958"/>
                  </a:lnTo>
                  <a:cubicBezTo>
                    <a:pt x="41370" y="29356"/>
                    <a:pt x="34423" y="16850"/>
                    <a:pt x="23284" y="9049"/>
                  </a:cubicBezTo>
                  <a:close/>
                </a:path>
              </a:pathLst>
            </a:custGeom>
            <a:solidFill>
              <a:srgbClr val="8DA01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8" name="Google Shape;3091;p47">
              <a:extLst>
                <a:ext uri="{FF2B5EF4-FFF2-40B4-BE49-F238E27FC236}">
                  <a16:creationId xmlns:a16="http://schemas.microsoft.com/office/drawing/2014/main" id="{208D7062-79F9-5F67-0CC4-ADDC788951C4}"/>
                </a:ext>
              </a:extLst>
            </p:cNvPr>
            <p:cNvSpPr/>
            <p:nvPr/>
          </p:nvSpPr>
          <p:spPr>
            <a:xfrm>
              <a:off x="5015195" y="2812256"/>
              <a:ext cx="34783" cy="94465"/>
            </a:xfrm>
            <a:custGeom>
              <a:avLst/>
              <a:gdLst/>
              <a:ahLst/>
              <a:cxnLst/>
              <a:rect l="l" t="t" r="r" b="b"/>
              <a:pathLst>
                <a:path w="34783" h="94465" extrusionOk="0">
                  <a:moveTo>
                    <a:pt x="16442" y="91440"/>
                  </a:moveTo>
                  <a:lnTo>
                    <a:pt x="0" y="81915"/>
                  </a:lnTo>
                  <a:lnTo>
                    <a:pt x="0" y="70199"/>
                  </a:lnTo>
                  <a:lnTo>
                    <a:pt x="16442" y="79724"/>
                  </a:lnTo>
                  <a:cubicBezTo>
                    <a:pt x="18818" y="81058"/>
                    <a:pt x="24520" y="84296"/>
                    <a:pt x="24520" y="74676"/>
                  </a:cubicBezTo>
                  <a:lnTo>
                    <a:pt x="24520" y="36576"/>
                  </a:lnTo>
                  <a:cubicBezTo>
                    <a:pt x="23949" y="30013"/>
                    <a:pt x="20462" y="24070"/>
                    <a:pt x="15016" y="20384"/>
                  </a:cubicBezTo>
                  <a:lnTo>
                    <a:pt x="95" y="11716"/>
                  </a:lnTo>
                  <a:lnTo>
                    <a:pt x="95" y="0"/>
                  </a:lnTo>
                  <a:lnTo>
                    <a:pt x="15776" y="9049"/>
                  </a:lnTo>
                  <a:cubicBezTo>
                    <a:pt x="26867" y="16707"/>
                    <a:pt x="33862" y="29013"/>
                    <a:pt x="34784" y="42481"/>
                  </a:cubicBezTo>
                  <a:lnTo>
                    <a:pt x="34784" y="80581"/>
                  </a:lnTo>
                  <a:cubicBezTo>
                    <a:pt x="34594" y="90869"/>
                    <a:pt x="29842" y="99155"/>
                    <a:pt x="16442" y="91440"/>
                  </a:cubicBezTo>
                  <a:close/>
                </a:path>
              </a:pathLst>
            </a:custGeom>
            <a:solidFill>
              <a:srgbClr val="99B52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59" name="Google Shape;3092;p47">
              <a:extLst>
                <a:ext uri="{FF2B5EF4-FFF2-40B4-BE49-F238E27FC236}">
                  <a16:creationId xmlns:a16="http://schemas.microsoft.com/office/drawing/2014/main" id="{47F4BD63-BF61-C2FE-9D87-40501E3B0CD5}"/>
                </a:ext>
              </a:extLst>
            </p:cNvPr>
            <p:cNvSpPr/>
            <p:nvPr/>
          </p:nvSpPr>
          <p:spPr>
            <a:xfrm>
              <a:off x="3439562" y="299475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0" name="Google Shape;3093;p47">
              <a:extLst>
                <a:ext uri="{FF2B5EF4-FFF2-40B4-BE49-F238E27FC236}">
                  <a16:creationId xmlns:a16="http://schemas.microsoft.com/office/drawing/2014/main" id="{6F74BD3F-F5E0-9A66-7AA3-C7A5A6C6AD10}"/>
                </a:ext>
              </a:extLst>
            </p:cNvPr>
            <p:cNvSpPr/>
            <p:nvPr/>
          </p:nvSpPr>
          <p:spPr>
            <a:xfrm>
              <a:off x="3446488" y="2917507"/>
              <a:ext cx="147795" cy="156591"/>
            </a:xfrm>
            <a:custGeom>
              <a:avLst/>
              <a:gdLst/>
              <a:ahLst/>
              <a:cxnLst/>
              <a:rect l="l" t="t" r="r" b="b"/>
              <a:pathLst>
                <a:path w="147795" h="156591" extrusionOk="0">
                  <a:moveTo>
                    <a:pt x="147796" y="113824"/>
                  </a:moveTo>
                  <a:lnTo>
                    <a:pt x="147796" y="0"/>
                  </a:lnTo>
                  <a:lnTo>
                    <a:pt x="582" y="3715"/>
                  </a:lnTo>
                  <a:lnTo>
                    <a:pt x="582" y="108490"/>
                  </a:lnTo>
                  <a:cubicBezTo>
                    <a:pt x="-2174" y="121158"/>
                    <a:pt x="4859" y="134398"/>
                    <a:pt x="21586" y="144018"/>
                  </a:cubicBezTo>
                  <a:cubicBezTo>
                    <a:pt x="54431" y="160782"/>
                    <a:pt x="93282" y="160782"/>
                    <a:pt x="126127" y="144018"/>
                  </a:cubicBezTo>
                  <a:cubicBezTo>
                    <a:pt x="138302" y="138655"/>
                    <a:pt x="146598" y="127092"/>
                    <a:pt x="147796" y="113824"/>
                  </a:cubicBezTo>
                  <a:close/>
                </a:path>
              </a:pathLst>
            </a:custGeom>
            <a:solidFill>
              <a:srgbClr val="F7B03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1" name="Google Shape;3094;p47">
              <a:extLst>
                <a:ext uri="{FF2B5EF4-FFF2-40B4-BE49-F238E27FC236}">
                  <a16:creationId xmlns:a16="http://schemas.microsoft.com/office/drawing/2014/main" id="{B39C311A-2D20-78FF-BA17-655626DC71C4}"/>
                </a:ext>
              </a:extLst>
            </p:cNvPr>
            <p:cNvSpPr/>
            <p:nvPr/>
          </p:nvSpPr>
          <p:spPr>
            <a:xfrm>
              <a:off x="3446785" y="2874835"/>
              <a:ext cx="147498" cy="85344"/>
            </a:xfrm>
            <a:custGeom>
              <a:avLst/>
              <a:gdLst/>
              <a:ahLst/>
              <a:cxnLst/>
              <a:rect l="l" t="t" r="r" b="b"/>
              <a:pathLst>
                <a:path w="147498" h="85344" extrusionOk="0">
                  <a:moveTo>
                    <a:pt x="147499" y="42672"/>
                  </a:moveTo>
                  <a:cubicBezTo>
                    <a:pt x="147499" y="66239"/>
                    <a:pt x="114480" y="85344"/>
                    <a:pt x="73749" y="85344"/>
                  </a:cubicBezTo>
                  <a:cubicBezTo>
                    <a:pt x="33019" y="85344"/>
                    <a:pt x="0" y="66239"/>
                    <a:pt x="0" y="42672"/>
                  </a:cubicBezTo>
                  <a:cubicBezTo>
                    <a:pt x="0" y="19105"/>
                    <a:pt x="33019" y="0"/>
                    <a:pt x="73749" y="0"/>
                  </a:cubicBezTo>
                  <a:cubicBezTo>
                    <a:pt x="114480" y="0"/>
                    <a:pt x="147499" y="19105"/>
                    <a:pt x="147499" y="42672"/>
                  </a:cubicBezTo>
                  <a:close/>
                </a:path>
              </a:pathLst>
            </a:custGeom>
            <a:solidFill>
              <a:srgbClr val="FCC06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2" name="Google Shape;3095;p47">
              <a:extLst>
                <a:ext uri="{FF2B5EF4-FFF2-40B4-BE49-F238E27FC236}">
                  <a16:creationId xmlns:a16="http://schemas.microsoft.com/office/drawing/2014/main" id="{50E8AB06-26B5-D277-1099-18E01B8F1E73}"/>
                </a:ext>
              </a:extLst>
            </p:cNvPr>
            <p:cNvSpPr/>
            <p:nvPr/>
          </p:nvSpPr>
          <p:spPr>
            <a:xfrm>
              <a:off x="3458475" y="2886430"/>
              <a:ext cx="124119" cy="61959"/>
            </a:xfrm>
            <a:custGeom>
              <a:avLst/>
              <a:gdLst/>
              <a:ahLst/>
              <a:cxnLst/>
              <a:rect l="l" t="t" r="r" b="b"/>
              <a:pathLst>
                <a:path w="124119" h="61959" extrusionOk="0">
                  <a:moveTo>
                    <a:pt x="124119" y="31076"/>
                  </a:moveTo>
                  <a:cubicBezTo>
                    <a:pt x="124119" y="38030"/>
                    <a:pt x="118322" y="45269"/>
                    <a:pt x="108343" y="51079"/>
                  </a:cubicBezTo>
                  <a:cubicBezTo>
                    <a:pt x="95523" y="57870"/>
                    <a:pt x="81305" y="61595"/>
                    <a:pt x="66812" y="61938"/>
                  </a:cubicBezTo>
                  <a:lnTo>
                    <a:pt x="62060" y="61938"/>
                  </a:lnTo>
                  <a:cubicBezTo>
                    <a:pt x="45951" y="62280"/>
                    <a:pt x="30032" y="58509"/>
                    <a:pt x="15776" y="50984"/>
                  </a:cubicBezTo>
                  <a:cubicBezTo>
                    <a:pt x="5702" y="45174"/>
                    <a:pt x="0" y="37935"/>
                    <a:pt x="0" y="30981"/>
                  </a:cubicBezTo>
                  <a:cubicBezTo>
                    <a:pt x="0" y="24028"/>
                    <a:pt x="5702" y="16694"/>
                    <a:pt x="15776" y="10884"/>
                  </a:cubicBezTo>
                  <a:cubicBezTo>
                    <a:pt x="30041" y="3397"/>
                    <a:pt x="45960" y="-346"/>
                    <a:pt x="62060" y="25"/>
                  </a:cubicBezTo>
                  <a:lnTo>
                    <a:pt x="66812" y="25"/>
                  </a:lnTo>
                  <a:cubicBezTo>
                    <a:pt x="81305" y="301"/>
                    <a:pt x="95532" y="3987"/>
                    <a:pt x="108343" y="10788"/>
                  </a:cubicBezTo>
                  <a:cubicBezTo>
                    <a:pt x="118322" y="16789"/>
                    <a:pt x="124119" y="24123"/>
                    <a:pt x="124119" y="31076"/>
                  </a:cubicBezTo>
                  <a:close/>
                </a:path>
              </a:pathLst>
            </a:custGeom>
            <a:solidFill>
              <a:srgbClr val="28221C"/>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3" name="Google Shape;3096;p47">
              <a:extLst>
                <a:ext uri="{FF2B5EF4-FFF2-40B4-BE49-F238E27FC236}">
                  <a16:creationId xmlns:a16="http://schemas.microsoft.com/office/drawing/2014/main" id="{42BE5D66-199B-A897-1056-7AACF2BE4880}"/>
                </a:ext>
              </a:extLst>
            </p:cNvPr>
            <p:cNvSpPr/>
            <p:nvPr/>
          </p:nvSpPr>
          <p:spPr>
            <a:xfrm>
              <a:off x="3467883" y="2886601"/>
              <a:ext cx="114710" cy="61717"/>
            </a:xfrm>
            <a:custGeom>
              <a:avLst/>
              <a:gdLst/>
              <a:ahLst/>
              <a:cxnLst/>
              <a:rect l="l" t="t" r="r" b="b"/>
              <a:pathLst>
                <a:path w="114710" h="61717" extrusionOk="0">
                  <a:moveTo>
                    <a:pt x="114711" y="30906"/>
                  </a:moveTo>
                  <a:cubicBezTo>
                    <a:pt x="114711" y="37859"/>
                    <a:pt x="108913" y="45099"/>
                    <a:pt x="98934" y="50909"/>
                  </a:cubicBezTo>
                  <a:cubicBezTo>
                    <a:pt x="73084" y="65320"/>
                    <a:pt x="41626" y="65320"/>
                    <a:pt x="15776" y="50909"/>
                  </a:cubicBezTo>
                  <a:cubicBezTo>
                    <a:pt x="6272" y="45099"/>
                    <a:pt x="0" y="37859"/>
                    <a:pt x="0" y="30906"/>
                  </a:cubicBezTo>
                  <a:cubicBezTo>
                    <a:pt x="0" y="23953"/>
                    <a:pt x="5797" y="16619"/>
                    <a:pt x="15776" y="10808"/>
                  </a:cubicBezTo>
                  <a:cubicBezTo>
                    <a:pt x="41626" y="-3603"/>
                    <a:pt x="73084" y="-3603"/>
                    <a:pt x="98934" y="10808"/>
                  </a:cubicBezTo>
                  <a:cubicBezTo>
                    <a:pt x="108913" y="16619"/>
                    <a:pt x="114711" y="23953"/>
                    <a:pt x="114711" y="30906"/>
                  </a:cubicBezTo>
                  <a:close/>
                </a:path>
              </a:pathLst>
            </a:custGeom>
            <a:solidFill>
              <a:srgbClr val="FFFFFF">
                <a:alpha val="6669"/>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4" name="Google Shape;3097;p47">
              <a:extLst>
                <a:ext uri="{FF2B5EF4-FFF2-40B4-BE49-F238E27FC236}">
                  <a16:creationId xmlns:a16="http://schemas.microsoft.com/office/drawing/2014/main" id="{AE82C8C4-F9D9-EF4A-4EF9-8118392106C1}"/>
                </a:ext>
              </a:extLst>
            </p:cNvPr>
            <p:cNvSpPr/>
            <p:nvPr/>
          </p:nvSpPr>
          <p:spPr>
            <a:xfrm>
              <a:off x="3559880" y="2961132"/>
              <a:ext cx="42223" cy="98678"/>
            </a:xfrm>
            <a:custGeom>
              <a:avLst/>
              <a:gdLst/>
              <a:ahLst/>
              <a:cxnLst/>
              <a:rect l="l" t="t" r="r" b="b"/>
              <a:pathLst>
                <a:path w="42223" h="98678" extrusionOk="0">
                  <a:moveTo>
                    <a:pt x="23569" y="9049"/>
                  </a:moveTo>
                  <a:lnTo>
                    <a:pt x="7983" y="0"/>
                  </a:lnTo>
                  <a:lnTo>
                    <a:pt x="285" y="4381"/>
                  </a:lnTo>
                  <a:lnTo>
                    <a:pt x="7983" y="8858"/>
                  </a:lnTo>
                  <a:lnTo>
                    <a:pt x="7983" y="11716"/>
                  </a:lnTo>
                  <a:lnTo>
                    <a:pt x="22619" y="20193"/>
                  </a:lnTo>
                  <a:lnTo>
                    <a:pt x="22144" y="22955"/>
                  </a:lnTo>
                  <a:cubicBezTo>
                    <a:pt x="25689" y="27984"/>
                    <a:pt x="28873" y="33271"/>
                    <a:pt x="31648" y="38767"/>
                  </a:cubicBezTo>
                  <a:lnTo>
                    <a:pt x="32123" y="38290"/>
                  </a:lnTo>
                  <a:lnTo>
                    <a:pt x="32123" y="74962"/>
                  </a:lnTo>
                  <a:cubicBezTo>
                    <a:pt x="32123" y="84487"/>
                    <a:pt x="26516" y="81344"/>
                    <a:pt x="24140" y="79915"/>
                  </a:cubicBezTo>
                  <a:lnTo>
                    <a:pt x="7698" y="70390"/>
                  </a:lnTo>
                  <a:lnTo>
                    <a:pt x="0" y="74771"/>
                  </a:lnTo>
                  <a:lnTo>
                    <a:pt x="7698" y="79248"/>
                  </a:lnTo>
                  <a:lnTo>
                    <a:pt x="7698" y="82105"/>
                  </a:lnTo>
                  <a:lnTo>
                    <a:pt x="24140" y="91630"/>
                  </a:lnTo>
                  <a:cubicBezTo>
                    <a:pt x="25812" y="92631"/>
                    <a:pt x="27599" y="93431"/>
                    <a:pt x="29462" y="94012"/>
                  </a:cubicBezTo>
                  <a:lnTo>
                    <a:pt x="28511" y="98679"/>
                  </a:lnTo>
                  <a:lnTo>
                    <a:pt x="37065" y="93821"/>
                  </a:lnTo>
                  <a:lnTo>
                    <a:pt x="37065" y="93821"/>
                  </a:lnTo>
                  <a:cubicBezTo>
                    <a:pt x="40838" y="90687"/>
                    <a:pt x="42739" y="85830"/>
                    <a:pt x="42102" y="80963"/>
                  </a:cubicBezTo>
                  <a:lnTo>
                    <a:pt x="42102" y="42863"/>
                  </a:lnTo>
                  <a:cubicBezTo>
                    <a:pt x="41408" y="29346"/>
                    <a:pt x="34575" y="16888"/>
                    <a:pt x="23569" y="9049"/>
                  </a:cubicBezTo>
                  <a:close/>
                </a:path>
              </a:pathLst>
            </a:custGeom>
            <a:solidFill>
              <a:srgbClr val="C9883A"/>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5" name="Google Shape;3098;p47">
              <a:extLst>
                <a:ext uri="{FF2B5EF4-FFF2-40B4-BE49-F238E27FC236}">
                  <a16:creationId xmlns:a16="http://schemas.microsoft.com/office/drawing/2014/main" id="{FCF2A495-C113-13C6-1B0B-E6987FBB4128}"/>
                </a:ext>
              </a:extLst>
            </p:cNvPr>
            <p:cNvSpPr/>
            <p:nvPr/>
          </p:nvSpPr>
          <p:spPr>
            <a:xfrm>
              <a:off x="3560165" y="2965989"/>
              <a:ext cx="34688" cy="94398"/>
            </a:xfrm>
            <a:custGeom>
              <a:avLst/>
              <a:gdLst/>
              <a:ahLst/>
              <a:cxnLst/>
              <a:rect l="l" t="t" r="r" b="b"/>
              <a:pathLst>
                <a:path w="34688" h="94398" extrusionOk="0">
                  <a:moveTo>
                    <a:pt x="16537" y="91535"/>
                  </a:moveTo>
                  <a:lnTo>
                    <a:pt x="0" y="82010"/>
                  </a:lnTo>
                  <a:lnTo>
                    <a:pt x="0" y="70199"/>
                  </a:lnTo>
                  <a:lnTo>
                    <a:pt x="16537" y="79724"/>
                  </a:lnTo>
                  <a:cubicBezTo>
                    <a:pt x="18913" y="81153"/>
                    <a:pt x="24520" y="84391"/>
                    <a:pt x="24520" y="74771"/>
                  </a:cubicBezTo>
                  <a:lnTo>
                    <a:pt x="24520" y="36671"/>
                  </a:lnTo>
                  <a:cubicBezTo>
                    <a:pt x="23874" y="30108"/>
                    <a:pt x="20405" y="24165"/>
                    <a:pt x="15016" y="20383"/>
                  </a:cubicBezTo>
                  <a:lnTo>
                    <a:pt x="0" y="11811"/>
                  </a:lnTo>
                  <a:lnTo>
                    <a:pt x="0" y="0"/>
                  </a:lnTo>
                  <a:lnTo>
                    <a:pt x="15681" y="9525"/>
                  </a:lnTo>
                  <a:cubicBezTo>
                    <a:pt x="26782" y="17173"/>
                    <a:pt x="33776" y="29489"/>
                    <a:pt x="34689" y="42958"/>
                  </a:cubicBezTo>
                  <a:lnTo>
                    <a:pt x="34689" y="81058"/>
                  </a:lnTo>
                  <a:cubicBezTo>
                    <a:pt x="34689" y="90678"/>
                    <a:pt x="29937" y="98965"/>
                    <a:pt x="16537" y="91535"/>
                  </a:cubicBezTo>
                  <a:close/>
                </a:path>
              </a:pathLst>
            </a:custGeom>
            <a:solidFill>
              <a:srgbClr val="E09C3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6" name="Google Shape;3099;p47">
              <a:extLst>
                <a:ext uri="{FF2B5EF4-FFF2-40B4-BE49-F238E27FC236}">
                  <a16:creationId xmlns:a16="http://schemas.microsoft.com/office/drawing/2014/main" id="{37A196A3-548A-3EAE-1C50-E7F919618814}"/>
                </a:ext>
              </a:extLst>
            </p:cNvPr>
            <p:cNvSpPr/>
            <p:nvPr/>
          </p:nvSpPr>
          <p:spPr>
            <a:xfrm>
              <a:off x="5618400" y="4515040"/>
              <a:ext cx="756691" cy="437959"/>
            </a:xfrm>
            <a:custGeom>
              <a:avLst/>
              <a:gdLst/>
              <a:ahLst/>
              <a:cxnLst/>
              <a:rect l="l" t="t" r="r" b="b"/>
              <a:pathLst>
                <a:path w="756691" h="437959" extrusionOk="0">
                  <a:moveTo>
                    <a:pt x="756691" y="218980"/>
                  </a:moveTo>
                  <a:cubicBezTo>
                    <a:pt x="756691" y="339919"/>
                    <a:pt x="587300" y="437960"/>
                    <a:pt x="378346" y="437960"/>
                  </a:cubicBezTo>
                  <a:cubicBezTo>
                    <a:pt x="169391" y="437960"/>
                    <a:pt x="0" y="339919"/>
                    <a:pt x="0" y="218980"/>
                  </a:cubicBezTo>
                  <a:cubicBezTo>
                    <a:pt x="0" y="98041"/>
                    <a:pt x="169391" y="0"/>
                    <a:pt x="378346" y="0"/>
                  </a:cubicBezTo>
                  <a:cubicBezTo>
                    <a:pt x="587300" y="0"/>
                    <a:pt x="756691" y="98041"/>
                    <a:pt x="756691" y="21898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7" name="Google Shape;3100;p47">
              <a:extLst>
                <a:ext uri="{FF2B5EF4-FFF2-40B4-BE49-F238E27FC236}">
                  <a16:creationId xmlns:a16="http://schemas.microsoft.com/office/drawing/2014/main" id="{FDE0F6A7-B4DA-2931-403B-08D4153E208F}"/>
                </a:ext>
              </a:extLst>
            </p:cNvPr>
            <p:cNvSpPr/>
            <p:nvPr/>
          </p:nvSpPr>
          <p:spPr>
            <a:xfrm>
              <a:off x="6158405" y="3069812"/>
              <a:ext cx="186021" cy="406050"/>
            </a:xfrm>
            <a:custGeom>
              <a:avLst/>
              <a:gdLst/>
              <a:ahLst/>
              <a:cxnLst/>
              <a:rect l="l" t="t" r="r" b="b"/>
              <a:pathLst>
                <a:path w="186021" h="406050" extrusionOk="0">
                  <a:moveTo>
                    <a:pt x="145028" y="0"/>
                  </a:moveTo>
                  <a:cubicBezTo>
                    <a:pt x="149304" y="38100"/>
                    <a:pt x="194352" y="200882"/>
                    <a:pt x="184659" y="256699"/>
                  </a:cubicBezTo>
                  <a:cubicBezTo>
                    <a:pt x="174965" y="312515"/>
                    <a:pt x="21288" y="406051"/>
                    <a:pt x="21288" y="406051"/>
                  </a:cubicBezTo>
                  <a:lnTo>
                    <a:pt x="0" y="310801"/>
                  </a:lnTo>
                  <a:lnTo>
                    <a:pt x="85534" y="227171"/>
                  </a:lnTo>
                  <a:lnTo>
                    <a:pt x="61965" y="68389"/>
                  </a:ln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8" name="Google Shape;3101;p47">
              <a:extLst>
                <a:ext uri="{FF2B5EF4-FFF2-40B4-BE49-F238E27FC236}">
                  <a16:creationId xmlns:a16="http://schemas.microsoft.com/office/drawing/2014/main" id="{81CE3F14-164C-98EB-EB40-4E6CFB3309D2}"/>
                </a:ext>
              </a:extLst>
            </p:cNvPr>
            <p:cNvSpPr/>
            <p:nvPr/>
          </p:nvSpPr>
          <p:spPr>
            <a:xfrm>
              <a:off x="6184541" y="2902850"/>
              <a:ext cx="133813" cy="257894"/>
            </a:xfrm>
            <a:custGeom>
              <a:avLst/>
              <a:gdLst/>
              <a:ahLst/>
              <a:cxnLst/>
              <a:rect l="l" t="t" r="r" b="b"/>
              <a:pathLst>
                <a:path w="133813" h="257894" extrusionOk="0">
                  <a:moveTo>
                    <a:pt x="0" y="6275"/>
                  </a:moveTo>
                  <a:cubicBezTo>
                    <a:pt x="30935" y="-8136"/>
                    <a:pt x="67743" y="3008"/>
                    <a:pt x="85534" y="32183"/>
                  </a:cubicBezTo>
                  <a:cubicBezTo>
                    <a:pt x="108153" y="69712"/>
                    <a:pt x="131627" y="198490"/>
                    <a:pt x="133813" y="220492"/>
                  </a:cubicBezTo>
                  <a:cubicBezTo>
                    <a:pt x="133813" y="220492"/>
                    <a:pt x="102071" y="264403"/>
                    <a:pt x="54457" y="257068"/>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69" name="Google Shape;3102;p47">
              <a:extLst>
                <a:ext uri="{FF2B5EF4-FFF2-40B4-BE49-F238E27FC236}">
                  <a16:creationId xmlns:a16="http://schemas.microsoft.com/office/drawing/2014/main" id="{4E5E7E5C-4754-38A0-53A9-B1D2AAA2AC2F}"/>
                </a:ext>
              </a:extLst>
            </p:cNvPr>
            <p:cNvSpPr/>
            <p:nvPr/>
          </p:nvSpPr>
          <p:spPr>
            <a:xfrm>
              <a:off x="5735029" y="4688404"/>
              <a:ext cx="288490" cy="162715"/>
            </a:xfrm>
            <a:custGeom>
              <a:avLst/>
              <a:gdLst/>
              <a:ahLst/>
              <a:cxnLst/>
              <a:rect l="l" t="t" r="r" b="b"/>
              <a:pathLst>
                <a:path w="288490" h="162715" extrusionOk="0">
                  <a:moveTo>
                    <a:pt x="273882" y="39044"/>
                  </a:moveTo>
                  <a:cubicBezTo>
                    <a:pt x="240419" y="48340"/>
                    <a:pt x="204647" y="43997"/>
                    <a:pt x="174377" y="26947"/>
                  </a:cubicBezTo>
                  <a:cubicBezTo>
                    <a:pt x="150428" y="27709"/>
                    <a:pt x="20321" y="-28108"/>
                    <a:pt x="2644" y="18756"/>
                  </a:cubicBezTo>
                  <a:cubicBezTo>
                    <a:pt x="-12847" y="59808"/>
                    <a:pt x="43510" y="97813"/>
                    <a:pt x="73637" y="105147"/>
                  </a:cubicBezTo>
                  <a:cubicBezTo>
                    <a:pt x="139308" y="121054"/>
                    <a:pt x="187683" y="153915"/>
                    <a:pt x="214293" y="159440"/>
                  </a:cubicBezTo>
                  <a:cubicBezTo>
                    <a:pt x="233966" y="163631"/>
                    <a:pt x="259436" y="166393"/>
                    <a:pt x="275118" y="150867"/>
                  </a:cubicBezTo>
                  <a:cubicBezTo>
                    <a:pt x="293935" y="132293"/>
                    <a:pt x="292319" y="63523"/>
                    <a:pt x="273882" y="39044"/>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0" name="Google Shape;3103;p47">
              <a:extLst>
                <a:ext uri="{FF2B5EF4-FFF2-40B4-BE49-F238E27FC236}">
                  <a16:creationId xmlns:a16="http://schemas.microsoft.com/office/drawing/2014/main" id="{3B196832-A3E1-13A8-9297-9648D0D70584}"/>
                </a:ext>
              </a:extLst>
            </p:cNvPr>
            <p:cNvSpPr/>
            <p:nvPr/>
          </p:nvSpPr>
          <p:spPr>
            <a:xfrm>
              <a:off x="5735111" y="4715446"/>
              <a:ext cx="283683" cy="135768"/>
            </a:xfrm>
            <a:custGeom>
              <a:avLst/>
              <a:gdLst/>
              <a:ahLst/>
              <a:cxnLst/>
              <a:rect l="l" t="t" r="r" b="b"/>
              <a:pathLst>
                <a:path w="283683" h="135768" extrusionOk="0">
                  <a:moveTo>
                    <a:pt x="214211" y="121063"/>
                  </a:moveTo>
                  <a:cubicBezTo>
                    <a:pt x="187885" y="115538"/>
                    <a:pt x="139226" y="82963"/>
                    <a:pt x="73555" y="66675"/>
                  </a:cubicBezTo>
                  <a:cubicBezTo>
                    <a:pt x="48275" y="60579"/>
                    <a:pt x="4843" y="32861"/>
                    <a:pt x="471" y="0"/>
                  </a:cubicBezTo>
                  <a:cubicBezTo>
                    <a:pt x="-5422" y="38100"/>
                    <a:pt x="45424" y="71342"/>
                    <a:pt x="73555" y="78200"/>
                  </a:cubicBezTo>
                  <a:cubicBezTo>
                    <a:pt x="139226" y="94107"/>
                    <a:pt x="187600" y="126968"/>
                    <a:pt x="214211" y="132493"/>
                  </a:cubicBezTo>
                  <a:cubicBezTo>
                    <a:pt x="233884" y="136684"/>
                    <a:pt x="259354" y="139446"/>
                    <a:pt x="275035" y="123920"/>
                  </a:cubicBezTo>
                  <a:cubicBezTo>
                    <a:pt x="279074" y="119415"/>
                    <a:pt x="282040" y="114033"/>
                    <a:pt x="283684" y="108204"/>
                  </a:cubicBezTo>
                  <a:cubicBezTo>
                    <a:pt x="263859" y="123254"/>
                    <a:pt x="238094" y="128026"/>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1" name="Google Shape;3104;p47">
              <a:extLst>
                <a:ext uri="{FF2B5EF4-FFF2-40B4-BE49-F238E27FC236}">
                  <a16:creationId xmlns:a16="http://schemas.microsoft.com/office/drawing/2014/main" id="{8B8A8F0B-535E-D298-D184-2EE2ACECFA85}"/>
                </a:ext>
              </a:extLst>
            </p:cNvPr>
            <p:cNvSpPr/>
            <p:nvPr/>
          </p:nvSpPr>
          <p:spPr>
            <a:xfrm>
              <a:off x="5946488" y="4593442"/>
              <a:ext cx="288134" cy="162731"/>
            </a:xfrm>
            <a:custGeom>
              <a:avLst/>
              <a:gdLst/>
              <a:ahLst/>
              <a:cxnLst/>
              <a:rect l="l" t="t" r="r" b="b"/>
              <a:pathLst>
                <a:path w="288134" h="162731" extrusionOk="0">
                  <a:moveTo>
                    <a:pt x="273882" y="39041"/>
                  </a:moveTo>
                  <a:cubicBezTo>
                    <a:pt x="240429" y="48319"/>
                    <a:pt x="204675" y="44004"/>
                    <a:pt x="174377" y="27040"/>
                  </a:cubicBezTo>
                  <a:cubicBezTo>
                    <a:pt x="150428" y="27707"/>
                    <a:pt x="20321" y="-28110"/>
                    <a:pt x="2644" y="18753"/>
                  </a:cubicBezTo>
                  <a:cubicBezTo>
                    <a:pt x="-12847" y="59806"/>
                    <a:pt x="43510" y="97810"/>
                    <a:pt x="73637" y="105145"/>
                  </a:cubicBezTo>
                  <a:cubicBezTo>
                    <a:pt x="139308" y="121051"/>
                    <a:pt x="187683" y="153913"/>
                    <a:pt x="214293" y="159533"/>
                  </a:cubicBezTo>
                  <a:cubicBezTo>
                    <a:pt x="234061" y="163628"/>
                    <a:pt x="259436" y="166391"/>
                    <a:pt x="275118" y="150865"/>
                  </a:cubicBezTo>
                  <a:cubicBezTo>
                    <a:pt x="293460" y="132291"/>
                    <a:pt x="291844" y="63521"/>
                    <a:pt x="273882" y="39041"/>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2" name="Google Shape;3105;p47">
              <a:extLst>
                <a:ext uri="{FF2B5EF4-FFF2-40B4-BE49-F238E27FC236}">
                  <a16:creationId xmlns:a16="http://schemas.microsoft.com/office/drawing/2014/main" id="{00861726-26B8-EBD0-2029-D953B6ADB7C9}"/>
                </a:ext>
              </a:extLst>
            </p:cNvPr>
            <p:cNvSpPr/>
            <p:nvPr/>
          </p:nvSpPr>
          <p:spPr>
            <a:xfrm>
              <a:off x="5946095" y="4620482"/>
              <a:ext cx="283683" cy="135691"/>
            </a:xfrm>
            <a:custGeom>
              <a:avLst/>
              <a:gdLst/>
              <a:ahLst/>
              <a:cxnLst/>
              <a:rect l="l" t="t" r="r" b="b"/>
              <a:pathLst>
                <a:path w="283683" h="135691" extrusionOk="0">
                  <a:moveTo>
                    <a:pt x="214211" y="121063"/>
                  </a:moveTo>
                  <a:cubicBezTo>
                    <a:pt x="187885" y="115538"/>
                    <a:pt x="139226" y="82963"/>
                    <a:pt x="73555" y="66675"/>
                  </a:cubicBezTo>
                  <a:cubicBezTo>
                    <a:pt x="48275" y="60579"/>
                    <a:pt x="4842" y="32956"/>
                    <a:pt x="471" y="0"/>
                  </a:cubicBezTo>
                  <a:cubicBezTo>
                    <a:pt x="-5422" y="38100"/>
                    <a:pt x="45424" y="71247"/>
                    <a:pt x="73555" y="78105"/>
                  </a:cubicBezTo>
                  <a:cubicBezTo>
                    <a:pt x="139226" y="94012"/>
                    <a:pt x="187600" y="126873"/>
                    <a:pt x="214211" y="132493"/>
                  </a:cubicBezTo>
                  <a:cubicBezTo>
                    <a:pt x="233979" y="136588"/>
                    <a:pt x="259354" y="139351"/>
                    <a:pt x="275035" y="123825"/>
                  </a:cubicBezTo>
                  <a:cubicBezTo>
                    <a:pt x="279074" y="119320"/>
                    <a:pt x="282039" y="113938"/>
                    <a:pt x="283683" y="108109"/>
                  </a:cubicBezTo>
                  <a:cubicBezTo>
                    <a:pt x="263868" y="123187"/>
                    <a:pt x="238113" y="127997"/>
                    <a:pt x="214211" y="121063"/>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3" name="Google Shape;3106;p47">
              <a:extLst>
                <a:ext uri="{FF2B5EF4-FFF2-40B4-BE49-F238E27FC236}">
                  <a16:creationId xmlns:a16="http://schemas.microsoft.com/office/drawing/2014/main" id="{0724BFAE-FC72-834E-7362-87F0F919EC4A}"/>
                </a:ext>
              </a:extLst>
            </p:cNvPr>
            <p:cNvSpPr/>
            <p:nvPr/>
          </p:nvSpPr>
          <p:spPr>
            <a:xfrm>
              <a:off x="5812467" y="3540156"/>
              <a:ext cx="422006" cy="1193603"/>
            </a:xfrm>
            <a:custGeom>
              <a:avLst/>
              <a:gdLst/>
              <a:ahLst/>
              <a:cxnLst/>
              <a:rect l="l" t="t" r="r" b="b"/>
              <a:pathLst>
                <a:path w="422006" h="1193603" extrusionOk="0">
                  <a:moveTo>
                    <a:pt x="409993" y="738092"/>
                  </a:moveTo>
                  <a:cubicBezTo>
                    <a:pt x="404434" y="689638"/>
                    <a:pt x="394379" y="641804"/>
                    <a:pt x="379961" y="595217"/>
                  </a:cubicBezTo>
                  <a:cubicBezTo>
                    <a:pt x="379961" y="595217"/>
                    <a:pt x="388990" y="471964"/>
                    <a:pt x="393457" y="355092"/>
                  </a:cubicBezTo>
                  <a:cubicBezTo>
                    <a:pt x="398589" y="222504"/>
                    <a:pt x="444397" y="105823"/>
                    <a:pt x="408188" y="0"/>
                  </a:cubicBezTo>
                  <a:lnTo>
                    <a:pt x="0" y="90964"/>
                  </a:lnTo>
                  <a:cubicBezTo>
                    <a:pt x="0" y="90964"/>
                    <a:pt x="24710" y="619601"/>
                    <a:pt x="30222" y="683609"/>
                  </a:cubicBezTo>
                  <a:cubicBezTo>
                    <a:pt x="33216" y="733349"/>
                    <a:pt x="39308" y="782841"/>
                    <a:pt x="48469" y="831818"/>
                  </a:cubicBezTo>
                  <a:cubicBezTo>
                    <a:pt x="67477" y="934402"/>
                    <a:pt x="97414" y="1178528"/>
                    <a:pt x="97414" y="1178528"/>
                  </a:cubicBezTo>
                  <a:cubicBezTo>
                    <a:pt x="140561" y="1203674"/>
                    <a:pt x="197204" y="1189768"/>
                    <a:pt x="197204" y="1189768"/>
                  </a:cubicBezTo>
                  <a:cubicBezTo>
                    <a:pt x="197204" y="1189768"/>
                    <a:pt x="194163" y="881063"/>
                    <a:pt x="191311" y="807148"/>
                  </a:cubicBezTo>
                  <a:cubicBezTo>
                    <a:pt x="187985" y="716851"/>
                    <a:pt x="185229" y="723709"/>
                    <a:pt x="185229" y="723709"/>
                  </a:cubicBezTo>
                  <a:lnTo>
                    <a:pt x="198819" y="499110"/>
                  </a:lnTo>
                  <a:lnTo>
                    <a:pt x="207658" y="387286"/>
                  </a:lnTo>
                  <a:cubicBezTo>
                    <a:pt x="207658" y="387286"/>
                    <a:pt x="218967" y="469392"/>
                    <a:pt x="226665" y="542734"/>
                  </a:cubicBezTo>
                  <a:cubicBezTo>
                    <a:pt x="233033" y="606647"/>
                    <a:pt x="248429" y="664464"/>
                    <a:pt x="265631" y="783526"/>
                  </a:cubicBezTo>
                  <a:cubicBezTo>
                    <a:pt x="280552" y="886777"/>
                    <a:pt x="304787" y="1094232"/>
                    <a:pt x="304787" y="1094232"/>
                  </a:cubicBezTo>
                  <a:cubicBezTo>
                    <a:pt x="347934" y="1119473"/>
                    <a:pt x="406572" y="1098518"/>
                    <a:pt x="406572" y="1098518"/>
                  </a:cubicBezTo>
                  <a:cubicBezTo>
                    <a:pt x="406572" y="1098518"/>
                    <a:pt x="421683" y="827627"/>
                    <a:pt x="409993" y="738092"/>
                  </a:cubicBezTo>
                  <a:close/>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4" name="Google Shape;3107;p47">
              <a:extLst>
                <a:ext uri="{FF2B5EF4-FFF2-40B4-BE49-F238E27FC236}">
                  <a16:creationId xmlns:a16="http://schemas.microsoft.com/office/drawing/2014/main" id="{C07721CB-3A9D-DA23-7F9A-C623D746A5BF}"/>
                </a:ext>
              </a:extLst>
            </p:cNvPr>
            <p:cNvSpPr/>
            <p:nvPr/>
          </p:nvSpPr>
          <p:spPr>
            <a:xfrm>
              <a:off x="5874419" y="2560474"/>
              <a:ext cx="305952" cy="491697"/>
            </a:xfrm>
            <a:custGeom>
              <a:avLst/>
              <a:gdLst/>
              <a:ahLst/>
              <a:cxnLst/>
              <a:rect l="l" t="t" r="r" b="b"/>
              <a:pathLst>
                <a:path w="305952" h="491697" extrusionOk="0">
                  <a:moveTo>
                    <a:pt x="288928" y="350842"/>
                  </a:moveTo>
                  <a:cubicBezTo>
                    <a:pt x="257851" y="352366"/>
                    <a:pt x="234756" y="360367"/>
                    <a:pt x="230860" y="350842"/>
                  </a:cubicBezTo>
                  <a:cubicBezTo>
                    <a:pt x="227496" y="334783"/>
                    <a:pt x="225120" y="318523"/>
                    <a:pt x="223732" y="302169"/>
                  </a:cubicBezTo>
                  <a:cubicBezTo>
                    <a:pt x="227343" y="293120"/>
                    <a:pt x="230385" y="283119"/>
                    <a:pt x="230385" y="283119"/>
                  </a:cubicBezTo>
                  <a:cubicBezTo>
                    <a:pt x="269445" y="259021"/>
                    <a:pt x="281800" y="216444"/>
                    <a:pt x="286932" y="167486"/>
                  </a:cubicBezTo>
                  <a:cubicBezTo>
                    <a:pt x="295676" y="83285"/>
                    <a:pt x="250248" y="9656"/>
                    <a:pt x="166329" y="798"/>
                  </a:cubicBezTo>
                  <a:cubicBezTo>
                    <a:pt x="87353" y="-7393"/>
                    <a:pt x="29285" y="48423"/>
                    <a:pt x="13793" y="124623"/>
                  </a:cubicBezTo>
                  <a:cubicBezTo>
                    <a:pt x="5430" y="162723"/>
                    <a:pt x="-11201" y="233589"/>
                    <a:pt x="11323" y="296073"/>
                  </a:cubicBezTo>
                  <a:cubicBezTo>
                    <a:pt x="23867" y="330744"/>
                    <a:pt x="39834" y="358271"/>
                    <a:pt x="56180" y="363605"/>
                  </a:cubicBezTo>
                  <a:cubicBezTo>
                    <a:pt x="71833" y="363205"/>
                    <a:pt x="87448" y="361834"/>
                    <a:pt x="102939" y="359510"/>
                  </a:cubicBezTo>
                  <a:lnTo>
                    <a:pt x="102939" y="359510"/>
                  </a:lnTo>
                  <a:cubicBezTo>
                    <a:pt x="102939" y="359510"/>
                    <a:pt x="107121" y="382941"/>
                    <a:pt x="110067" y="397610"/>
                  </a:cubicBezTo>
                  <a:cubicBezTo>
                    <a:pt x="113013" y="412278"/>
                    <a:pt x="111777" y="420565"/>
                    <a:pt x="82031" y="438948"/>
                  </a:cubicBezTo>
                  <a:cubicBezTo>
                    <a:pt x="52284" y="457331"/>
                    <a:pt x="127079" y="495241"/>
                    <a:pt x="176023" y="491431"/>
                  </a:cubicBezTo>
                  <a:cubicBezTo>
                    <a:pt x="224968" y="487621"/>
                    <a:pt x="279424" y="458951"/>
                    <a:pt x="294440" y="426851"/>
                  </a:cubicBezTo>
                  <a:cubicBezTo>
                    <a:pt x="311262" y="391514"/>
                    <a:pt x="309837" y="349794"/>
                    <a:pt x="288928" y="350842"/>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5" name="Google Shape;3108;p47">
              <a:extLst>
                <a:ext uri="{FF2B5EF4-FFF2-40B4-BE49-F238E27FC236}">
                  <a16:creationId xmlns:a16="http://schemas.microsoft.com/office/drawing/2014/main" id="{39FD7FFB-B12F-F65B-D7F9-22333F7FA79C}"/>
                </a:ext>
              </a:extLst>
            </p:cNvPr>
            <p:cNvSpPr/>
            <p:nvPr/>
          </p:nvSpPr>
          <p:spPr>
            <a:xfrm>
              <a:off x="5809360" y="2908700"/>
              <a:ext cx="471048" cy="781597"/>
            </a:xfrm>
            <a:custGeom>
              <a:avLst/>
              <a:gdLst/>
              <a:ahLst/>
              <a:cxnLst/>
              <a:rect l="l" t="t" r="r" b="b"/>
              <a:pathLst>
                <a:path w="471048" h="781597" extrusionOk="0">
                  <a:moveTo>
                    <a:pt x="308559" y="7283"/>
                  </a:moveTo>
                  <a:cubicBezTo>
                    <a:pt x="317113" y="28715"/>
                    <a:pt x="295254" y="54908"/>
                    <a:pt x="236901" y="73482"/>
                  </a:cubicBezTo>
                  <a:cubicBezTo>
                    <a:pt x="178547" y="92056"/>
                    <a:pt x="173225" y="68243"/>
                    <a:pt x="173225" y="68243"/>
                  </a:cubicBezTo>
                  <a:cubicBezTo>
                    <a:pt x="173225" y="68243"/>
                    <a:pt x="87691" y="107296"/>
                    <a:pt x="59750" y="126822"/>
                  </a:cubicBezTo>
                  <a:cubicBezTo>
                    <a:pt x="24776" y="151396"/>
                    <a:pt x="9190" y="222072"/>
                    <a:pt x="4438" y="342373"/>
                  </a:cubicBezTo>
                  <a:cubicBezTo>
                    <a:pt x="-979" y="481152"/>
                    <a:pt x="-1454" y="686987"/>
                    <a:pt x="3107" y="722516"/>
                  </a:cubicBezTo>
                  <a:cubicBezTo>
                    <a:pt x="3107" y="722516"/>
                    <a:pt x="68589" y="787952"/>
                    <a:pt x="152412" y="781094"/>
                  </a:cubicBezTo>
                  <a:cubicBezTo>
                    <a:pt x="236235" y="774236"/>
                    <a:pt x="377272" y="699846"/>
                    <a:pt x="411485" y="642410"/>
                  </a:cubicBezTo>
                  <a:cubicBezTo>
                    <a:pt x="410535" y="520776"/>
                    <a:pt x="396279" y="500964"/>
                    <a:pt x="415952" y="430860"/>
                  </a:cubicBezTo>
                  <a:cubicBezTo>
                    <a:pt x="461000" y="270364"/>
                    <a:pt x="484664" y="204641"/>
                    <a:pt x="462806" y="97961"/>
                  </a:cubicBezTo>
                  <a:cubicBezTo>
                    <a:pt x="444748" y="10045"/>
                    <a:pt x="419469" y="-813"/>
                    <a:pt x="384875" y="44"/>
                  </a:cubicBezTo>
                  <a:cubicBezTo>
                    <a:pt x="359329" y="1092"/>
                    <a:pt x="333849" y="3511"/>
                    <a:pt x="308559" y="7283"/>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7" name="Google Shape;3109;p47">
              <a:extLst>
                <a:ext uri="{FF2B5EF4-FFF2-40B4-BE49-F238E27FC236}">
                  <a16:creationId xmlns:a16="http://schemas.microsoft.com/office/drawing/2014/main" id="{FAB81C68-BAC1-59D9-0BCC-30E63B25BF33}"/>
                </a:ext>
              </a:extLst>
            </p:cNvPr>
            <p:cNvSpPr/>
            <p:nvPr/>
          </p:nvSpPr>
          <p:spPr>
            <a:xfrm>
              <a:off x="5348856" y="3006224"/>
              <a:ext cx="597933" cy="466333"/>
            </a:xfrm>
            <a:custGeom>
              <a:avLst/>
              <a:gdLst/>
              <a:ahLst/>
              <a:cxnLst/>
              <a:rect l="l" t="t" r="r" b="b"/>
              <a:pathLst>
                <a:path w="597933" h="466333" extrusionOk="0">
                  <a:moveTo>
                    <a:pt x="333219" y="359529"/>
                  </a:moveTo>
                  <a:cubicBezTo>
                    <a:pt x="402027" y="376960"/>
                    <a:pt x="418183" y="333431"/>
                    <a:pt x="427212" y="297522"/>
                  </a:cubicBezTo>
                  <a:cubicBezTo>
                    <a:pt x="449070" y="210368"/>
                    <a:pt x="460855" y="131691"/>
                    <a:pt x="477202" y="82161"/>
                  </a:cubicBezTo>
                  <a:cubicBezTo>
                    <a:pt x="496209" y="23868"/>
                    <a:pt x="516547" y="14629"/>
                    <a:pt x="544773" y="3199"/>
                  </a:cubicBezTo>
                  <a:cubicBezTo>
                    <a:pt x="578037" y="-10136"/>
                    <a:pt x="606548" y="17963"/>
                    <a:pt x="595524" y="92258"/>
                  </a:cubicBezTo>
                  <a:cubicBezTo>
                    <a:pt x="582408" y="180078"/>
                    <a:pt x="565302" y="241705"/>
                    <a:pt x="532513" y="345623"/>
                  </a:cubicBezTo>
                  <a:cubicBezTo>
                    <a:pt x="523960" y="372769"/>
                    <a:pt x="504763" y="420966"/>
                    <a:pt x="476061" y="444302"/>
                  </a:cubicBezTo>
                  <a:cubicBezTo>
                    <a:pt x="440517" y="472877"/>
                    <a:pt x="387106" y="471829"/>
                    <a:pt x="306228" y="451636"/>
                  </a:cubicBezTo>
                  <a:cubicBezTo>
                    <a:pt x="271730" y="443064"/>
                    <a:pt x="233905" y="422394"/>
                    <a:pt x="168708" y="391915"/>
                  </a:cubicBezTo>
                  <a:cubicBezTo>
                    <a:pt x="151222" y="383723"/>
                    <a:pt x="137536" y="378294"/>
                    <a:pt x="103988" y="362577"/>
                  </a:cubicBezTo>
                  <a:cubicBezTo>
                    <a:pt x="70439" y="346861"/>
                    <a:pt x="35370" y="320667"/>
                    <a:pt x="17789" y="295141"/>
                  </a:cubicBezTo>
                  <a:cubicBezTo>
                    <a:pt x="207" y="269614"/>
                    <a:pt x="-2169" y="257041"/>
                    <a:pt x="1442" y="251707"/>
                  </a:cubicBezTo>
                  <a:cubicBezTo>
                    <a:pt x="5909" y="244372"/>
                    <a:pt x="13892" y="245991"/>
                    <a:pt x="23301" y="256755"/>
                  </a:cubicBezTo>
                  <a:cubicBezTo>
                    <a:pt x="36872" y="274966"/>
                    <a:pt x="53646" y="290521"/>
                    <a:pt x="72815" y="302665"/>
                  </a:cubicBezTo>
                  <a:cubicBezTo>
                    <a:pt x="72815" y="302665"/>
                    <a:pt x="51052" y="280186"/>
                    <a:pt x="39267" y="265613"/>
                  </a:cubicBezTo>
                  <a:cubicBezTo>
                    <a:pt x="28727" y="252611"/>
                    <a:pt x="19974" y="238267"/>
                    <a:pt x="13227" y="222941"/>
                  </a:cubicBezTo>
                  <a:cubicBezTo>
                    <a:pt x="7049" y="208082"/>
                    <a:pt x="19879" y="187889"/>
                    <a:pt x="29573" y="198462"/>
                  </a:cubicBezTo>
                  <a:cubicBezTo>
                    <a:pt x="39267" y="209034"/>
                    <a:pt x="44019" y="219893"/>
                    <a:pt x="61791" y="241229"/>
                  </a:cubicBezTo>
                  <a:cubicBezTo>
                    <a:pt x="71124" y="252649"/>
                    <a:pt x="81816" y="262889"/>
                    <a:pt x="93629" y="271709"/>
                  </a:cubicBezTo>
                  <a:cubicBezTo>
                    <a:pt x="82595" y="256641"/>
                    <a:pt x="72777" y="240714"/>
                    <a:pt x="64262" y="224084"/>
                  </a:cubicBezTo>
                  <a:cubicBezTo>
                    <a:pt x="56649" y="211158"/>
                    <a:pt x="52924" y="196309"/>
                    <a:pt x="53523" y="181317"/>
                  </a:cubicBezTo>
                  <a:cubicBezTo>
                    <a:pt x="53998" y="173506"/>
                    <a:pt x="65022" y="164267"/>
                    <a:pt x="75286" y="179031"/>
                  </a:cubicBezTo>
                  <a:cubicBezTo>
                    <a:pt x="84790" y="192270"/>
                    <a:pt x="90682" y="213035"/>
                    <a:pt x="112256" y="235609"/>
                  </a:cubicBezTo>
                  <a:cubicBezTo>
                    <a:pt x="127937" y="251897"/>
                    <a:pt x="141338" y="261327"/>
                    <a:pt x="141718" y="256755"/>
                  </a:cubicBezTo>
                  <a:cubicBezTo>
                    <a:pt x="142098" y="252183"/>
                    <a:pt x="132214" y="243324"/>
                    <a:pt x="126607" y="224274"/>
                  </a:cubicBezTo>
                  <a:cubicBezTo>
                    <a:pt x="121000" y="205224"/>
                    <a:pt x="126607" y="185127"/>
                    <a:pt x="137156" y="182936"/>
                  </a:cubicBezTo>
                  <a:cubicBezTo>
                    <a:pt x="147705" y="180745"/>
                    <a:pt x="145614" y="181317"/>
                    <a:pt x="153978" y="199128"/>
                  </a:cubicBezTo>
                  <a:cubicBezTo>
                    <a:pt x="162341" y="216940"/>
                    <a:pt x="175361" y="230085"/>
                    <a:pt x="185245" y="256278"/>
                  </a:cubicBezTo>
                  <a:cubicBezTo>
                    <a:pt x="190634" y="274624"/>
                    <a:pt x="200423" y="291369"/>
                    <a:pt x="213757" y="305047"/>
                  </a:cubicBezTo>
                  <a:cubicBezTo>
                    <a:pt x="230483" y="323144"/>
                    <a:pt x="267833" y="343051"/>
                    <a:pt x="333219" y="359529"/>
                  </a:cubicBezTo>
                  <a:close/>
                </a:path>
              </a:pathLst>
            </a:custGeom>
            <a:solidFill>
              <a:srgbClr val="9C6448"/>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8" name="Google Shape;3110;p47">
              <a:extLst>
                <a:ext uri="{FF2B5EF4-FFF2-40B4-BE49-F238E27FC236}">
                  <a16:creationId xmlns:a16="http://schemas.microsoft.com/office/drawing/2014/main" id="{8CE1D806-A991-75D2-F0C1-442C89960560}"/>
                </a:ext>
              </a:extLst>
            </p:cNvPr>
            <p:cNvSpPr/>
            <p:nvPr/>
          </p:nvSpPr>
          <p:spPr>
            <a:xfrm>
              <a:off x="5786047" y="2996305"/>
              <a:ext cx="182011" cy="266828"/>
            </a:xfrm>
            <a:custGeom>
              <a:avLst/>
              <a:gdLst/>
              <a:ahLst/>
              <a:cxnLst/>
              <a:rect l="l" t="t" r="r" b="b"/>
              <a:pathLst>
                <a:path w="182011" h="266828" extrusionOk="0">
                  <a:moveTo>
                    <a:pt x="133053" y="1213"/>
                  </a:moveTo>
                  <a:cubicBezTo>
                    <a:pt x="87150" y="-5550"/>
                    <a:pt x="54742" y="15119"/>
                    <a:pt x="34404" y="84937"/>
                  </a:cubicBezTo>
                  <a:cubicBezTo>
                    <a:pt x="14066" y="154755"/>
                    <a:pt x="0" y="211905"/>
                    <a:pt x="0" y="211905"/>
                  </a:cubicBezTo>
                  <a:cubicBezTo>
                    <a:pt x="18143" y="238194"/>
                    <a:pt x="45666" y="256502"/>
                    <a:pt x="76886" y="263055"/>
                  </a:cubicBezTo>
                  <a:cubicBezTo>
                    <a:pt x="131818" y="276390"/>
                    <a:pt x="151586" y="250101"/>
                    <a:pt x="151586" y="250101"/>
                  </a:cubicBezTo>
                  <a:cubicBezTo>
                    <a:pt x="151586" y="250101"/>
                    <a:pt x="166886" y="177044"/>
                    <a:pt x="176390" y="127323"/>
                  </a:cubicBezTo>
                  <a:cubicBezTo>
                    <a:pt x="185894" y="77603"/>
                    <a:pt x="189886" y="9594"/>
                    <a:pt x="133053" y="1213"/>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079" name="Google Shape;3111;p47">
              <a:extLst>
                <a:ext uri="{FF2B5EF4-FFF2-40B4-BE49-F238E27FC236}">
                  <a16:creationId xmlns:a16="http://schemas.microsoft.com/office/drawing/2014/main" id="{7C5FE676-A6BC-4827-C961-F7D62DC9D1C5}"/>
                </a:ext>
              </a:extLst>
            </p:cNvPr>
            <p:cNvSpPr/>
            <p:nvPr/>
          </p:nvSpPr>
          <p:spPr>
            <a:xfrm>
              <a:off x="5873666" y="2538911"/>
              <a:ext cx="296973" cy="328330"/>
            </a:xfrm>
            <a:custGeom>
              <a:avLst/>
              <a:gdLst/>
              <a:ahLst/>
              <a:cxnLst/>
              <a:rect l="l" t="t" r="r" b="b"/>
              <a:pathLst>
                <a:path w="296973" h="328330" extrusionOk="0">
                  <a:moveTo>
                    <a:pt x="16733" y="135613"/>
                  </a:moveTo>
                  <a:cubicBezTo>
                    <a:pt x="16733" y="135613"/>
                    <a:pt x="-55876" y="25123"/>
                    <a:pt x="101411" y="2263"/>
                  </a:cubicBezTo>
                  <a:cubicBezTo>
                    <a:pt x="214791" y="-13930"/>
                    <a:pt x="287686" y="59413"/>
                    <a:pt x="296049" y="138280"/>
                  </a:cubicBezTo>
                  <a:cubicBezTo>
                    <a:pt x="304127" y="214003"/>
                    <a:pt x="257558" y="292585"/>
                    <a:pt x="224010" y="323827"/>
                  </a:cubicBezTo>
                  <a:cubicBezTo>
                    <a:pt x="207664" y="329637"/>
                    <a:pt x="172309" y="333352"/>
                    <a:pt x="126026" y="311920"/>
                  </a:cubicBezTo>
                  <a:cubicBezTo>
                    <a:pt x="124144" y="291308"/>
                    <a:pt x="123413" y="270611"/>
                    <a:pt x="123840" y="249913"/>
                  </a:cubicBezTo>
                  <a:cubicBezTo>
                    <a:pt x="123840" y="249913"/>
                    <a:pt x="179152" y="133612"/>
                    <a:pt x="16733" y="135613"/>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4" name="Google Shape;3112;p47">
              <a:extLst>
                <a:ext uri="{FF2B5EF4-FFF2-40B4-BE49-F238E27FC236}">
                  <a16:creationId xmlns:a16="http://schemas.microsoft.com/office/drawing/2014/main" id="{A9C0BE3D-A83B-3853-9B41-D4CAF5828096}"/>
                </a:ext>
              </a:extLst>
            </p:cNvPr>
            <p:cNvSpPr/>
            <p:nvPr/>
          </p:nvSpPr>
          <p:spPr>
            <a:xfrm>
              <a:off x="4255557" y="1955958"/>
              <a:ext cx="334153" cy="334898"/>
            </a:xfrm>
            <a:custGeom>
              <a:avLst/>
              <a:gdLst/>
              <a:ahLst/>
              <a:cxnLst/>
              <a:rect l="l" t="t" r="r" b="b"/>
              <a:pathLst>
                <a:path w="334153" h="334898" extrusionOk="0">
                  <a:moveTo>
                    <a:pt x="334153" y="167449"/>
                  </a:moveTo>
                  <a:cubicBezTo>
                    <a:pt x="334153" y="259929"/>
                    <a:pt x="259351" y="334899"/>
                    <a:pt x="167077" y="334899"/>
                  </a:cubicBezTo>
                  <a:cubicBezTo>
                    <a:pt x="74803" y="334899"/>
                    <a:pt x="0" y="259929"/>
                    <a:pt x="0" y="167449"/>
                  </a:cubicBezTo>
                  <a:cubicBezTo>
                    <a:pt x="0" y="74970"/>
                    <a:pt x="74803" y="0"/>
                    <a:pt x="167077" y="0"/>
                  </a:cubicBezTo>
                  <a:cubicBezTo>
                    <a:pt x="259351" y="0"/>
                    <a:pt x="334153" y="74970"/>
                    <a:pt x="334153" y="167449"/>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5" name="Google Shape;3113;p47">
              <a:extLst>
                <a:ext uri="{FF2B5EF4-FFF2-40B4-BE49-F238E27FC236}">
                  <a16:creationId xmlns:a16="http://schemas.microsoft.com/office/drawing/2014/main" id="{B145AF89-BB0B-3D2B-27F5-C2AB46609F57}"/>
                </a:ext>
              </a:extLst>
            </p:cNvPr>
            <p:cNvSpPr/>
            <p:nvPr/>
          </p:nvSpPr>
          <p:spPr>
            <a:xfrm>
              <a:off x="4197204" y="1948719"/>
              <a:ext cx="450859" cy="225075"/>
            </a:xfrm>
            <a:custGeom>
              <a:avLst/>
              <a:gdLst/>
              <a:ahLst/>
              <a:cxnLst/>
              <a:rect l="l" t="t" r="r" b="b"/>
              <a:pathLst>
                <a:path w="450859" h="225075" extrusionOk="0">
                  <a:moveTo>
                    <a:pt x="225430" y="225076"/>
                  </a:moveTo>
                  <a:cubicBezTo>
                    <a:pt x="162040" y="225076"/>
                    <a:pt x="100645" y="210598"/>
                    <a:pt x="57023" y="185357"/>
                  </a:cubicBezTo>
                  <a:cubicBezTo>
                    <a:pt x="20623" y="164306"/>
                    <a:pt x="0" y="137732"/>
                    <a:pt x="0" y="112586"/>
                  </a:cubicBezTo>
                  <a:cubicBezTo>
                    <a:pt x="0" y="87440"/>
                    <a:pt x="20908" y="60865"/>
                    <a:pt x="57023" y="39719"/>
                  </a:cubicBezTo>
                  <a:cubicBezTo>
                    <a:pt x="100645" y="14478"/>
                    <a:pt x="161564" y="0"/>
                    <a:pt x="225430" y="0"/>
                  </a:cubicBezTo>
                  <a:cubicBezTo>
                    <a:pt x="289295" y="0"/>
                    <a:pt x="350120" y="14478"/>
                    <a:pt x="393837" y="39719"/>
                  </a:cubicBezTo>
                  <a:cubicBezTo>
                    <a:pt x="430237" y="60865"/>
                    <a:pt x="450860" y="87344"/>
                    <a:pt x="450860" y="112586"/>
                  </a:cubicBezTo>
                  <a:cubicBezTo>
                    <a:pt x="450860" y="137827"/>
                    <a:pt x="430046" y="164306"/>
                    <a:pt x="393837" y="185357"/>
                  </a:cubicBezTo>
                  <a:cubicBezTo>
                    <a:pt x="350500" y="210598"/>
                    <a:pt x="288725" y="225076"/>
                    <a:pt x="225430" y="225076"/>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7" name="Google Shape;3114;p47">
              <a:extLst>
                <a:ext uri="{FF2B5EF4-FFF2-40B4-BE49-F238E27FC236}">
                  <a16:creationId xmlns:a16="http://schemas.microsoft.com/office/drawing/2014/main" id="{214161E3-3699-0FCD-B498-D8989D2BCA55}"/>
                </a:ext>
              </a:extLst>
            </p:cNvPr>
            <p:cNvSpPr/>
            <p:nvPr/>
          </p:nvSpPr>
          <p:spPr>
            <a:xfrm>
              <a:off x="4129822" y="1856041"/>
              <a:ext cx="585718" cy="291750"/>
            </a:xfrm>
            <a:custGeom>
              <a:avLst/>
              <a:gdLst/>
              <a:ahLst/>
              <a:cxnLst/>
              <a:rect l="l" t="t" r="r" b="b"/>
              <a:pathLst>
                <a:path w="585718" h="291750" extrusionOk="0">
                  <a:moveTo>
                    <a:pt x="292812" y="291751"/>
                  </a:moveTo>
                  <a:cubicBezTo>
                    <a:pt x="210699" y="291751"/>
                    <a:pt x="131247" y="272701"/>
                    <a:pt x="74225" y="240221"/>
                  </a:cubicBezTo>
                  <a:cubicBezTo>
                    <a:pt x="26706" y="212884"/>
                    <a:pt x="0" y="178499"/>
                    <a:pt x="0" y="145828"/>
                  </a:cubicBezTo>
                  <a:cubicBezTo>
                    <a:pt x="0" y="113157"/>
                    <a:pt x="26991" y="79153"/>
                    <a:pt x="74225" y="51530"/>
                  </a:cubicBezTo>
                  <a:cubicBezTo>
                    <a:pt x="130772" y="18764"/>
                    <a:pt x="210319" y="0"/>
                    <a:pt x="292812" y="0"/>
                  </a:cubicBezTo>
                  <a:cubicBezTo>
                    <a:pt x="375305" y="0"/>
                    <a:pt x="454376" y="19050"/>
                    <a:pt x="511399" y="51530"/>
                  </a:cubicBezTo>
                  <a:cubicBezTo>
                    <a:pt x="558918" y="78772"/>
                    <a:pt x="585718" y="113157"/>
                    <a:pt x="585718" y="145828"/>
                  </a:cubicBezTo>
                  <a:cubicBezTo>
                    <a:pt x="585718" y="178499"/>
                    <a:pt x="558633" y="212503"/>
                    <a:pt x="511399" y="240221"/>
                  </a:cubicBezTo>
                  <a:cubicBezTo>
                    <a:pt x="454471" y="272987"/>
                    <a:pt x="374924" y="291751"/>
                    <a:pt x="292812" y="291751"/>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8" name="Google Shape;3115;p47">
              <a:extLst>
                <a:ext uri="{FF2B5EF4-FFF2-40B4-BE49-F238E27FC236}">
                  <a16:creationId xmlns:a16="http://schemas.microsoft.com/office/drawing/2014/main" id="{94D4B044-28C4-B55F-D7E6-BC5297447D8D}"/>
                </a:ext>
              </a:extLst>
            </p:cNvPr>
            <p:cNvSpPr/>
            <p:nvPr/>
          </p:nvSpPr>
          <p:spPr>
            <a:xfrm>
              <a:off x="4129822" y="1818703"/>
              <a:ext cx="585718" cy="291750"/>
            </a:xfrm>
            <a:custGeom>
              <a:avLst/>
              <a:gdLst/>
              <a:ahLst/>
              <a:cxnLst/>
              <a:rect l="l" t="t" r="r" b="b"/>
              <a:pathLst>
                <a:path w="585718" h="291750" extrusionOk="0">
                  <a:moveTo>
                    <a:pt x="292812" y="291751"/>
                  </a:moveTo>
                  <a:cubicBezTo>
                    <a:pt x="210699" y="291751"/>
                    <a:pt x="131247" y="272701"/>
                    <a:pt x="74225" y="240221"/>
                  </a:cubicBezTo>
                  <a:cubicBezTo>
                    <a:pt x="26706" y="212979"/>
                    <a:pt x="0" y="178498"/>
                    <a:pt x="0" y="145923"/>
                  </a:cubicBezTo>
                  <a:cubicBezTo>
                    <a:pt x="0" y="113347"/>
                    <a:pt x="26991" y="79248"/>
                    <a:pt x="74225" y="51530"/>
                  </a:cubicBezTo>
                  <a:cubicBezTo>
                    <a:pt x="130772" y="18764"/>
                    <a:pt x="210319" y="0"/>
                    <a:pt x="292812" y="0"/>
                  </a:cubicBezTo>
                  <a:cubicBezTo>
                    <a:pt x="375305" y="0"/>
                    <a:pt x="454376" y="19050"/>
                    <a:pt x="511399" y="51530"/>
                  </a:cubicBezTo>
                  <a:cubicBezTo>
                    <a:pt x="558918" y="78867"/>
                    <a:pt x="585718" y="113252"/>
                    <a:pt x="585718" y="145923"/>
                  </a:cubicBezTo>
                  <a:cubicBezTo>
                    <a:pt x="585718" y="178594"/>
                    <a:pt x="558633" y="212598"/>
                    <a:pt x="511399" y="240221"/>
                  </a:cubicBezTo>
                  <a:cubicBezTo>
                    <a:pt x="454471" y="272987"/>
                    <a:pt x="374924" y="291751"/>
                    <a:pt x="292812" y="291751"/>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29" name="Google Shape;3116;p47">
              <a:extLst>
                <a:ext uri="{FF2B5EF4-FFF2-40B4-BE49-F238E27FC236}">
                  <a16:creationId xmlns:a16="http://schemas.microsoft.com/office/drawing/2014/main" id="{6DB90E97-25D0-B431-FD22-1F4126959F8A}"/>
                </a:ext>
              </a:extLst>
            </p:cNvPr>
            <p:cNvSpPr/>
            <p:nvPr/>
          </p:nvSpPr>
          <p:spPr>
            <a:xfrm>
              <a:off x="4066052" y="1720024"/>
              <a:ext cx="713163" cy="355663"/>
            </a:xfrm>
            <a:custGeom>
              <a:avLst/>
              <a:gdLst/>
              <a:ahLst/>
              <a:cxnLst/>
              <a:rect l="l" t="t" r="r" b="b"/>
              <a:pathLst>
                <a:path w="713163" h="355663" extrusionOk="0">
                  <a:moveTo>
                    <a:pt x="356582" y="355663"/>
                  </a:moveTo>
                  <a:cubicBezTo>
                    <a:pt x="256412" y="355663"/>
                    <a:pt x="159474" y="332804"/>
                    <a:pt x="90476" y="292894"/>
                  </a:cubicBezTo>
                  <a:cubicBezTo>
                    <a:pt x="32978" y="259556"/>
                    <a:pt x="0" y="217646"/>
                    <a:pt x="0" y="177832"/>
                  </a:cubicBezTo>
                  <a:cubicBezTo>
                    <a:pt x="0" y="138017"/>
                    <a:pt x="32978" y="96107"/>
                    <a:pt x="90476" y="62865"/>
                  </a:cubicBezTo>
                  <a:cubicBezTo>
                    <a:pt x="159474" y="22955"/>
                    <a:pt x="256412" y="0"/>
                    <a:pt x="356582" y="0"/>
                  </a:cubicBezTo>
                  <a:cubicBezTo>
                    <a:pt x="456752" y="0"/>
                    <a:pt x="553596" y="22955"/>
                    <a:pt x="622688" y="62865"/>
                  </a:cubicBezTo>
                  <a:cubicBezTo>
                    <a:pt x="680186" y="96107"/>
                    <a:pt x="713164" y="138017"/>
                    <a:pt x="713164" y="177832"/>
                  </a:cubicBezTo>
                  <a:cubicBezTo>
                    <a:pt x="713164" y="217646"/>
                    <a:pt x="680186" y="259556"/>
                    <a:pt x="622688" y="292894"/>
                  </a:cubicBezTo>
                  <a:cubicBezTo>
                    <a:pt x="553690" y="332804"/>
                    <a:pt x="456657" y="355663"/>
                    <a:pt x="356582" y="355663"/>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0" name="Google Shape;3117;p47">
              <a:extLst>
                <a:ext uri="{FF2B5EF4-FFF2-40B4-BE49-F238E27FC236}">
                  <a16:creationId xmlns:a16="http://schemas.microsoft.com/office/drawing/2014/main" id="{F4728895-89EE-C1C3-840D-0D6D6207CA83}"/>
                </a:ext>
              </a:extLst>
            </p:cNvPr>
            <p:cNvSpPr/>
            <p:nvPr/>
          </p:nvSpPr>
          <p:spPr>
            <a:xfrm>
              <a:off x="4066052" y="1674590"/>
              <a:ext cx="713163" cy="355568"/>
            </a:xfrm>
            <a:custGeom>
              <a:avLst/>
              <a:gdLst/>
              <a:ahLst/>
              <a:cxnLst/>
              <a:rect l="l" t="t" r="r" b="b"/>
              <a:pathLst>
                <a:path w="713163" h="355568" extrusionOk="0">
                  <a:moveTo>
                    <a:pt x="356582" y="355568"/>
                  </a:moveTo>
                  <a:cubicBezTo>
                    <a:pt x="256412" y="355568"/>
                    <a:pt x="159474" y="332708"/>
                    <a:pt x="90476" y="292799"/>
                  </a:cubicBezTo>
                  <a:cubicBezTo>
                    <a:pt x="32978" y="259556"/>
                    <a:pt x="0" y="217551"/>
                    <a:pt x="0" y="177737"/>
                  </a:cubicBezTo>
                  <a:cubicBezTo>
                    <a:pt x="0" y="137922"/>
                    <a:pt x="32978" y="96012"/>
                    <a:pt x="90476" y="62770"/>
                  </a:cubicBezTo>
                  <a:cubicBezTo>
                    <a:pt x="159474" y="22860"/>
                    <a:pt x="256412" y="0"/>
                    <a:pt x="356582" y="0"/>
                  </a:cubicBezTo>
                  <a:cubicBezTo>
                    <a:pt x="456752" y="0"/>
                    <a:pt x="553596" y="22860"/>
                    <a:pt x="622688" y="62770"/>
                  </a:cubicBezTo>
                  <a:cubicBezTo>
                    <a:pt x="680186" y="96012"/>
                    <a:pt x="713164" y="138017"/>
                    <a:pt x="713164" y="177832"/>
                  </a:cubicBezTo>
                  <a:cubicBezTo>
                    <a:pt x="713164" y="217646"/>
                    <a:pt x="680186" y="259556"/>
                    <a:pt x="622688" y="292799"/>
                  </a:cubicBezTo>
                  <a:cubicBezTo>
                    <a:pt x="553690" y="332708"/>
                    <a:pt x="456657" y="355568"/>
                    <a:pt x="356582" y="355568"/>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1" name="Google Shape;3118;p47">
              <a:extLst>
                <a:ext uri="{FF2B5EF4-FFF2-40B4-BE49-F238E27FC236}">
                  <a16:creationId xmlns:a16="http://schemas.microsoft.com/office/drawing/2014/main" id="{D65B5622-D5D0-F57D-423D-12C7840BDFD8}"/>
                </a:ext>
              </a:extLst>
            </p:cNvPr>
            <p:cNvSpPr/>
            <p:nvPr/>
          </p:nvSpPr>
          <p:spPr>
            <a:xfrm>
              <a:off x="4013211" y="1574958"/>
              <a:ext cx="818751" cy="408241"/>
            </a:xfrm>
            <a:custGeom>
              <a:avLst/>
              <a:gdLst/>
              <a:ahLst/>
              <a:cxnLst/>
              <a:rect l="l" t="t" r="r" b="b"/>
              <a:pathLst>
                <a:path w="818751" h="408241" extrusionOk="0">
                  <a:moveTo>
                    <a:pt x="409423" y="408242"/>
                  </a:moveTo>
                  <a:cubicBezTo>
                    <a:pt x="294427" y="408242"/>
                    <a:pt x="183138" y="382048"/>
                    <a:pt x="103876" y="336137"/>
                  </a:cubicBezTo>
                  <a:cubicBezTo>
                    <a:pt x="37825" y="298037"/>
                    <a:pt x="0" y="249841"/>
                    <a:pt x="0" y="204121"/>
                  </a:cubicBezTo>
                  <a:cubicBezTo>
                    <a:pt x="0" y="158401"/>
                    <a:pt x="38015" y="110299"/>
                    <a:pt x="103876" y="72009"/>
                  </a:cubicBezTo>
                  <a:cubicBezTo>
                    <a:pt x="183043" y="26194"/>
                    <a:pt x="294427" y="0"/>
                    <a:pt x="409328" y="0"/>
                  </a:cubicBezTo>
                  <a:cubicBezTo>
                    <a:pt x="524229" y="0"/>
                    <a:pt x="635708" y="26194"/>
                    <a:pt x="714875" y="72104"/>
                  </a:cubicBezTo>
                  <a:cubicBezTo>
                    <a:pt x="780926" y="110204"/>
                    <a:pt x="818751" y="158401"/>
                    <a:pt x="818751" y="204121"/>
                  </a:cubicBezTo>
                  <a:cubicBezTo>
                    <a:pt x="818751" y="249841"/>
                    <a:pt x="780736" y="297942"/>
                    <a:pt x="714875" y="336137"/>
                  </a:cubicBezTo>
                  <a:cubicBezTo>
                    <a:pt x="635708" y="382048"/>
                    <a:pt x="524324" y="408242"/>
                    <a:pt x="409423" y="408242"/>
                  </a:cubicBezTo>
                  <a:close/>
                </a:path>
              </a:pathLst>
            </a:custGeom>
            <a:solidFill>
              <a:srgbClr val="B7C0EE"/>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2" name="Google Shape;3119;p47">
              <a:extLst>
                <a:ext uri="{FF2B5EF4-FFF2-40B4-BE49-F238E27FC236}">
                  <a16:creationId xmlns:a16="http://schemas.microsoft.com/office/drawing/2014/main" id="{9F6146FC-4CD9-F608-93BD-EFCC39E594DE}"/>
                </a:ext>
              </a:extLst>
            </p:cNvPr>
            <p:cNvSpPr/>
            <p:nvPr/>
          </p:nvSpPr>
          <p:spPr>
            <a:xfrm>
              <a:off x="4013211" y="1522666"/>
              <a:ext cx="818751" cy="408336"/>
            </a:xfrm>
            <a:custGeom>
              <a:avLst/>
              <a:gdLst/>
              <a:ahLst/>
              <a:cxnLst/>
              <a:rect l="l" t="t" r="r" b="b"/>
              <a:pathLst>
                <a:path w="818751" h="408336" extrusionOk="0">
                  <a:moveTo>
                    <a:pt x="409423" y="408337"/>
                  </a:moveTo>
                  <a:cubicBezTo>
                    <a:pt x="294427" y="408337"/>
                    <a:pt x="183138" y="382048"/>
                    <a:pt x="103876" y="336233"/>
                  </a:cubicBezTo>
                  <a:cubicBezTo>
                    <a:pt x="37825" y="298133"/>
                    <a:pt x="0" y="249936"/>
                    <a:pt x="0" y="204216"/>
                  </a:cubicBezTo>
                  <a:cubicBezTo>
                    <a:pt x="0" y="158496"/>
                    <a:pt x="38015" y="110300"/>
                    <a:pt x="103876" y="72104"/>
                  </a:cubicBezTo>
                  <a:cubicBezTo>
                    <a:pt x="183043" y="26289"/>
                    <a:pt x="294427" y="0"/>
                    <a:pt x="409328" y="0"/>
                  </a:cubicBezTo>
                  <a:cubicBezTo>
                    <a:pt x="524229" y="0"/>
                    <a:pt x="635708" y="26289"/>
                    <a:pt x="714875" y="72104"/>
                  </a:cubicBezTo>
                  <a:cubicBezTo>
                    <a:pt x="780926" y="110204"/>
                    <a:pt x="818751" y="158496"/>
                    <a:pt x="818751" y="204216"/>
                  </a:cubicBezTo>
                  <a:cubicBezTo>
                    <a:pt x="818751" y="249936"/>
                    <a:pt x="780736" y="298037"/>
                    <a:pt x="714875" y="336233"/>
                  </a:cubicBezTo>
                  <a:cubicBezTo>
                    <a:pt x="635708" y="382334"/>
                    <a:pt x="524324" y="408337"/>
                    <a:pt x="409423" y="408337"/>
                  </a:cubicBezTo>
                  <a:close/>
                </a:path>
              </a:pathLst>
            </a:custGeom>
            <a:solidFill>
              <a:srgbClr val="3D348B"/>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3" name="Google Shape;3120;p47">
              <a:extLst>
                <a:ext uri="{FF2B5EF4-FFF2-40B4-BE49-F238E27FC236}">
                  <a16:creationId xmlns:a16="http://schemas.microsoft.com/office/drawing/2014/main" id="{2DFBEF2B-2918-EA8E-85A0-714883D20E7E}"/>
                </a:ext>
              </a:extLst>
            </p:cNvPr>
            <p:cNvSpPr/>
            <p:nvPr/>
          </p:nvSpPr>
          <p:spPr>
            <a:xfrm>
              <a:off x="3962270" y="1359312"/>
              <a:ext cx="920726" cy="532828"/>
            </a:xfrm>
            <a:custGeom>
              <a:avLst/>
              <a:gdLst/>
              <a:ahLst/>
              <a:cxnLst/>
              <a:rect l="l" t="t" r="r" b="b"/>
              <a:pathLst>
                <a:path w="920726" h="532828" extrusionOk="0">
                  <a:moveTo>
                    <a:pt x="920727" y="266414"/>
                  </a:moveTo>
                  <a:cubicBezTo>
                    <a:pt x="920727" y="413551"/>
                    <a:pt x="714615" y="532828"/>
                    <a:pt x="460363" y="532828"/>
                  </a:cubicBezTo>
                  <a:cubicBezTo>
                    <a:pt x="206112" y="532828"/>
                    <a:pt x="0" y="413551"/>
                    <a:pt x="0" y="266414"/>
                  </a:cubicBezTo>
                  <a:cubicBezTo>
                    <a:pt x="0" y="119278"/>
                    <a:pt x="206112" y="0"/>
                    <a:pt x="460363" y="0"/>
                  </a:cubicBezTo>
                  <a:cubicBezTo>
                    <a:pt x="714615" y="0"/>
                    <a:pt x="920727" y="119278"/>
                    <a:pt x="920727" y="266414"/>
                  </a:cubicBezTo>
                  <a:close/>
                </a:path>
              </a:pathLst>
            </a:custGeom>
            <a:solidFill>
              <a:srgbClr val="FFDF57"/>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4" name="Google Shape;3121;p47">
              <a:extLst>
                <a:ext uri="{FF2B5EF4-FFF2-40B4-BE49-F238E27FC236}">
                  <a16:creationId xmlns:a16="http://schemas.microsoft.com/office/drawing/2014/main" id="{7C32880D-90A6-1D15-1A89-BBEBC5958665}"/>
                </a:ext>
              </a:extLst>
            </p:cNvPr>
            <p:cNvSpPr/>
            <p:nvPr/>
          </p:nvSpPr>
          <p:spPr>
            <a:xfrm>
              <a:off x="4264396"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5" name="Google Shape;3122;p47">
              <a:extLst>
                <a:ext uri="{FF2B5EF4-FFF2-40B4-BE49-F238E27FC236}">
                  <a16:creationId xmlns:a16="http://schemas.microsoft.com/office/drawing/2014/main" id="{0A2ED494-0FBC-9A9E-D184-3EE22768BF1A}"/>
                </a:ext>
              </a:extLst>
            </p:cNvPr>
            <p:cNvSpPr/>
            <p:nvPr/>
          </p:nvSpPr>
          <p:spPr>
            <a:xfrm>
              <a:off x="4543522" y="969264"/>
              <a:ext cx="40771" cy="635222"/>
            </a:xfrm>
            <a:custGeom>
              <a:avLst/>
              <a:gdLst/>
              <a:ahLst/>
              <a:cxnLst/>
              <a:rect l="l" t="t" r="r" b="b"/>
              <a:pathLst>
                <a:path w="40771" h="635222" extrusionOk="0">
                  <a:moveTo>
                    <a:pt x="0" y="0"/>
                  </a:moveTo>
                  <a:lnTo>
                    <a:pt x="40771" y="0"/>
                  </a:lnTo>
                  <a:lnTo>
                    <a:pt x="40771" y="635222"/>
                  </a:lnTo>
                  <a:lnTo>
                    <a:pt x="0" y="635222"/>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6" name="Google Shape;3123;p47">
              <a:extLst>
                <a:ext uri="{FF2B5EF4-FFF2-40B4-BE49-F238E27FC236}">
                  <a16:creationId xmlns:a16="http://schemas.microsoft.com/office/drawing/2014/main" id="{ACD0C542-DEE1-56CA-3621-0E2F9CD52AB1}"/>
                </a:ext>
              </a:extLst>
            </p:cNvPr>
            <p:cNvSpPr/>
            <p:nvPr/>
          </p:nvSpPr>
          <p:spPr>
            <a:xfrm>
              <a:off x="4264396" y="901827"/>
              <a:ext cx="319897" cy="108775"/>
            </a:xfrm>
            <a:custGeom>
              <a:avLst/>
              <a:gdLst/>
              <a:ahLst/>
              <a:cxnLst/>
              <a:rect l="l" t="t" r="r" b="b"/>
              <a:pathLst>
                <a:path w="319897" h="108775" extrusionOk="0">
                  <a:moveTo>
                    <a:pt x="157098" y="108775"/>
                  </a:moveTo>
                  <a:lnTo>
                    <a:pt x="97319" y="53911"/>
                  </a:lnTo>
                  <a:lnTo>
                    <a:pt x="23950" y="103156"/>
                  </a:lnTo>
                  <a:lnTo>
                    <a:pt x="0" y="67532"/>
                  </a:lnTo>
                  <a:lnTo>
                    <a:pt x="101310" y="857"/>
                  </a:lnTo>
                  <a:lnTo>
                    <a:pt x="159379" y="54102"/>
                  </a:lnTo>
                  <a:lnTo>
                    <a:pt x="228946" y="0"/>
                  </a:lnTo>
                  <a:lnTo>
                    <a:pt x="319897" y="67532"/>
                  </a:lnTo>
                  <a:lnTo>
                    <a:pt x="291481" y="100203"/>
                  </a:lnTo>
                  <a:lnTo>
                    <a:pt x="228851" y="53054"/>
                  </a:lnTo>
                  <a:lnTo>
                    <a:pt x="157098" y="108775"/>
                  </a:lnTo>
                  <a:close/>
                </a:path>
              </a:pathLst>
            </a:custGeom>
            <a:solidFill>
              <a:srgbClr val="D8AA4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37" name="Google Shape;3124;p47">
              <a:extLst>
                <a:ext uri="{FF2B5EF4-FFF2-40B4-BE49-F238E27FC236}">
                  <a16:creationId xmlns:a16="http://schemas.microsoft.com/office/drawing/2014/main" id="{148DFF14-B8F1-2AE2-7A51-BD467EC63AA0}"/>
                </a:ext>
              </a:extLst>
            </p:cNvPr>
            <p:cNvSpPr/>
            <p:nvPr/>
          </p:nvSpPr>
          <p:spPr>
            <a:xfrm>
              <a:off x="3749667" y="190500"/>
              <a:ext cx="1343462" cy="1451800"/>
            </a:xfrm>
            <a:custGeom>
              <a:avLst/>
              <a:gdLst/>
              <a:ahLst/>
              <a:cxnLst/>
              <a:rect l="l" t="t" r="r" b="b"/>
              <a:pathLst>
                <a:path w="1343462" h="1451800" extrusionOk="0">
                  <a:moveTo>
                    <a:pt x="1132665" y="1449134"/>
                  </a:moveTo>
                  <a:cubicBezTo>
                    <a:pt x="1133425" y="1389317"/>
                    <a:pt x="1143689" y="1212723"/>
                    <a:pt x="1283870" y="969359"/>
                  </a:cubicBezTo>
                  <a:cubicBezTo>
                    <a:pt x="1449711" y="681419"/>
                    <a:pt x="1276837" y="0"/>
                    <a:pt x="671731" y="0"/>
                  </a:cubicBezTo>
                  <a:cubicBezTo>
                    <a:pt x="66625" y="0"/>
                    <a:pt x="-106249" y="681419"/>
                    <a:pt x="59592" y="969359"/>
                  </a:cubicBezTo>
                  <a:cubicBezTo>
                    <a:pt x="180766" y="1179767"/>
                    <a:pt x="207186" y="1366457"/>
                    <a:pt x="212698" y="1451801"/>
                  </a:cubicBezTo>
                </a:path>
              </a:pathLst>
            </a:custGeom>
            <a:solidFill>
              <a:srgbClr val="FFDF57">
                <a:alpha val="6863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nvGrpSpPr>
            <p:cNvPr id="1038" name="Google Shape;3125;p47">
              <a:extLst>
                <a:ext uri="{FF2B5EF4-FFF2-40B4-BE49-F238E27FC236}">
                  <a16:creationId xmlns:a16="http://schemas.microsoft.com/office/drawing/2014/main" id="{A3F5BAA8-3BF0-8E6D-0BA0-950883F0B465}"/>
                </a:ext>
              </a:extLst>
            </p:cNvPr>
            <p:cNvGrpSpPr/>
            <p:nvPr/>
          </p:nvGrpSpPr>
          <p:grpSpPr>
            <a:xfrm>
              <a:off x="3923682" y="3244965"/>
              <a:ext cx="195764" cy="131404"/>
              <a:chOff x="5733332" y="4102215"/>
              <a:chExt cx="195764" cy="131404"/>
            </a:xfrm>
          </p:grpSpPr>
          <p:sp>
            <p:nvSpPr>
              <p:cNvPr id="2215" name="Google Shape;3126;p47">
                <a:extLst>
                  <a:ext uri="{FF2B5EF4-FFF2-40B4-BE49-F238E27FC236}">
                    <a16:creationId xmlns:a16="http://schemas.microsoft.com/office/drawing/2014/main" id="{B42D3791-7CF1-4F2A-F3A3-71A1335617C9}"/>
                  </a:ext>
                </a:extLst>
              </p:cNvPr>
              <p:cNvSpPr/>
              <p:nvPr/>
            </p:nvSpPr>
            <p:spPr>
              <a:xfrm>
                <a:off x="5734887" y="4131087"/>
                <a:ext cx="177232" cy="100744"/>
              </a:xfrm>
              <a:custGeom>
                <a:avLst/>
                <a:gdLst/>
                <a:ahLst/>
                <a:cxnLst/>
                <a:rect l="l" t="t" r="r" b="b"/>
                <a:pathLst>
                  <a:path w="177232" h="100744" extrusionOk="0">
                    <a:moveTo>
                      <a:pt x="177024" y="99346"/>
                    </a:moveTo>
                    <a:lnTo>
                      <a:pt x="150604" y="74581"/>
                    </a:lnTo>
                    <a:cubicBezTo>
                      <a:pt x="147249" y="69713"/>
                      <a:pt x="143219" y="65351"/>
                      <a:pt x="138629" y="61627"/>
                    </a:cubicBezTo>
                    <a:cubicBezTo>
                      <a:pt x="136623" y="59941"/>
                      <a:pt x="134495" y="58417"/>
                      <a:pt x="132261" y="57055"/>
                    </a:cubicBezTo>
                    <a:lnTo>
                      <a:pt x="98048" y="34195"/>
                    </a:lnTo>
                    <a:lnTo>
                      <a:pt x="60698" y="17621"/>
                    </a:lnTo>
                    <a:cubicBezTo>
                      <a:pt x="58407" y="16564"/>
                      <a:pt x="56060" y="15640"/>
                      <a:pt x="53665" y="14859"/>
                    </a:cubicBezTo>
                    <a:cubicBezTo>
                      <a:pt x="48162" y="13021"/>
                      <a:pt x="42441" y="11935"/>
                      <a:pt x="36653" y="11621"/>
                    </a:cubicBezTo>
                    <a:lnTo>
                      <a:pt x="1109" y="0"/>
                    </a:lnTo>
                    <a:cubicBezTo>
                      <a:pt x="-887" y="0"/>
                      <a:pt x="254" y="3620"/>
                      <a:pt x="1109" y="5144"/>
                    </a:cubicBezTo>
                    <a:lnTo>
                      <a:pt x="4530" y="6572"/>
                    </a:lnTo>
                    <a:cubicBezTo>
                      <a:pt x="8807" y="8192"/>
                      <a:pt x="5196" y="7620"/>
                      <a:pt x="9662" y="10763"/>
                    </a:cubicBezTo>
                    <a:lnTo>
                      <a:pt x="30096" y="16002"/>
                    </a:lnTo>
                    <a:cubicBezTo>
                      <a:pt x="43106" y="15507"/>
                      <a:pt x="55984" y="18822"/>
                      <a:pt x="67160" y="25527"/>
                    </a:cubicBezTo>
                    <a:lnTo>
                      <a:pt x="94246" y="39148"/>
                    </a:lnTo>
                    <a:lnTo>
                      <a:pt x="120287" y="54864"/>
                    </a:lnTo>
                    <a:cubicBezTo>
                      <a:pt x="131729" y="61170"/>
                      <a:pt x="140853" y="70980"/>
                      <a:pt x="146327" y="82868"/>
                    </a:cubicBezTo>
                    <a:lnTo>
                      <a:pt x="160107" y="94012"/>
                    </a:lnTo>
                    <a:cubicBezTo>
                      <a:pt x="164384" y="98012"/>
                      <a:pt x="161913" y="96298"/>
                      <a:pt x="168281" y="97250"/>
                    </a:cubicBezTo>
                    <a:lnTo>
                      <a:pt x="171797" y="100298"/>
                    </a:lnTo>
                    <a:cubicBezTo>
                      <a:pt x="174363" y="100965"/>
                      <a:pt x="178165" y="101060"/>
                      <a:pt x="177024" y="99346"/>
                    </a:cubicBezTo>
                    <a:close/>
                  </a:path>
                </a:pathLst>
              </a:custGeom>
              <a:solidFill>
                <a:srgbClr val="000000">
                  <a:alpha val="2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6" name="Google Shape;3127;p47">
                <a:extLst>
                  <a:ext uri="{FF2B5EF4-FFF2-40B4-BE49-F238E27FC236}">
                    <a16:creationId xmlns:a16="http://schemas.microsoft.com/office/drawing/2014/main" id="{39B642C7-1475-7979-7F8F-E22F5E3FCBCD}"/>
                  </a:ext>
                </a:extLst>
              </p:cNvPr>
              <p:cNvSpPr/>
              <p:nvPr/>
            </p:nvSpPr>
            <p:spPr>
              <a:xfrm>
                <a:off x="5750846" y="4118425"/>
                <a:ext cx="155883" cy="109857"/>
              </a:xfrm>
              <a:custGeom>
                <a:avLst/>
                <a:gdLst/>
                <a:ahLst/>
                <a:cxnLst/>
                <a:rect l="l" t="t" r="r" b="b"/>
                <a:pathLst>
                  <a:path w="155883" h="109857" extrusionOk="0">
                    <a:moveTo>
                      <a:pt x="86746" y="59620"/>
                    </a:moveTo>
                    <a:cubicBezTo>
                      <a:pt x="88855" y="56363"/>
                      <a:pt x="91688" y="53619"/>
                      <a:pt x="95014" y="51619"/>
                    </a:cubicBezTo>
                    <a:cubicBezTo>
                      <a:pt x="99851" y="48647"/>
                      <a:pt x="105525" y="47342"/>
                      <a:pt x="111170" y="47904"/>
                    </a:cubicBezTo>
                    <a:cubicBezTo>
                      <a:pt x="117832" y="48590"/>
                      <a:pt x="124295" y="50600"/>
                      <a:pt x="130178" y="53810"/>
                    </a:cubicBezTo>
                    <a:lnTo>
                      <a:pt x="130843" y="53810"/>
                    </a:lnTo>
                    <a:lnTo>
                      <a:pt x="140347" y="58953"/>
                    </a:lnTo>
                    <a:cubicBezTo>
                      <a:pt x="142818" y="60287"/>
                      <a:pt x="145099" y="61811"/>
                      <a:pt x="147380" y="63335"/>
                    </a:cubicBezTo>
                    <a:lnTo>
                      <a:pt x="151751" y="66573"/>
                    </a:lnTo>
                    <a:cubicBezTo>
                      <a:pt x="158309" y="71812"/>
                      <a:pt x="156408" y="82099"/>
                      <a:pt x="150611" y="90290"/>
                    </a:cubicBezTo>
                    <a:cubicBezTo>
                      <a:pt x="147399" y="94863"/>
                      <a:pt x="143702" y="99082"/>
                      <a:pt x="139587" y="102863"/>
                    </a:cubicBezTo>
                    <a:cubicBezTo>
                      <a:pt x="132231" y="109264"/>
                      <a:pt x="122119" y="111455"/>
                      <a:pt x="112786" y="108674"/>
                    </a:cubicBezTo>
                    <a:cubicBezTo>
                      <a:pt x="108528" y="107331"/>
                      <a:pt x="104413" y="105540"/>
                      <a:pt x="100526" y="103340"/>
                    </a:cubicBezTo>
                    <a:cubicBezTo>
                      <a:pt x="96934" y="101235"/>
                      <a:pt x="93522" y="98815"/>
                      <a:pt x="90357" y="96101"/>
                    </a:cubicBezTo>
                    <a:cubicBezTo>
                      <a:pt x="82374" y="88624"/>
                      <a:pt x="79874" y="76965"/>
                      <a:pt x="84084" y="66859"/>
                    </a:cubicBezTo>
                    <a:cubicBezTo>
                      <a:pt x="84702" y="64354"/>
                      <a:pt x="85596" y="61925"/>
                      <a:pt x="86746" y="59620"/>
                    </a:cubicBezTo>
                    <a:close/>
                    <a:moveTo>
                      <a:pt x="8339" y="11995"/>
                    </a:moveTo>
                    <a:cubicBezTo>
                      <a:pt x="13471" y="4089"/>
                      <a:pt x="22215" y="-1912"/>
                      <a:pt x="29628" y="565"/>
                    </a:cubicBezTo>
                    <a:lnTo>
                      <a:pt x="34380" y="2375"/>
                    </a:lnTo>
                    <a:cubicBezTo>
                      <a:pt x="36784" y="3318"/>
                      <a:pt x="39132" y="4394"/>
                      <a:pt x="41412" y="5613"/>
                    </a:cubicBezTo>
                    <a:lnTo>
                      <a:pt x="50061" y="10090"/>
                    </a:lnTo>
                    <a:lnTo>
                      <a:pt x="50631" y="10090"/>
                    </a:lnTo>
                    <a:cubicBezTo>
                      <a:pt x="56067" y="12967"/>
                      <a:pt x="60772" y="17034"/>
                      <a:pt x="64412" y="21996"/>
                    </a:cubicBezTo>
                    <a:cubicBezTo>
                      <a:pt x="67424" y="26073"/>
                      <a:pt x="68688" y="31178"/>
                      <a:pt x="67928" y="36188"/>
                    </a:cubicBezTo>
                    <a:cubicBezTo>
                      <a:pt x="67358" y="39875"/>
                      <a:pt x="65932" y="43361"/>
                      <a:pt x="63746" y="46380"/>
                    </a:cubicBezTo>
                    <a:cubicBezTo>
                      <a:pt x="61969" y="48533"/>
                      <a:pt x="59964" y="50476"/>
                      <a:pt x="57759" y="52190"/>
                    </a:cubicBezTo>
                    <a:cubicBezTo>
                      <a:pt x="49652" y="60106"/>
                      <a:pt x="37972" y="63116"/>
                      <a:pt x="27062" y="60096"/>
                    </a:cubicBezTo>
                    <a:cubicBezTo>
                      <a:pt x="23241" y="58877"/>
                      <a:pt x="19544" y="57286"/>
                      <a:pt x="16037" y="55334"/>
                    </a:cubicBezTo>
                    <a:cubicBezTo>
                      <a:pt x="12645" y="53238"/>
                      <a:pt x="9461" y="50809"/>
                      <a:pt x="6534" y="48095"/>
                    </a:cubicBezTo>
                    <a:cubicBezTo>
                      <a:pt x="309" y="42285"/>
                      <a:pt x="-1687" y="33236"/>
                      <a:pt x="1497" y="25330"/>
                    </a:cubicBezTo>
                    <a:cubicBezTo>
                      <a:pt x="3274" y="20672"/>
                      <a:pt x="5574" y="16234"/>
                      <a:pt x="8339" y="12090"/>
                    </a:cubicBezTo>
                    <a:close/>
                  </a:path>
                </a:pathLst>
              </a:custGeom>
              <a:solidFill>
                <a:srgbClr val="000000">
                  <a:alpha val="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7" name="Google Shape;3128;p47">
                <a:extLst>
                  <a:ext uri="{FF2B5EF4-FFF2-40B4-BE49-F238E27FC236}">
                    <a16:creationId xmlns:a16="http://schemas.microsoft.com/office/drawing/2014/main" id="{A2393EDA-1B6C-7D91-D058-0108422A75C6}"/>
                  </a:ext>
                </a:extLst>
              </p:cNvPr>
              <p:cNvSpPr/>
              <p:nvPr/>
            </p:nvSpPr>
            <p:spPr>
              <a:xfrm>
                <a:off x="5733332" y="4130673"/>
                <a:ext cx="192169" cy="73375"/>
              </a:xfrm>
              <a:custGeom>
                <a:avLst/>
                <a:gdLst/>
                <a:ahLst/>
                <a:cxnLst/>
                <a:rect l="l" t="t" r="r" b="b"/>
                <a:pathLst>
                  <a:path w="192169" h="73375" extrusionOk="0">
                    <a:moveTo>
                      <a:pt x="15779" y="11368"/>
                    </a:moveTo>
                    <a:lnTo>
                      <a:pt x="36117" y="9463"/>
                    </a:lnTo>
                    <a:cubicBezTo>
                      <a:pt x="48995" y="8187"/>
                      <a:pt x="61967" y="10768"/>
                      <a:pt x="73372" y="16893"/>
                    </a:cubicBezTo>
                    <a:lnTo>
                      <a:pt x="185611" y="73376"/>
                    </a:lnTo>
                    <a:lnTo>
                      <a:pt x="192169" y="63851"/>
                    </a:lnTo>
                    <a:lnTo>
                      <a:pt x="66529" y="8320"/>
                    </a:lnTo>
                    <a:cubicBezTo>
                      <a:pt x="58974" y="4777"/>
                      <a:pt x="50810" y="2739"/>
                      <a:pt x="42484" y="2320"/>
                    </a:cubicBezTo>
                    <a:lnTo>
                      <a:pt x="2569" y="34"/>
                    </a:lnTo>
                    <a:cubicBezTo>
                      <a:pt x="1381" y="-176"/>
                      <a:pt x="250" y="614"/>
                      <a:pt x="31" y="1805"/>
                    </a:cubicBezTo>
                    <a:cubicBezTo>
                      <a:pt x="-73" y="2424"/>
                      <a:pt x="88" y="3063"/>
                      <a:pt x="478" y="3558"/>
                    </a:cubicBezTo>
                    <a:lnTo>
                      <a:pt x="1523" y="4987"/>
                    </a:lnTo>
                    <a:cubicBezTo>
                      <a:pt x="4869" y="9425"/>
                      <a:pt x="10248" y="11835"/>
                      <a:pt x="15779" y="11368"/>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8" name="Google Shape;3129;p47">
                <a:extLst>
                  <a:ext uri="{FF2B5EF4-FFF2-40B4-BE49-F238E27FC236}">
                    <a16:creationId xmlns:a16="http://schemas.microsoft.com/office/drawing/2014/main" id="{E4BC3CE8-5ED2-5B14-946E-A612682CCE37}"/>
                  </a:ext>
                </a:extLst>
              </p:cNvPr>
              <p:cNvSpPr/>
              <p:nvPr/>
            </p:nvSpPr>
            <p:spPr>
              <a:xfrm>
                <a:off x="5757380" y="4106036"/>
                <a:ext cx="156130" cy="127583"/>
              </a:xfrm>
              <a:custGeom>
                <a:avLst/>
                <a:gdLst/>
                <a:ahLst/>
                <a:cxnLst/>
                <a:rect l="l" t="t" r="r" b="b"/>
                <a:pathLst>
                  <a:path w="156130" h="127583" extrusionOk="0">
                    <a:moveTo>
                      <a:pt x="136950" y="117539"/>
                    </a:moveTo>
                    <a:lnTo>
                      <a:pt x="128491" y="98489"/>
                    </a:lnTo>
                    <a:cubicBezTo>
                      <a:pt x="123036" y="86601"/>
                      <a:pt x="113950" y="76762"/>
                      <a:pt x="102546" y="70390"/>
                    </a:cubicBezTo>
                    <a:lnTo>
                      <a:pt x="0" y="8858"/>
                    </a:lnTo>
                    <a:lnTo>
                      <a:pt x="5797" y="0"/>
                    </a:lnTo>
                    <a:lnTo>
                      <a:pt x="114236" y="72295"/>
                    </a:lnTo>
                    <a:cubicBezTo>
                      <a:pt x="121439" y="76876"/>
                      <a:pt x="127645" y="82868"/>
                      <a:pt x="132483" y="89916"/>
                    </a:cubicBezTo>
                    <a:lnTo>
                      <a:pt x="155767" y="124016"/>
                    </a:lnTo>
                    <a:cubicBezTo>
                      <a:pt x="156908" y="125730"/>
                      <a:pt x="155197" y="127921"/>
                      <a:pt x="152916" y="127540"/>
                    </a:cubicBezTo>
                    <a:lnTo>
                      <a:pt x="150920" y="127540"/>
                    </a:lnTo>
                    <a:cubicBezTo>
                      <a:pt x="144866" y="126816"/>
                      <a:pt x="139601" y="123044"/>
                      <a:pt x="136950" y="117539"/>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9" name="Google Shape;3130;p47">
                <a:extLst>
                  <a:ext uri="{FF2B5EF4-FFF2-40B4-BE49-F238E27FC236}">
                    <a16:creationId xmlns:a16="http://schemas.microsoft.com/office/drawing/2014/main" id="{98D95E6C-AEED-197E-9322-E757A9D75592}"/>
                  </a:ext>
                </a:extLst>
              </p:cNvPr>
              <p:cNvSpPr/>
              <p:nvPr/>
            </p:nvSpPr>
            <p:spPr>
              <a:xfrm>
                <a:off x="5834686" y="4162247"/>
                <a:ext cx="73778" cy="62054"/>
              </a:xfrm>
              <a:custGeom>
                <a:avLst/>
                <a:gdLst/>
                <a:ahLst/>
                <a:cxnLst/>
                <a:rect l="l" t="t" r="r" b="b"/>
                <a:pathLst>
                  <a:path w="73778" h="62054" extrusionOk="0">
                    <a:moveTo>
                      <a:pt x="29231" y="178"/>
                    </a:moveTo>
                    <a:cubicBezTo>
                      <a:pt x="35893" y="835"/>
                      <a:pt x="42346" y="2807"/>
                      <a:pt x="48239" y="5988"/>
                    </a:cubicBezTo>
                    <a:lnTo>
                      <a:pt x="48809" y="5988"/>
                    </a:lnTo>
                    <a:lnTo>
                      <a:pt x="58313" y="11036"/>
                    </a:lnTo>
                    <a:cubicBezTo>
                      <a:pt x="60783" y="12465"/>
                      <a:pt x="63064" y="13894"/>
                      <a:pt x="65345" y="15418"/>
                    </a:cubicBezTo>
                    <a:cubicBezTo>
                      <a:pt x="67626" y="16942"/>
                      <a:pt x="68292" y="17608"/>
                      <a:pt x="69717" y="18751"/>
                    </a:cubicBezTo>
                    <a:cubicBezTo>
                      <a:pt x="76180" y="23895"/>
                      <a:pt x="74279" y="34277"/>
                      <a:pt x="68577" y="42373"/>
                    </a:cubicBezTo>
                    <a:cubicBezTo>
                      <a:pt x="65383" y="46993"/>
                      <a:pt x="61658" y="51222"/>
                      <a:pt x="57457" y="54946"/>
                    </a:cubicBezTo>
                    <a:cubicBezTo>
                      <a:pt x="50187" y="61442"/>
                      <a:pt x="40075" y="63681"/>
                      <a:pt x="30752" y="60852"/>
                    </a:cubicBezTo>
                    <a:cubicBezTo>
                      <a:pt x="26503" y="59433"/>
                      <a:pt x="22398" y="57613"/>
                      <a:pt x="18492" y="55422"/>
                    </a:cubicBezTo>
                    <a:cubicBezTo>
                      <a:pt x="14852" y="53384"/>
                      <a:pt x="11440" y="50955"/>
                      <a:pt x="8323" y="48184"/>
                    </a:cubicBezTo>
                    <a:cubicBezTo>
                      <a:pt x="301" y="40764"/>
                      <a:pt x="-2208" y="29105"/>
                      <a:pt x="2050" y="19037"/>
                    </a:cubicBezTo>
                    <a:cubicBezTo>
                      <a:pt x="2763" y="16370"/>
                      <a:pt x="3808" y="13808"/>
                      <a:pt x="5186" y="11417"/>
                    </a:cubicBezTo>
                    <a:cubicBezTo>
                      <a:pt x="7325" y="8179"/>
                      <a:pt x="10147" y="5445"/>
                      <a:pt x="13455" y="3416"/>
                    </a:cubicBezTo>
                    <a:cubicBezTo>
                      <a:pt x="18226" y="663"/>
                      <a:pt x="23757" y="-470"/>
                      <a:pt x="29231" y="178"/>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0" name="Google Shape;3131;p47">
                <a:extLst>
                  <a:ext uri="{FF2B5EF4-FFF2-40B4-BE49-F238E27FC236}">
                    <a16:creationId xmlns:a16="http://schemas.microsoft.com/office/drawing/2014/main" id="{A6F1692F-2DF0-6E33-F3D7-02121FFD42E5}"/>
                  </a:ext>
                </a:extLst>
              </p:cNvPr>
              <p:cNvSpPr/>
              <p:nvPr/>
            </p:nvSpPr>
            <p:spPr>
              <a:xfrm>
                <a:off x="5745586" y="4102215"/>
                <a:ext cx="183510" cy="128783"/>
              </a:xfrm>
              <a:custGeom>
                <a:avLst/>
                <a:gdLst/>
                <a:ahLst/>
                <a:cxnLst/>
                <a:rect l="l" t="t" r="r" b="b"/>
                <a:pathLst>
                  <a:path w="183510" h="128783" extrusionOk="0">
                    <a:moveTo>
                      <a:pt x="14550" y="1821"/>
                    </a:moveTo>
                    <a:lnTo>
                      <a:pt x="9608" y="9632"/>
                    </a:lnTo>
                    <a:cubicBezTo>
                      <a:pt x="8753" y="10575"/>
                      <a:pt x="8753" y="12022"/>
                      <a:pt x="9608" y="12965"/>
                    </a:cubicBezTo>
                    <a:cubicBezTo>
                      <a:pt x="11347" y="14527"/>
                      <a:pt x="11822" y="17071"/>
                      <a:pt x="10748" y="19157"/>
                    </a:cubicBezTo>
                    <a:lnTo>
                      <a:pt x="2575" y="36301"/>
                    </a:lnTo>
                    <a:cubicBezTo>
                      <a:pt x="-2329" y="46274"/>
                      <a:pt x="-86" y="58304"/>
                      <a:pt x="8087" y="65829"/>
                    </a:cubicBezTo>
                    <a:lnTo>
                      <a:pt x="8087" y="65829"/>
                    </a:lnTo>
                    <a:cubicBezTo>
                      <a:pt x="14997" y="72001"/>
                      <a:pt x="23170" y="76583"/>
                      <a:pt x="32037" y="79259"/>
                    </a:cubicBezTo>
                    <a:lnTo>
                      <a:pt x="32037" y="79259"/>
                    </a:lnTo>
                    <a:cubicBezTo>
                      <a:pt x="45494" y="83374"/>
                      <a:pt x="60111" y="79717"/>
                      <a:pt x="70052" y="69734"/>
                    </a:cubicBezTo>
                    <a:lnTo>
                      <a:pt x="77655" y="62019"/>
                    </a:lnTo>
                    <a:cubicBezTo>
                      <a:pt x="79337" y="60381"/>
                      <a:pt x="80354" y="58171"/>
                      <a:pt x="80506" y="55828"/>
                    </a:cubicBezTo>
                    <a:cubicBezTo>
                      <a:pt x="81029" y="52180"/>
                      <a:pt x="84393" y="49646"/>
                      <a:pt x="88033" y="50170"/>
                    </a:cubicBezTo>
                    <a:cubicBezTo>
                      <a:pt x="88718" y="50265"/>
                      <a:pt x="89383" y="50475"/>
                      <a:pt x="90010" y="50780"/>
                    </a:cubicBezTo>
                    <a:lnTo>
                      <a:pt x="91911" y="51732"/>
                    </a:lnTo>
                    <a:lnTo>
                      <a:pt x="93811" y="52875"/>
                    </a:lnTo>
                    <a:cubicBezTo>
                      <a:pt x="96321" y="54694"/>
                      <a:pt x="96891" y="58209"/>
                      <a:pt x="95075" y="60723"/>
                    </a:cubicBezTo>
                    <a:cubicBezTo>
                      <a:pt x="94572" y="61419"/>
                      <a:pt x="93906" y="62000"/>
                      <a:pt x="93146" y="62400"/>
                    </a:cubicBezTo>
                    <a:cubicBezTo>
                      <a:pt x="91008" y="63533"/>
                      <a:pt x="89307" y="65343"/>
                      <a:pt x="88299" y="67543"/>
                    </a:cubicBezTo>
                    <a:lnTo>
                      <a:pt x="84023" y="77068"/>
                    </a:lnTo>
                    <a:cubicBezTo>
                      <a:pt x="78482" y="89508"/>
                      <a:pt x="81770" y="104119"/>
                      <a:pt x="92101" y="112978"/>
                    </a:cubicBezTo>
                    <a:lnTo>
                      <a:pt x="92101" y="112978"/>
                    </a:lnTo>
                    <a:cubicBezTo>
                      <a:pt x="99362" y="119398"/>
                      <a:pt x="107877" y="124227"/>
                      <a:pt x="117096" y="127170"/>
                    </a:cubicBezTo>
                    <a:lnTo>
                      <a:pt x="117096" y="127170"/>
                    </a:lnTo>
                    <a:cubicBezTo>
                      <a:pt x="129156" y="131066"/>
                      <a:pt x="142366" y="127780"/>
                      <a:pt x="151214" y="118693"/>
                    </a:cubicBezTo>
                    <a:lnTo>
                      <a:pt x="165470" y="103643"/>
                    </a:lnTo>
                    <a:cubicBezTo>
                      <a:pt x="167409" y="101700"/>
                      <a:pt x="170250" y="100967"/>
                      <a:pt x="172883" y="101738"/>
                    </a:cubicBezTo>
                    <a:cubicBezTo>
                      <a:pt x="174290" y="102224"/>
                      <a:pt x="175858" y="101767"/>
                      <a:pt x="176780" y="100595"/>
                    </a:cubicBezTo>
                    <a:lnTo>
                      <a:pt x="182577" y="92594"/>
                    </a:lnTo>
                    <a:cubicBezTo>
                      <a:pt x="183822" y="91108"/>
                      <a:pt x="183822" y="88937"/>
                      <a:pt x="182577" y="87451"/>
                    </a:cubicBezTo>
                    <a:cubicBezTo>
                      <a:pt x="173501" y="78412"/>
                      <a:pt x="163047" y="70887"/>
                      <a:pt x="151595" y="65162"/>
                    </a:cubicBezTo>
                    <a:lnTo>
                      <a:pt x="142091" y="60019"/>
                    </a:lnTo>
                    <a:cubicBezTo>
                      <a:pt x="135058" y="56180"/>
                      <a:pt x="127341" y="53789"/>
                      <a:pt x="119377" y="52970"/>
                    </a:cubicBezTo>
                    <a:lnTo>
                      <a:pt x="112344" y="52208"/>
                    </a:lnTo>
                    <a:cubicBezTo>
                      <a:pt x="110776" y="52284"/>
                      <a:pt x="109236" y="51732"/>
                      <a:pt x="108067" y="50684"/>
                    </a:cubicBezTo>
                    <a:cubicBezTo>
                      <a:pt x="107373" y="49703"/>
                      <a:pt x="106461" y="48884"/>
                      <a:pt x="105406" y="48303"/>
                    </a:cubicBezTo>
                    <a:lnTo>
                      <a:pt x="97613" y="44112"/>
                    </a:lnTo>
                    <a:lnTo>
                      <a:pt x="89820" y="39826"/>
                    </a:lnTo>
                    <a:cubicBezTo>
                      <a:pt x="88699" y="39254"/>
                      <a:pt x="87463" y="38930"/>
                      <a:pt x="86208" y="38873"/>
                    </a:cubicBezTo>
                    <a:cubicBezTo>
                      <a:pt x="84374" y="38826"/>
                      <a:pt x="82664" y="37949"/>
                      <a:pt x="81552" y="36492"/>
                    </a:cubicBezTo>
                    <a:lnTo>
                      <a:pt x="77750" y="31349"/>
                    </a:lnTo>
                    <a:cubicBezTo>
                      <a:pt x="73359" y="25453"/>
                      <a:pt x="67667" y="20661"/>
                      <a:pt x="61118" y="17347"/>
                    </a:cubicBezTo>
                    <a:lnTo>
                      <a:pt x="52470" y="12775"/>
                    </a:lnTo>
                    <a:cubicBezTo>
                      <a:pt x="42244" y="6698"/>
                      <a:pt x="31058" y="2412"/>
                      <a:pt x="19397" y="107"/>
                    </a:cubicBezTo>
                    <a:cubicBezTo>
                      <a:pt x="17591" y="-275"/>
                      <a:pt x="15719" y="383"/>
                      <a:pt x="14550" y="1821"/>
                    </a:cubicBezTo>
                    <a:close/>
                    <a:moveTo>
                      <a:pt x="93906" y="72020"/>
                    </a:moveTo>
                    <a:cubicBezTo>
                      <a:pt x="96045" y="68782"/>
                      <a:pt x="98867" y="66048"/>
                      <a:pt x="102175" y="64019"/>
                    </a:cubicBezTo>
                    <a:cubicBezTo>
                      <a:pt x="107012" y="61048"/>
                      <a:pt x="112696" y="59781"/>
                      <a:pt x="118331" y="60400"/>
                    </a:cubicBezTo>
                    <a:cubicBezTo>
                      <a:pt x="124993" y="61057"/>
                      <a:pt x="131447" y="63029"/>
                      <a:pt x="137339" y="66210"/>
                    </a:cubicBezTo>
                    <a:lnTo>
                      <a:pt x="137909" y="66210"/>
                    </a:lnTo>
                    <a:lnTo>
                      <a:pt x="147413" y="71258"/>
                    </a:lnTo>
                    <a:cubicBezTo>
                      <a:pt x="149884" y="72687"/>
                      <a:pt x="152165" y="74116"/>
                      <a:pt x="154446" y="75640"/>
                    </a:cubicBezTo>
                    <a:cubicBezTo>
                      <a:pt x="156727" y="77164"/>
                      <a:pt x="157392" y="77831"/>
                      <a:pt x="158817" y="78974"/>
                    </a:cubicBezTo>
                    <a:cubicBezTo>
                      <a:pt x="165280" y="84117"/>
                      <a:pt x="163379" y="94499"/>
                      <a:pt x="157677" y="102596"/>
                    </a:cubicBezTo>
                    <a:cubicBezTo>
                      <a:pt x="154484" y="107215"/>
                      <a:pt x="150758" y="111444"/>
                      <a:pt x="146558" y="115168"/>
                    </a:cubicBezTo>
                    <a:cubicBezTo>
                      <a:pt x="139287" y="121665"/>
                      <a:pt x="129175" y="123903"/>
                      <a:pt x="119852" y="121074"/>
                    </a:cubicBezTo>
                    <a:cubicBezTo>
                      <a:pt x="115604" y="119655"/>
                      <a:pt x="111498" y="117835"/>
                      <a:pt x="107592" y="115645"/>
                    </a:cubicBezTo>
                    <a:cubicBezTo>
                      <a:pt x="103952" y="113606"/>
                      <a:pt x="100540" y="111178"/>
                      <a:pt x="97423" y="108406"/>
                    </a:cubicBezTo>
                    <a:cubicBezTo>
                      <a:pt x="89402" y="100986"/>
                      <a:pt x="86893" y="89327"/>
                      <a:pt x="91150" y="79259"/>
                    </a:cubicBezTo>
                    <a:cubicBezTo>
                      <a:pt x="91768" y="76745"/>
                      <a:pt x="92690" y="74306"/>
                      <a:pt x="93906" y="72020"/>
                    </a:cubicBezTo>
                    <a:close/>
                    <a:moveTo>
                      <a:pt x="15405" y="24395"/>
                    </a:moveTo>
                    <a:cubicBezTo>
                      <a:pt x="20632" y="16585"/>
                      <a:pt x="29281" y="10584"/>
                      <a:pt x="36789" y="13060"/>
                    </a:cubicBezTo>
                    <a:cubicBezTo>
                      <a:pt x="38404" y="13546"/>
                      <a:pt x="39992" y="14118"/>
                      <a:pt x="41541" y="14775"/>
                    </a:cubicBezTo>
                    <a:cubicBezTo>
                      <a:pt x="43917" y="15727"/>
                      <a:pt x="46293" y="16871"/>
                      <a:pt x="48574" y="18014"/>
                    </a:cubicBezTo>
                    <a:lnTo>
                      <a:pt x="57222" y="22585"/>
                    </a:lnTo>
                    <a:lnTo>
                      <a:pt x="57792" y="22585"/>
                    </a:lnTo>
                    <a:cubicBezTo>
                      <a:pt x="63190" y="25519"/>
                      <a:pt x="67885" y="29577"/>
                      <a:pt x="71573" y="34492"/>
                    </a:cubicBezTo>
                    <a:cubicBezTo>
                      <a:pt x="74576" y="38607"/>
                      <a:pt x="75802" y="43750"/>
                      <a:pt x="74994" y="48779"/>
                    </a:cubicBezTo>
                    <a:cubicBezTo>
                      <a:pt x="74452" y="52437"/>
                      <a:pt x="73017" y="55904"/>
                      <a:pt x="70812" y="58876"/>
                    </a:cubicBezTo>
                    <a:cubicBezTo>
                      <a:pt x="69064" y="61076"/>
                      <a:pt x="67049" y="63057"/>
                      <a:pt x="64825" y="64781"/>
                    </a:cubicBezTo>
                    <a:cubicBezTo>
                      <a:pt x="56709" y="72677"/>
                      <a:pt x="45038" y="75687"/>
                      <a:pt x="34128" y="72687"/>
                    </a:cubicBezTo>
                    <a:cubicBezTo>
                      <a:pt x="30326" y="71458"/>
                      <a:pt x="26658" y="69830"/>
                      <a:pt x="23198" y="67829"/>
                    </a:cubicBezTo>
                    <a:cubicBezTo>
                      <a:pt x="19777" y="65810"/>
                      <a:pt x="16584" y="63410"/>
                      <a:pt x="13695" y="60685"/>
                    </a:cubicBezTo>
                    <a:cubicBezTo>
                      <a:pt x="7479" y="54828"/>
                      <a:pt x="5483" y="45760"/>
                      <a:pt x="8658" y="37825"/>
                    </a:cubicBezTo>
                    <a:cubicBezTo>
                      <a:pt x="10454" y="33158"/>
                      <a:pt x="12716" y="28691"/>
                      <a:pt x="15405" y="24491"/>
                    </a:cubicBezTo>
                    <a:close/>
                  </a:path>
                </a:pathLst>
              </a:custGeom>
              <a:solidFill>
                <a:srgbClr val="2B303F"/>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21" name="Google Shape;3132;p47">
                <a:extLst>
                  <a:ext uri="{FF2B5EF4-FFF2-40B4-BE49-F238E27FC236}">
                    <a16:creationId xmlns:a16="http://schemas.microsoft.com/office/drawing/2014/main" id="{D997293C-B0A5-F505-D482-046677828F46}"/>
                  </a:ext>
                </a:extLst>
              </p:cNvPr>
              <p:cNvSpPr/>
              <p:nvPr/>
            </p:nvSpPr>
            <p:spPr>
              <a:xfrm>
                <a:off x="5752081" y="4128325"/>
                <a:ext cx="64221" cy="49275"/>
              </a:xfrm>
              <a:custGeom>
                <a:avLst/>
                <a:gdLst/>
                <a:ahLst/>
                <a:cxnLst/>
                <a:rect l="l" t="t" r="r" b="b"/>
                <a:pathLst>
                  <a:path w="64221" h="49275" extrusionOk="0">
                    <a:moveTo>
                      <a:pt x="57569" y="40196"/>
                    </a:moveTo>
                    <a:cubicBezTo>
                      <a:pt x="49481" y="48149"/>
                      <a:pt x="37782" y="51159"/>
                      <a:pt x="26872" y="48101"/>
                    </a:cubicBezTo>
                    <a:cubicBezTo>
                      <a:pt x="23118" y="46987"/>
                      <a:pt x="19487" y="45491"/>
                      <a:pt x="16037" y="43624"/>
                    </a:cubicBezTo>
                    <a:cubicBezTo>
                      <a:pt x="12597" y="41634"/>
                      <a:pt x="9404" y="39233"/>
                      <a:pt x="6534" y="36481"/>
                    </a:cubicBezTo>
                    <a:cubicBezTo>
                      <a:pt x="309" y="30671"/>
                      <a:pt x="-1687" y="21622"/>
                      <a:pt x="1497" y="13716"/>
                    </a:cubicBezTo>
                    <a:cubicBezTo>
                      <a:pt x="3369" y="8896"/>
                      <a:pt x="5754" y="4296"/>
                      <a:pt x="8624" y="0"/>
                    </a:cubicBezTo>
                    <a:lnTo>
                      <a:pt x="8624" y="0"/>
                    </a:lnTo>
                    <a:cubicBezTo>
                      <a:pt x="5992" y="4010"/>
                      <a:pt x="3797" y="8287"/>
                      <a:pt x="2067" y="12763"/>
                    </a:cubicBezTo>
                    <a:cubicBezTo>
                      <a:pt x="-1107" y="20698"/>
                      <a:pt x="888" y="29766"/>
                      <a:pt x="7104" y="35623"/>
                    </a:cubicBezTo>
                    <a:cubicBezTo>
                      <a:pt x="9993" y="38348"/>
                      <a:pt x="13186" y="40748"/>
                      <a:pt x="16608" y="42767"/>
                    </a:cubicBezTo>
                    <a:cubicBezTo>
                      <a:pt x="20067" y="44767"/>
                      <a:pt x="23735" y="46396"/>
                      <a:pt x="27537" y="47625"/>
                    </a:cubicBezTo>
                    <a:cubicBezTo>
                      <a:pt x="38447" y="50625"/>
                      <a:pt x="50118" y="47615"/>
                      <a:pt x="58234" y="39719"/>
                    </a:cubicBezTo>
                    <a:cubicBezTo>
                      <a:pt x="60439" y="38005"/>
                      <a:pt x="62444" y="36061"/>
                      <a:pt x="64222" y="33909"/>
                    </a:cubicBezTo>
                    <a:lnTo>
                      <a:pt x="63556" y="34099"/>
                    </a:lnTo>
                    <a:cubicBezTo>
                      <a:pt x="61827" y="36376"/>
                      <a:pt x="59812" y="38424"/>
                      <a:pt x="57569" y="40196"/>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6" name="Google Shape;3133;p47">
                <a:extLst>
                  <a:ext uri="{FF2B5EF4-FFF2-40B4-BE49-F238E27FC236}">
                    <a16:creationId xmlns:a16="http://schemas.microsoft.com/office/drawing/2014/main" id="{1C4FF1B2-BFFA-E6D5-68B5-63359CD0FA02}"/>
                  </a:ext>
                </a:extLst>
              </p:cNvPr>
              <p:cNvSpPr/>
              <p:nvPr/>
            </p:nvSpPr>
            <p:spPr>
              <a:xfrm>
                <a:off x="5833480" y="4174426"/>
                <a:ext cx="68642" cy="51616"/>
              </a:xfrm>
              <a:custGeom>
                <a:avLst/>
                <a:gdLst/>
                <a:ahLst/>
                <a:cxnLst/>
                <a:rect l="l" t="t" r="r" b="b"/>
                <a:pathLst>
                  <a:path w="68642" h="51616" extrusionOk="0">
                    <a:moveTo>
                      <a:pt x="57428" y="44577"/>
                    </a:moveTo>
                    <a:cubicBezTo>
                      <a:pt x="50139" y="51044"/>
                      <a:pt x="40027" y="53245"/>
                      <a:pt x="30722" y="50387"/>
                    </a:cubicBezTo>
                    <a:cubicBezTo>
                      <a:pt x="26465" y="49044"/>
                      <a:pt x="22350" y="47254"/>
                      <a:pt x="18463" y="45053"/>
                    </a:cubicBezTo>
                    <a:cubicBezTo>
                      <a:pt x="14870" y="42948"/>
                      <a:pt x="11458" y="40529"/>
                      <a:pt x="8293" y="37814"/>
                    </a:cubicBezTo>
                    <a:cubicBezTo>
                      <a:pt x="310" y="30337"/>
                      <a:pt x="-2189" y="18679"/>
                      <a:pt x="2021" y="8572"/>
                    </a:cubicBezTo>
                    <a:cubicBezTo>
                      <a:pt x="2772" y="5953"/>
                      <a:pt x="3827" y="3429"/>
                      <a:pt x="5157" y="1048"/>
                    </a:cubicBezTo>
                    <a:lnTo>
                      <a:pt x="5917" y="0"/>
                    </a:lnTo>
                    <a:cubicBezTo>
                      <a:pt x="4616" y="2343"/>
                      <a:pt x="3589" y="4839"/>
                      <a:pt x="2876" y="7429"/>
                    </a:cubicBezTo>
                    <a:cubicBezTo>
                      <a:pt x="-1381" y="17497"/>
                      <a:pt x="1128" y="29165"/>
                      <a:pt x="9149" y="36576"/>
                    </a:cubicBezTo>
                    <a:cubicBezTo>
                      <a:pt x="12266" y="39348"/>
                      <a:pt x="15678" y="41777"/>
                      <a:pt x="19318" y="43815"/>
                    </a:cubicBezTo>
                    <a:cubicBezTo>
                      <a:pt x="23224" y="46006"/>
                      <a:pt x="27330" y="47825"/>
                      <a:pt x="31578" y="49244"/>
                    </a:cubicBezTo>
                    <a:cubicBezTo>
                      <a:pt x="40901" y="52073"/>
                      <a:pt x="51013" y="49835"/>
                      <a:pt x="58283" y="43339"/>
                    </a:cubicBezTo>
                    <a:cubicBezTo>
                      <a:pt x="62142" y="39881"/>
                      <a:pt x="65620" y="36023"/>
                      <a:pt x="68643" y="31813"/>
                    </a:cubicBezTo>
                    <a:lnTo>
                      <a:pt x="68643" y="31813"/>
                    </a:lnTo>
                    <a:cubicBezTo>
                      <a:pt x="65440" y="36509"/>
                      <a:pt x="61667" y="40795"/>
                      <a:pt x="57428" y="44577"/>
                    </a:cubicBezTo>
                    <a:close/>
                  </a:path>
                </a:pathLst>
              </a:custGeom>
              <a:solidFill>
                <a:srgbClr val="1F232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497" name="Google Shape;3134;p47">
                <a:extLst>
                  <a:ext uri="{FF2B5EF4-FFF2-40B4-BE49-F238E27FC236}">
                    <a16:creationId xmlns:a16="http://schemas.microsoft.com/office/drawing/2014/main" id="{F42AF231-0CA2-089D-513E-A87C23C79EAD}"/>
                  </a:ext>
                </a:extLst>
              </p:cNvPr>
              <p:cNvSpPr/>
              <p:nvPr/>
            </p:nvSpPr>
            <p:spPr>
              <a:xfrm>
                <a:off x="5752373" y="4115091"/>
                <a:ext cx="68187" cy="61619"/>
              </a:xfrm>
              <a:custGeom>
                <a:avLst/>
                <a:gdLst/>
                <a:ahLst/>
                <a:cxnLst/>
                <a:rect l="l" t="t" r="r" b="b"/>
                <a:pathLst>
                  <a:path w="68187" h="61619" extrusionOk="0">
                    <a:moveTo>
                      <a:pt x="64786" y="21997"/>
                    </a:moveTo>
                    <a:cubicBezTo>
                      <a:pt x="61098" y="17082"/>
                      <a:pt x="56403" y="13024"/>
                      <a:pt x="51005" y="10090"/>
                    </a:cubicBezTo>
                    <a:lnTo>
                      <a:pt x="50435" y="10090"/>
                    </a:lnTo>
                    <a:lnTo>
                      <a:pt x="41787" y="5518"/>
                    </a:lnTo>
                    <a:cubicBezTo>
                      <a:pt x="39506" y="4375"/>
                      <a:pt x="37130" y="3232"/>
                      <a:pt x="34754" y="2280"/>
                    </a:cubicBezTo>
                    <a:cubicBezTo>
                      <a:pt x="33205" y="1623"/>
                      <a:pt x="31617" y="1051"/>
                      <a:pt x="30002" y="565"/>
                    </a:cubicBezTo>
                    <a:cubicBezTo>
                      <a:pt x="22494" y="-1911"/>
                      <a:pt x="13845" y="4090"/>
                      <a:pt x="8618" y="11900"/>
                    </a:cubicBezTo>
                    <a:cubicBezTo>
                      <a:pt x="5767" y="16205"/>
                      <a:pt x="3382" y="20806"/>
                      <a:pt x="1490" y="25616"/>
                    </a:cubicBezTo>
                    <a:cubicBezTo>
                      <a:pt x="-1684" y="33551"/>
                      <a:pt x="312" y="42618"/>
                      <a:pt x="6527" y="48476"/>
                    </a:cubicBezTo>
                    <a:cubicBezTo>
                      <a:pt x="9417" y="51200"/>
                      <a:pt x="12610" y="53601"/>
                      <a:pt x="16031" y="55620"/>
                    </a:cubicBezTo>
                    <a:cubicBezTo>
                      <a:pt x="19491" y="57620"/>
                      <a:pt x="23159" y="59249"/>
                      <a:pt x="26960" y="60478"/>
                    </a:cubicBezTo>
                    <a:cubicBezTo>
                      <a:pt x="37871" y="63478"/>
                      <a:pt x="49542" y="60468"/>
                      <a:pt x="57658" y="52572"/>
                    </a:cubicBezTo>
                    <a:cubicBezTo>
                      <a:pt x="59882" y="50848"/>
                      <a:pt x="61896" y="48867"/>
                      <a:pt x="63645" y="46666"/>
                    </a:cubicBezTo>
                    <a:cubicBezTo>
                      <a:pt x="65850" y="43695"/>
                      <a:pt x="67285" y="40228"/>
                      <a:pt x="67827" y="36570"/>
                    </a:cubicBezTo>
                    <a:cubicBezTo>
                      <a:pt x="68825" y="31503"/>
                      <a:pt x="67732" y="26235"/>
                      <a:pt x="64786" y="21997"/>
                    </a:cubicBezTo>
                    <a:close/>
                  </a:path>
                </a:pathLst>
              </a:custGeom>
              <a:solidFill>
                <a:srgbClr val="000000">
                  <a:alpha val="298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grpSp>
          <p:nvGrpSpPr>
            <p:cNvPr id="1039" name="Google Shape;3135;p47">
              <a:extLst>
                <a:ext uri="{FF2B5EF4-FFF2-40B4-BE49-F238E27FC236}">
                  <a16:creationId xmlns:a16="http://schemas.microsoft.com/office/drawing/2014/main" id="{71A1F5F7-2EBD-4BAE-F697-6AD9FD61661D}"/>
                </a:ext>
              </a:extLst>
            </p:cNvPr>
            <p:cNvGrpSpPr/>
            <p:nvPr/>
          </p:nvGrpSpPr>
          <p:grpSpPr>
            <a:xfrm flipH="1">
              <a:off x="3829267" y="2465054"/>
              <a:ext cx="683694" cy="518573"/>
              <a:chOff x="6621095" y="1452181"/>
              <a:chExt cx="330894" cy="250785"/>
            </a:xfrm>
          </p:grpSpPr>
          <p:sp>
            <p:nvSpPr>
              <p:cNvPr id="2210" name="Google Shape;3136;p47">
                <a:extLst>
                  <a:ext uri="{FF2B5EF4-FFF2-40B4-BE49-F238E27FC236}">
                    <a16:creationId xmlns:a16="http://schemas.microsoft.com/office/drawing/2014/main" id="{D75BAA52-96A8-105E-3508-19E107A8147B}"/>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1" name="Google Shape;3137;p47">
                <a:extLst>
                  <a:ext uri="{FF2B5EF4-FFF2-40B4-BE49-F238E27FC236}">
                    <a16:creationId xmlns:a16="http://schemas.microsoft.com/office/drawing/2014/main" id="{4A19CE13-76F9-6E29-18BA-35407268A7A2}"/>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2" name="Google Shape;3138;p47">
                <a:extLst>
                  <a:ext uri="{FF2B5EF4-FFF2-40B4-BE49-F238E27FC236}">
                    <a16:creationId xmlns:a16="http://schemas.microsoft.com/office/drawing/2014/main" id="{129FF5AC-4D2E-A1C9-AD92-2882F7F2D9AE}"/>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3" name="Google Shape;3139;p47">
                <a:extLst>
                  <a:ext uri="{FF2B5EF4-FFF2-40B4-BE49-F238E27FC236}">
                    <a16:creationId xmlns:a16="http://schemas.microsoft.com/office/drawing/2014/main" id="{FE51CF8B-7EBA-B5EB-3816-51ABCA191727}"/>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14" name="Google Shape;3140;p47">
                <a:extLst>
                  <a:ext uri="{FF2B5EF4-FFF2-40B4-BE49-F238E27FC236}">
                    <a16:creationId xmlns:a16="http://schemas.microsoft.com/office/drawing/2014/main" id="{B9839FE2-EF90-A19B-9051-C5707AAC8EFE}"/>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
          <p:nvSpPr>
            <p:cNvPr id="1040" name="Google Shape;3141;p47">
              <a:extLst>
                <a:ext uri="{FF2B5EF4-FFF2-40B4-BE49-F238E27FC236}">
                  <a16:creationId xmlns:a16="http://schemas.microsoft.com/office/drawing/2014/main" id="{2888AF78-BA09-9830-A871-D23994029B89}"/>
                </a:ext>
              </a:extLst>
            </p:cNvPr>
            <p:cNvSpPr/>
            <p:nvPr/>
          </p:nvSpPr>
          <p:spPr>
            <a:xfrm rot="-1803147">
              <a:off x="6082659" y="320502"/>
              <a:ext cx="40427" cy="70097"/>
            </a:xfrm>
            <a:custGeom>
              <a:avLst/>
              <a:gdLst/>
              <a:ahLst/>
              <a:cxnLst/>
              <a:rect l="l" t="t" r="r" b="b"/>
              <a:pathLst>
                <a:path w="49989" h="86677" extrusionOk="0">
                  <a:moveTo>
                    <a:pt x="49990" y="43339"/>
                  </a:moveTo>
                  <a:cubicBezTo>
                    <a:pt x="49990" y="67274"/>
                    <a:pt x="38799" y="86678"/>
                    <a:pt x="24995" y="86678"/>
                  </a:cubicBezTo>
                  <a:cubicBezTo>
                    <a:pt x="11190" y="86678"/>
                    <a:pt x="0" y="67274"/>
                    <a:pt x="0" y="43339"/>
                  </a:cubicBezTo>
                  <a:cubicBezTo>
                    <a:pt x="0" y="19403"/>
                    <a:pt x="11190" y="0"/>
                    <a:pt x="24995" y="0"/>
                  </a:cubicBezTo>
                  <a:cubicBezTo>
                    <a:pt x="38799" y="0"/>
                    <a:pt x="49990" y="19403"/>
                    <a:pt x="49990" y="43339"/>
                  </a:cubicBezTo>
                  <a:close/>
                </a:path>
              </a:pathLst>
            </a:custGeom>
            <a:solidFill>
              <a:srgbClr val="D6D8E5"/>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1" name="Google Shape;3142;p47">
              <a:extLst>
                <a:ext uri="{FF2B5EF4-FFF2-40B4-BE49-F238E27FC236}">
                  <a16:creationId xmlns:a16="http://schemas.microsoft.com/office/drawing/2014/main" id="{27E325DD-20DD-7C09-11E2-6E53BD7D48E4}"/>
                </a:ext>
              </a:extLst>
            </p:cNvPr>
            <p:cNvSpPr/>
            <p:nvPr/>
          </p:nvSpPr>
          <p:spPr>
            <a:xfrm>
              <a:off x="5777153" y="2115925"/>
              <a:ext cx="669353" cy="387341"/>
            </a:xfrm>
            <a:custGeom>
              <a:avLst/>
              <a:gdLst/>
              <a:ahLst/>
              <a:cxnLst/>
              <a:rect l="l" t="t" r="r" b="b"/>
              <a:pathLst>
                <a:path w="828920" h="479679" extrusionOk="0">
                  <a:moveTo>
                    <a:pt x="828920" y="239840"/>
                  </a:moveTo>
                  <a:cubicBezTo>
                    <a:pt x="828920" y="372299"/>
                    <a:pt x="643360" y="479679"/>
                    <a:pt x="414460" y="479679"/>
                  </a:cubicBezTo>
                  <a:cubicBezTo>
                    <a:pt x="185560" y="479679"/>
                    <a:pt x="0" y="372299"/>
                    <a:pt x="0" y="239840"/>
                  </a:cubicBezTo>
                  <a:cubicBezTo>
                    <a:pt x="0" y="107380"/>
                    <a:pt x="185560" y="0"/>
                    <a:pt x="414460" y="0"/>
                  </a:cubicBezTo>
                  <a:cubicBezTo>
                    <a:pt x="643360" y="0"/>
                    <a:pt x="828920" y="107380"/>
                    <a:pt x="828920" y="239840"/>
                  </a:cubicBezTo>
                  <a:close/>
                </a:path>
              </a:pathLst>
            </a:custGeom>
            <a:solidFill>
              <a:srgbClr val="D6D8E5">
                <a:alpha val="40000"/>
              </a:srgbClr>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2" name="Google Shape;3143;p47">
              <a:extLst>
                <a:ext uri="{FF2B5EF4-FFF2-40B4-BE49-F238E27FC236}">
                  <a16:creationId xmlns:a16="http://schemas.microsoft.com/office/drawing/2014/main" id="{6D8456F7-3FED-3FCE-B39E-B5F377DB9B91}"/>
                </a:ext>
              </a:extLst>
            </p:cNvPr>
            <p:cNvSpPr/>
            <p:nvPr/>
          </p:nvSpPr>
          <p:spPr>
            <a:xfrm>
              <a:off x="5964040" y="276791"/>
              <a:ext cx="375852" cy="551229"/>
            </a:xfrm>
            <a:custGeom>
              <a:avLst/>
              <a:gdLst/>
              <a:ahLst/>
              <a:cxnLst/>
              <a:rect l="l" t="t" r="r" b="b"/>
              <a:pathLst>
                <a:path w="465451" h="682637" extrusionOk="0">
                  <a:moveTo>
                    <a:pt x="164035" y="22597"/>
                  </a:moveTo>
                  <a:cubicBezTo>
                    <a:pt x="182568" y="-7216"/>
                    <a:pt x="324079" y="-26837"/>
                    <a:pt x="370648" y="93368"/>
                  </a:cubicBezTo>
                  <a:cubicBezTo>
                    <a:pt x="388325" y="138898"/>
                    <a:pt x="385569" y="255293"/>
                    <a:pt x="400299" y="328540"/>
                  </a:cubicBezTo>
                  <a:cubicBezTo>
                    <a:pt x="415030" y="401788"/>
                    <a:pt x="449909" y="442840"/>
                    <a:pt x="462359" y="502562"/>
                  </a:cubicBezTo>
                  <a:cubicBezTo>
                    <a:pt x="474809" y="562284"/>
                    <a:pt x="454471" y="661534"/>
                    <a:pt x="311724" y="679060"/>
                  </a:cubicBezTo>
                  <a:cubicBezTo>
                    <a:pt x="168977" y="696586"/>
                    <a:pt x="59209" y="646390"/>
                    <a:pt x="25470" y="600765"/>
                  </a:cubicBezTo>
                  <a:cubicBezTo>
                    <a:pt x="-8268" y="555140"/>
                    <a:pt x="-8934" y="457890"/>
                    <a:pt x="26135" y="406169"/>
                  </a:cubicBezTo>
                  <a:cubicBezTo>
                    <a:pt x="61204" y="354448"/>
                    <a:pt x="87720" y="311776"/>
                    <a:pt x="86865" y="244244"/>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3" name="Google Shape;3144;p47">
              <a:extLst>
                <a:ext uri="{FF2B5EF4-FFF2-40B4-BE49-F238E27FC236}">
                  <a16:creationId xmlns:a16="http://schemas.microsoft.com/office/drawing/2014/main" id="{8F04A45C-4915-B69E-084C-3C67442C5D5C}"/>
                </a:ext>
              </a:extLst>
            </p:cNvPr>
            <p:cNvSpPr/>
            <p:nvPr/>
          </p:nvSpPr>
          <p:spPr>
            <a:xfrm>
              <a:off x="5952425" y="673402"/>
              <a:ext cx="70057" cy="407712"/>
            </a:xfrm>
            <a:custGeom>
              <a:avLst/>
              <a:gdLst/>
              <a:ahLst/>
              <a:cxnLst/>
              <a:rect l="l" t="t" r="r" b="b"/>
              <a:pathLst>
                <a:path w="86758" h="504907" extrusionOk="0">
                  <a:moveTo>
                    <a:pt x="8870" y="34023"/>
                  </a:moveTo>
                  <a:cubicBezTo>
                    <a:pt x="8870" y="34023"/>
                    <a:pt x="-24678" y="271196"/>
                    <a:pt x="38712" y="439789"/>
                  </a:cubicBezTo>
                  <a:cubicBezTo>
                    <a:pt x="102102" y="608381"/>
                    <a:pt x="84520" y="396355"/>
                    <a:pt x="84520" y="396355"/>
                  </a:cubicBezTo>
                  <a:lnTo>
                    <a:pt x="69314" y="345967"/>
                  </a:lnTo>
                  <a:cubicBezTo>
                    <a:pt x="69314" y="345967"/>
                    <a:pt x="56579" y="152038"/>
                    <a:pt x="61807" y="104508"/>
                  </a:cubicBezTo>
                  <a:cubicBezTo>
                    <a:pt x="67033" y="56979"/>
                    <a:pt x="65798" y="16116"/>
                    <a:pt x="69314" y="12306"/>
                  </a:cubicBezTo>
                  <a:cubicBezTo>
                    <a:pt x="72831" y="8497"/>
                    <a:pt x="56674" y="972"/>
                    <a:pt x="50307" y="19"/>
                  </a:cubicBezTo>
                  <a:cubicBezTo>
                    <a:pt x="43939" y="-933"/>
                    <a:pt x="8870" y="34023"/>
                    <a:pt x="8870" y="34023"/>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4" name="Google Shape;3145;p47">
              <a:extLst>
                <a:ext uri="{FF2B5EF4-FFF2-40B4-BE49-F238E27FC236}">
                  <a16:creationId xmlns:a16="http://schemas.microsoft.com/office/drawing/2014/main" id="{B87C924E-690A-8BF5-1F21-A7E768C575CF}"/>
                </a:ext>
              </a:extLst>
            </p:cNvPr>
            <p:cNvSpPr/>
            <p:nvPr/>
          </p:nvSpPr>
          <p:spPr>
            <a:xfrm>
              <a:off x="5992903" y="271657"/>
              <a:ext cx="179035" cy="222681"/>
            </a:xfrm>
            <a:custGeom>
              <a:avLst/>
              <a:gdLst/>
              <a:ahLst/>
              <a:cxnLst/>
              <a:rect l="l" t="t" r="r" b="b"/>
              <a:pathLst>
                <a:path w="221715" h="275766" extrusionOk="0">
                  <a:moveTo>
                    <a:pt x="221716" y="8191"/>
                  </a:moveTo>
                  <a:cubicBezTo>
                    <a:pt x="221716" y="8191"/>
                    <a:pt x="115178" y="-22575"/>
                    <a:pt x="50648" y="35147"/>
                  </a:cubicBezTo>
                  <a:cubicBezTo>
                    <a:pt x="-8371" y="87915"/>
                    <a:pt x="-3429" y="159734"/>
                    <a:pt x="5125" y="193452"/>
                  </a:cubicBezTo>
                  <a:cubicBezTo>
                    <a:pt x="13678" y="227171"/>
                    <a:pt x="30975" y="273176"/>
                    <a:pt x="57681" y="275748"/>
                  </a:cubicBezTo>
                  <a:cubicBezTo>
                    <a:pt x="84386" y="278320"/>
                    <a:pt x="221716" y="8191"/>
                    <a:pt x="221716" y="8191"/>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5" name="Google Shape;3146;p47">
              <a:extLst>
                <a:ext uri="{FF2B5EF4-FFF2-40B4-BE49-F238E27FC236}">
                  <a16:creationId xmlns:a16="http://schemas.microsoft.com/office/drawing/2014/main" id="{90EB6D96-FDC6-915F-29BF-635CEC4C308F}"/>
                </a:ext>
              </a:extLst>
            </p:cNvPr>
            <p:cNvSpPr/>
            <p:nvPr/>
          </p:nvSpPr>
          <p:spPr>
            <a:xfrm>
              <a:off x="6027515" y="513497"/>
              <a:ext cx="222025" cy="248990"/>
            </a:xfrm>
            <a:custGeom>
              <a:avLst/>
              <a:gdLst/>
              <a:ahLst/>
              <a:cxnLst/>
              <a:rect l="l" t="t" r="r" b="b"/>
              <a:pathLst>
                <a:path w="274953" h="308347" extrusionOk="0">
                  <a:moveTo>
                    <a:pt x="219342" y="0"/>
                  </a:moveTo>
                  <a:cubicBezTo>
                    <a:pt x="219342" y="0"/>
                    <a:pt x="212310" y="119063"/>
                    <a:pt x="214495" y="127825"/>
                  </a:cubicBezTo>
                  <a:cubicBezTo>
                    <a:pt x="216681" y="136588"/>
                    <a:pt x="261159" y="144971"/>
                    <a:pt x="273609" y="155353"/>
                  </a:cubicBezTo>
                  <a:cubicBezTo>
                    <a:pt x="286059" y="165735"/>
                    <a:pt x="208983" y="286512"/>
                    <a:pt x="169828" y="304419"/>
                  </a:cubicBezTo>
                  <a:cubicBezTo>
                    <a:pt x="130672" y="322326"/>
                    <a:pt x="9308" y="276606"/>
                    <a:pt x="945" y="216122"/>
                  </a:cubicBezTo>
                  <a:cubicBezTo>
                    <a:pt x="-6848" y="160401"/>
                    <a:pt x="35634" y="117158"/>
                    <a:pt x="51981" y="101822"/>
                  </a:cubicBezTo>
                  <a:cubicBezTo>
                    <a:pt x="63100" y="100841"/>
                    <a:pt x="74276" y="100555"/>
                    <a:pt x="85434" y="100965"/>
                  </a:cubicBezTo>
                  <a:lnTo>
                    <a:pt x="89045" y="43243"/>
                  </a:lnTo>
                  <a:cubicBezTo>
                    <a:pt x="142457" y="26575"/>
                    <a:pt x="219342" y="0"/>
                    <a:pt x="219342" y="0"/>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6" name="Google Shape;3147;p47">
              <a:extLst>
                <a:ext uri="{FF2B5EF4-FFF2-40B4-BE49-F238E27FC236}">
                  <a16:creationId xmlns:a16="http://schemas.microsoft.com/office/drawing/2014/main" id="{7976ED81-B3FF-73D0-575B-8DCA85A09045}"/>
                </a:ext>
              </a:extLst>
            </p:cNvPr>
            <p:cNvSpPr/>
            <p:nvPr/>
          </p:nvSpPr>
          <p:spPr>
            <a:xfrm>
              <a:off x="5963282" y="594790"/>
              <a:ext cx="323371" cy="372912"/>
            </a:xfrm>
            <a:custGeom>
              <a:avLst/>
              <a:gdLst/>
              <a:ahLst/>
              <a:cxnLst/>
              <a:rect l="l" t="t" r="r" b="b"/>
              <a:pathLst>
                <a:path w="400459" h="461811" extrusionOk="0">
                  <a:moveTo>
                    <a:pt x="315417" y="38688"/>
                  </a:moveTo>
                  <a:cubicBezTo>
                    <a:pt x="348776" y="43832"/>
                    <a:pt x="386981" y="61739"/>
                    <a:pt x="392208" y="80027"/>
                  </a:cubicBezTo>
                  <a:cubicBezTo>
                    <a:pt x="398290" y="101363"/>
                    <a:pt x="411216" y="202042"/>
                    <a:pt x="382704" y="278718"/>
                  </a:cubicBezTo>
                  <a:cubicBezTo>
                    <a:pt x="354193" y="355394"/>
                    <a:pt x="334330" y="404067"/>
                    <a:pt x="317793" y="437024"/>
                  </a:cubicBezTo>
                  <a:cubicBezTo>
                    <a:pt x="317793" y="437024"/>
                    <a:pt x="173431" y="499126"/>
                    <a:pt x="57009" y="426737"/>
                  </a:cubicBezTo>
                  <a:cubicBezTo>
                    <a:pt x="57009" y="426737"/>
                    <a:pt x="49026" y="344631"/>
                    <a:pt x="48456" y="300721"/>
                  </a:cubicBezTo>
                  <a:cubicBezTo>
                    <a:pt x="-58937" y="206804"/>
                    <a:pt x="32870" y="91171"/>
                    <a:pt x="123916" y="969"/>
                  </a:cubicBezTo>
                  <a:cubicBezTo>
                    <a:pt x="134807" y="-136"/>
                    <a:pt x="145784" y="-298"/>
                    <a:pt x="156704" y="493"/>
                  </a:cubicBezTo>
                  <a:cubicBezTo>
                    <a:pt x="156704" y="493"/>
                    <a:pt x="75447" y="96791"/>
                    <a:pt x="131899" y="151464"/>
                  </a:cubicBezTo>
                  <a:cubicBezTo>
                    <a:pt x="252693" y="114793"/>
                    <a:pt x="276737" y="60405"/>
                    <a:pt x="315417" y="38688"/>
                  </a:cubicBezTo>
                  <a:close/>
                </a:path>
              </a:pathLst>
            </a:custGeom>
            <a:solidFill>
              <a:srgbClr val="F4F4F4"/>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7" name="Google Shape;3148;p47">
              <a:extLst>
                <a:ext uri="{FF2B5EF4-FFF2-40B4-BE49-F238E27FC236}">
                  <a16:creationId xmlns:a16="http://schemas.microsoft.com/office/drawing/2014/main" id="{C0B3D9F3-EC0A-1D05-C62A-8B8E92703220}"/>
                </a:ext>
              </a:extLst>
            </p:cNvPr>
            <p:cNvSpPr/>
            <p:nvPr/>
          </p:nvSpPr>
          <p:spPr>
            <a:xfrm>
              <a:off x="6020709" y="289521"/>
              <a:ext cx="238064" cy="294179"/>
            </a:xfrm>
            <a:custGeom>
              <a:avLst/>
              <a:gdLst/>
              <a:ahLst/>
              <a:cxnLst/>
              <a:rect l="l" t="t" r="r" b="b"/>
              <a:pathLst>
                <a:path w="294816" h="364308" extrusionOk="0">
                  <a:moveTo>
                    <a:pt x="6143" y="129898"/>
                  </a:moveTo>
                  <a:lnTo>
                    <a:pt x="6143" y="129898"/>
                  </a:lnTo>
                  <a:cubicBezTo>
                    <a:pt x="18118" y="53698"/>
                    <a:pt x="73240" y="-4405"/>
                    <a:pt x="151931" y="263"/>
                  </a:cubicBezTo>
                  <a:cubicBezTo>
                    <a:pt x="235318" y="4873"/>
                    <a:pt x="299183" y="76348"/>
                    <a:pt x="294583" y="159921"/>
                  </a:cubicBezTo>
                  <a:cubicBezTo>
                    <a:pt x="291970" y="207365"/>
                    <a:pt x="267307" y="250837"/>
                    <a:pt x="227961" y="277345"/>
                  </a:cubicBezTo>
                  <a:cubicBezTo>
                    <a:pt x="225244" y="288937"/>
                    <a:pt x="221157" y="300157"/>
                    <a:pt x="215797" y="310778"/>
                  </a:cubicBezTo>
                  <a:cubicBezTo>
                    <a:pt x="187855" y="343353"/>
                    <a:pt x="113916" y="363927"/>
                    <a:pt x="89492" y="364308"/>
                  </a:cubicBezTo>
                  <a:cubicBezTo>
                    <a:pt x="68298" y="364308"/>
                    <a:pt x="50146" y="344782"/>
                    <a:pt x="30283" y="311921"/>
                  </a:cubicBezTo>
                  <a:cubicBezTo>
                    <a:pt x="-10774" y="243436"/>
                    <a:pt x="-319" y="167617"/>
                    <a:pt x="6143" y="129898"/>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8" name="Google Shape;3149;p47">
              <a:extLst>
                <a:ext uri="{FF2B5EF4-FFF2-40B4-BE49-F238E27FC236}">
                  <a16:creationId xmlns:a16="http://schemas.microsoft.com/office/drawing/2014/main" id="{6FB42C8F-52C4-74E9-F0D4-DB184BDE9D6B}"/>
                </a:ext>
              </a:extLst>
            </p:cNvPr>
            <p:cNvSpPr/>
            <p:nvPr/>
          </p:nvSpPr>
          <p:spPr>
            <a:xfrm>
              <a:off x="6029967" y="288305"/>
              <a:ext cx="239492" cy="225171"/>
            </a:xfrm>
            <a:custGeom>
              <a:avLst/>
              <a:gdLst/>
              <a:ahLst/>
              <a:cxnLst/>
              <a:rect l="l" t="t" r="r" b="b"/>
              <a:pathLst>
                <a:path w="296585" h="278850" extrusionOk="0">
                  <a:moveTo>
                    <a:pt x="164891" y="3197"/>
                  </a:moveTo>
                  <a:cubicBezTo>
                    <a:pt x="220108" y="13961"/>
                    <a:pt x="265441" y="29582"/>
                    <a:pt x="280457" y="83874"/>
                  </a:cubicBezTo>
                  <a:cubicBezTo>
                    <a:pt x="290721" y="121307"/>
                    <a:pt x="304121" y="192554"/>
                    <a:pt x="291386" y="222653"/>
                  </a:cubicBezTo>
                  <a:lnTo>
                    <a:pt x="283403" y="244370"/>
                  </a:lnTo>
                  <a:lnTo>
                    <a:pt x="216876" y="278851"/>
                  </a:lnTo>
                  <a:cubicBezTo>
                    <a:pt x="216876" y="278851"/>
                    <a:pt x="185704" y="252848"/>
                    <a:pt x="195398" y="176457"/>
                  </a:cubicBezTo>
                  <a:cubicBezTo>
                    <a:pt x="194980" y="166227"/>
                    <a:pt x="191692" y="156321"/>
                    <a:pt x="185894" y="147882"/>
                  </a:cubicBezTo>
                  <a:cubicBezTo>
                    <a:pt x="181580" y="140729"/>
                    <a:pt x="178367" y="132956"/>
                    <a:pt x="176390" y="124832"/>
                  </a:cubicBezTo>
                  <a:cubicBezTo>
                    <a:pt x="168531" y="104162"/>
                    <a:pt x="153001" y="87332"/>
                    <a:pt x="133053" y="77873"/>
                  </a:cubicBezTo>
                  <a:cubicBezTo>
                    <a:pt x="83348" y="49870"/>
                    <a:pt x="10454" y="74063"/>
                    <a:pt x="0" y="84160"/>
                  </a:cubicBezTo>
                  <a:cubicBezTo>
                    <a:pt x="33929" y="14627"/>
                    <a:pt x="100645" y="-9376"/>
                    <a:pt x="164891" y="3197"/>
                  </a:cubicBezTo>
                  <a:close/>
                </a:path>
              </a:pathLst>
            </a:custGeom>
            <a:solidFill>
              <a:srgbClr val="3A2C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49" name="Google Shape;3150;p47">
              <a:extLst>
                <a:ext uri="{FF2B5EF4-FFF2-40B4-BE49-F238E27FC236}">
                  <a16:creationId xmlns:a16="http://schemas.microsoft.com/office/drawing/2014/main" id="{5D277840-6516-11DD-FF5B-A24F39FA03F2}"/>
                </a:ext>
              </a:extLst>
            </p:cNvPr>
            <p:cNvSpPr/>
            <p:nvPr/>
          </p:nvSpPr>
          <p:spPr>
            <a:xfrm>
              <a:off x="6069645" y="2237688"/>
              <a:ext cx="188076" cy="143860"/>
            </a:xfrm>
            <a:custGeom>
              <a:avLst/>
              <a:gdLst/>
              <a:ahLst/>
              <a:cxnLst/>
              <a:rect l="l" t="t" r="r" b="b"/>
              <a:pathLst>
                <a:path w="232912" h="178155" extrusionOk="0">
                  <a:moveTo>
                    <a:pt x="216022" y="5"/>
                  </a:moveTo>
                  <a:cubicBezTo>
                    <a:pt x="188081" y="22769"/>
                    <a:pt x="144649" y="7053"/>
                    <a:pt x="142558" y="9053"/>
                  </a:cubicBezTo>
                  <a:cubicBezTo>
                    <a:pt x="114047" y="37628"/>
                    <a:pt x="71755" y="62489"/>
                    <a:pt x="40202" y="87444"/>
                  </a:cubicBezTo>
                  <a:cubicBezTo>
                    <a:pt x="22810" y="101160"/>
                    <a:pt x="-4276" y="119543"/>
                    <a:pt x="571" y="145927"/>
                  </a:cubicBezTo>
                  <a:cubicBezTo>
                    <a:pt x="9410" y="193076"/>
                    <a:pt x="84775" y="178598"/>
                    <a:pt x="113191" y="164120"/>
                  </a:cubicBezTo>
                  <a:cubicBezTo>
                    <a:pt x="141608" y="149642"/>
                    <a:pt x="164797" y="126020"/>
                    <a:pt x="191692" y="109066"/>
                  </a:cubicBezTo>
                  <a:cubicBezTo>
                    <a:pt x="210700" y="97064"/>
                    <a:pt x="229708" y="90873"/>
                    <a:pt x="232749" y="66584"/>
                  </a:cubicBezTo>
                  <a:cubicBezTo>
                    <a:pt x="234555" y="51916"/>
                    <a:pt x="220964" y="-567"/>
                    <a:pt x="216022"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0" name="Google Shape;3151;p47">
              <a:extLst>
                <a:ext uri="{FF2B5EF4-FFF2-40B4-BE49-F238E27FC236}">
                  <a16:creationId xmlns:a16="http://schemas.microsoft.com/office/drawing/2014/main" id="{022B20DB-9ADE-7450-FF44-BBEF41D8249D}"/>
                </a:ext>
              </a:extLst>
            </p:cNvPr>
            <p:cNvSpPr/>
            <p:nvPr/>
          </p:nvSpPr>
          <p:spPr>
            <a:xfrm>
              <a:off x="6070415" y="2283614"/>
              <a:ext cx="187263" cy="97891"/>
            </a:xfrm>
            <a:custGeom>
              <a:avLst/>
              <a:gdLst/>
              <a:ahLst/>
              <a:cxnLst/>
              <a:rect l="l" t="t" r="r" b="b"/>
              <a:pathLst>
                <a:path w="231905" h="121227" extrusionOk="0">
                  <a:moveTo>
                    <a:pt x="231417" y="0"/>
                  </a:moveTo>
                  <a:cubicBezTo>
                    <a:pt x="227711" y="23241"/>
                    <a:pt x="209083" y="29623"/>
                    <a:pt x="190076" y="41434"/>
                  </a:cubicBezTo>
                  <a:cubicBezTo>
                    <a:pt x="162705" y="58483"/>
                    <a:pt x="138660" y="83058"/>
                    <a:pt x="110244" y="97441"/>
                  </a:cubicBezTo>
                  <a:cubicBezTo>
                    <a:pt x="84013" y="110776"/>
                    <a:pt x="18437" y="124015"/>
                    <a:pt x="0" y="90392"/>
                  </a:cubicBezTo>
                  <a:cubicBezTo>
                    <a:pt x="10074" y="135826"/>
                    <a:pt x="84108" y="121539"/>
                    <a:pt x="112240" y="107251"/>
                  </a:cubicBezTo>
                  <a:cubicBezTo>
                    <a:pt x="140371" y="92964"/>
                    <a:pt x="163845" y="69151"/>
                    <a:pt x="190741" y="52197"/>
                  </a:cubicBezTo>
                  <a:cubicBezTo>
                    <a:pt x="209748" y="40196"/>
                    <a:pt x="228756" y="34004"/>
                    <a:pt x="231797" y="9715"/>
                  </a:cubicBezTo>
                  <a:cubicBezTo>
                    <a:pt x="232025" y="6477"/>
                    <a:pt x="231892" y="3219"/>
                    <a:pt x="231417"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1" name="Google Shape;3152;p47">
              <a:extLst>
                <a:ext uri="{FF2B5EF4-FFF2-40B4-BE49-F238E27FC236}">
                  <a16:creationId xmlns:a16="http://schemas.microsoft.com/office/drawing/2014/main" id="{53A35A6E-9C73-9480-89AE-5F5AC8BE5217}"/>
                </a:ext>
              </a:extLst>
            </p:cNvPr>
            <p:cNvSpPr/>
            <p:nvPr/>
          </p:nvSpPr>
          <p:spPr>
            <a:xfrm>
              <a:off x="5927157" y="2205996"/>
              <a:ext cx="172547" cy="133696"/>
            </a:xfrm>
            <a:custGeom>
              <a:avLst/>
              <a:gdLst/>
              <a:ahLst/>
              <a:cxnLst/>
              <a:rect l="l" t="t" r="r" b="b"/>
              <a:pathLst>
                <a:path w="213680" h="165568" extrusionOk="0">
                  <a:moveTo>
                    <a:pt x="196496" y="5"/>
                  </a:moveTo>
                  <a:cubicBezTo>
                    <a:pt x="170931" y="20864"/>
                    <a:pt x="132345" y="9530"/>
                    <a:pt x="130445" y="11054"/>
                  </a:cubicBezTo>
                  <a:cubicBezTo>
                    <a:pt x="104404" y="37247"/>
                    <a:pt x="65819" y="59726"/>
                    <a:pt x="36927" y="82491"/>
                  </a:cubicBezTo>
                  <a:cubicBezTo>
                    <a:pt x="20961" y="95064"/>
                    <a:pt x="-3939" y="111924"/>
                    <a:pt x="528" y="136022"/>
                  </a:cubicBezTo>
                  <a:cubicBezTo>
                    <a:pt x="8606" y="179265"/>
                    <a:pt x="77604" y="165930"/>
                    <a:pt x="103644" y="152786"/>
                  </a:cubicBezTo>
                  <a:cubicBezTo>
                    <a:pt x="129684" y="139641"/>
                    <a:pt x="151163" y="117638"/>
                    <a:pt x="175588" y="102303"/>
                  </a:cubicBezTo>
                  <a:cubicBezTo>
                    <a:pt x="193170" y="91350"/>
                    <a:pt x="210466" y="85634"/>
                    <a:pt x="213603" y="63441"/>
                  </a:cubicBezTo>
                  <a:cubicBezTo>
                    <a:pt x="214838" y="50011"/>
                    <a:pt x="201058" y="-567"/>
                    <a:pt x="196496" y="5"/>
                  </a:cubicBezTo>
                  <a:close/>
                </a:path>
              </a:pathLst>
            </a:custGeom>
            <a:solidFill>
              <a:srgbClr val="38226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2" name="Google Shape;3153;p47">
              <a:extLst>
                <a:ext uri="{FF2B5EF4-FFF2-40B4-BE49-F238E27FC236}">
                  <a16:creationId xmlns:a16="http://schemas.microsoft.com/office/drawing/2014/main" id="{4F2AD686-E737-BD64-95E0-C1260F34C7C1}"/>
                </a:ext>
              </a:extLst>
            </p:cNvPr>
            <p:cNvSpPr/>
            <p:nvPr/>
          </p:nvSpPr>
          <p:spPr>
            <a:xfrm>
              <a:off x="5927737" y="2249998"/>
              <a:ext cx="171800" cy="89748"/>
            </a:xfrm>
            <a:custGeom>
              <a:avLst/>
              <a:gdLst/>
              <a:ahLst/>
              <a:cxnLst/>
              <a:rect l="l" t="t" r="r" b="b"/>
              <a:pathLst>
                <a:path w="212755" h="111143" extrusionOk="0">
                  <a:moveTo>
                    <a:pt x="212124" y="0"/>
                  </a:moveTo>
                  <a:cubicBezTo>
                    <a:pt x="208798" y="21241"/>
                    <a:pt x="191691" y="27146"/>
                    <a:pt x="174109" y="38100"/>
                  </a:cubicBezTo>
                  <a:cubicBezTo>
                    <a:pt x="149019" y="53721"/>
                    <a:pt x="126590" y="76200"/>
                    <a:pt x="100930" y="89344"/>
                  </a:cubicBezTo>
                  <a:cubicBezTo>
                    <a:pt x="76886" y="101632"/>
                    <a:pt x="16917" y="113728"/>
                    <a:pt x="0" y="82867"/>
                  </a:cubicBezTo>
                  <a:cubicBezTo>
                    <a:pt x="9504" y="124492"/>
                    <a:pt x="76980" y="111442"/>
                    <a:pt x="102736" y="98393"/>
                  </a:cubicBezTo>
                  <a:cubicBezTo>
                    <a:pt x="128491" y="85344"/>
                    <a:pt x="150255" y="63246"/>
                    <a:pt x="174679" y="47911"/>
                  </a:cubicBezTo>
                  <a:cubicBezTo>
                    <a:pt x="192261" y="36957"/>
                    <a:pt x="209558" y="31242"/>
                    <a:pt x="212694" y="9049"/>
                  </a:cubicBezTo>
                  <a:cubicBezTo>
                    <a:pt x="212866" y="6020"/>
                    <a:pt x="212676" y="2981"/>
                    <a:pt x="212124" y="0"/>
                  </a:cubicBezTo>
                  <a:close/>
                </a:path>
              </a:pathLst>
            </a:custGeom>
            <a:solidFill>
              <a:srgbClr val="757B8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3" name="Google Shape;3154;p47">
              <a:extLst>
                <a:ext uri="{FF2B5EF4-FFF2-40B4-BE49-F238E27FC236}">
                  <a16:creationId xmlns:a16="http://schemas.microsoft.com/office/drawing/2014/main" id="{6BAF77AE-D96F-A2E7-1196-DB02971A3721}"/>
                </a:ext>
              </a:extLst>
            </p:cNvPr>
            <p:cNvSpPr/>
            <p:nvPr/>
          </p:nvSpPr>
          <p:spPr>
            <a:xfrm>
              <a:off x="5955035" y="963103"/>
              <a:ext cx="368082" cy="1288142"/>
            </a:xfrm>
            <a:custGeom>
              <a:avLst/>
              <a:gdLst/>
              <a:ahLst/>
              <a:cxnLst/>
              <a:rect l="l" t="t" r="r" b="b"/>
              <a:pathLst>
                <a:path w="455829" h="1595222" extrusionOk="0">
                  <a:moveTo>
                    <a:pt x="11434" y="236696"/>
                  </a:moveTo>
                  <a:cubicBezTo>
                    <a:pt x="23694" y="140208"/>
                    <a:pt x="58953" y="0"/>
                    <a:pt x="58953" y="0"/>
                  </a:cubicBezTo>
                  <a:cubicBezTo>
                    <a:pt x="92720" y="15859"/>
                    <a:pt x="129281" y="24889"/>
                    <a:pt x="166536" y="26575"/>
                  </a:cubicBezTo>
                  <a:cubicBezTo>
                    <a:pt x="228691" y="29718"/>
                    <a:pt x="328101" y="10859"/>
                    <a:pt x="328101" y="10859"/>
                  </a:cubicBezTo>
                  <a:cubicBezTo>
                    <a:pt x="345540" y="41281"/>
                    <a:pt x="364576" y="70752"/>
                    <a:pt x="385123" y="99155"/>
                  </a:cubicBezTo>
                  <a:cubicBezTo>
                    <a:pt x="412875" y="137731"/>
                    <a:pt x="466856" y="222409"/>
                    <a:pt x="453836" y="370332"/>
                  </a:cubicBezTo>
                  <a:cubicBezTo>
                    <a:pt x="445282" y="467011"/>
                    <a:pt x="391301" y="877443"/>
                    <a:pt x="391301" y="877443"/>
                  </a:cubicBezTo>
                  <a:cubicBezTo>
                    <a:pt x="412295" y="946490"/>
                    <a:pt x="423452" y="1018156"/>
                    <a:pt x="424469" y="1090327"/>
                  </a:cubicBezTo>
                  <a:cubicBezTo>
                    <a:pt x="423899" y="1150048"/>
                    <a:pt x="408218" y="1251490"/>
                    <a:pt x="390635" y="1345311"/>
                  </a:cubicBezTo>
                  <a:lnTo>
                    <a:pt x="358418" y="1578293"/>
                  </a:lnTo>
                  <a:cubicBezTo>
                    <a:pt x="358418" y="1578293"/>
                    <a:pt x="315556" y="1609344"/>
                    <a:pt x="284953" y="1587341"/>
                  </a:cubicBezTo>
                  <a:lnTo>
                    <a:pt x="288850" y="1359408"/>
                  </a:lnTo>
                  <a:cubicBezTo>
                    <a:pt x="285049" y="1303592"/>
                    <a:pt x="279346" y="1221296"/>
                    <a:pt x="276020" y="1168908"/>
                  </a:cubicBezTo>
                  <a:cubicBezTo>
                    <a:pt x="270223" y="1083183"/>
                    <a:pt x="254921" y="947356"/>
                    <a:pt x="250550" y="913352"/>
                  </a:cubicBezTo>
                  <a:cubicBezTo>
                    <a:pt x="246178" y="879348"/>
                    <a:pt x="235249" y="820103"/>
                    <a:pt x="230117" y="753618"/>
                  </a:cubicBezTo>
                  <a:cubicBezTo>
                    <a:pt x="224985" y="687134"/>
                    <a:pt x="199895" y="349282"/>
                    <a:pt x="199895" y="349282"/>
                  </a:cubicBezTo>
                  <a:lnTo>
                    <a:pt x="196473" y="412528"/>
                  </a:lnTo>
                  <a:cubicBezTo>
                    <a:pt x="196473" y="412528"/>
                    <a:pt x="193147" y="515303"/>
                    <a:pt x="178416" y="641985"/>
                  </a:cubicBezTo>
                  <a:cubicBezTo>
                    <a:pt x="163685" y="768668"/>
                    <a:pt x="158553" y="824960"/>
                    <a:pt x="158553" y="824960"/>
                  </a:cubicBezTo>
                  <a:cubicBezTo>
                    <a:pt x="158553" y="824960"/>
                    <a:pt x="184118" y="872109"/>
                    <a:pt x="187065" y="906780"/>
                  </a:cubicBezTo>
                  <a:cubicBezTo>
                    <a:pt x="189630" y="934212"/>
                    <a:pt x="220898" y="1150906"/>
                    <a:pt x="202271" y="1261110"/>
                  </a:cubicBezTo>
                  <a:lnTo>
                    <a:pt x="164256" y="1541336"/>
                  </a:lnTo>
                  <a:cubicBezTo>
                    <a:pt x="144782" y="1554832"/>
                    <a:pt x="120015" y="1558090"/>
                    <a:pt x="97729" y="1550098"/>
                  </a:cubicBezTo>
                  <a:lnTo>
                    <a:pt x="75205" y="1267682"/>
                  </a:lnTo>
                  <a:cubicBezTo>
                    <a:pt x="60094" y="1160145"/>
                    <a:pt x="27686" y="932307"/>
                    <a:pt x="23124" y="902684"/>
                  </a:cubicBezTo>
                  <a:cubicBezTo>
                    <a:pt x="16662" y="863727"/>
                    <a:pt x="11340" y="844487"/>
                    <a:pt x="4117" y="721709"/>
                  </a:cubicBezTo>
                  <a:cubicBezTo>
                    <a:pt x="-3106" y="598932"/>
                    <a:pt x="-920" y="333185"/>
                    <a:pt x="11434" y="236696"/>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4" name="Google Shape;3155;p47">
              <a:extLst>
                <a:ext uri="{FF2B5EF4-FFF2-40B4-BE49-F238E27FC236}">
                  <a16:creationId xmlns:a16="http://schemas.microsoft.com/office/drawing/2014/main" id="{2A468AD7-F25A-93E7-0D9B-946E78D756A7}"/>
                </a:ext>
              </a:extLst>
            </p:cNvPr>
            <p:cNvSpPr/>
            <p:nvPr/>
          </p:nvSpPr>
          <p:spPr>
            <a:xfrm>
              <a:off x="5939457" y="937334"/>
              <a:ext cx="391797" cy="856741"/>
            </a:xfrm>
            <a:custGeom>
              <a:avLst/>
              <a:gdLst/>
              <a:ahLst/>
              <a:cxnLst/>
              <a:rect l="l" t="t" r="r" b="b"/>
              <a:pathLst>
                <a:path w="485198" h="1060979" extrusionOk="0">
                  <a:moveTo>
                    <a:pt x="347391" y="12859"/>
                  </a:moveTo>
                  <a:lnTo>
                    <a:pt x="430264" y="179832"/>
                  </a:lnTo>
                  <a:cubicBezTo>
                    <a:pt x="430264" y="179832"/>
                    <a:pt x="556855" y="365474"/>
                    <a:pt x="425702" y="842772"/>
                  </a:cubicBezTo>
                  <a:lnTo>
                    <a:pt x="450317" y="990029"/>
                  </a:lnTo>
                  <a:cubicBezTo>
                    <a:pt x="450317" y="990029"/>
                    <a:pt x="202078" y="1149668"/>
                    <a:pt x="35952" y="990029"/>
                  </a:cubicBezTo>
                  <a:cubicBezTo>
                    <a:pt x="35952" y="990029"/>
                    <a:pt x="-21641" y="548926"/>
                    <a:pt x="8961" y="345567"/>
                  </a:cubicBezTo>
                  <a:cubicBezTo>
                    <a:pt x="26011" y="228591"/>
                    <a:pt x="51871" y="113071"/>
                    <a:pt x="86322" y="0"/>
                  </a:cubicBezTo>
                  <a:cubicBezTo>
                    <a:pt x="86322" y="0"/>
                    <a:pt x="126998" y="45053"/>
                    <a:pt x="336367" y="15335"/>
                  </a:cubicBezTo>
                </a:path>
              </a:pathLst>
            </a:custGeom>
            <a:solidFill>
              <a:schemeClr val="accent1"/>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1055" name="Google Shape;3156;p47">
              <a:extLst>
                <a:ext uri="{FF2B5EF4-FFF2-40B4-BE49-F238E27FC236}">
                  <a16:creationId xmlns:a16="http://schemas.microsoft.com/office/drawing/2014/main" id="{33FB1E05-4796-3319-63CE-9A17E3AA3EC3}"/>
                </a:ext>
              </a:extLst>
            </p:cNvPr>
            <p:cNvSpPr/>
            <p:nvPr/>
          </p:nvSpPr>
          <p:spPr>
            <a:xfrm>
              <a:off x="5733626" y="681017"/>
              <a:ext cx="564393" cy="492344"/>
            </a:xfrm>
            <a:custGeom>
              <a:avLst/>
              <a:gdLst/>
              <a:ahLst/>
              <a:cxnLst/>
              <a:rect l="l" t="t" r="r" b="b"/>
              <a:pathLst>
                <a:path w="698939" h="609714" extrusionOk="0">
                  <a:moveTo>
                    <a:pt x="82790" y="448837"/>
                  </a:moveTo>
                  <a:cubicBezTo>
                    <a:pt x="101798" y="452457"/>
                    <a:pt x="119950" y="448361"/>
                    <a:pt x="146561" y="455600"/>
                  </a:cubicBezTo>
                  <a:cubicBezTo>
                    <a:pt x="166452" y="461905"/>
                    <a:pt x="187190" y="465125"/>
                    <a:pt x="208050" y="465125"/>
                  </a:cubicBezTo>
                  <a:cubicBezTo>
                    <a:pt x="230669" y="465125"/>
                    <a:pt x="294155" y="433407"/>
                    <a:pt x="348611" y="395116"/>
                  </a:cubicBezTo>
                  <a:cubicBezTo>
                    <a:pt x="412762" y="350063"/>
                    <a:pt x="476437" y="272244"/>
                    <a:pt x="499436" y="234811"/>
                  </a:cubicBezTo>
                  <a:cubicBezTo>
                    <a:pt x="548951" y="154038"/>
                    <a:pt x="596375" y="70695"/>
                    <a:pt x="611011" y="28023"/>
                  </a:cubicBezTo>
                  <a:cubicBezTo>
                    <a:pt x="628498" y="-23222"/>
                    <a:pt x="628118" y="11640"/>
                    <a:pt x="658530" y="10878"/>
                  </a:cubicBezTo>
                  <a:cubicBezTo>
                    <a:pt x="693979" y="10020"/>
                    <a:pt x="713082" y="23070"/>
                    <a:pt x="686471" y="92602"/>
                  </a:cubicBezTo>
                  <a:cubicBezTo>
                    <a:pt x="659860" y="162135"/>
                    <a:pt x="635626" y="210522"/>
                    <a:pt x="576322" y="292627"/>
                  </a:cubicBezTo>
                  <a:cubicBezTo>
                    <a:pt x="532918" y="354245"/>
                    <a:pt x="479260" y="407918"/>
                    <a:pt x="417704" y="451314"/>
                  </a:cubicBezTo>
                  <a:cubicBezTo>
                    <a:pt x="363608" y="489280"/>
                    <a:pt x="305151" y="520589"/>
                    <a:pt x="243595" y="544563"/>
                  </a:cubicBezTo>
                  <a:cubicBezTo>
                    <a:pt x="225823" y="551898"/>
                    <a:pt x="214513" y="561709"/>
                    <a:pt x="182295" y="579615"/>
                  </a:cubicBezTo>
                  <a:cubicBezTo>
                    <a:pt x="150381" y="597951"/>
                    <a:pt x="114514" y="608276"/>
                    <a:pt x="77753" y="609714"/>
                  </a:cubicBezTo>
                  <a:cubicBezTo>
                    <a:pt x="46961" y="608953"/>
                    <a:pt x="35937" y="603809"/>
                    <a:pt x="33371" y="597522"/>
                  </a:cubicBezTo>
                  <a:cubicBezTo>
                    <a:pt x="30139" y="589617"/>
                    <a:pt x="36127" y="584188"/>
                    <a:pt x="50193" y="582854"/>
                  </a:cubicBezTo>
                  <a:cubicBezTo>
                    <a:pt x="72688" y="582521"/>
                    <a:pt x="94936" y="578101"/>
                    <a:pt x="115864" y="569805"/>
                  </a:cubicBezTo>
                  <a:cubicBezTo>
                    <a:pt x="115864" y="569805"/>
                    <a:pt x="85166" y="574186"/>
                    <a:pt x="66634" y="575139"/>
                  </a:cubicBezTo>
                  <a:cubicBezTo>
                    <a:pt x="50088" y="576034"/>
                    <a:pt x="33504" y="574729"/>
                    <a:pt x="17310" y="571234"/>
                  </a:cubicBezTo>
                  <a:cubicBezTo>
                    <a:pt x="1723" y="567519"/>
                    <a:pt x="-7020" y="545421"/>
                    <a:pt x="7140" y="543706"/>
                  </a:cubicBezTo>
                  <a:cubicBezTo>
                    <a:pt x="21301" y="541992"/>
                    <a:pt x="32706" y="544659"/>
                    <a:pt x="60267" y="542849"/>
                  </a:cubicBezTo>
                  <a:cubicBezTo>
                    <a:pt x="74845" y="541935"/>
                    <a:pt x="89272" y="539277"/>
                    <a:pt x="103224" y="534943"/>
                  </a:cubicBezTo>
                  <a:cubicBezTo>
                    <a:pt x="84805" y="535105"/>
                    <a:pt x="66396" y="533772"/>
                    <a:pt x="48197" y="530943"/>
                  </a:cubicBezTo>
                  <a:cubicBezTo>
                    <a:pt x="33390" y="529543"/>
                    <a:pt x="19296" y="523885"/>
                    <a:pt x="7615" y="514655"/>
                  </a:cubicBezTo>
                  <a:cubicBezTo>
                    <a:pt x="1628" y="509702"/>
                    <a:pt x="583" y="495605"/>
                    <a:pt x="18450" y="495605"/>
                  </a:cubicBezTo>
                  <a:cubicBezTo>
                    <a:pt x="34511" y="495605"/>
                    <a:pt x="54659" y="503035"/>
                    <a:pt x="84976" y="498844"/>
                  </a:cubicBezTo>
                  <a:cubicBezTo>
                    <a:pt x="107310" y="495700"/>
                    <a:pt x="122992" y="490462"/>
                    <a:pt x="119190" y="487509"/>
                  </a:cubicBezTo>
                  <a:cubicBezTo>
                    <a:pt x="115388" y="484556"/>
                    <a:pt x="102748" y="487509"/>
                    <a:pt x="84311" y="480746"/>
                  </a:cubicBezTo>
                  <a:cubicBezTo>
                    <a:pt x="65874" y="473983"/>
                    <a:pt x="52949" y="457791"/>
                    <a:pt x="57225" y="448075"/>
                  </a:cubicBezTo>
                  <a:cubicBezTo>
                    <a:pt x="61502" y="438360"/>
                    <a:pt x="63593" y="445313"/>
                    <a:pt x="82790" y="448837"/>
                  </a:cubicBezTo>
                  <a:close/>
                </a:path>
              </a:pathLst>
            </a:custGeom>
            <a:solidFill>
              <a:srgbClr val="FFCEA9"/>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8" name="Google Shape;3157;p47">
              <a:extLst>
                <a:ext uri="{FF2B5EF4-FFF2-40B4-BE49-F238E27FC236}">
                  <a16:creationId xmlns:a16="http://schemas.microsoft.com/office/drawing/2014/main" id="{E7D0A120-4A45-902D-7CDB-7A6C617AE227}"/>
                </a:ext>
              </a:extLst>
            </p:cNvPr>
            <p:cNvSpPr/>
            <p:nvPr/>
          </p:nvSpPr>
          <p:spPr>
            <a:xfrm>
              <a:off x="6171801" y="649512"/>
              <a:ext cx="135912" cy="159574"/>
            </a:xfrm>
            <a:custGeom>
              <a:avLst/>
              <a:gdLst/>
              <a:ahLst/>
              <a:cxnLst/>
              <a:rect l="l" t="t" r="r" b="b"/>
              <a:pathLst>
                <a:path w="168312" h="197615" extrusionOk="0">
                  <a:moveTo>
                    <a:pt x="127446" y="197527"/>
                  </a:moveTo>
                  <a:cubicBezTo>
                    <a:pt x="127446" y="197527"/>
                    <a:pt x="46188" y="201813"/>
                    <a:pt x="0" y="150759"/>
                  </a:cubicBezTo>
                  <a:lnTo>
                    <a:pt x="50085" y="45984"/>
                  </a:lnTo>
                  <a:cubicBezTo>
                    <a:pt x="50085" y="45984"/>
                    <a:pt x="73179" y="-12023"/>
                    <a:pt x="127351" y="2264"/>
                  </a:cubicBezTo>
                  <a:cubicBezTo>
                    <a:pt x="181522" y="16552"/>
                    <a:pt x="182378" y="92942"/>
                    <a:pt x="127446" y="197527"/>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sp>
          <p:nvSpPr>
            <p:cNvPr id="2209" name="Google Shape;3158;p47">
              <a:extLst>
                <a:ext uri="{FF2B5EF4-FFF2-40B4-BE49-F238E27FC236}">
                  <a16:creationId xmlns:a16="http://schemas.microsoft.com/office/drawing/2014/main" id="{5B4676F5-BA42-50BE-0CF7-94F7AF0B7221}"/>
                </a:ext>
              </a:extLst>
            </p:cNvPr>
            <p:cNvSpPr/>
            <p:nvPr/>
          </p:nvSpPr>
          <p:spPr>
            <a:xfrm>
              <a:off x="5953447" y="594810"/>
              <a:ext cx="109819" cy="115441"/>
            </a:xfrm>
            <a:custGeom>
              <a:avLst/>
              <a:gdLst/>
              <a:ahLst/>
              <a:cxnLst/>
              <a:rect l="l" t="t" r="r" b="b"/>
              <a:pathLst>
                <a:path w="135999" h="142961" extrusionOk="0">
                  <a:moveTo>
                    <a:pt x="135999" y="944"/>
                  </a:moveTo>
                  <a:cubicBezTo>
                    <a:pt x="135999" y="944"/>
                    <a:pt x="70043" y="-19249"/>
                    <a:pt x="0" y="127150"/>
                  </a:cubicBezTo>
                  <a:lnTo>
                    <a:pt x="26231" y="142962"/>
                  </a:lnTo>
                  <a:cubicBezTo>
                    <a:pt x="26231" y="142962"/>
                    <a:pt x="95133" y="38473"/>
                    <a:pt x="135999" y="944"/>
                  </a:cubicBezTo>
                  <a:close/>
                </a:path>
              </a:pathLst>
            </a:custGeom>
            <a:solidFill>
              <a:srgbClr val="EDEDED"/>
            </a:solidFill>
            <a:ln>
              <a:noFill/>
            </a:ln>
          </p:spPr>
          <p:txBody>
            <a:bodyPr spcFirstLastPara="1" wrap="square" lIns="121900" tIns="60933" rIns="121900" bIns="60933" anchor="ctr" anchorCtr="0">
              <a:noAutofit/>
            </a:bodyPr>
            <a:lstStyle/>
            <a:p>
              <a:pPr defTabSz="1219170">
                <a:buClr>
                  <a:srgbClr val="000000"/>
                </a:buClr>
              </a:pPr>
              <a:endParaRPr sz="2400" kern="0">
                <a:solidFill>
                  <a:srgbClr val="000000"/>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Raleway" pitchFamily="34" charset="0"/>
                <a:ea typeface="Raleway" pitchFamily="34" charset="-122"/>
                <a:cs typeface="Raleway" pitchFamily="34" charset="-120"/>
              </a:rPr>
              <a:t>2</a:t>
            </a:r>
            <a:endParaRPr lang="en-US" sz="2200" dirty="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1600" dirty="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Introduction to Semantic Kernel</a:t>
            </a:r>
            <a:endParaRPr lang="en-US" sz="3600" dirty="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the key AI concepts and Semantic Kernel fundamentals.</a:t>
            </a:r>
            <a:endParaRPr lang="en-US" sz="1600" dirty="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dirty="0">
                <a:solidFill>
                  <a:srgbClr val="00AED6"/>
                </a:solidFill>
                <a:latin typeface="Raleway" pitchFamily="34" charset="0"/>
                <a:ea typeface="Raleway" pitchFamily="34" charset="-122"/>
                <a:cs typeface="Raleway" pitchFamily="34" charset="-120"/>
              </a:rPr>
              <a:t>AI</a:t>
            </a:r>
            <a:endParaRPr lang="en-US" sz="3500" dirty="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a:t>
            </a:r>
            <a:endParaRPr lang="en-US" sz="900" dirty="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topics covered in this foundational section.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458384"/>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sz="2800" b="0">
                <a:solidFill>
                  <a:srgbClr val="00AED6"/>
                </a:solidFill>
                <a:latin typeface="Barlow"/>
              </a:rPr>
              <a:t>▸ </a:t>
            </a:r>
            <a:r>
              <a:rPr lang="en-US" sz="2800" b="0" i="0">
                <a:solidFill>
                  <a:srgbClr val="374151"/>
                </a:solidFill>
                <a:latin typeface="Barlow"/>
              </a:rPr>
              <a:t>Section focus: Introduce the key AI concepts and Semantic Kernel fundamentals.</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dirty="0">
                <a:solidFill>
                  <a:srgbClr val="007DB8"/>
                </a:solidFill>
                <a:latin typeface="Raleway" pitchFamily="34" charset="0"/>
                <a:ea typeface="Raleway" pitchFamily="34" charset="-122"/>
                <a:cs typeface="Raleway" pitchFamily="34" charset="-120"/>
              </a:rPr>
              <a:t>Introduction to Semantic Kernel Roadmap</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dirty="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13</a:t>
            </a:r>
            <a:endParaRPr lang="en-US" sz="900" dirty="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a:t>
            </a:r>
            <a:endParaRPr lang="en-US" sz="750" dirty="0"/>
          </a:p>
        </p:txBody>
      </p:sp>
      <p:sp>
        <p:nvSpPr>
          <p:cNvPr id="24" name="TextBox 23"/>
          <p:cNvSpPr txBox="1"/>
          <p:nvPr/>
        </p:nvSpPr>
        <p:spPr>
          <a:xfrm>
            <a:off x="822960" y="1591056"/>
            <a:ext cx="5257800" cy="2200602"/>
          </a:xfrm>
          <a:prstGeom prst="rect">
            <a:avLst/>
          </a:prstGeom>
          <a:noFill/>
        </p:spPr>
        <p:txBody>
          <a:bodyPr wrap="square" lIns="0" tIns="0" rIns="0" bIns="0" anchor="t">
            <a:spAutoFit/>
          </a:bodyPr>
          <a:lstStyle/>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1. Section Overview</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2. What is an LLM?</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3. What is Generative AI?</a:t>
            </a:r>
          </a:p>
          <a:p>
            <a:pPr algn="l">
              <a:spcBef>
                <a:spcPts val="0"/>
              </a:spcBef>
              <a:spcAft>
                <a:spcPts val="600"/>
              </a:spcAft>
            </a:pPr>
            <a:r>
              <a:rPr sz="3200" b="0" dirty="0">
                <a:solidFill>
                  <a:srgbClr val="00AED6"/>
                </a:solidFill>
                <a:latin typeface="Barlow"/>
              </a:rPr>
              <a:t>▸ </a:t>
            </a:r>
            <a:r>
              <a:rPr lang="en-US" sz="2200" b="0" i="0" dirty="0">
                <a:solidFill>
                  <a:srgbClr val="374151"/>
                </a:solidFill>
                <a:latin typeface="Barlow"/>
              </a:rPr>
              <a:t>4. What is Semantic Kernel?</a:t>
            </a:r>
          </a:p>
        </p:txBody>
      </p:sp>
      <p:sp>
        <p:nvSpPr>
          <p:cNvPr id="25" name="TextBox 24"/>
          <p:cNvSpPr txBox="1"/>
          <p:nvPr/>
        </p:nvSpPr>
        <p:spPr>
          <a:xfrm>
            <a:off x="6400800" y="1591056"/>
            <a:ext cx="4892040" cy="2631490"/>
          </a:xfrm>
          <a:prstGeom prst="rect">
            <a:avLst/>
          </a:prstGeom>
          <a:noFill/>
        </p:spPr>
        <p:txBody>
          <a:bodyPr wrap="square" lIns="0" tIns="0" rIns="0" bIns="0" anchor="t">
            <a:spAutoFit/>
          </a:bodyPr>
          <a:lstStyle/>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5. Why Use Semantic Kernel Instead of Calling the Model Directly?</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6. Semantic Kernel vs Microsoft Agent Framework</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7. Understanding AI Agents in Business Context</a:t>
            </a:r>
          </a:p>
          <a:p>
            <a:pPr algn="l">
              <a:spcBef>
                <a:spcPts val="0"/>
              </a:spcBef>
              <a:spcAft>
                <a:spcPts val="600"/>
              </a:spcAft>
            </a:pPr>
            <a:r>
              <a:rPr lang="en-US" sz="2200" b="0" dirty="0">
                <a:solidFill>
                  <a:srgbClr val="00AED6"/>
                </a:solidFill>
                <a:latin typeface="Barlow"/>
              </a:rPr>
              <a:t>▸ </a:t>
            </a:r>
            <a:r>
              <a:rPr sz="2200" b="0" i="0" dirty="0">
                <a:solidFill>
                  <a:srgbClr val="374151"/>
                </a:solidFill>
                <a:latin typeface="Barlow"/>
              </a:rPr>
              <a:t>8. Section Review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xEl>
                                              <p:pRg st="1" end="1"/>
                                            </p:txEl>
                                          </p:spTgt>
                                        </p:tgtEl>
                                        <p:attrNameLst>
                                          <p:attrName>style.visibility</p:attrName>
                                        </p:attrNameLst>
                                      </p:cBhvr>
                                      <p:to>
                                        <p:strVal val="visible"/>
                                      </p:to>
                                    </p:set>
                                    <p:animEffect transition="in" filter="fade">
                                      <p:cBhvr>
                                        <p:cTn id="32" dur="500"/>
                                        <p:tgtEl>
                                          <p:spTgt spid="2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xEl>
                                              <p:pRg st="2" end="2"/>
                                            </p:txEl>
                                          </p:spTgt>
                                        </p:tgtEl>
                                        <p:attrNameLst>
                                          <p:attrName>style.visibility</p:attrName>
                                        </p:attrNameLst>
                                      </p:cBhvr>
                                      <p:to>
                                        <p:strVal val="visible"/>
                                      </p:to>
                                    </p:set>
                                    <p:animEffect transition="in" filter="fade">
                                      <p:cBhvr>
                                        <p:cTn id="37" dur="500"/>
                                        <p:tgtEl>
                                          <p:spTgt spid="2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xEl>
                                              <p:pRg st="3" end="3"/>
                                            </p:txEl>
                                          </p:spTgt>
                                        </p:tgtEl>
                                        <p:attrNameLst>
                                          <p:attrName>style.visibility</p:attrName>
                                        </p:attrNameLst>
                                      </p:cBhvr>
                                      <p:to>
                                        <p:strVal val="visible"/>
                                      </p:to>
                                    </p:set>
                                    <p:animEffect transition="in" filter="fade">
                                      <p:cBhvr>
                                        <p:cTn id="42"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2.2 — What is an LLM?</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large language models are and how they are used in applications.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Developer takeaway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the model for language tasks: explanation, summarization, transformation, and generation.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Do not treat model output as authoritative without grounding or validation.</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connection: later RAG and citations supply the missing business context.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14</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2.2</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language model predicts likely next tokens from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Inputs are converted to tokens, vectors, and attention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Responses are generated one token at a time, not retrieved as fixed answers.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model does not automatically know your current business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2.3 — What is Generative AI?</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Distinguish generative AI from broader AI concepts and understand common usage patterns.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Application view</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GenAI apps combine model reasoning with system design.</a:t>
            </a:r>
            <a:endParaRPr lang="en-US" sz="1120"/>
          </a:p>
          <a:p>
            <a:pPr marL="0" indent="0">
              <a:buNone/>
            </a:pPr>
            <a:r>
              <a:rPr lang="en-US" sz="2200">
                <a:solidFill>
                  <a:srgbClr val="374151"/>
                </a:solidFill>
                <a:latin typeface="Barlow" pitchFamily="34" charset="0"/>
                <a:ea typeface="Barlow" pitchFamily="34" charset="-122"/>
                <a:cs typeface="Barlow" pitchFamily="34" charset="-120"/>
              </a:rPr>
              <a:t>Semantic Kernel provides orchestration between the model, prompts, plugins, and business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portal project uses GenAI as a feature inside real workflows.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2.3</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Generative AI creates new text, code, images, or structured responses from prompts.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.NET applications, it often appears as assistants, copilots, document processors, and workflow helpers.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value comes from pairing generation with context, tools, and application boundaries.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Uncontrolled generation is not enough for enterprise systems.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2.4 — What is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Semantic Kernel as an orchestration layer for AI-enabled applications.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App</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Model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Result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2.4</a:t>
            </a:r>
            <a:endParaRPr lang="en-US" sz="750"/>
          </a:p>
        </p:txBody>
      </p:sp>
      <p:sp>
        <p:nvSpPr>
          <p:cNvPr id="30" name="TextBox 29"/>
          <p:cNvSpPr txBox="1"/>
          <p:nvPr/>
        </p:nvSpPr>
        <p:spPr>
          <a:xfrm>
            <a:off x="822960" y="159105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is a lightweight SDK for integrating AI models into C#, Python, and Java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acts as middleware between application code, model services, plugins, prompts, and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gives developers a central place to register services and expose callable capabilities.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course uses SK as the orchestration layer, not just as a chat wrapper.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2.5 — Why Use Semantic Kernel Instead of Calling the Model Directly?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abstraction, extensibility, portability, and structured orchestration benefits.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Decision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direct calls when the app only needs one simple request-response 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Semantic Kernel when you need plugins, prompt assets, tool calling, RAG, filters, or observability.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Course decision: start simple in console, then move to a portal where orchestration matters.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2.5</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Direct SDK calls are fine for simple prompts and prototypes.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adds provider abstraction, prompt organization, plugin orchestration, and function calling.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helps centralize AI behavior so the application remains maintainable.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becomes more valuable as the system grows beyond basic chat.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2.6 — Semantic Kernel vs Microsoft Agent Framework</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where Semantic Kernel fits relative to newer agentic orchestration choices.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Course positioning</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Teach SK deeply for plugins, prompt composition, RAG, and enterprise readiness.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Mention Agent Framework as the next step for deeper agentic applications.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Avoid shifting the course into a competing framework too early.</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2.6</a:t>
            </a:r>
            <a:endParaRPr lang="en-US" sz="750"/>
          </a:p>
        </p:txBody>
      </p:sp>
      <p:sp>
        <p:nvSpPr>
          <p:cNvPr id="21" name="TextBox 20"/>
          <p:cNvSpPr txBox="1"/>
          <p:nvPr/>
        </p:nvSpPr>
        <p:spPr>
          <a:xfrm>
            <a:off x="822960" y="1682496"/>
            <a:ext cx="5257800" cy="4293483"/>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Semantic Kernel focuses on kernel orchestration, plugins, prompts, model services, filters, and integration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Agent Framework is positioned for new agentic and multi-agent orchestration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comparison is important, but this course still centers on Semantic Kernel because it teaches reusable AI app primitives.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portal project demonstrates SK in a commercial application context.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2.7 — Understanding AI Agents in Business Context</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AI agents are and where they fit in modern business solutions.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Enterprise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Avoid promising “autonomous magic.”</a:t>
            </a:r>
            <a:endParaRPr lang="en-US" sz="1120"/>
          </a:p>
          <a:p>
            <a:pPr marL="0" indent="0">
              <a:buNone/>
            </a:pPr>
            <a:r>
              <a:rPr lang="en-US" sz="2200">
                <a:solidFill>
                  <a:srgbClr val="374151"/>
                </a:solidFill>
                <a:latin typeface="Barlow" pitchFamily="34" charset="0"/>
                <a:ea typeface="Barlow" pitchFamily="34" charset="-122"/>
                <a:cs typeface="Barlow" pitchFamily="34" charset="-120"/>
              </a:rPr>
              <a:t>Frame the assistant as a controlled application participant.</a:t>
            </a:r>
            <a:endParaRPr lang="en-US" sz="1120"/>
          </a:p>
          <a:p>
            <a:pPr marL="0" indent="0">
              <a:buNone/>
            </a:pPr>
            <a:r>
              <a:rPr lang="en-US" sz="2200">
                <a:solidFill>
                  <a:srgbClr val="374151"/>
                </a:solidFill>
                <a:latin typeface="Barlow" pitchFamily="34" charset="0"/>
                <a:ea typeface="Barlow" pitchFamily="34" charset="-122"/>
                <a:cs typeface="Barlow" pitchFamily="34" charset="-120"/>
              </a:rPr>
              <a:t>Business value comes from faster triage, better summaries, and safer action preparation.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19</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 Section 2 · Lesson 2.7</a:t>
            </a:r>
            <a:endParaRPr lang="en-US" sz="750"/>
          </a:p>
        </p:txBody>
      </p:sp>
      <p:sp>
        <p:nvSpPr>
          <p:cNvPr id="21" name="TextBox 20"/>
          <p:cNvSpPr txBox="1"/>
          <p:nvPr/>
        </p:nvSpPr>
        <p:spPr>
          <a:xfrm>
            <a:off x="822960" y="1682496"/>
            <a:ext cx="5257800" cy="3954929"/>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An agent-like system can interpret intent, call tools, use context, and support decisions.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In business apps, the useful pattern is often a constrained copilot, not full autonomy.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Agents must operate inside permissions, audit trails, and human approval 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t>
            </a:r>
            <a:r>
              <a:rPr lang="en-US" sz="2200" b="0" i="0" err="1">
                <a:solidFill>
                  <a:srgbClr val="374151"/>
                </a:solidFill>
                <a:latin typeface="Barlow"/>
              </a:rPr>
              <a:t>KnowledgeOps</a:t>
            </a:r>
            <a:r>
              <a:rPr lang="en-US" sz="2200" b="0" i="0">
                <a:solidFill>
                  <a:srgbClr val="374151"/>
                </a:solidFill>
                <a:latin typeface="Barlow"/>
              </a:rPr>
              <a:t> portal embeds Copilot behavior into documents, requests, and approvals.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2.8 — Section Review</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dirty="0">
                <a:solidFill>
                  <a:srgbClr val="697586"/>
                </a:solidFill>
                <a:latin typeface="Barlow" pitchFamily="34" charset="0"/>
                <a:ea typeface="Barlow" pitchFamily="34" charset="-122"/>
                <a:cs typeface="Barlow" pitchFamily="34" charset="-120"/>
              </a:rPr>
              <a:t>Key takeaways and transition to the next section.</a:t>
            </a:r>
            <a:endParaRPr lang="en-US" sz="1250" dirty="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1</a:t>
            </a:r>
            <a:endParaRPr lang="en-US" sz="1350" dirty="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Reinforce the relationship between LLMs, generative AI, Semantic Kernel, and agents.</a:t>
            </a:r>
            <a:endParaRPr lang="en-US" sz="1100" dirty="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2</a:t>
            </a:r>
            <a:endParaRPr lang="en-US" sz="1350" dirty="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dirty="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3</a:t>
            </a:r>
            <a:endParaRPr lang="en-US" sz="1350" dirty="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dirty="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dirty="0">
                <a:solidFill>
                  <a:srgbClr val="0A2F4D"/>
                </a:solidFill>
                <a:latin typeface="Raleway" pitchFamily="34" charset="0"/>
                <a:ea typeface="Raleway" pitchFamily="34" charset="-122"/>
                <a:cs typeface="Raleway" pitchFamily="34" charset="-120"/>
              </a:rPr>
              <a:t>Takeaway 4</a:t>
            </a:r>
            <a:endParaRPr lang="en-US" sz="1350" dirty="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dirty="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Environment Setup and Starter Solution</a:t>
            </a:r>
            <a:endParaRPr lang="en-US" sz="1300" dirty="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20</a:t>
            </a:r>
            <a:endParaRPr lang="en-US" sz="900" dirty="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2 Review</a:t>
            </a:r>
            <a:endParaRPr lang="en-US" sz="7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196596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395728"/>
            <a:ext cx="457200" cy="402336"/>
          </a:xfrm>
          <a:prstGeom prst="rect">
            <a:avLst/>
          </a:prstGeom>
          <a:noFill/>
          <a:ln/>
        </p:spPr>
        <p:txBody>
          <a:bodyPr wrap="square" lIns="0" tIns="0" rIns="0" bIns="0" rtlCol="0" anchor="ctr"/>
          <a:lstStyle/>
          <a:p>
            <a:pPr marL="0" indent="0" algn="ctr">
              <a:buNone/>
            </a:pPr>
            <a:r>
              <a:rPr lang="en-US" sz="2200" b="1" dirty="0">
                <a:solidFill>
                  <a:srgbClr val="FFFFFF"/>
                </a:solidFill>
                <a:latin typeface="Raleway" pitchFamily="34" charset="0"/>
                <a:ea typeface="Raleway" pitchFamily="34" charset="-122"/>
                <a:cs typeface="Raleway" pitchFamily="34" charset="-120"/>
              </a:rPr>
              <a:t>3</a:t>
            </a:r>
            <a:endParaRPr lang="en-US" sz="2200" dirty="0"/>
          </a:p>
        </p:txBody>
      </p:sp>
      <p:sp>
        <p:nvSpPr>
          <p:cNvPr id="6" name="Text 4"/>
          <p:cNvSpPr/>
          <p:nvPr/>
        </p:nvSpPr>
        <p:spPr>
          <a:xfrm>
            <a:off x="1417320" y="157276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1600" dirty="0"/>
          </a:p>
        </p:txBody>
      </p:sp>
      <p:sp>
        <p:nvSpPr>
          <p:cNvPr id="7" name="Text 5"/>
          <p:cNvSpPr/>
          <p:nvPr/>
        </p:nvSpPr>
        <p:spPr>
          <a:xfrm>
            <a:off x="1417320" y="192024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Environment Setup and Starter Solution</a:t>
            </a:r>
            <a:endParaRPr lang="en-US" sz="3600" dirty="0"/>
          </a:p>
        </p:txBody>
      </p:sp>
      <p:sp>
        <p:nvSpPr>
          <p:cNvPr id="8" name="Text 6"/>
          <p:cNvSpPr/>
          <p:nvPr/>
        </p:nvSpPr>
        <p:spPr>
          <a:xfrm>
            <a:off x="1463040" y="324612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Prepare the development environment and starter solution.</a:t>
            </a:r>
            <a:endParaRPr lang="en-US" sz="1600" dirty="0"/>
          </a:p>
        </p:txBody>
      </p:sp>
      <p:sp>
        <p:nvSpPr>
          <p:cNvPr id="9" name="Shape 7"/>
          <p:cNvSpPr/>
          <p:nvPr/>
        </p:nvSpPr>
        <p:spPr>
          <a:xfrm>
            <a:off x="8321040" y="123444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23444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178308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178308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08483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3566160"/>
            <a:ext cx="1097280" cy="548640"/>
          </a:xfrm>
          <a:prstGeom prst="rect">
            <a:avLst/>
          </a:prstGeom>
          <a:noFill/>
          <a:ln/>
        </p:spPr>
        <p:txBody>
          <a:bodyPr wrap="square" lIns="0" tIns="0" rIns="0" bIns="0" rtlCol="0" anchor="ctr"/>
          <a:lstStyle/>
          <a:p>
            <a:pPr marL="0" indent="0">
              <a:buNone/>
            </a:pPr>
            <a:r>
              <a:rPr lang="en-US" sz="3500" b="1" dirty="0">
                <a:solidFill>
                  <a:srgbClr val="00AED6"/>
                </a:solidFill>
                <a:latin typeface="Raleway" pitchFamily="34" charset="0"/>
                <a:ea typeface="Raleway" pitchFamily="34" charset="-122"/>
                <a:cs typeface="Raleway" pitchFamily="34" charset="-120"/>
              </a:rPr>
              <a:t>AI</a:t>
            </a:r>
            <a:endParaRPr lang="en-US" sz="3500" dirty="0"/>
          </a:p>
        </p:txBody>
      </p:sp>
      <p:sp>
        <p:nvSpPr>
          <p:cNvPr id="15" name="Shape 13"/>
          <p:cNvSpPr/>
          <p:nvPr/>
        </p:nvSpPr>
        <p:spPr>
          <a:xfrm>
            <a:off x="9473184" y="292608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21</a:t>
            </a:r>
            <a:endParaRPr lang="en-US" sz="900" dirty="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3.1 — Section Overview</a:t>
            </a:r>
            <a:endParaRPr lang="en-US" sz="2700" dirty="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the tools, services, and project structure used in the course.</a:t>
            </a:r>
            <a:endParaRPr lang="en-US" sz="1250" dirty="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22</a:t>
            </a:r>
            <a:endParaRPr lang="en-US" sz="900" dirty="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3.1</a:t>
            </a:r>
            <a:endParaRPr lang="en-US" sz="750" dirty="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Prepare the development environment and starter solution.</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3.2 — Install .NET 10, Tools, and Extensions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Set up the required SDKs, IDE support, and local tooling.</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can build and run .NET 10 projects locally.</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Verify the .NET SDK with dotnet --info.</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Visual Studio or VS Code extensions are installed.</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or open the course workspace.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the terminal and package restore workflow.</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--info</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list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code --version</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3.3 — Azure OpenAI Prerequisites and Resource Planning</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Understand what Azure resources are needed and how model deployments fit into the solution.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Planning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Record endpoint and deployment names carefully.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Never hard-code secrets in source control.</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configuration and secret storage from the beginning.</a:t>
            </a:r>
            <a:endParaRPr lang="en-US" sz="1120"/>
          </a:p>
        </p:txBody>
      </p:sp>
      <p:sp>
        <p:nvSpPr>
          <p:cNvPr id="18" name="Shape 16"/>
          <p:cNvSpPr/>
          <p:nvPr/>
        </p:nvSpPr>
        <p:spPr>
          <a:xfrm>
            <a:off x="11452860" y="6355080"/>
            <a:ext cx="736092"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555730" y="6565392"/>
            <a:ext cx="514350" cy="292608"/>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3.3</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Plan the Azure OpenAI resource, deployment names, endpoint, API key, or identity strategy.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local development settings from production configuration.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Choose chat and embedding deployments that match the course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quotas, regions, and model availability in mind.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3.4 — Create the Starter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initial .NET 10 solution structure that evolves through the course.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repo has a clean baseline solution ready for Semantic Kernel integration.</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the solution folder and starter projects.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class library boundaries for AI, portal, and domain logic.</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initial project references.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Commit the clean baseline.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new sln -n KnowledgeOpsPortal</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console -n KnowledgeOps.Console</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new mvc -n KnowledgeOps.Web</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26</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3.5 — Configure Secrets and App Settings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endpoints, keys, and environment settings securely.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app can access configuration without hard-coded secrets.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Create local configuration keys.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Azure OpenAI endpoint and deployment names safely.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Avoid committing secrets to source control.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Read configuration from the app at runtime.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init</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"AzureOpenAI:Endpoint"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dotnet user-secrets set "AzureOpenAI:DeploymentName"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3.6 — Verify the Baseline Application Runs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has a working starting point before Semantic Kernel is added.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baseline is stable and ready for Semantic Kernel integration.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Restore packages and build the solution.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the console and web projects if present.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Confirm configuration loads without secret errors.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Create a clean checkpoint before adding AI packages.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 Section 3 · Lesson 3.6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3.7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baseline environment is ready for development.</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dirty="0">
                <a:solidFill>
                  <a:srgbClr val="374151"/>
                </a:solidFill>
                <a:latin typeface="Barlow" pitchFamily="34" charset="0"/>
                <a:ea typeface="Barlow" pitchFamily="34" charset="-122"/>
                <a:cs typeface="Barlow" pitchFamily="34" charset="-120"/>
              </a:rPr>
              <a:t>Next: Building Your First Kernel</a:t>
            </a:r>
            <a:endParaRPr lang="en-US" sz="1300" dirty="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29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3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4</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Building Your First Kernel</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Create the first working Semantic Kernel console application.</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the kernel fits inside a Semantic Kernel application.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31</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Create the first working Semantic Kernel console application.</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Building Your First Kernel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1" name="Shape 19"/>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2" name="Text 20"/>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32</a:t>
            </a:r>
            <a:endParaRPr lang="en-US" sz="900"/>
          </a:p>
        </p:txBody>
      </p:sp>
      <p:sp>
        <p:nvSpPr>
          <p:cNvPr id="23" name="Text 21"/>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a:t>
            </a:r>
            <a:endParaRPr lang="en-US" sz="750"/>
          </a:p>
        </p:txBody>
      </p:sp>
      <p:sp>
        <p:nvSpPr>
          <p:cNvPr id="24" name="TextBox 23"/>
          <p:cNvSpPr txBox="1"/>
          <p:nvPr/>
        </p:nvSpPr>
        <p:spPr>
          <a:xfrm>
            <a:off x="822960" y="1591056"/>
            <a:ext cx="525780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Understanding the Kernel, Services, and Connectors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to the Solution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Register Azure OpenAI Chat Services [Demo]</a:t>
            </a:r>
          </a:p>
        </p:txBody>
      </p:sp>
      <p:sp>
        <p:nvSpPr>
          <p:cNvPr id="25" name="TextBox 24"/>
          <p:cNvSpPr txBox="1"/>
          <p:nvPr/>
        </p:nvSpPr>
        <p:spPr>
          <a:xfrm>
            <a:off x="6400800" y="1591056"/>
            <a:ext cx="4892040" cy="226215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Build a First Chat Completion Console Flow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Basic Chat History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Refactor the Kernel Setup into Reusable Services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Section Review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fade">
                                      <p:cBhvr>
                                        <p:cTn id="12" dur="500"/>
                                        <p:tgtEl>
                                          <p:spTgt spid="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xEl>
                                              <p:pRg st="2" end="2"/>
                                            </p:txEl>
                                          </p:spTgt>
                                        </p:tgtEl>
                                        <p:attrNameLst>
                                          <p:attrName>style.visibility</p:attrName>
                                        </p:attrNameLst>
                                      </p:cBhvr>
                                      <p:to>
                                        <p:strVal val="visible"/>
                                      </p:to>
                                    </p:set>
                                    <p:animEffect transition="in" filter="fade">
                                      <p:cBhvr>
                                        <p:cTn id="17" dur="500"/>
                                        <p:tgtEl>
                                          <p:spTgt spid="2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xEl>
                                              <p:pRg st="3" end="3"/>
                                            </p:txEl>
                                          </p:spTgt>
                                        </p:tgtEl>
                                        <p:attrNameLst>
                                          <p:attrName>style.visibility</p:attrName>
                                        </p:attrNameLst>
                                      </p:cBhvr>
                                      <p:to>
                                        <p:strVal val="visible"/>
                                      </p:to>
                                    </p:set>
                                    <p:animEffect transition="in" filter="fade">
                                      <p:cBhvr>
                                        <p:cTn id="22" dur="500"/>
                                        <p:tgtEl>
                                          <p:spTgt spid="2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5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xEl>
                                              <p:pRg st="1" end="1"/>
                                            </p:txEl>
                                          </p:spTgt>
                                        </p:tgtEl>
                                        <p:attrNameLst>
                                          <p:attrName>style.visibility</p:attrName>
                                        </p:attrNameLst>
                                      </p:cBhvr>
                                      <p:to>
                                        <p:strVal val="visible"/>
                                      </p:to>
                                    </p:set>
                                    <p:animEffect transition="in" filter="fade">
                                      <p:cBhvr>
                                        <p:cTn id="32" dur="500"/>
                                        <p:tgtEl>
                                          <p:spTgt spid="25">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xEl>
                                              <p:pRg st="2" end="2"/>
                                            </p:txEl>
                                          </p:spTgt>
                                        </p:tgtEl>
                                        <p:attrNameLst>
                                          <p:attrName>style.visibility</p:attrName>
                                        </p:attrNameLst>
                                      </p:cBhvr>
                                      <p:to>
                                        <p:strVal val="visible"/>
                                      </p:to>
                                    </p:set>
                                    <p:animEffect transition="in" filter="fade">
                                      <p:cBhvr>
                                        <p:cTn id="37" dur="500"/>
                                        <p:tgtEl>
                                          <p:spTgt spid="2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5">
                                            <p:txEl>
                                              <p:pRg st="3" end="3"/>
                                            </p:txEl>
                                          </p:spTgt>
                                        </p:tgtEl>
                                        <p:attrNameLst>
                                          <p:attrName>style.visibility</p:attrName>
                                        </p:attrNameLst>
                                      </p:cBhvr>
                                      <p:to>
                                        <p:strVal val="visible"/>
                                      </p:to>
                                    </p:set>
                                    <p:animEffect transition="in" filter="fade">
                                      <p:cBhvr>
                                        <p:cTn id="42" dur="500"/>
                                        <p:tgtEl>
                                          <p:spTgt spid="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2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4.2 — Understanding the Kernel, Services, and Connectors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Explain the kernel as the central orchestrator in Semantic Kernel.</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Services</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Kernel</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Prompt</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Plugin</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Output</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33</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4.2</a:t>
            </a:r>
            <a:endParaRPr lang="en-US" sz="750"/>
          </a:p>
        </p:txBody>
      </p:sp>
      <p:sp>
        <p:nvSpPr>
          <p:cNvPr id="30" name="TextBox 29"/>
          <p:cNvSpPr txBox="1"/>
          <p:nvPr/>
        </p:nvSpPr>
        <p:spPr>
          <a:xfrm>
            <a:off x="822960" y="159105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is the central object that knows about AI services, plugins, and execution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Connectors integrate the application with model providers such as Azure OpenAI.</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Services are registered once and reused through application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centralization is what later enables logging, filters, and controlled orchestration.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4.3 — Add Semantic Kernel to the Solution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Install and reference the core packages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project compiles with Semantic Kernel referenced.</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the Semantic Kernel NuGet package.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Confirm the package reference restores.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Create the first kernel builder location.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model service registration.</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dotnet add package Microsoft.SemanticKernel</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34</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4.4 — Register Azure OpenAI Chat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Connect the project to Azure OpenAI through Semantic Kernel.</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has a registered chat completion service.</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1. Read endpoint, deployment, and key from configuration.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Register Azure OpenAI chat completion with the kernel builder.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Validate service construction.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first call.</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builder = Kernel.CreateBuilder();</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builder.AddAzureOpenAIChatCompletion(</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deploymentName, endpoint, apiKey);</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kernel = builder.Build();</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35</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4.5 — Build a First Chat Completion Console 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Send a prompt, receive a response, and understand the execution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console app successfully receives a response from Azure OpenAI via Semantic Kernel.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user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Invoke the model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Display the model response.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Explain the request/response 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4.6 — Add Basic Chat History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Maintain short conversational context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assistant can respond with awareness of the previous turn.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ChatHistory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system and user messages.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Send history to the chat completion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Show improved continuity across turns.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37</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4.7 — Refactor the Kernel Setup into Reusable Services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from one-off code to maintainable application architecture.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app uses maintainable service boundaries instead of one-off demo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Extract kernel creation into a dedicated factory or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Move configuration reads out of Program.cs demo code.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 small interface for the AI workflow.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the previous prompt flow through the new service.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 Section 4 · Lesson 4.7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4.8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configure and run a basic kernel-backed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Semantic Kernel Plugins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39</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4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5</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Semantic Kernel Plugins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Introduce plugins, prompts, reusable prompt assets, and prompt engineering fundamentals.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plugins and prompts extend the capabilities of a kernel.</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41</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Introduce plugins, prompts, reusable prompt assets, and prompt engineering fundamentals.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Semantic Kernel Plugins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+ 2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42</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a:t>
            </a:r>
            <a:endParaRPr lang="en-US" sz="750"/>
          </a:p>
        </p:txBody>
      </p:sp>
      <p:sp>
        <p:nvSpPr>
          <p:cNvPr id="27" name="TextBox 26"/>
          <p:cNvSpPr txBox="1"/>
          <p:nvPr/>
        </p:nvSpPr>
        <p:spPr>
          <a:xfrm>
            <a:off x="822960" y="1591056"/>
            <a:ext cx="5257800" cy="267765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Introduction to Plugins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Using Built-In Plugins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Prompt Engineering for Application Developers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Prompt Templates, Variables, and Arguments</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Create Reusable Prompt Templates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Add Personas and Role-Based Prompting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Build a Semantic Prompt Plugin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Store Prompts in Files and Organize Them Cleanly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5.2 — Introduction to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a plugin is and how the kernel invokes plugin functionality.</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Plugin mental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Plugins are the bridge between language intent and application capability.</a:t>
            </a:r>
            <a:endParaRPr lang="en-US" sz="1120"/>
          </a:p>
          <a:p>
            <a:pPr marL="0" indent="0">
              <a:buNone/>
            </a:pPr>
            <a:r>
              <a:rPr lang="en-US" sz="2200">
                <a:solidFill>
                  <a:srgbClr val="374151"/>
                </a:solidFill>
                <a:latin typeface="Barlow" pitchFamily="34" charset="0"/>
                <a:ea typeface="Barlow" pitchFamily="34" charset="-122"/>
                <a:cs typeface="Barlow" pitchFamily="34" charset="-120"/>
              </a:rPr>
              <a:t>In the portal, plugins expose document, request, approval, and audit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Treat plugins as contracts, not random helper methods.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 plugin is a group of functions the kernel can invoke.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functions can be native C# methods or prompt-backed semantic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Function names, descriptions, and parameters influence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Good plugin design makes AI behavior more predictable.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5.3 — Using Built-In Plugins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Learn how to use built-in plugin features, such as time and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invokes built-in functionality without custom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a built-in plugin.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Call a plugin function manually.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Use the function output in the conversation.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built-in plugins are sufficient.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5.4 — Prompt Engineering for Application Developers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how to write application-grade prompts instead of ad hoc chat prompts.</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Prompt design rule</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Prefer instructions that are specific to the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Keep sensitive or changing facts out of hard-coded prompts.</a:t>
            </a:r>
            <a:endParaRPr lang="en-US" sz="1120"/>
          </a:p>
          <a:p>
            <a:pPr marL="0" indent="0">
              <a:buNone/>
            </a:pPr>
            <a:r>
              <a:rPr lang="en-US" sz="2200">
                <a:solidFill>
                  <a:srgbClr val="374151"/>
                </a:solidFill>
                <a:latin typeface="Barlow" pitchFamily="34" charset="0"/>
                <a:ea typeface="Barlow" pitchFamily="34" charset="-122"/>
                <a:cs typeface="Barlow" pitchFamily="34" charset="-120"/>
              </a:rPr>
              <a:t>Use grounding and validation for important outputs.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5.4</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Application prompts should be explicit, scoped, and testable.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Prompts should include role, task, constraints, context, and output expectations.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 quality affects reliability, cost, and downstream workflow behavior.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Prompts should be versioned and organized like other application assets.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5.5 — Prompt Templates, Variables, and Arguments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Semantic Kernel templating supports reusable instructions.</a:t>
            </a:r>
            <a:endParaRPr lang="en-US" sz="1250"/>
          </a:p>
        </p:txBody>
      </p:sp>
      <p:sp>
        <p:nvSpPr>
          <p:cNvPr id="13" name="Shape 11"/>
          <p:cNvSpPr/>
          <p:nvPr/>
        </p:nvSpPr>
        <p:spPr>
          <a:xfrm>
            <a:off x="612648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14" name="Text 12"/>
          <p:cNvSpPr/>
          <p:nvPr/>
        </p:nvSpPr>
        <p:spPr>
          <a:xfrm>
            <a:off x="619963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Template</a:t>
            </a:r>
            <a:endParaRPr lang="en-US" sz="1150"/>
          </a:p>
        </p:txBody>
      </p:sp>
      <p:sp>
        <p:nvSpPr>
          <p:cNvPr id="15" name="Shape 13"/>
          <p:cNvSpPr/>
          <p:nvPr/>
        </p:nvSpPr>
        <p:spPr>
          <a:xfrm>
            <a:off x="7059168" y="2331720"/>
            <a:ext cx="100584" cy="0"/>
          </a:xfrm>
          <a:prstGeom prst="line">
            <a:avLst/>
          </a:prstGeom>
          <a:noFill/>
          <a:ln w="25400">
            <a:solidFill>
              <a:srgbClr val="00AED6"/>
            </a:solidFill>
            <a:prstDash val="solid"/>
            <a:headEnd type="none"/>
            <a:tailEnd type="triangle"/>
          </a:ln>
        </p:spPr>
        <p:txBody>
          <a:bodyPr/>
          <a:lstStyle/>
          <a:p>
            <a:endParaRPr/>
          </a:p>
        </p:txBody>
      </p:sp>
      <p:sp>
        <p:nvSpPr>
          <p:cNvPr id="16" name="Shape 14"/>
          <p:cNvSpPr/>
          <p:nvPr/>
        </p:nvSpPr>
        <p:spPr>
          <a:xfrm>
            <a:off x="7178040" y="1920240"/>
            <a:ext cx="914400" cy="822960"/>
          </a:xfrm>
          <a:prstGeom prst="roundRect">
            <a:avLst>
              <a:gd name="adj" fmla="val 5556"/>
            </a:avLst>
          </a:prstGeom>
          <a:solidFill>
            <a:srgbClr val="E6F7FB"/>
          </a:solidFill>
          <a:ln w="12700">
            <a:solidFill>
              <a:srgbClr val="C9D4E2"/>
            </a:solidFill>
            <a:prstDash val="solid"/>
          </a:ln>
        </p:spPr>
        <p:txBody>
          <a:bodyPr/>
          <a:lstStyle/>
          <a:p>
            <a:endParaRPr/>
          </a:p>
        </p:txBody>
      </p:sp>
      <p:sp>
        <p:nvSpPr>
          <p:cNvPr id="17" name="Text 15"/>
          <p:cNvSpPr/>
          <p:nvPr/>
        </p:nvSpPr>
        <p:spPr>
          <a:xfrm>
            <a:off x="725119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07DB8"/>
                </a:solidFill>
                <a:latin typeface="Raleway" pitchFamily="34" charset="0"/>
                <a:ea typeface="Raleway" pitchFamily="34" charset="-122"/>
                <a:cs typeface="Raleway" pitchFamily="34" charset="-120"/>
              </a:rPr>
              <a:t>Variables</a:t>
            </a:r>
            <a:endParaRPr lang="en-US" sz="1150"/>
          </a:p>
        </p:txBody>
      </p:sp>
      <p:sp>
        <p:nvSpPr>
          <p:cNvPr id="18" name="Shape 16"/>
          <p:cNvSpPr/>
          <p:nvPr/>
        </p:nvSpPr>
        <p:spPr>
          <a:xfrm>
            <a:off x="8110728" y="2331720"/>
            <a:ext cx="100584" cy="0"/>
          </a:xfrm>
          <a:prstGeom prst="line">
            <a:avLst/>
          </a:prstGeom>
          <a:noFill/>
          <a:ln w="25400">
            <a:solidFill>
              <a:srgbClr val="00AED6"/>
            </a:solidFill>
            <a:prstDash val="solid"/>
            <a:headEnd type="none"/>
            <a:tailEnd type="triangle"/>
          </a:ln>
        </p:spPr>
        <p:txBody>
          <a:bodyPr/>
          <a:lstStyle/>
          <a:p>
            <a:endParaRPr/>
          </a:p>
        </p:txBody>
      </p:sp>
      <p:sp>
        <p:nvSpPr>
          <p:cNvPr id="19" name="Shape 17"/>
          <p:cNvSpPr/>
          <p:nvPr/>
        </p:nvSpPr>
        <p:spPr>
          <a:xfrm>
            <a:off x="822960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0" name="Text 18"/>
          <p:cNvSpPr/>
          <p:nvPr/>
        </p:nvSpPr>
        <p:spPr>
          <a:xfrm>
            <a:off x="8302752" y="2185416"/>
            <a:ext cx="768096" cy="228600"/>
          </a:xfrm>
          <a:prstGeom prst="rect">
            <a:avLst/>
          </a:prstGeom>
          <a:noFill/>
          <a:ln/>
        </p:spPr>
        <p:txBody>
          <a:bodyPr wrap="square" lIns="0" tIns="0" rIns="0" bIns="0" rtlCol="0" anchor="ctr">
            <a:normAutofit fontScale="92500"/>
          </a:bodyPr>
          <a:lstStyle/>
          <a:p>
            <a:pPr marL="0" indent="0" algn="ctr">
              <a:buNone/>
            </a:pPr>
            <a:r>
              <a:rPr lang="en-US" sz="1150" b="1">
                <a:solidFill>
                  <a:srgbClr val="0A2F4D"/>
                </a:solidFill>
                <a:latin typeface="Raleway" pitchFamily="34" charset="0"/>
                <a:ea typeface="Raleway" pitchFamily="34" charset="-122"/>
                <a:cs typeface="Raleway" pitchFamily="34" charset="-120"/>
              </a:rPr>
              <a:t>Arguments</a:t>
            </a:r>
            <a:endParaRPr lang="en-US" sz="1150"/>
          </a:p>
        </p:txBody>
      </p:sp>
      <p:sp>
        <p:nvSpPr>
          <p:cNvPr id="21" name="Shape 19"/>
          <p:cNvSpPr/>
          <p:nvPr/>
        </p:nvSpPr>
        <p:spPr>
          <a:xfrm>
            <a:off x="9162288" y="2331720"/>
            <a:ext cx="100584" cy="0"/>
          </a:xfrm>
          <a:prstGeom prst="line">
            <a:avLst/>
          </a:prstGeom>
          <a:noFill/>
          <a:ln w="25400">
            <a:solidFill>
              <a:srgbClr val="00AED6"/>
            </a:solidFill>
            <a:prstDash val="solid"/>
            <a:headEnd type="none"/>
            <a:tailEnd type="triangle"/>
          </a:ln>
        </p:spPr>
        <p:txBody>
          <a:bodyPr/>
          <a:lstStyle/>
          <a:p>
            <a:endParaRPr/>
          </a:p>
        </p:txBody>
      </p:sp>
      <p:sp>
        <p:nvSpPr>
          <p:cNvPr id="22" name="Shape 20"/>
          <p:cNvSpPr/>
          <p:nvPr/>
        </p:nvSpPr>
        <p:spPr>
          <a:xfrm>
            <a:off x="928116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3" name="Text 21"/>
          <p:cNvSpPr/>
          <p:nvPr/>
        </p:nvSpPr>
        <p:spPr>
          <a:xfrm>
            <a:off x="935431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Kernel</a:t>
            </a:r>
            <a:endParaRPr lang="en-US" sz="1150"/>
          </a:p>
        </p:txBody>
      </p:sp>
      <p:sp>
        <p:nvSpPr>
          <p:cNvPr id="24" name="Shape 22"/>
          <p:cNvSpPr/>
          <p:nvPr/>
        </p:nvSpPr>
        <p:spPr>
          <a:xfrm>
            <a:off x="10213848" y="2331720"/>
            <a:ext cx="100584" cy="0"/>
          </a:xfrm>
          <a:prstGeom prst="line">
            <a:avLst/>
          </a:prstGeom>
          <a:noFill/>
          <a:ln w="25400">
            <a:solidFill>
              <a:srgbClr val="00AED6"/>
            </a:solidFill>
            <a:prstDash val="solid"/>
            <a:headEnd type="none"/>
            <a:tailEnd type="triangle"/>
          </a:ln>
        </p:spPr>
        <p:txBody>
          <a:bodyPr/>
          <a:lstStyle/>
          <a:p>
            <a:endParaRPr/>
          </a:p>
        </p:txBody>
      </p:sp>
      <p:sp>
        <p:nvSpPr>
          <p:cNvPr id="25" name="Shape 23"/>
          <p:cNvSpPr/>
          <p:nvPr/>
        </p:nvSpPr>
        <p:spPr>
          <a:xfrm>
            <a:off x="10332720" y="1920240"/>
            <a:ext cx="914400" cy="822960"/>
          </a:xfrm>
          <a:prstGeom prst="roundRect">
            <a:avLst>
              <a:gd name="adj" fmla="val 5556"/>
            </a:avLst>
          </a:prstGeom>
          <a:solidFill>
            <a:srgbClr val="FFFFFF"/>
          </a:solidFill>
          <a:ln w="12700">
            <a:solidFill>
              <a:srgbClr val="C9D4E2"/>
            </a:solidFill>
            <a:prstDash val="solid"/>
          </a:ln>
        </p:spPr>
        <p:txBody>
          <a:bodyPr/>
          <a:lstStyle/>
          <a:p>
            <a:endParaRPr/>
          </a:p>
        </p:txBody>
      </p:sp>
      <p:sp>
        <p:nvSpPr>
          <p:cNvPr id="26" name="Text 24"/>
          <p:cNvSpPr/>
          <p:nvPr/>
        </p:nvSpPr>
        <p:spPr>
          <a:xfrm>
            <a:off x="10405872" y="2185416"/>
            <a:ext cx="768096" cy="228600"/>
          </a:xfrm>
          <a:prstGeom prst="rect">
            <a:avLst/>
          </a:prstGeom>
          <a:noFill/>
          <a:ln/>
        </p:spPr>
        <p:txBody>
          <a:bodyPr wrap="square" lIns="0" tIns="0" rIns="0" bIns="0" rtlCol="0" anchor="ctr">
            <a:normAutofit/>
          </a:bodyPr>
          <a:lstStyle/>
          <a:p>
            <a:pPr marL="0" indent="0" algn="ctr">
              <a:buNone/>
            </a:pPr>
            <a:r>
              <a:rPr lang="en-US" sz="1150" b="1">
                <a:solidFill>
                  <a:srgbClr val="0A2F4D"/>
                </a:solidFill>
                <a:latin typeface="Raleway" pitchFamily="34" charset="0"/>
                <a:ea typeface="Raleway" pitchFamily="34" charset="-122"/>
                <a:cs typeface="Raleway" pitchFamily="34" charset="-120"/>
              </a:rPr>
              <a:t>Response</a:t>
            </a:r>
            <a:endParaRPr lang="en-US" sz="1150"/>
          </a:p>
        </p:txBody>
      </p:sp>
      <p:sp>
        <p:nvSpPr>
          <p:cNvPr id="27" name="Shape 2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8" name="Text 2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46</a:t>
            </a:r>
            <a:endParaRPr lang="en-US" sz="900"/>
          </a:p>
        </p:txBody>
      </p:sp>
      <p:sp>
        <p:nvSpPr>
          <p:cNvPr id="29" name="Text 2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5.5</a:t>
            </a:r>
            <a:endParaRPr lang="en-US" sz="750"/>
          </a:p>
        </p:txBody>
      </p:sp>
      <p:sp>
        <p:nvSpPr>
          <p:cNvPr id="30" name="TextBox 29"/>
          <p:cNvSpPr txBox="1"/>
          <p:nvPr/>
        </p:nvSpPr>
        <p:spPr>
          <a:xfrm>
            <a:off x="822960" y="159105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Prompt templates let you reuse one instruction pattern with different inputs.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Variables inject runtime data such as document text, case status, or user intent.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Arguments separate prompt structure from runtime values.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Templates reduce duplication and make prompt iteration easier.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1" end="1"/>
                                            </p:txEl>
                                          </p:spTgt>
                                        </p:tgtEl>
                                        <p:attrNameLst>
                                          <p:attrName>style.visibility</p:attrName>
                                        </p:attrNameLst>
                                      </p:cBhvr>
                                      <p:to>
                                        <p:strVal val="visible"/>
                                      </p:to>
                                    </p:set>
                                    <p:animEffect transition="in" filter="fade">
                                      <p:cBhvr>
                                        <p:cTn id="12" dur="500"/>
                                        <p:tgtEl>
                                          <p:spTgt spid="3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animEffect transition="in" filter="fade">
                                      <p:cBhvr>
                                        <p:cTn id="17" dur="500"/>
                                        <p:tgtEl>
                                          <p:spTgt spid="3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3" end="3"/>
                                            </p:txEl>
                                          </p:spTgt>
                                        </p:tgtEl>
                                        <p:attrNameLst>
                                          <p:attrName>style.visibility</p:attrName>
                                        </p:attrNameLst>
                                      </p:cBhvr>
                                      <p:to>
                                        <p:strVal val="visible"/>
                                      </p:to>
                                    </p:set>
                                    <p:animEffect transition="in" filter="fade">
                                      <p:cBhvr>
                                        <p:cTn id="22" dur="500"/>
                                        <p:tgtEl>
                                          <p:spTgt spid="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5.6 — Create Reusable Prompt Templates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prompt templates for project-specific assistant behavior.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5.7 — Add Personas and Role-Based Prompting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Shape assistant tone, domain behavior, and response constraints.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response style and constraints become more consistent.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system-level role instructions.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generic vs role-guided output.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Inject portal-specific behavior constraints.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persona professional and bounded.</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5.8 — Build a Semantic Prompt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Organize prompt behavior into a reusable semantic plugin.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Prompt behavior is packaged as a reusable semantic plugin.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prompt plugin folder.</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the prompt text and configuration file.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Register the plugin with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Invoke the prompt-backed function by name.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49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5.9 — Store Prompts in Files and Organize Them Cleanly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Externalize prompts for maintainability and team collaboration.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Prompts are maintainable assets instead of strings scattered through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Move hard-coded prompts into files.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Organize prompts by feature area.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Load prompts through the plugin or prompt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Confirm the same demo still works after externalization.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5.10 — Test and Tune Prompt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Compare outputs and refine prompts using practical criteria.</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learner sees prompt tuning as a testable engineering activity.</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two or three prompt variants.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each variant against the same input.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Compare clarity, grounding, and usefulness.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Keep the best-performing version as the checkpoint.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 Section 5 · Lesson 5.10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5.11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create and organize prompt-based plugins effectively.</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Plugins and Native Functions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52</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5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6</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Plugins and Native Functions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Extend the console app with native functions, local logic, and automatic invocation.</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53</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plugins and native functions expose business capabilities.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54</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Extend the console app with native functions, local logic, and automatic invocation.</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Plugins and Native Functions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+ 2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a:t>
            </a:r>
            <a:endParaRPr lang="en-US" sz="750"/>
          </a:p>
        </p:txBody>
      </p:sp>
      <p:sp>
        <p:nvSpPr>
          <p:cNvPr id="27" name="TextBox 26"/>
          <p:cNvSpPr txBox="1"/>
          <p:nvPr/>
        </p:nvSpPr>
        <p:spPr>
          <a:xfrm>
            <a:off x="822960" y="1591056"/>
            <a:ext cx="5257800" cy="301621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Understanding Plugins, Functions, and Discoverability</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Build the First Native Plugin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Descriptions and Parameters That Improve Tool Selection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Use Built-In Plugins Where Appropriate [Demo]</a:t>
            </a:r>
          </a:p>
        </p:txBody>
      </p:sp>
      <p:sp>
        <p:nvSpPr>
          <p:cNvPr id="28" name="TextBox 27"/>
          <p:cNvSpPr txBox="1"/>
          <p:nvPr/>
        </p:nvSpPr>
        <p:spPr>
          <a:xfrm>
            <a:off x="6400800" y="1591056"/>
            <a:ext cx="489204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Combine Prompt Templates with Plugin Calls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Use Functions Inside Prompts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Automatically Invoking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Configure Automatic Function Invocation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6.2 — Understanding Plugins, Functions, and Discoverability</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Learn what makes a function usable by the model and by the kernel.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Discoverability checklist</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 function should do one clear thing.</a:t>
            </a:r>
            <a:endParaRPr lang="en-US" sz="1120"/>
          </a:p>
          <a:p>
            <a:pPr marL="0" indent="0">
              <a:buNone/>
            </a:pPr>
            <a:r>
              <a:rPr lang="en-US" sz="2200">
                <a:solidFill>
                  <a:srgbClr val="374151"/>
                </a:solidFill>
                <a:latin typeface="Barlow" pitchFamily="34" charset="0"/>
                <a:ea typeface="Barlow" pitchFamily="34" charset="-122"/>
                <a:cs typeface="Barlow" pitchFamily="34" charset="-120"/>
              </a:rPr>
              <a:t>Read operations can often be invoked automatically.</a:t>
            </a:r>
            <a:endParaRPr lang="en-US" sz="1120"/>
          </a:p>
          <a:p>
            <a:pPr marL="0" indent="0">
              <a:buNone/>
            </a:pPr>
            <a:r>
              <a:rPr lang="en-US" sz="2200">
                <a:solidFill>
                  <a:srgbClr val="374151"/>
                </a:solidFill>
                <a:latin typeface="Barlow" pitchFamily="34" charset="0"/>
                <a:ea typeface="Barlow" pitchFamily="34" charset="-122"/>
                <a:cs typeface="Barlow" pitchFamily="34" charset="-120"/>
              </a:rPr>
              <a:t>Write operations need confirmation, authorization, and audit logging.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6.2</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model uses names and descriptions to decide when a function is relevant.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Parameters must be typed, named clearly, and described in plain language.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Overloaded, vague, or side-effect-heavy functions make orchestration unreliable.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best plugin functions are narrow, testable, and aligned to a business 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6.3 — Build the First Native Plugin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Create a plugin that exposes business logic to the kernel.</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Native C# logic is available as a Semantic Kernel plugin function.</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C# plugin class.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KernelFunction attributes and descriptions.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Register the plugin with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Invoke the plugin from the app.</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[KernelFunction, Description("Get request details by ID")]</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public Task&lt;RequestDto&gt; GetRequestAsync(int requestId) { ... }</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57</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6.4 — Add Descriptions and Parameters That Improve Tool Selection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Make plugin methods easier for the model to choose and call correctly.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model has better metadata for selecting the right function.</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descriptions to plugin classes and functions.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Describe parameters in business language.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before/after prompts that require tool selection.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Observe improved function selection.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6.5 — Use Built-In Plugins Where Appropriate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Apply built-in utilities without bloating custom code.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kernel invokes built-in functionality without custom code.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a built-in plugin.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Call a plugin function manually.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Use the function output in the conversation.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built-in plugins are sufficient.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59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6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6.6 — Combine Prompt Templates with Plugin Calls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Blend instructions and executable functions in one 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same prompt template works with different business inputs.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Write a prompt template with variables.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KernelArguments at runtime.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Invoke the prompt through the kernel.</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reusable behavior across inputs.</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var args = new KernelArguments { ["input"] = text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var result = await kernel.InvokePromptAsync(prompt, args);</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6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6.7 — Use Functions Inside Prompts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Inject function output into prompt execution for smarter results.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prompt can incorporate function results without manually building every string.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a function call expression or function-backed value.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Supply input variables to the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the prompt and inspect the resolved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Discuss when nested function use is appropriate.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6.8 — Automatically Invoking Functions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and why automatic function calling is useful.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Safety boundary</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Good for read-only lookups and controlled helper functions.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Be cautious with state-changing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course later adds confirmation gates and action cards.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6.8</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Automatic invocation lets the model request available functions when the user intent requires them.</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kernel executes function calls and returns results back to the model for continued reasoning.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can support multi-step interactions without manually wiring every branch.</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must be paired with tool design, permissions, and validation.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6.9 — Configure Automatic Function Invocation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Enable the kernel to choose and invoke registered functions automatically.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model can request the right function and use the result to answer.</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Register multiple plugin functions.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Enable automatic function choice behavior.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Ask a request that requires tool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which function was invoked and why.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6.10 — Design Rules for Good Plugins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when logic should live in prompts, functions, or application code.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 Section 6 · Lesson 6.10</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Design plugins around business capabilities, not random code utilities.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clear names, descriptions, and parameter contracts.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Keep side effects explicit and auditable.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Separate read-only functions from state-changing functions.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Prefer small composable functions over large ambiguous functions.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6.11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console-based AI workflows using prompts and native functions.</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Moving into ASP.NET Core</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65</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6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7</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Moving into ASP.NET Core</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Translate console concepts into a real ASP.NET Core business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66</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7.1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console-based Semantic Kernel concepts map into a web application.</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67</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Section focus: Translate console concepts into a real ASP.NET Core business portal.</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Concepts are introduced before code so demos have context.</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Each demo moves the same project forward rather than creating unrelated samples.</a:t>
            </a:r>
          </a:p>
          <a:p>
            <a:pPr algn="l">
              <a:spcBef>
                <a:spcPts val="0"/>
              </a:spcBef>
              <a:spcAft>
                <a:spcPts val="600"/>
              </a:spcAft>
            </a:pPr>
            <a:r>
              <a:rPr lang="en-US" sz="2800" b="0" dirty="0">
                <a:solidFill>
                  <a:srgbClr val="00AED6"/>
                </a:solidFill>
                <a:latin typeface="Barlow"/>
              </a:rPr>
              <a:t>▸ </a:t>
            </a:r>
            <a:r>
              <a:rPr lang="en-US" sz="2800" b="0" i="0" dirty="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Moving into ASP.NET Core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+ 1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Create the ASP.NET Core MVC Starter Portal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to ASP.NET Core Dependency Injection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Build a Semantic Kernel Service Layer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Add the Documents Area to the Portal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the Requests Area to the Portal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Build an Embedded Copilot Panel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Pass Page Context into the Copilot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Test the Embedded Copilot Experience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name="Slide 6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7.2 — Create the ASP.NET Core MVC Starter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baseline business website that will host the embedded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app is now a real website, not a standalone chat interface.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the MVC web project.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Add dashboard, documents, and requests navigation.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sample data and layout.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the portal without AI first.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69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7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7.3 — Add Semantic Kernel to ASP.NET Core Dependency Injection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kernel configuration into the ASP.NET Core composition root.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web application can use Semantic Kernel through normal ASP.NET Core service patterns.</a:t>
            </a:r>
            <a:endParaRPr lang="en-US" sz="1160"/>
          </a:p>
        </p:txBody>
      </p:sp>
      <p:sp>
        <p:nvSpPr>
          <p:cNvPr id="10" name="Shape 8"/>
          <p:cNvSpPr/>
          <p:nvPr/>
        </p:nvSpPr>
        <p:spPr>
          <a:xfrm>
            <a:off x="4343400" y="1508760"/>
            <a:ext cx="6995160" cy="2057400"/>
          </a:xfrm>
          <a:prstGeom prst="roundRect">
            <a:avLst>
              <a:gd name="adj" fmla="val 2667"/>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205740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139903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1. Move kernel setup into Program.cs or extension methods.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Register Semantic Kernel services with DI.</a:t>
            </a:r>
            <a:endParaRPr lang="en-US" sz="1160"/>
          </a:p>
          <a:p>
            <a:pPr marL="0" indent="0">
              <a:buNone/>
            </a:pPr>
            <a:r>
              <a:rPr lang="en-US" sz="2200">
                <a:solidFill>
                  <a:srgbClr val="374151"/>
                </a:solidFill>
                <a:latin typeface="Barlow" pitchFamily="34" charset="0"/>
                <a:ea typeface="Barlow" pitchFamily="34" charset="-122"/>
                <a:cs typeface="Barlow" pitchFamily="34" charset="-120"/>
              </a:rPr>
              <a:t>3. Inject the AI service into controllers or page handlers.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scoped service usage.</a:t>
            </a:r>
            <a:endParaRPr lang="en-US" sz="1160"/>
          </a:p>
        </p:txBody>
      </p:sp>
      <p:sp>
        <p:nvSpPr>
          <p:cNvPr id="15" name="Shape 13"/>
          <p:cNvSpPr/>
          <p:nvPr/>
        </p:nvSpPr>
        <p:spPr>
          <a:xfrm>
            <a:off x="4343400" y="3840480"/>
            <a:ext cx="6995160" cy="1737360"/>
          </a:xfrm>
          <a:prstGeom prst="roundRect">
            <a:avLst>
              <a:gd name="adj" fmla="val 2632"/>
            </a:avLst>
          </a:prstGeom>
          <a:solidFill>
            <a:srgbClr val="152233"/>
          </a:solidFill>
          <a:ln w="12700">
            <a:solidFill>
              <a:srgbClr val="152233"/>
            </a:solidFill>
            <a:prstDash val="solid"/>
          </a:ln>
        </p:spPr>
        <p:txBody>
          <a:bodyPr/>
          <a:lstStyle/>
          <a:p>
            <a:endParaRPr/>
          </a:p>
        </p:txBody>
      </p:sp>
      <p:sp>
        <p:nvSpPr>
          <p:cNvPr id="16" name="Text 14"/>
          <p:cNvSpPr/>
          <p:nvPr/>
        </p:nvSpPr>
        <p:spPr>
          <a:xfrm>
            <a:off x="4572000" y="4069080"/>
            <a:ext cx="6537960" cy="1325880"/>
          </a:xfrm>
          <a:prstGeom prst="rect">
            <a:avLst/>
          </a:prstGeom>
          <a:noFill/>
          <a:ln/>
        </p:spPr>
        <p:txBody>
          <a:bodyPr wrap="square" lIns="127" tIns="127" rIns="127" bIns="127" rtlCol="0" anchor="ctr">
            <a:normAutofit/>
          </a:bodyPr>
          <a:lstStyle/>
          <a:p>
            <a:pPr marL="0" indent="0">
              <a:buNone/>
            </a:pPr>
            <a:r>
              <a:rPr lang="en-US" sz="950">
                <a:solidFill>
                  <a:srgbClr val="E8F3FF"/>
                </a:solidFill>
                <a:latin typeface="Cascadia Code" pitchFamily="34" charset="0"/>
                <a:ea typeface="Cascadia Code" pitchFamily="34" charset="-122"/>
                <a:cs typeface="Cascadia Code" pitchFamily="34" charset="-120"/>
              </a:rPr>
              <a:t>builder.Services.AddSingleton(sp =&gt; {</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var kb = Kernel.CreateBuilder();</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kb.AddAzureOpenAIChatCompletion(...);</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    return kb.Build();</a:t>
            </a:r>
            <a:endParaRPr lang="en-US" sz="950"/>
          </a:p>
          <a:p>
            <a:pPr marL="0" indent="0">
              <a:buNone/>
            </a:pPr>
            <a:r>
              <a:rPr lang="en-US" sz="950">
                <a:solidFill>
                  <a:srgbClr val="E8F3FF"/>
                </a:solidFill>
                <a:latin typeface="Cascadia Code" pitchFamily="34" charset="0"/>
                <a:ea typeface="Cascadia Code" pitchFamily="34" charset="-122"/>
                <a:cs typeface="Cascadia Code" pitchFamily="34" charset="-120"/>
              </a:rPr>
              <a:t>});</a:t>
            </a:r>
            <a:endParaRPr lang="en-US" sz="950"/>
          </a:p>
        </p:txBody>
      </p:sp>
      <p:sp>
        <p:nvSpPr>
          <p:cNvPr id="17" name="Shape 15"/>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8" name="Text 16"/>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70</a:t>
            </a:r>
            <a:endParaRPr lang="en-US" sz="900"/>
          </a:p>
        </p:txBody>
      </p:sp>
      <p:sp>
        <p:nvSpPr>
          <p:cNvPr id="19" name="Text 17"/>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7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7.4 — Build a Semantic Kernel Service Layer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Separate kernel orchestration from controllers and UI code.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Controllers remain thin while AI orchestration lives in testable application services.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 portal AI service interface.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Inject Kernel and domain services into the AI service.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Move prompt invocation behind the service layer.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Return typed responses to controllers or handlers.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7.5 — Add the Documents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Introduce a business-facing area where users can interact with managed content.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real document context for AI features.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document list and details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a document model and seed sample records.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actions for summary and document-specific copilot use.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navigation from dashboard to document details.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7.6 — Add the Requests Area to the Portal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Add another business context where AI assistance can provide value.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portal has a workflow record type where AI can support triage and next steps.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request list and details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Seed realistic request statuses and owners.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request-specific action points.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page for copilot assistance.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7.7 — Build an Embedded Copilot Panel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Add a contextual assistant panel to the website instead of building a standalone chat app.</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appears inside the business portal as an embedded copilot.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the panel markup and script hook.</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Connect the panel to the copilot endpoint.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Pass current page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Render responses in context.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7.8 — Pass Page Context into the Copilot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Make the assistant aware of the current document, request, or page context.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copilot is context-aware instead of being a disconnected chat panel.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Capture the current record type and record ID.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Send page context with the copilot request.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Load matching document or request data server-side.</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Confirm the assistant references the current page accurately.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7.9 — Test the Embedded Copilot Experience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Verify that the assistant works as part of the portal workflow.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embedded copilot works as a portal feature across business pages.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Open a document and request page.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2. Ask context-specific questions from each page.</a:t>
            </a:r>
            <a:endParaRPr lang="en-US" sz="1160"/>
          </a:p>
          <a:p>
            <a:pPr marL="0" indent="0">
              <a:buNone/>
            </a:pPr>
            <a:r>
              <a:rPr lang="en-US" sz="2200">
                <a:solidFill>
                  <a:srgbClr val="374151"/>
                </a:solidFill>
                <a:latin typeface="Barlow" pitchFamily="34" charset="0"/>
                <a:ea typeface="Barlow" pitchFamily="34" charset="-122"/>
                <a:cs typeface="Barlow" pitchFamily="34" charset="-120"/>
              </a:rPr>
              <a:t>3. Verify the assistant changes behavior by page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Fix any missing routing or context payload issues.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 Section 7 · Lesson 7.9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7.10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Confirm the assistant now works inside ASP.NET Core.</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Contextual Assistance, History, and Grounding</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7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8</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Contextual Assistance, History, and Grounding</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Add persistence, document intelligence, RAG, citations, and memory to the portal.</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makes an embedded copilot context-aware and useful.</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79</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Add persistence, document intelligence, RAG, citations, and memory to the portal.</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Contextual Assistance, History, and Grounding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+ 6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a:t>
            </a:r>
            <a:endParaRPr lang="en-US" sz="750"/>
          </a:p>
        </p:txBody>
      </p:sp>
      <p:sp>
        <p:nvSpPr>
          <p:cNvPr id="27" name="TextBox 26"/>
          <p:cNvSpPr txBox="1"/>
          <p:nvPr/>
        </p:nvSpPr>
        <p:spPr>
          <a:xfrm>
            <a:off x="822960" y="1591056"/>
            <a:ext cx="5257800" cy="301621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Persist Copilot Conversations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Reload Historical Context into Semantic Kernel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Document Upload Support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Extract Text from PDFs with IronPDF [Demo]</a:t>
            </a:r>
          </a:p>
        </p:txBody>
      </p:sp>
      <p:sp>
        <p:nvSpPr>
          <p:cNvPr id="28" name="TextBox 27"/>
          <p:cNvSpPr txBox="1"/>
          <p:nvPr/>
        </p:nvSpPr>
        <p:spPr>
          <a:xfrm>
            <a:off x="6400800" y="1591056"/>
            <a:ext cx="4892040" cy="2600712"/>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Handle Scanned PDFs with OCR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Build a Document Preprocessing Pipeline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Core RAG Concepts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Prepare Document Chunks and Metadata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8.2 — Persist Copilot Conversations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Store user and assistant interactions per portal context.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Copilot conversations survive page reloads and are scoped to business records.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conversation and message entities.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messages by user, record type, and record ID.</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Save both user and assistant turns.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persisted messages in the database.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8.3 — Reload Historical Context into Semantic Kernel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Rehydrate prior conversations for follow-up questions.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assistant can continue a conversation in the correct portal context.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Load prior turns for the current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Convert stored messages into chat history.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Limit history to a manageable context window.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Ask a follow-up question that depends on history.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8.4 — Add Document Upload Support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Allow users to submit PDFs into the application workflow.</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accepts business documents for AI processing.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upload form and validation.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Store uploaded file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Persist the document record.</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the file for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8.5 — Extract Text from PDFs with IronPDF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Pull machine-readable text from uploaded documents.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PDF content is available to the AI pipeline as text.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Load the uploaded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Extract text using IronPDF.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extracted text or document segments.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extraction failures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name="Slide 8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8.6 — Handle Scanned PDFs with OCR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Process image-based PDFs that do not already contain readable text.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Scanned documents can be included in the same AI processing pipeline.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Identify an image-based PDF.</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Run OCR extraction.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OCR output with source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Compare results with text-based extraction.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8.7 — Build a Document Preprocessing Pipeline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Move from raw PDF text extraction into structured ingestion.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Raw PDF text becomes structured, traceable input for RAG.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Normalize extracted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Split content into page or section units.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Attach document ID, page number, and source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processed content for downstream retrieval.</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name="Slide 8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8.8 — Core RAG Concepts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chunking, embeddings, retrieval, and grounded response generation.</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RAG design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RAG is not just vector search.</a:t>
            </a:r>
            <a:endParaRPr lang="en-US" sz="1120"/>
          </a:p>
          <a:p>
            <a:pPr marL="0" indent="0">
              <a:buNone/>
            </a:pPr>
            <a:r>
              <a:rPr lang="en-US" sz="2200">
                <a:solidFill>
                  <a:srgbClr val="374151"/>
                </a:solidFill>
                <a:latin typeface="Barlow" pitchFamily="34" charset="0"/>
                <a:ea typeface="Barlow" pitchFamily="34" charset="-122"/>
                <a:cs typeface="Barlow" pitchFamily="34" charset="-120"/>
              </a:rPr>
              <a:t>The answer still needs prompt design, source tracking, and UI transparency.</a:t>
            </a:r>
            <a:endParaRPr lang="en-US" sz="1120"/>
          </a:p>
          <a:p>
            <a:pPr marL="0" indent="0">
              <a:buNone/>
            </a:pPr>
            <a:r>
              <a:rPr lang="en-US" sz="2200">
                <a:solidFill>
                  <a:srgbClr val="374151"/>
                </a:solidFill>
                <a:latin typeface="Barlow" pitchFamily="34" charset="0"/>
                <a:ea typeface="Barlow" pitchFamily="34" charset="-122"/>
                <a:cs typeface="Barlow" pitchFamily="34" charset="-120"/>
              </a:rPr>
              <a:t>Enterprise value comes from auditable answers over business documents.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87</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8.8</a:t>
            </a:r>
            <a:endParaRPr lang="en-US" sz="750"/>
          </a:p>
        </p:txBody>
      </p:sp>
      <p:sp>
        <p:nvSpPr>
          <p:cNvPr id="21" name="TextBox 20"/>
          <p:cNvSpPr txBox="1"/>
          <p:nvPr/>
        </p:nvSpPr>
        <p:spPr>
          <a:xfrm>
            <a:off x="822960" y="1682496"/>
            <a:ext cx="525780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RAG retrieves relevant knowledge before asking the model to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standard flow is ingest → chunk → embed → search → ground → answer.</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Metadata controls traceability, filtering, and source references.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Grounding reduces unsupported answers and helps with domain-specific knowledge.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name="Slide 8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8.9 — Prepare Document Chunks and Metadata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Convert extracted document text into retrieval-ready chunks.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document content is retrieval-ready with useful metadata.</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Choose a chunk size and overlap strategy.</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Create chunks from processed document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Attach metadata such as document ID, title, page, and section.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chunks ready for embedding.</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8.10 — Generate Embeddings and Store Searchable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Build the knowledge layer behind the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has a searchable knowledge layer behind the copilot.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chunks from processed document 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embeddings for each chunk.</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Store vector records with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records are searchable.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89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8.11 — Retrieve Relevant Content for User Questions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Select the right document context at runtime.</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assistant can select relevant context before answering.</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Accept a user question.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Search the indexed chunks.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top matching content with metadata.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Prepare retrieved context for the response prompt.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8.11</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8.12 — Ground Responses with Retrieved Knowledge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Improve factuality and business relevance in responses.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Answers are based on retrieved portal content rather than unverified model knowledge.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Combine the user question with retrieved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Constrain the prompt to use available sources.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Generate a grounded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4. Handle insufficient evidence gracefully.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8.12</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8.13 — Show Citations or Source References in the UI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Increase trust and traceability for end users.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Users can see where the answer came from.</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Carry source metadata from retrieval.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Render references beside the answer.</a:t>
            </a:r>
            <a:endParaRPr lang="en-US" sz="1160"/>
          </a:p>
          <a:p>
            <a:pPr marL="0" indent="0">
              <a:buNone/>
            </a:pPr>
            <a:r>
              <a:rPr lang="en-US" sz="2200">
                <a:solidFill>
                  <a:srgbClr val="374151"/>
                </a:solidFill>
                <a:latin typeface="Barlow" pitchFamily="34" charset="0"/>
                <a:ea typeface="Barlow" pitchFamily="34" charset="-122"/>
                <a:cs typeface="Barlow" pitchFamily="34" charset="-120"/>
              </a:rPr>
              <a:t>3. Link references back to documents or pages.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Validate traceability.</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8.14 — Improve Responses with Summarized Context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Prevent context overload while retaining important facts.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Long interactions remain useful without uncontrolled context growth.</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Detect when conversation history is getting long.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older turns into compact memory.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Keep recent turns plus summary in the prompt.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Verify the assistant still remembers key facts.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 Section 8 · Lesson 8.14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8.15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Confirm the portal supports contextual, document-aware, grounded assistance.</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Enterprise Actions, Guardrails, and Workflow Orchestration</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94</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8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9</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fontScale="92500"/>
          </a:bodyPr>
          <a:lstStyle/>
          <a:p>
            <a:pPr marL="0" indent="0">
              <a:buNone/>
            </a:pPr>
            <a:r>
              <a:rPr lang="en-US" sz="3600" b="1" dirty="0">
                <a:solidFill>
                  <a:srgbClr val="007DB8"/>
                </a:solidFill>
                <a:latin typeface="Raleway" pitchFamily="34" charset="0"/>
                <a:ea typeface="Raleway" pitchFamily="34" charset="-122"/>
                <a:cs typeface="Raleway" pitchFamily="34" charset="-120"/>
              </a:rPr>
              <a:t>Enterprise Actions, Guardrails, and Workflow Orchestration</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Move beyond answers and support safe business workflows.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95</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how the embedded copilot can support commercial workflows.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96</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Move beyond answers and support safe business workflows.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name="Slide 9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Enterprise Actions, Guardrails, and Workflow Orchestration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+ 2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97</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Reuse Console Plugins in the Web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Trigger Business Actions from the Copilot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Confirmation Gates for Sensitive Operations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Add Authorization Checks for Sensitive Actions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Add Basic Guardrails and Input Validation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Log Action Requests and Outcomes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Build a Request Triage Workflow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Build an Approval Preparation Workflow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name="Slide 9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9.2 — Reuse Console Plugins in the Web Application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Carry forward plugin concepts from the console app into the portal.</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Translation pattern</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Console: learn the primitive.</a:t>
            </a:r>
            <a:endParaRPr lang="en-US" sz="1120"/>
          </a:p>
          <a:p>
            <a:pPr marL="0" indent="0">
              <a:buNone/>
            </a:pPr>
            <a:r>
              <a:rPr lang="en-US" sz="2200">
                <a:solidFill>
                  <a:srgbClr val="374151"/>
                </a:solidFill>
                <a:latin typeface="Barlow" pitchFamily="34" charset="0"/>
                <a:ea typeface="Barlow" pitchFamily="34" charset="-122"/>
                <a:cs typeface="Barlow" pitchFamily="34" charset="-120"/>
              </a:rPr>
              <a:t>Portal: apply the primitive in a business workflow.</a:t>
            </a:r>
            <a:endParaRPr lang="en-US" sz="1120"/>
          </a:p>
          <a:p>
            <a:pPr marL="0" indent="0">
              <a:buNone/>
            </a:pPr>
            <a:r>
              <a:rPr lang="en-US" sz="2200">
                <a:solidFill>
                  <a:srgbClr val="374151"/>
                </a:solidFill>
                <a:latin typeface="Barlow" pitchFamily="34" charset="0"/>
                <a:ea typeface="Barlow" pitchFamily="34" charset="-122"/>
                <a:cs typeface="Barlow" pitchFamily="34" charset="-120"/>
              </a:rPr>
              <a:t>This transition prevents the course from becoming a disconnected demo collection.</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98</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9.2</a:t>
            </a:r>
            <a:endParaRPr lang="en-US" sz="750"/>
          </a:p>
        </p:txBody>
      </p:sp>
      <p:sp>
        <p:nvSpPr>
          <p:cNvPr id="21" name="TextBox 20"/>
          <p:cNvSpPr txBox="1"/>
          <p:nvPr/>
        </p:nvSpPr>
        <p:spPr>
          <a:xfrm>
            <a:off x="822960" y="1682496"/>
            <a:ext cx="5257800" cy="3277820"/>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console demos taught the mechanics of plugins and function invocation.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web portal reuses the same ideas with real application services and records.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Plugin classes should depend on application services, not controller code.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This keeps the AI layer testable and maintainable.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9.3 — Trigger Business Actions from the Copilot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Support practical actions such as summaries, recommendations, and internal notes.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produces reviewable business actions, not just text answers.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Define an action proposal object.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Let the copilot prepare a summary or recommendation.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Render the proposal in the portal instead of executing blindly.</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Store the suggested action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99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9.4 — Add Confirmation Gates for Sensitive Operations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Require user approval before state-changing actions are executed.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Sensitive actions cannot run without explicit human approval.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action as read-only or state-changing.</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action proposal.</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Require user confirmation before execution.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4. Block automatic writes.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100</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9.5 — Add Authorization Checks for Sensitive Actions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Ensure only authorized users can approve, escalate, or modify records through the copilot.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copilot respects application authorization boundaries.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Check current user permissions.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Gate plugin execution by role or policy.</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Return safe refusal messages for unauthorized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authorization failures.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101</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9.6 — Add Basic Guardrails and Input Validation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Constrain risky behavior and improve reliability in AI-assisted workflows.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portal blocks malformed or unsafe AI-assisted operations.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Validate request payloads before reaching the model.</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Reject unsupported record types or action names.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Add safe refusal behavior for invalid operations.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Test with normal and risky inputs.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name="Slide 10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9.7 — Log Action Requests and Outcomes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Capture what the assistant suggested, what the user approved, and what happened.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system can explain what the assistant proposed and what the user approved.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audit entries for suggested actions.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Record user confirmation or rejection.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final execution result.</a:t>
            </a:r>
            <a:endParaRPr lang="en-US" sz="1160"/>
          </a:p>
          <a:p>
            <a:pPr marL="0" indent="0">
              <a:buNone/>
            </a:pPr>
            <a:r>
              <a:rPr lang="en-US" sz="2200">
                <a:solidFill>
                  <a:srgbClr val="374151"/>
                </a:solidFill>
                <a:latin typeface="Barlow" pitchFamily="34" charset="0"/>
                <a:ea typeface="Barlow" pitchFamily="34" charset="-122"/>
                <a:cs typeface="Barlow" pitchFamily="34" charset="-120"/>
              </a:rPr>
              <a:t>4. Display audit history on the record page.</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name="Slide 10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9.8 — Build a Request Triage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Classify, summarize, and route incoming business requests.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A request moves through a practical AI-assisted triage workflow.</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Classify an incoming request.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Summarize the user need and missing information.</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Recommend owner, priority, and next step.</a:t>
            </a:r>
            <a:endParaRPr lang="en-US" sz="1160"/>
          </a:p>
          <a:p>
            <a:pPr marL="0" indent="0">
              <a:buNone/>
            </a:pPr>
            <a:r>
              <a:rPr lang="en-US" sz="2200">
                <a:solidFill>
                  <a:srgbClr val="374151"/>
                </a:solidFill>
                <a:latin typeface="Barlow" pitchFamily="34" charset="0"/>
                <a:ea typeface="Barlow" pitchFamily="34" charset="-122"/>
                <a:cs typeface="Barlow" pitchFamily="34" charset="-120"/>
              </a:rPr>
              <a:t>4. Persist the triage result for review.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9.8</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9.9 — Build an Approval Preparation Workflow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Prepare an approval brief that combines portal data and AI summarization.</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The copilot prepares decisions without bypassing human control.</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Collect document and request context.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Generate an approval brief with rationale and risks.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Present the brief for human review.</a:t>
            </a:r>
            <a:endParaRPr lang="en-US" sz="1160"/>
          </a:p>
          <a:p>
            <a:pPr marL="0" indent="0">
              <a:buNone/>
            </a:pPr>
            <a:r>
              <a:rPr lang="en-US" sz="2200">
                <a:solidFill>
                  <a:srgbClr val="374151"/>
                </a:solidFill>
                <a:latin typeface="Barlow" pitchFamily="34" charset="0"/>
                <a:ea typeface="Barlow" pitchFamily="34" charset="-122"/>
                <a:cs typeface="Barlow" pitchFamily="34" charset="-120"/>
              </a:rPr>
              <a:t>4. Log the prepared recommendation.</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9.10 — Human-in-the-Loop Workflow Design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where the user must stay in control and where automation is appropriate.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Control model</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Automate low-risk support tasks.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confirmation for write operations.</a:t>
            </a:r>
            <a:endParaRPr lang="en-US" sz="1120"/>
          </a:p>
          <a:p>
            <a:pPr marL="0" indent="0">
              <a:buNone/>
            </a:pPr>
            <a:r>
              <a:rPr lang="en-US" sz="2200">
                <a:solidFill>
                  <a:srgbClr val="374151"/>
                </a:solidFill>
                <a:latin typeface="Barlow" pitchFamily="34" charset="0"/>
                <a:ea typeface="Barlow" pitchFamily="34" charset="-122"/>
                <a:cs typeface="Barlow" pitchFamily="34" charset="-120"/>
              </a:rPr>
              <a:t>Require authorization for sensitive workflows.</a:t>
            </a:r>
            <a:endParaRPr lang="en-US" sz="1120"/>
          </a:p>
          <a:p>
            <a:pPr marL="0" indent="0">
              <a:buNone/>
            </a:pPr>
            <a:r>
              <a:rPr lang="en-US" sz="2200">
                <a:solidFill>
                  <a:srgbClr val="374151"/>
                </a:solidFill>
                <a:latin typeface="Barlow" pitchFamily="34" charset="0"/>
                <a:ea typeface="Barlow" pitchFamily="34" charset="-122"/>
                <a:cs typeface="Barlow" pitchFamily="34" charset="-120"/>
              </a:rPr>
              <a:t>Capture rationale for compliance and trust.</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106</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 Section 9 · Lesson 9.10</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Human-in-the-loop means AI can recommend, prepare, or summarize, but users approve key actions.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Use it when actions affect records, customers, compliance, payments, or operational state.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UI should make suggested actions reviewable before execution.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The audit log should capture suggestion, user decision, and final outcome.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name="Slide 10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9.11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relevant AI-enabled web application.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Observability, Evaluation, and Production Readiness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9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name="Slide 10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10</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Observability, Evaluation, and Production Readiness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Make the solution observable, testable, and deployment-ready.</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108</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 — Section Overview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why working AI features are not enough for production-ready systems.</a:t>
            </a:r>
            <a:endParaRPr lang="en-US" sz="1250"/>
          </a:p>
        </p:txBody>
      </p:sp>
      <p:sp>
        <p:nvSpPr>
          <p:cNvPr id="13" name="Shape 1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4" name="Text 1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109</a:t>
            </a:r>
            <a:endParaRPr lang="en-US" sz="900"/>
          </a:p>
        </p:txBody>
      </p:sp>
      <p:sp>
        <p:nvSpPr>
          <p:cNvPr id="15" name="Text 1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10.1</a:t>
            </a:r>
            <a:endParaRPr lang="en-US" sz="750"/>
          </a:p>
        </p:txBody>
      </p:sp>
      <p:sp>
        <p:nvSpPr>
          <p:cNvPr id="16" name="TextBox 15"/>
          <p:cNvSpPr txBox="1"/>
          <p:nvPr/>
        </p:nvSpPr>
        <p:spPr>
          <a:xfrm>
            <a:off x="868680" y="1591056"/>
            <a:ext cx="10287000" cy="3247043"/>
          </a:xfrm>
          <a:prstGeom prst="rect">
            <a:avLst/>
          </a:prstGeom>
          <a:noFill/>
        </p:spPr>
        <p:txBody>
          <a:bodyPr wrap="square" lIns="0" tIns="0" rIns="0" bIns="0" anchor="t">
            <a:spAutoFit/>
          </a:bodyPr>
          <a:lstStyle/>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Section focus: Make the solution observable, testable, and deployment-ready.</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Concepts are introduced before code so demos have context.</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Each demo moves the same project forward rather than creating unrelated samples.</a:t>
            </a:r>
          </a:p>
          <a:p>
            <a:pPr algn="l">
              <a:spcBef>
                <a:spcPts val="0"/>
              </a:spcBef>
              <a:spcAft>
                <a:spcPts val="600"/>
              </a:spcAft>
            </a:pPr>
            <a:r>
              <a:rPr lang="en-US" sz="2800" b="0">
                <a:solidFill>
                  <a:srgbClr val="00AED6"/>
                </a:solidFill>
                <a:latin typeface="Barlow"/>
              </a:rPr>
              <a:t>▸ </a:t>
            </a:r>
            <a:r>
              <a:rPr lang="en-US" sz="2800" b="0" i="0">
                <a:solidFill>
                  <a:srgbClr val="374151"/>
                </a:solidFill>
                <a:latin typeface="Barlow"/>
              </a:rPr>
              <a:t>Watch for the bridge between console patterns and web application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fade">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fade">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fade">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name="Slide 1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Observability, Evaluation, and Production Readiness Roadmap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How the lessons in this section fit together.</a:t>
            </a:r>
            <a:endParaRPr lang="en-US" sz="1250"/>
          </a:p>
        </p:txBody>
      </p:sp>
      <p:sp>
        <p:nvSpPr>
          <p:cNvPr id="23" name="Text 21"/>
          <p:cNvSpPr/>
          <p:nvPr/>
        </p:nvSpPr>
        <p:spPr>
          <a:xfrm>
            <a:off x="868680" y="5577840"/>
            <a:ext cx="8229600" cy="27432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+ 2 additional lesson(s) in this section</a:t>
            </a:r>
            <a:endParaRPr lang="en-US" sz="1200"/>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110</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a:t>
            </a:r>
            <a:endParaRPr lang="en-US" sz="750"/>
          </a:p>
        </p:txBody>
      </p:sp>
      <p:sp>
        <p:nvSpPr>
          <p:cNvPr id="27" name="TextBox 26"/>
          <p:cNvSpPr txBox="1"/>
          <p:nvPr/>
        </p:nvSpPr>
        <p:spPr>
          <a:xfrm>
            <a:off x="822960" y="1591056"/>
            <a:ext cx="52578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1. Section Overview</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2. Why Observability Matters for Semantic Kernel Applications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3. Add Semantic Kernel Logging and Telemetry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4. Add OpenTelemetry for Copilot Requests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5. Observe Function Calls and Workflow Paths [Demo]</a:t>
            </a:r>
          </a:p>
        </p:txBody>
      </p:sp>
      <p:sp>
        <p:nvSpPr>
          <p:cNvPr id="28" name="TextBox 27"/>
          <p:cNvSpPr txBox="1"/>
          <p:nvPr/>
        </p:nvSpPr>
        <p:spPr>
          <a:xfrm>
            <a:off x="6400800" y="1591056"/>
            <a:ext cx="4892040" cy="2939266"/>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6. Build a Small Evaluation Set for Key Portal Tasks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7. Compare Outputs and Improve Prompt and Plugin Quality [Demo]</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8. Review Reliability, Cost, and UX Tradeoffs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9. Prepare the Portal for Deployment [Demo]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fade">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fade">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3" end="3"/>
                                            </p:txEl>
                                          </p:spTgt>
                                        </p:tgtEl>
                                        <p:attrNameLst>
                                          <p:attrName>style.visibility</p:attrName>
                                        </p:attrNameLst>
                                      </p:cBhvr>
                                      <p:to>
                                        <p:strVal val="visible"/>
                                      </p:to>
                                    </p:set>
                                    <p:animEffect transition="in" filter="fade">
                                      <p:cBhvr>
                                        <p:cTn id="22" dur="500"/>
                                        <p:tgtEl>
                                          <p:spTgt spid="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4" end="4"/>
                                            </p:txEl>
                                          </p:spTgt>
                                        </p:tgtEl>
                                        <p:attrNameLst>
                                          <p:attrName>style.visibility</p:attrName>
                                        </p:attrNameLst>
                                      </p:cBhvr>
                                      <p:to>
                                        <p:strVal val="visible"/>
                                      </p:to>
                                    </p:set>
                                    <p:animEffect transition="in" filter="fade">
                                      <p:cBhvr>
                                        <p:cTn id="27" dur="500"/>
                                        <p:tgtEl>
                                          <p:spTgt spid="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0" end="0"/>
                                            </p:txEl>
                                          </p:spTgt>
                                        </p:tgtEl>
                                        <p:attrNameLst>
                                          <p:attrName>style.visibility</p:attrName>
                                        </p:attrNameLst>
                                      </p:cBhvr>
                                      <p:to>
                                        <p:strVal val="visible"/>
                                      </p:to>
                                    </p:set>
                                    <p:animEffect transition="in" filter="fade">
                                      <p:cBhvr>
                                        <p:cTn id="32" dur="500"/>
                                        <p:tgtEl>
                                          <p:spTgt spid="2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1" end="1"/>
                                            </p:txEl>
                                          </p:spTgt>
                                        </p:tgtEl>
                                        <p:attrNameLst>
                                          <p:attrName>style.visibility</p:attrName>
                                        </p:attrNameLst>
                                      </p:cBhvr>
                                      <p:to>
                                        <p:strVal val="visible"/>
                                      </p:to>
                                    </p:set>
                                    <p:animEffect transition="in" filter="fade">
                                      <p:cBhvr>
                                        <p:cTn id="37" dur="500"/>
                                        <p:tgtEl>
                                          <p:spTgt spid="2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xEl>
                                              <p:pRg st="2" end="2"/>
                                            </p:txEl>
                                          </p:spTgt>
                                        </p:tgtEl>
                                        <p:attrNameLst>
                                          <p:attrName>style.visibility</p:attrName>
                                        </p:attrNameLst>
                                      </p:cBhvr>
                                      <p:to>
                                        <p:strVal val="visible"/>
                                      </p:to>
                                    </p:set>
                                    <p:animEffect transition="in" filter="fade">
                                      <p:cBhvr>
                                        <p:cTn id="42" dur="500"/>
                                        <p:tgtEl>
                                          <p:spTgt spid="28">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animEffect transition="in" filter="fade">
                                      <p:cBhvr>
                                        <p:cTn id="47"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28"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10.2 — Why Observability Matters for Semantic Kernel Applications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Understand what logs, traces, and metrics reveal about copilot behavior.</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Production lens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Observe prompts and requests without leaking secrets.</a:t>
            </a:r>
            <a:endParaRPr lang="en-US" sz="1120"/>
          </a:p>
          <a:p>
            <a:pPr marL="0" indent="0">
              <a:buNone/>
            </a:pPr>
            <a:r>
              <a:rPr lang="en-US" sz="2200">
                <a:solidFill>
                  <a:srgbClr val="374151"/>
                </a:solidFill>
                <a:latin typeface="Barlow" pitchFamily="34" charset="0"/>
                <a:ea typeface="Barlow" pitchFamily="34" charset="-122"/>
                <a:cs typeface="Barlow" pitchFamily="34" charset="-120"/>
              </a:rPr>
              <a:t>Trace model calls, plugin calls, and workflow branches.</a:t>
            </a:r>
            <a:endParaRPr lang="en-US" sz="1120"/>
          </a:p>
          <a:p>
            <a:pPr marL="0" indent="0">
              <a:buNone/>
            </a:pPr>
            <a:r>
              <a:rPr lang="en-US" sz="2200">
                <a:solidFill>
                  <a:srgbClr val="374151"/>
                </a:solidFill>
                <a:latin typeface="Barlow" pitchFamily="34" charset="0"/>
                <a:ea typeface="Barlow" pitchFamily="34" charset="-122"/>
                <a:cs typeface="Barlow" pitchFamily="34" charset="-120"/>
              </a:rPr>
              <a:t>Measure latency, failures, token usage, and user outcomes.</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111</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AI failures can be prompt-related, retrieval-related, model-related, plugin-related, or permission-related.</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Logs reveal what happened; traces show the path; metrics show behavior over time.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Observability is required to debug latency, cost, function calls, and quality regressions.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It turns the copilot from a demo into an operable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name="Slide 1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10.3 — Add Semantic Kernel Logging and Telemetry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Capture useful runtime details for troubleshooting and operational insight.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AI workflow is visible enough to troubleshoot.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logging scopes around copilot requests.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Trace model calls and plugin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latency and outcome 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the trace during a sample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112</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10.3</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name="Slide 1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10.4 — Add OpenTelemetry for Copilot Requests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Trace requests through the web app, Semantic Kernel layer, and business actions.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AI workflow is visible enough to troubleshoot.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logging scopes around copilot requests.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Trace model calls and plugin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latency and outcome 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the trace during a sample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113</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10.4</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7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10.5 — Observe Function Calls and Workflow Paths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See which plugins were selected, what actions were proposed, and where failures occur.</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AI workflow is visible enough to troubleshoot.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Add logging scopes around copilot requests.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Trace model calls and plugin calls.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Capture latency and outcome data.</a:t>
            </a:r>
            <a:endParaRPr lang="en-US" sz="1160"/>
          </a:p>
          <a:p>
            <a:pPr marL="0" indent="0">
              <a:buNone/>
            </a:pPr>
            <a:r>
              <a:rPr lang="en-US" sz="2200">
                <a:solidFill>
                  <a:srgbClr val="374151"/>
                </a:solidFill>
                <a:latin typeface="Barlow" pitchFamily="34" charset="0"/>
                <a:ea typeface="Barlow" pitchFamily="34" charset="-122"/>
                <a:cs typeface="Barlow" pitchFamily="34" charset="-120"/>
              </a:rPr>
              <a:t>4. Inspect the trace during a sample workflow.</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10.5</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700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10.6 — Build a Small Evaluation Set for Key Portal Tasks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Create repeatable checks for document summarization, grounded Q&amp;A, and triage quality.</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The team can repeatedly test AI behavior after changes.</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Create test prompts for key portal tasks.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Define expected traits of good responses.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Run responses through an evaluation harness.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Record regressions and improvement opportunities.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115</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10.6</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name="Slide 1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62500" lnSpcReduction="20000"/>
          </a:bodyPr>
          <a:lstStyle/>
          <a:p>
            <a:pPr marL="0" indent="0">
              <a:buNone/>
            </a:pPr>
            <a:r>
              <a:rPr lang="en-US" sz="3200" b="1">
                <a:solidFill>
                  <a:srgbClr val="007DB8"/>
                </a:solidFill>
                <a:latin typeface="Raleway" pitchFamily="34" charset="0"/>
                <a:ea typeface="Raleway" pitchFamily="34" charset="-122"/>
                <a:cs typeface="Raleway" pitchFamily="34" charset="-120"/>
              </a:rPr>
              <a:t>10.7 — Compare Outputs and Improve Prompt and Plugin Quality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Use evaluation feedback to improve accuracy, consistency, and user trust.</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Quality improvements are based on repeatable evidence, not intuition alone.</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Run the same task against the evaluation set.</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Compare outputs before and after prompt/plugin changes.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Record improvements and regressions.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Update prompts or descriptions based on findings.</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10.7</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name="Slide 1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10.8 — Review Reliability, Cost, and UX Tradeoffs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85000" lnSpcReduction="10000"/>
          </a:bodyPr>
          <a:lstStyle/>
          <a:p>
            <a:pPr marL="0" indent="0">
              <a:buNone/>
            </a:pPr>
            <a:r>
              <a:rPr lang="en-US" sz="2200">
                <a:solidFill>
                  <a:srgbClr val="374151"/>
                </a:solidFill>
                <a:latin typeface="Barlow" pitchFamily="34" charset="0"/>
                <a:ea typeface="Barlow" pitchFamily="34" charset="-122"/>
                <a:cs typeface="Barlow" pitchFamily="34" charset="-120"/>
              </a:rPr>
              <a:t>Understand tradeoffs between quality, latency, token usage, and user experience.</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Conclusion and Next Steps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117</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92500"/>
          </a:bodyPr>
          <a:lstStyle/>
          <a:p>
            <a:pPr marL="0" indent="0">
              <a:buNone/>
            </a:pPr>
            <a:r>
              <a:rPr lang="en-US" sz="3200" b="1">
                <a:solidFill>
                  <a:srgbClr val="007DB8"/>
                </a:solidFill>
                <a:latin typeface="Raleway" pitchFamily="34" charset="0"/>
                <a:ea typeface="Raleway" pitchFamily="34" charset="-122"/>
                <a:cs typeface="Raleway" pitchFamily="34" charset="-120"/>
              </a:rPr>
              <a:t>10.9 — Prepare the Portal for Deployment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fontScale="92500"/>
          </a:bodyPr>
          <a:lstStyle/>
          <a:p>
            <a:pPr marL="0" indent="0">
              <a:buNone/>
            </a:pPr>
            <a:r>
              <a:rPr lang="en-US" sz="2200">
                <a:solidFill>
                  <a:srgbClr val="374151"/>
                </a:solidFill>
                <a:latin typeface="Barlow" pitchFamily="34" charset="0"/>
                <a:ea typeface="Barlow" pitchFamily="34" charset="-122"/>
                <a:cs typeface="Barlow" pitchFamily="34" charset="-120"/>
              </a:rPr>
              <a:t>Finalize configuration, secrets, environments, and deployment readiness.</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portal is ready for a controlled cloud deployment.</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Review environment variables and secrets.</a:t>
            </a:r>
            <a:endParaRPr lang="en-US" sz="1160"/>
          </a:p>
          <a:p>
            <a:pPr marL="0" indent="0">
              <a:buNone/>
            </a:pPr>
            <a:r>
              <a:rPr lang="en-US" sz="2200">
                <a:solidFill>
                  <a:srgbClr val="374151"/>
                </a:solidFill>
                <a:latin typeface="Barlow" pitchFamily="34" charset="0"/>
                <a:ea typeface="Barlow" pitchFamily="34" charset="-122"/>
                <a:cs typeface="Barlow" pitchFamily="34" charset="-120"/>
              </a:rPr>
              <a:t>2. Configure production settings.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Prepare database and storage dependencies.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Run a deployment readiness checklist.</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118</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10.9</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name="Slide 1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fontScale="85000" lnSpcReduction="10000"/>
          </a:bodyPr>
          <a:lstStyle/>
          <a:p>
            <a:pPr marL="0" indent="0">
              <a:buNone/>
            </a:pPr>
            <a:r>
              <a:rPr lang="en-US" sz="3200" b="1">
                <a:solidFill>
                  <a:srgbClr val="007DB8"/>
                </a:solidFill>
                <a:latin typeface="Raleway" pitchFamily="34" charset="0"/>
                <a:ea typeface="Raleway" pitchFamily="34" charset="-122"/>
                <a:cs typeface="Raleway" pitchFamily="34" charset="-120"/>
              </a:rPr>
              <a:t>10.10 — Final Enterprise Portal Walkthrough [Demo]</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Upcoming demo: what learners will build, verify, and carry forward.</a:t>
            </a:r>
            <a:endParaRPr lang="en-US" sz="1250"/>
          </a:p>
        </p:txBody>
      </p:sp>
      <p:sp>
        <p:nvSpPr>
          <p:cNvPr id="5" name="Shape 3"/>
          <p:cNvSpPr/>
          <p:nvPr/>
        </p:nvSpPr>
        <p:spPr>
          <a:xfrm>
            <a:off x="685800" y="1508760"/>
            <a:ext cx="3291840" cy="4480560"/>
          </a:xfrm>
          <a:prstGeom prst="roundRect">
            <a:avLst>
              <a:gd name="adj" fmla="val 1389"/>
            </a:avLst>
          </a:prstGeom>
          <a:solidFill>
            <a:srgbClr val="FFFFFF"/>
          </a:solidFill>
          <a:ln w="12700">
            <a:solidFill>
              <a:srgbClr val="C9D4E2"/>
            </a:solidFill>
            <a:prstDash val="solid"/>
          </a:ln>
        </p:spPr>
        <p:txBody>
          <a:bodyPr/>
          <a:lstStyle/>
          <a:p>
            <a:endParaRPr/>
          </a:p>
        </p:txBody>
      </p:sp>
      <p:sp>
        <p:nvSpPr>
          <p:cNvPr id="6" name="Text 4"/>
          <p:cNvSpPr/>
          <p:nvPr/>
        </p:nvSpPr>
        <p:spPr>
          <a:xfrm>
            <a:off x="914400" y="1737360"/>
            <a:ext cx="2560320" cy="292608"/>
          </a:xfrm>
          <a:prstGeom prst="rect">
            <a:avLst/>
          </a:prstGeom>
          <a:noFill/>
          <a:ln/>
        </p:spPr>
        <p:txBody>
          <a:bodyPr wrap="square" lIns="0" tIns="0" rIns="0" bIns="0" rtlCol="0" anchor="ctr"/>
          <a:lstStyle/>
          <a:p>
            <a:pPr marL="0" indent="0">
              <a:buNone/>
            </a:pPr>
            <a:r>
              <a:rPr lang="en-US" sz="1600" b="1">
                <a:solidFill>
                  <a:srgbClr val="007DB8"/>
                </a:solidFill>
                <a:latin typeface="Raleway" pitchFamily="34" charset="0"/>
                <a:ea typeface="Raleway" pitchFamily="34" charset="-122"/>
                <a:cs typeface="Raleway" pitchFamily="34" charset="-120"/>
              </a:rPr>
              <a:t>Demo goal</a:t>
            </a:r>
            <a:endParaRPr lang="en-US" sz="1600"/>
          </a:p>
        </p:txBody>
      </p:sp>
      <p:sp>
        <p:nvSpPr>
          <p:cNvPr id="7" name="Text 5"/>
          <p:cNvSpPr/>
          <p:nvPr/>
        </p:nvSpPr>
        <p:spPr>
          <a:xfrm>
            <a:off x="914400" y="2148840"/>
            <a:ext cx="2651760" cy="1463040"/>
          </a:xfrm>
          <a:prstGeom prst="rect">
            <a:avLst/>
          </a:prstGeom>
          <a:noFill/>
          <a:ln/>
        </p:spPr>
        <p:txBody>
          <a:bodyPr wrap="square" lIns="254" tIns="254" rIns="254" bIns="254" rtlCol="0" anchor="ctr">
            <a:normAutofit/>
          </a:bodyPr>
          <a:lstStyle/>
          <a:p>
            <a:pPr marL="0" indent="0">
              <a:buNone/>
            </a:pPr>
            <a:r>
              <a:rPr lang="en-US" sz="2200">
                <a:solidFill>
                  <a:srgbClr val="374151"/>
                </a:solidFill>
                <a:latin typeface="Barlow" pitchFamily="34" charset="0"/>
                <a:ea typeface="Barlow" pitchFamily="34" charset="-122"/>
                <a:cs typeface="Barlow" pitchFamily="34" charset="-120"/>
              </a:rPr>
              <a:t>Review the completed application from end to end.</a:t>
            </a:r>
            <a:endParaRPr lang="en-US" sz="1260"/>
          </a:p>
        </p:txBody>
      </p:sp>
      <p:sp>
        <p:nvSpPr>
          <p:cNvPr id="8" name="Text 6"/>
          <p:cNvSpPr/>
          <p:nvPr/>
        </p:nvSpPr>
        <p:spPr>
          <a:xfrm>
            <a:off x="914400" y="4069080"/>
            <a:ext cx="2560320" cy="292608"/>
          </a:xfrm>
          <a:prstGeom prst="rect">
            <a:avLst/>
          </a:prstGeom>
          <a:noFill/>
          <a:ln/>
        </p:spPr>
        <p:txBody>
          <a:bodyPr wrap="square" lIns="0" tIns="0" rIns="0" bIns="0" rtlCol="0" anchor="ctr"/>
          <a:lstStyle/>
          <a:p>
            <a:pPr marL="0" indent="0">
              <a:buNone/>
            </a:pPr>
            <a:r>
              <a:rPr lang="en-US" sz="1450" b="1">
                <a:solidFill>
                  <a:srgbClr val="0A2F4D"/>
                </a:solidFill>
                <a:latin typeface="Raleway" pitchFamily="34" charset="0"/>
                <a:ea typeface="Raleway" pitchFamily="34" charset="-122"/>
                <a:cs typeface="Raleway" pitchFamily="34" charset="-120"/>
              </a:rPr>
              <a:t>Success check</a:t>
            </a:r>
            <a:endParaRPr lang="en-US" sz="1450"/>
          </a:p>
        </p:txBody>
      </p:sp>
      <p:sp>
        <p:nvSpPr>
          <p:cNvPr id="9" name="Text 7"/>
          <p:cNvSpPr/>
          <p:nvPr/>
        </p:nvSpPr>
        <p:spPr>
          <a:xfrm>
            <a:off x="914400" y="4434840"/>
            <a:ext cx="2651760" cy="960120"/>
          </a:xfrm>
          <a:prstGeom prst="rect">
            <a:avLst/>
          </a:prstGeom>
          <a:noFill/>
          <a:ln/>
        </p:spPr>
        <p:txBody>
          <a:bodyPr wrap="square" lIns="254" tIns="254" rIns="254" bIns="254" rtlCol="0" anchor="ctr">
            <a:normAutofit fontScale="850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Learners see the complete enterprise-style Semantic Kernel solution end to end.</a:t>
            </a:r>
            <a:endParaRPr lang="en-US" sz="1160"/>
          </a:p>
        </p:txBody>
      </p:sp>
      <p:sp>
        <p:nvSpPr>
          <p:cNvPr id="10" name="Shape 8"/>
          <p:cNvSpPr/>
          <p:nvPr/>
        </p:nvSpPr>
        <p:spPr>
          <a:xfrm>
            <a:off x="4343400" y="1508760"/>
            <a:ext cx="6995160" cy="4480560"/>
          </a:xfrm>
          <a:prstGeom prst="roundRect">
            <a:avLst>
              <a:gd name="adj" fmla="val 1224"/>
            </a:avLst>
          </a:prstGeom>
          <a:solidFill>
            <a:srgbClr val="FFFFFF">
              <a:alpha val="0"/>
            </a:srgbClr>
          </a:solidFill>
          <a:ln w="12700">
            <a:solidFill>
              <a:srgbClr val="C9D4E2">
                <a:alpha val="95000"/>
              </a:srgbClr>
            </a:solidFill>
            <a:prstDash val="solid"/>
          </a:ln>
        </p:spPr>
        <p:txBody>
          <a:bodyPr/>
          <a:lstStyle/>
          <a:p>
            <a:endParaRPr/>
          </a:p>
        </p:txBody>
      </p:sp>
      <p:sp>
        <p:nvSpPr>
          <p:cNvPr id="11" name="Text 9"/>
          <p:cNvSpPr/>
          <p:nvPr/>
        </p:nvSpPr>
        <p:spPr>
          <a:xfrm>
            <a:off x="4507992" y="167335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2" name="Shape 10"/>
          <p:cNvSpPr/>
          <p:nvPr/>
        </p:nvSpPr>
        <p:spPr>
          <a:xfrm>
            <a:off x="4343400" y="1508760"/>
            <a:ext cx="73152" cy="4480560"/>
          </a:xfrm>
          <a:prstGeom prst="rect">
            <a:avLst/>
          </a:prstGeom>
          <a:solidFill>
            <a:srgbClr val="00AED6"/>
          </a:solidFill>
          <a:ln w="12700">
            <a:solidFill>
              <a:srgbClr val="00AED6"/>
            </a:solidFill>
            <a:prstDash val="solid"/>
          </a:ln>
        </p:spPr>
        <p:txBody>
          <a:bodyPr/>
          <a:lstStyle/>
          <a:p>
            <a:endParaRPr/>
          </a:p>
        </p:txBody>
      </p:sp>
      <p:sp>
        <p:nvSpPr>
          <p:cNvPr id="13" name="Text 11"/>
          <p:cNvSpPr/>
          <p:nvPr/>
        </p:nvSpPr>
        <p:spPr>
          <a:xfrm>
            <a:off x="4919472" y="1655064"/>
            <a:ext cx="649224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Demo runbook</a:t>
            </a:r>
            <a:endParaRPr lang="en-US" sz="1350"/>
          </a:p>
        </p:txBody>
      </p:sp>
      <p:sp>
        <p:nvSpPr>
          <p:cNvPr id="14" name="Text 12"/>
          <p:cNvSpPr/>
          <p:nvPr/>
        </p:nvSpPr>
        <p:spPr>
          <a:xfrm>
            <a:off x="4599432" y="2020824"/>
            <a:ext cx="6519672" cy="382219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1. Start from the dashboard.</a:t>
            </a:r>
            <a:endParaRPr lang="en-US" sz="1160"/>
          </a:p>
          <a:p>
            <a:pPr marL="0" indent="0">
              <a:buNone/>
            </a:pPr>
            <a:r>
              <a:rPr lang="en-US" sz="2200">
                <a:solidFill>
                  <a:srgbClr val="374151"/>
                </a:solidFill>
                <a:latin typeface="Barlow" pitchFamily="34" charset="0"/>
                <a:ea typeface="Barlow" pitchFamily="34" charset="-122"/>
                <a:cs typeface="Barlow" pitchFamily="34" charset="-120"/>
              </a:rPr>
              <a:t>2. Walk through documents, requests, copilot actions, RAG, and guardrails.</a:t>
            </a:r>
            <a:endParaRPr lang="en-US" sz="1160"/>
          </a:p>
          <a:p>
            <a:pPr marL="0" indent="0">
              <a:buNone/>
            </a:pPr>
            <a:r>
              <a:rPr lang="en-US" sz="2200">
                <a:solidFill>
                  <a:srgbClr val="374151"/>
                </a:solidFill>
                <a:latin typeface="Barlow" pitchFamily="34" charset="0"/>
                <a:ea typeface="Barlow" pitchFamily="34" charset="-122"/>
                <a:cs typeface="Barlow" pitchFamily="34" charset="-120"/>
              </a:rPr>
              <a:t>3. Show observability and evaluation checkpoints.</a:t>
            </a:r>
            <a:endParaRPr lang="en-US" sz="1160"/>
          </a:p>
          <a:p>
            <a:pPr marL="0" indent="0">
              <a:buNone/>
            </a:pPr>
            <a:r>
              <a:rPr lang="en-US" sz="2200">
                <a:solidFill>
                  <a:srgbClr val="374151"/>
                </a:solidFill>
                <a:latin typeface="Barlow" pitchFamily="34" charset="0"/>
                <a:ea typeface="Barlow" pitchFamily="34" charset="-122"/>
                <a:cs typeface="Barlow" pitchFamily="34" charset="-120"/>
              </a:rPr>
              <a:t>4. Summarize how every section contributed to the final system.</a:t>
            </a:r>
            <a:endParaRPr lang="en-US" sz="116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119</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 Section 10 · Lesson 10.10</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xEl>
                                              <p:pRg st="0" end="0"/>
                                            </p:txEl>
                                          </p:spTgt>
                                        </p:tgtEl>
                                        <p:attrNameLst>
                                          <p:attrName>style.visibility</p:attrName>
                                        </p:attrNameLst>
                                      </p:cBhvr>
                                      <p:to>
                                        <p:strVal val="visible"/>
                                      </p:to>
                                    </p:set>
                                    <p:animEffect transition="in" filter="fade">
                                      <p:cBhvr>
                                        <p:cTn id="40" dur="500"/>
                                        <p:tgtEl>
                                          <p:spTgt spid="1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fade">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xEl>
                                              <p:pRg st="2" end="2"/>
                                            </p:txEl>
                                          </p:spTgt>
                                        </p:tgtEl>
                                        <p:attrNameLst>
                                          <p:attrName>style.visibility</p:attrName>
                                        </p:attrNameLst>
                                      </p:cBhvr>
                                      <p:to>
                                        <p:strVal val="visible"/>
                                      </p:to>
                                    </p:set>
                                    <p:animEffect transition="in" filter="fade">
                                      <p:cBhvr>
                                        <p:cTn id="50" dur="500"/>
                                        <p:tgtEl>
                                          <p:spTgt spid="14">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build="p"/>
      <p:bldP spid="15"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10.11 — Section Review</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Key takeaways and transition to the next section.</a:t>
            </a:r>
            <a:endParaRPr lang="en-US" sz="1250"/>
          </a:p>
        </p:txBody>
      </p:sp>
      <p:sp>
        <p:nvSpPr>
          <p:cNvPr id="5" name="Shape 3"/>
          <p:cNvSpPr/>
          <p:nvPr/>
        </p:nvSpPr>
        <p:spPr>
          <a:xfrm>
            <a:off x="68580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6" name="Shape 4"/>
          <p:cNvSpPr/>
          <p:nvPr/>
        </p:nvSpPr>
        <p:spPr>
          <a:xfrm>
            <a:off x="685800" y="1572768"/>
            <a:ext cx="73152" cy="1325880"/>
          </a:xfrm>
          <a:prstGeom prst="rect">
            <a:avLst/>
          </a:prstGeom>
          <a:solidFill>
            <a:srgbClr val="00AED6"/>
          </a:solidFill>
          <a:ln w="12700">
            <a:solidFill>
              <a:srgbClr val="00AED6"/>
            </a:solidFill>
            <a:prstDash val="solid"/>
          </a:ln>
        </p:spPr>
        <p:txBody>
          <a:bodyPr/>
          <a:lstStyle/>
          <a:p>
            <a:endParaRPr/>
          </a:p>
        </p:txBody>
      </p:sp>
      <p:sp>
        <p:nvSpPr>
          <p:cNvPr id="7" name="Text 5"/>
          <p:cNvSpPr/>
          <p:nvPr/>
        </p:nvSpPr>
        <p:spPr>
          <a:xfrm>
            <a:off x="94183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1</a:t>
            </a:r>
            <a:endParaRPr lang="en-US" sz="1350"/>
          </a:p>
        </p:txBody>
      </p:sp>
      <p:sp>
        <p:nvSpPr>
          <p:cNvPr id="8" name="Text 6"/>
          <p:cNvSpPr/>
          <p:nvPr/>
        </p:nvSpPr>
        <p:spPr>
          <a:xfrm>
            <a:off x="941832" y="2084832"/>
            <a:ext cx="4507992" cy="667512"/>
          </a:xfrm>
          <a:prstGeom prst="rect">
            <a:avLst/>
          </a:prstGeom>
          <a:noFill/>
          <a:ln/>
        </p:spPr>
        <p:txBody>
          <a:bodyPr wrap="square" lIns="508" tIns="508" rIns="508" bIns="508" rtlCol="0" anchor="t">
            <a:normAutofit fontScale="77500" lnSpcReduction="20000"/>
          </a:bodyPr>
          <a:lstStyle/>
          <a:p>
            <a:pPr marL="0" indent="0">
              <a:buNone/>
            </a:pPr>
            <a:r>
              <a:rPr lang="en-US" sz="2200">
                <a:solidFill>
                  <a:srgbClr val="374151"/>
                </a:solidFill>
                <a:latin typeface="Barlow" pitchFamily="34" charset="0"/>
                <a:ea typeface="Barlow" pitchFamily="34" charset="-122"/>
                <a:cs typeface="Barlow" pitchFamily="34" charset="-120"/>
              </a:rPr>
              <a:t>Confirm the learner can build a commercially credible, observable, and controllable Semantic Kernel solution.</a:t>
            </a:r>
            <a:endParaRPr lang="en-US" sz="1100"/>
          </a:p>
        </p:txBody>
      </p:sp>
      <p:sp>
        <p:nvSpPr>
          <p:cNvPr id="9" name="Shape 7"/>
          <p:cNvSpPr/>
          <p:nvPr/>
        </p:nvSpPr>
        <p:spPr>
          <a:xfrm>
            <a:off x="6126480" y="15727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0" name="Shape 8"/>
          <p:cNvSpPr/>
          <p:nvPr/>
        </p:nvSpPr>
        <p:spPr>
          <a:xfrm>
            <a:off x="6126480" y="1572768"/>
            <a:ext cx="73152" cy="1325880"/>
          </a:xfrm>
          <a:prstGeom prst="rect">
            <a:avLst/>
          </a:prstGeom>
          <a:solidFill>
            <a:srgbClr val="007DB8"/>
          </a:solidFill>
          <a:ln w="12700">
            <a:solidFill>
              <a:srgbClr val="007DB8"/>
            </a:solidFill>
            <a:prstDash val="solid"/>
          </a:ln>
        </p:spPr>
        <p:txBody>
          <a:bodyPr/>
          <a:lstStyle/>
          <a:p>
            <a:endParaRPr/>
          </a:p>
        </p:txBody>
      </p:sp>
      <p:sp>
        <p:nvSpPr>
          <p:cNvPr id="11" name="Text 9"/>
          <p:cNvSpPr/>
          <p:nvPr/>
        </p:nvSpPr>
        <p:spPr>
          <a:xfrm>
            <a:off x="6382512" y="17190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2</a:t>
            </a:r>
            <a:endParaRPr lang="en-US" sz="1350"/>
          </a:p>
        </p:txBody>
      </p:sp>
      <p:sp>
        <p:nvSpPr>
          <p:cNvPr id="12" name="Text 10"/>
          <p:cNvSpPr/>
          <p:nvPr/>
        </p:nvSpPr>
        <p:spPr>
          <a:xfrm>
            <a:off x="6382512" y="20848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section concepts should now be connected to the course project.</a:t>
            </a:r>
            <a:endParaRPr lang="en-US" sz="1100"/>
          </a:p>
        </p:txBody>
      </p:sp>
      <p:sp>
        <p:nvSpPr>
          <p:cNvPr id="13" name="Shape 11"/>
          <p:cNvSpPr/>
          <p:nvPr/>
        </p:nvSpPr>
        <p:spPr>
          <a:xfrm>
            <a:off x="68580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4" name="Shape 12"/>
          <p:cNvSpPr/>
          <p:nvPr/>
        </p:nvSpPr>
        <p:spPr>
          <a:xfrm>
            <a:off x="685800" y="3401568"/>
            <a:ext cx="73152" cy="1325880"/>
          </a:xfrm>
          <a:prstGeom prst="rect">
            <a:avLst/>
          </a:prstGeom>
          <a:solidFill>
            <a:srgbClr val="6251BD"/>
          </a:solidFill>
          <a:ln w="12700">
            <a:solidFill>
              <a:srgbClr val="6251BD"/>
            </a:solidFill>
            <a:prstDash val="solid"/>
          </a:ln>
        </p:spPr>
        <p:txBody>
          <a:bodyPr/>
          <a:lstStyle/>
          <a:p>
            <a:endParaRPr/>
          </a:p>
        </p:txBody>
      </p:sp>
      <p:sp>
        <p:nvSpPr>
          <p:cNvPr id="15" name="Text 13"/>
          <p:cNvSpPr/>
          <p:nvPr/>
        </p:nvSpPr>
        <p:spPr>
          <a:xfrm>
            <a:off x="94183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3</a:t>
            </a:r>
            <a:endParaRPr lang="en-US" sz="1350"/>
          </a:p>
        </p:txBody>
      </p:sp>
      <p:sp>
        <p:nvSpPr>
          <p:cNvPr id="16" name="Text 14"/>
          <p:cNvSpPr/>
          <p:nvPr/>
        </p:nvSpPr>
        <p:spPr>
          <a:xfrm>
            <a:off x="94183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demos should leave the learner with a working checkpoint.</a:t>
            </a:r>
            <a:endParaRPr lang="en-US" sz="1100"/>
          </a:p>
        </p:txBody>
      </p:sp>
      <p:sp>
        <p:nvSpPr>
          <p:cNvPr id="17" name="Shape 15"/>
          <p:cNvSpPr/>
          <p:nvPr/>
        </p:nvSpPr>
        <p:spPr>
          <a:xfrm>
            <a:off x="6126480" y="3401568"/>
            <a:ext cx="4983480" cy="1325880"/>
          </a:xfrm>
          <a:prstGeom prst="roundRect">
            <a:avLst>
              <a:gd name="adj" fmla="val 4138"/>
            </a:avLst>
          </a:prstGeom>
          <a:solidFill>
            <a:srgbClr val="FFFFFF">
              <a:alpha val="0"/>
            </a:srgbClr>
          </a:solidFill>
          <a:ln w="12700">
            <a:solidFill>
              <a:srgbClr val="C9D4E2">
                <a:alpha val="95000"/>
              </a:srgbClr>
            </a:solidFill>
            <a:prstDash val="solid"/>
          </a:ln>
        </p:spPr>
        <p:txBody>
          <a:bodyPr/>
          <a:lstStyle/>
          <a:p>
            <a:endParaRPr/>
          </a:p>
        </p:txBody>
      </p:sp>
      <p:sp>
        <p:nvSpPr>
          <p:cNvPr id="18" name="Shape 16"/>
          <p:cNvSpPr/>
          <p:nvPr/>
        </p:nvSpPr>
        <p:spPr>
          <a:xfrm>
            <a:off x="6126480" y="3401568"/>
            <a:ext cx="73152" cy="1325880"/>
          </a:xfrm>
          <a:prstGeom prst="rect">
            <a:avLst/>
          </a:prstGeom>
          <a:solidFill>
            <a:srgbClr val="F6C344"/>
          </a:solidFill>
          <a:ln w="12700">
            <a:solidFill>
              <a:srgbClr val="F6C344"/>
            </a:solidFill>
            <a:prstDash val="solid"/>
          </a:ln>
        </p:spPr>
        <p:txBody>
          <a:bodyPr/>
          <a:lstStyle/>
          <a:p>
            <a:endParaRPr/>
          </a:p>
        </p:txBody>
      </p:sp>
      <p:sp>
        <p:nvSpPr>
          <p:cNvPr id="19" name="Text 17"/>
          <p:cNvSpPr/>
          <p:nvPr/>
        </p:nvSpPr>
        <p:spPr>
          <a:xfrm>
            <a:off x="6382512" y="3547872"/>
            <a:ext cx="44805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Takeaway 4</a:t>
            </a:r>
            <a:endParaRPr lang="en-US" sz="1350"/>
          </a:p>
        </p:txBody>
      </p:sp>
      <p:sp>
        <p:nvSpPr>
          <p:cNvPr id="20" name="Text 18"/>
          <p:cNvSpPr/>
          <p:nvPr/>
        </p:nvSpPr>
        <p:spPr>
          <a:xfrm>
            <a:off x="6382512" y="3913632"/>
            <a:ext cx="4507992" cy="667512"/>
          </a:xfrm>
          <a:prstGeom prst="rect">
            <a:avLst/>
          </a:prstGeom>
          <a:noFill/>
          <a:ln/>
        </p:spPr>
        <p:txBody>
          <a:bodyPr wrap="square" lIns="508" tIns="508" rIns="508" bIns="508" rtlCol="0" anchor="t">
            <a:normAutofit lnSpcReduction="10000"/>
          </a:bodyPr>
          <a:lstStyle/>
          <a:p>
            <a:pPr marL="0" indent="0">
              <a:buNone/>
            </a:pPr>
            <a:r>
              <a:rPr lang="en-US" sz="2200">
                <a:solidFill>
                  <a:srgbClr val="374151"/>
                </a:solidFill>
                <a:latin typeface="Barlow" pitchFamily="34" charset="0"/>
                <a:ea typeface="Barlow" pitchFamily="34" charset="-122"/>
                <a:cs typeface="Barlow" pitchFamily="34" charset="-120"/>
              </a:rPr>
              <a:t>The next section builds directly on this foundation.</a:t>
            </a:r>
            <a:endParaRPr lang="en-US" sz="1100"/>
          </a:p>
        </p:txBody>
      </p:sp>
      <p:sp>
        <p:nvSpPr>
          <p:cNvPr id="21" name="Shape 19"/>
          <p:cNvSpPr/>
          <p:nvPr/>
        </p:nvSpPr>
        <p:spPr>
          <a:xfrm>
            <a:off x="914400" y="5532120"/>
            <a:ext cx="73152" cy="502920"/>
          </a:xfrm>
          <a:prstGeom prst="rect">
            <a:avLst/>
          </a:prstGeom>
          <a:solidFill>
            <a:srgbClr val="00AED6"/>
          </a:solidFill>
          <a:ln w="12700">
            <a:solidFill>
              <a:srgbClr val="00AED6"/>
            </a:solidFill>
            <a:prstDash val="solid"/>
          </a:ln>
        </p:spPr>
        <p:txBody>
          <a:bodyPr/>
          <a:lstStyle/>
          <a:p>
            <a:endParaRPr/>
          </a:p>
        </p:txBody>
      </p:sp>
      <p:sp>
        <p:nvSpPr>
          <p:cNvPr id="22" name="Text 20"/>
          <p:cNvSpPr/>
          <p:nvPr/>
        </p:nvSpPr>
        <p:spPr>
          <a:xfrm>
            <a:off x="1115568" y="5532120"/>
            <a:ext cx="10222992" cy="502920"/>
          </a:xfrm>
          <a:prstGeom prst="rect">
            <a:avLst/>
          </a:prstGeom>
          <a:noFill/>
          <a:ln/>
        </p:spPr>
        <p:txBody>
          <a:bodyPr wrap="square" lIns="254" tIns="254" rIns="254" bIns="254" rtlCol="0" anchor="ctr">
            <a:normAutofit/>
          </a:bodyPr>
          <a:lstStyle/>
          <a:p>
            <a:pPr marL="0" indent="0">
              <a:buNone/>
            </a:pPr>
            <a:r>
              <a:rPr lang="en-US" sz="2200" i="1">
                <a:solidFill>
                  <a:srgbClr val="374151"/>
                </a:solidFill>
                <a:latin typeface="Barlow" pitchFamily="34" charset="0"/>
                <a:ea typeface="Barlow" pitchFamily="34" charset="-122"/>
                <a:cs typeface="Barlow" pitchFamily="34" charset="-120"/>
              </a:rPr>
              <a:t>Next: Conclusion and Next Steps</a:t>
            </a:r>
            <a:endParaRPr lang="en-US" sz="1300"/>
          </a:p>
        </p:txBody>
      </p:sp>
      <p:sp>
        <p:nvSpPr>
          <p:cNvPr id="23" name="Shape 21"/>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4" name="Text 22"/>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120</a:t>
            </a:r>
            <a:endParaRPr lang="en-US" sz="900"/>
          </a:p>
        </p:txBody>
      </p:sp>
      <p:sp>
        <p:nvSpPr>
          <p:cNvPr id="25" name="Text 23"/>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10 Review</a:t>
            </a:r>
            <a:endParaRPr lang="en-US" sz="7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name="Slide 12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Shape 1"/>
          <p:cNvSpPr/>
          <p:nvPr/>
        </p:nvSpPr>
        <p:spPr>
          <a:xfrm>
            <a:off x="0" y="0"/>
            <a:ext cx="12191695" cy="6858000"/>
          </a:xfrm>
          <a:prstGeom prst="rect">
            <a:avLst/>
          </a:prstGeom>
          <a:solidFill>
            <a:srgbClr val="F7F9FC"/>
          </a:solidFill>
          <a:ln w="12700">
            <a:solidFill>
              <a:srgbClr val="F7F9FC"/>
            </a:solidFill>
            <a:prstDash val="solid"/>
          </a:ln>
        </p:spPr>
        <p:txBody>
          <a:bodyPr/>
          <a:lstStyle/>
          <a:p>
            <a:endParaRPr/>
          </a:p>
        </p:txBody>
      </p:sp>
      <p:sp>
        <p:nvSpPr>
          <p:cNvPr id="4" name="Shape 2"/>
          <p:cNvSpPr/>
          <p:nvPr/>
        </p:nvSpPr>
        <p:spPr>
          <a:xfrm>
            <a:off x="0" y="2514600"/>
            <a:ext cx="960120" cy="1417320"/>
          </a:xfrm>
          <a:prstGeom prst="chevron">
            <a:avLst/>
          </a:prstGeom>
          <a:solidFill>
            <a:srgbClr val="00AED6"/>
          </a:solidFill>
          <a:ln w="12700">
            <a:solidFill>
              <a:srgbClr val="00AED6"/>
            </a:solidFill>
            <a:prstDash val="solid"/>
          </a:ln>
        </p:spPr>
        <p:txBody>
          <a:bodyPr/>
          <a:lstStyle/>
          <a:p>
            <a:endParaRPr/>
          </a:p>
        </p:txBody>
      </p:sp>
      <p:sp>
        <p:nvSpPr>
          <p:cNvPr id="5" name="Text 3"/>
          <p:cNvSpPr/>
          <p:nvPr/>
        </p:nvSpPr>
        <p:spPr>
          <a:xfrm>
            <a:off x="91440" y="2944368"/>
            <a:ext cx="457200" cy="402336"/>
          </a:xfrm>
          <a:prstGeom prst="rect">
            <a:avLst/>
          </a:prstGeom>
          <a:noFill/>
          <a:ln/>
        </p:spPr>
        <p:txBody>
          <a:bodyPr wrap="square" lIns="0" tIns="0" rIns="0" bIns="0" rtlCol="0" anchor="ctr"/>
          <a:lstStyle/>
          <a:p>
            <a:pPr marL="0" indent="0" algn="ctr">
              <a:buNone/>
            </a:pPr>
            <a:r>
              <a:rPr lang="en-US" sz="2200" b="1">
                <a:solidFill>
                  <a:srgbClr val="FFFFFF"/>
                </a:solidFill>
                <a:latin typeface="Raleway" pitchFamily="34" charset="0"/>
                <a:ea typeface="Raleway" pitchFamily="34" charset="-122"/>
                <a:cs typeface="Raleway" pitchFamily="34" charset="-120"/>
              </a:rPr>
              <a:t>11</a:t>
            </a:r>
            <a:endParaRPr lang="en-US" sz="2200"/>
          </a:p>
        </p:txBody>
      </p:sp>
      <p:sp>
        <p:nvSpPr>
          <p:cNvPr id="6" name="Text 4"/>
          <p:cNvSpPr/>
          <p:nvPr/>
        </p:nvSpPr>
        <p:spPr>
          <a:xfrm>
            <a:off x="1417320" y="2121408"/>
            <a:ext cx="3657600" cy="32004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1600"/>
          </a:p>
        </p:txBody>
      </p:sp>
      <p:sp>
        <p:nvSpPr>
          <p:cNvPr id="7" name="Text 5"/>
          <p:cNvSpPr/>
          <p:nvPr/>
        </p:nvSpPr>
        <p:spPr>
          <a:xfrm>
            <a:off x="1417320" y="2468880"/>
            <a:ext cx="6400800" cy="1097280"/>
          </a:xfrm>
          <a:prstGeom prst="rect">
            <a:avLst/>
          </a:prstGeom>
          <a:noFill/>
          <a:ln/>
        </p:spPr>
        <p:txBody>
          <a:bodyPr wrap="square" lIns="0" tIns="0" rIns="0" bIns="0" rtlCol="0" anchor="ctr">
            <a:normAutofit/>
          </a:bodyPr>
          <a:lstStyle/>
          <a:p>
            <a:pPr marL="0" indent="0">
              <a:buNone/>
            </a:pPr>
            <a:r>
              <a:rPr lang="en-US" sz="3600" b="1" dirty="0">
                <a:solidFill>
                  <a:srgbClr val="007DB8"/>
                </a:solidFill>
                <a:latin typeface="Raleway" pitchFamily="34" charset="0"/>
                <a:ea typeface="Raleway" pitchFamily="34" charset="-122"/>
                <a:cs typeface="Raleway" pitchFamily="34" charset="-120"/>
              </a:rPr>
              <a:t>Conclusion and Next Steps</a:t>
            </a:r>
            <a:endParaRPr lang="en-US" sz="3600" dirty="0"/>
          </a:p>
        </p:txBody>
      </p:sp>
      <p:sp>
        <p:nvSpPr>
          <p:cNvPr id="8" name="Text 6"/>
          <p:cNvSpPr/>
          <p:nvPr/>
        </p:nvSpPr>
        <p:spPr>
          <a:xfrm>
            <a:off x="1463040" y="3794760"/>
            <a:ext cx="6217920" cy="658368"/>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Close the course and point learners toward practical next steps.</a:t>
            </a:r>
            <a:endParaRPr lang="en-US" sz="1600"/>
          </a:p>
        </p:txBody>
      </p:sp>
      <p:sp>
        <p:nvSpPr>
          <p:cNvPr id="9" name="Shape 7"/>
          <p:cNvSpPr/>
          <p:nvPr/>
        </p:nvSpPr>
        <p:spPr>
          <a:xfrm>
            <a:off x="8321040" y="1783080"/>
            <a:ext cx="2468880" cy="1645920"/>
          </a:xfrm>
          <a:prstGeom prst="roundRect">
            <a:avLst>
              <a:gd name="adj" fmla="val 2778"/>
            </a:avLst>
          </a:prstGeom>
          <a:solidFill>
            <a:srgbClr val="FFFFFF"/>
          </a:solidFill>
          <a:ln w="12700">
            <a:solidFill>
              <a:srgbClr val="C9D4E2"/>
            </a:solidFill>
            <a:prstDash val="solid"/>
          </a:ln>
        </p:spPr>
        <p:txBody>
          <a:bodyPr/>
          <a:lstStyle/>
          <a:p>
            <a:endParaRPr/>
          </a:p>
        </p:txBody>
      </p:sp>
      <p:sp>
        <p:nvSpPr>
          <p:cNvPr id="10" name="Shape 8"/>
          <p:cNvSpPr/>
          <p:nvPr/>
        </p:nvSpPr>
        <p:spPr>
          <a:xfrm>
            <a:off x="8321040" y="1783080"/>
            <a:ext cx="2468880" cy="237744"/>
          </a:xfrm>
          <a:prstGeom prst="rect">
            <a:avLst/>
          </a:prstGeom>
          <a:solidFill>
            <a:srgbClr val="00AED6"/>
          </a:solidFill>
          <a:ln w="12700">
            <a:solidFill>
              <a:srgbClr val="00AED6"/>
            </a:solidFill>
            <a:prstDash val="solid"/>
          </a:ln>
        </p:spPr>
        <p:txBody>
          <a:bodyPr/>
          <a:lstStyle/>
          <a:p>
            <a:endParaRPr/>
          </a:p>
        </p:txBody>
      </p:sp>
      <p:sp>
        <p:nvSpPr>
          <p:cNvPr id="11" name="Shape 9"/>
          <p:cNvSpPr/>
          <p:nvPr/>
        </p:nvSpPr>
        <p:spPr>
          <a:xfrm>
            <a:off x="8577072" y="2331720"/>
            <a:ext cx="640080" cy="640080"/>
          </a:xfrm>
          <a:prstGeom prst="roundRect">
            <a:avLst>
              <a:gd name="adj" fmla="val 7143"/>
            </a:avLst>
          </a:prstGeom>
          <a:solidFill>
            <a:srgbClr val="E6F7FB"/>
          </a:solidFill>
          <a:ln w="12700">
            <a:solidFill>
              <a:srgbClr val="00AED6"/>
            </a:solidFill>
            <a:prstDash val="solid"/>
          </a:ln>
        </p:spPr>
        <p:txBody>
          <a:bodyPr/>
          <a:lstStyle/>
          <a:p>
            <a:endParaRPr/>
          </a:p>
        </p:txBody>
      </p:sp>
      <p:sp>
        <p:nvSpPr>
          <p:cNvPr id="12" name="Shape 10"/>
          <p:cNvSpPr/>
          <p:nvPr/>
        </p:nvSpPr>
        <p:spPr>
          <a:xfrm>
            <a:off x="9400032" y="2331720"/>
            <a:ext cx="109728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3" name="Shape 11"/>
          <p:cNvSpPr/>
          <p:nvPr/>
        </p:nvSpPr>
        <p:spPr>
          <a:xfrm>
            <a:off x="9400032" y="2633472"/>
            <a:ext cx="777240" cy="182880"/>
          </a:xfrm>
          <a:prstGeom prst="roundRect">
            <a:avLst>
              <a:gd name="adj" fmla="val 20000"/>
            </a:avLst>
          </a:prstGeom>
          <a:solidFill>
            <a:srgbClr val="D2E3EF"/>
          </a:solidFill>
          <a:ln w="12700">
            <a:solidFill>
              <a:srgbClr val="D2E3EF"/>
            </a:solidFill>
            <a:prstDash val="solid"/>
          </a:ln>
        </p:spPr>
        <p:txBody>
          <a:bodyPr/>
          <a:lstStyle/>
          <a:p>
            <a:endParaRPr/>
          </a:p>
        </p:txBody>
      </p:sp>
      <p:sp>
        <p:nvSpPr>
          <p:cNvPr id="14" name="Text 12"/>
          <p:cNvSpPr/>
          <p:nvPr/>
        </p:nvSpPr>
        <p:spPr>
          <a:xfrm>
            <a:off x="9189720" y="4114800"/>
            <a:ext cx="1097280" cy="548640"/>
          </a:xfrm>
          <a:prstGeom prst="rect">
            <a:avLst/>
          </a:prstGeom>
          <a:noFill/>
          <a:ln/>
        </p:spPr>
        <p:txBody>
          <a:bodyPr wrap="square" lIns="0" tIns="0" rIns="0" bIns="0" rtlCol="0" anchor="ctr"/>
          <a:lstStyle/>
          <a:p>
            <a:pPr marL="0" indent="0">
              <a:buNone/>
            </a:pPr>
            <a:r>
              <a:rPr lang="en-US" sz="3500" b="1">
                <a:solidFill>
                  <a:srgbClr val="00AED6"/>
                </a:solidFill>
                <a:latin typeface="Raleway" pitchFamily="34" charset="0"/>
                <a:ea typeface="Raleway" pitchFamily="34" charset="-122"/>
                <a:cs typeface="Raleway" pitchFamily="34" charset="-120"/>
              </a:rPr>
              <a:t>AI</a:t>
            </a:r>
            <a:endParaRPr lang="en-US" sz="3500"/>
          </a:p>
        </p:txBody>
      </p:sp>
      <p:sp>
        <p:nvSpPr>
          <p:cNvPr id="15" name="Shape 13"/>
          <p:cNvSpPr/>
          <p:nvPr/>
        </p:nvSpPr>
        <p:spPr>
          <a:xfrm>
            <a:off x="9473184" y="3474720"/>
            <a:ext cx="0" cy="502920"/>
          </a:xfrm>
          <a:prstGeom prst="line">
            <a:avLst/>
          </a:prstGeom>
          <a:noFill/>
          <a:ln w="25400">
            <a:solidFill>
              <a:srgbClr val="00AED6"/>
            </a:solidFill>
            <a:prstDash val="solid"/>
            <a:headEnd type="none"/>
            <a:tailEnd type="triangle"/>
          </a:ln>
        </p:spPr>
        <p:txBody>
          <a:bodyPr/>
          <a:lstStyle/>
          <a:p>
            <a:endParaRPr/>
          </a:p>
        </p:txBody>
      </p:sp>
      <p:sp>
        <p:nvSpPr>
          <p:cNvPr id="24" name="Shape 22"/>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25" name="Text 23"/>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121</a:t>
            </a:r>
            <a:endParaRPr lang="en-US" sz="900"/>
          </a:p>
        </p:txBody>
      </p:sp>
      <p:sp>
        <p:nvSpPr>
          <p:cNvPr id="26" name="Text 24"/>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a:t>
            </a:r>
            <a:endParaRPr lang="en-US" sz="75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2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11.1 — Course Recap</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85000" lnSpcReduction="10000"/>
          </a:bodyPr>
          <a:lstStyle/>
          <a:p>
            <a:pPr marL="0" indent="0">
              <a:buNone/>
            </a:pPr>
            <a:r>
              <a:rPr lang="en-US" sz="2200">
                <a:solidFill>
                  <a:srgbClr val="697586"/>
                </a:solidFill>
                <a:latin typeface="Barlow" pitchFamily="34" charset="0"/>
                <a:ea typeface="Barlow" pitchFamily="34" charset="-122"/>
                <a:cs typeface="Barlow" pitchFamily="34" charset="-120"/>
              </a:rPr>
              <a:t>Review the journey from foundational Semantic Kernel concepts to a web-based embedded copilot.</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Teaching focus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What problem does this solve in the portal?</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should remain deterministic application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evidence proves this feature is working?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122</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Section 11 · Lesson 11.1</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Review the journey from foundational Semantic Kernel concepts to a web-based embedded copilot.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Understand where this concept fits in the course project.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Identify the implementation boundary between the model, the kernel, and the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Prepare for the next hands-on activity or design decision.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name="Slide 12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11.2 — What You Built and What You Learned</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92500"/>
          </a:bodyPr>
          <a:lstStyle/>
          <a:p>
            <a:pPr marL="0" indent="0">
              <a:buNone/>
            </a:pPr>
            <a:r>
              <a:rPr lang="en-US" sz="2200">
                <a:solidFill>
                  <a:srgbClr val="697586"/>
                </a:solidFill>
                <a:latin typeface="Barlow" pitchFamily="34" charset="0"/>
                <a:ea typeface="Barlow" pitchFamily="34" charset="-122"/>
                <a:cs typeface="Barlow" pitchFamily="34" charset="-120"/>
              </a:rPr>
              <a:t>Connect the final portal implementation to the major technical skills developed in the course.</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Teaching focus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What problem does this solve in the portal?</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should remain deterministic application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evidence proves this feature is working?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123</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Section 11 · Lesson 11.2</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 the final portal implementation to the major technical skills developed in the course.</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Understand where this concept fits in the course project.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Identify the implementation boundary between the model, the kernel, and the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Prepare for the next hands-on activity or design decision.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11.3 — Where to Go Next with Semantic Kernel</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697586"/>
                </a:solidFill>
                <a:latin typeface="Barlow" pitchFamily="34" charset="0"/>
                <a:ea typeface="Barlow" pitchFamily="34" charset="-122"/>
                <a:cs typeface="Barlow" pitchFamily="34" charset="-120"/>
              </a:rPr>
              <a:t>Identify next-step topics such as advanced orchestration, memory, enterprise integrations, and agentic systems.</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124</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Section 11 · Lesson 11.3</a:t>
            </a:r>
            <a:endParaRPr lang="en-US" sz="750"/>
          </a:p>
        </p:txBody>
      </p:sp>
      <p:sp>
        <p:nvSpPr>
          <p:cNvPr id="18" name="TextBox 17"/>
          <p:cNvSpPr txBox="1"/>
          <p:nvPr/>
        </p:nvSpPr>
        <p:spPr>
          <a:xfrm>
            <a:off x="868680" y="1591056"/>
            <a:ext cx="10287000" cy="2000548"/>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Explore deeper orchestration patterns and process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Study advanced memory strategies and retrieval systems.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Evaluate Microsoft Agent Framework for new multi-agent scenarios.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Connect Semantic Kernel to existing enterprise APIs and data sources.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Build a portfolio project that demonstrates production thinking.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11.4 — Conclusion</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fontScale="77500" lnSpcReduction="20000"/>
          </a:bodyPr>
          <a:lstStyle/>
          <a:p>
            <a:pPr marL="0" indent="0">
              <a:buNone/>
            </a:pPr>
            <a:r>
              <a:rPr lang="en-US" sz="2200">
                <a:solidFill>
                  <a:srgbClr val="697586"/>
                </a:solidFill>
                <a:latin typeface="Barlow" pitchFamily="34" charset="0"/>
                <a:ea typeface="Barlow" pitchFamily="34" charset="-122"/>
                <a:cs typeface="Barlow" pitchFamily="34" charset="-120"/>
              </a:rPr>
              <a:t>Close the course with a clear summary and practical encouragement for continued application building.</a:t>
            </a:r>
            <a:endParaRPr lang="en-US" sz="1250"/>
          </a:p>
        </p:txBody>
      </p:sp>
      <p:sp>
        <p:nvSpPr>
          <p:cNvPr id="13" name="Shape 11"/>
          <p:cNvSpPr/>
          <p:nvPr/>
        </p:nvSpPr>
        <p:spPr>
          <a:xfrm>
            <a:off x="6537960" y="1645920"/>
            <a:ext cx="4526280" cy="3520440"/>
          </a:xfrm>
          <a:prstGeom prst="roundRect">
            <a:avLst>
              <a:gd name="adj" fmla="val 1558"/>
            </a:avLst>
          </a:prstGeom>
          <a:solidFill>
            <a:srgbClr val="FFFFFF">
              <a:alpha val="0"/>
            </a:srgbClr>
          </a:solidFill>
          <a:ln w="12700">
            <a:solidFill>
              <a:srgbClr val="C9D4E2">
                <a:alpha val="95000"/>
              </a:srgbClr>
            </a:solidFill>
            <a:prstDash val="solid"/>
          </a:ln>
        </p:spPr>
        <p:txBody>
          <a:bodyPr/>
          <a:lstStyle/>
          <a:p>
            <a:endParaRPr/>
          </a:p>
        </p:txBody>
      </p:sp>
      <p:sp>
        <p:nvSpPr>
          <p:cNvPr id="14" name="Text 12"/>
          <p:cNvSpPr/>
          <p:nvPr/>
        </p:nvSpPr>
        <p:spPr>
          <a:xfrm>
            <a:off x="6702552" y="1810512"/>
            <a:ext cx="320040" cy="274320"/>
          </a:xfrm>
          <a:prstGeom prst="rect">
            <a:avLst/>
          </a:prstGeom>
          <a:noFill/>
          <a:ln/>
        </p:spPr>
        <p:txBody>
          <a:bodyPr wrap="square" lIns="0" tIns="0" rIns="0" bIns="0" rtlCol="0" anchor="ctr"/>
          <a:lstStyle/>
          <a:p>
            <a:pPr marL="0" indent="0">
              <a:buNone/>
            </a:pPr>
            <a:r>
              <a:rPr lang="en-US" sz="1600">
                <a:solidFill>
                  <a:srgbClr val="000000"/>
                </a:solidFill>
                <a:latin typeface="Segoe UI Emoji" pitchFamily="34" charset="0"/>
                <a:ea typeface="Segoe UI Emoji" pitchFamily="34" charset="-122"/>
                <a:cs typeface="Segoe UI Emoji" pitchFamily="34" charset="-120"/>
              </a:rPr>
              <a:t>🎯</a:t>
            </a:r>
            <a:endParaRPr lang="en-US" sz="1600"/>
          </a:p>
        </p:txBody>
      </p:sp>
      <p:sp>
        <p:nvSpPr>
          <p:cNvPr id="15" name="Shape 13"/>
          <p:cNvSpPr/>
          <p:nvPr/>
        </p:nvSpPr>
        <p:spPr>
          <a:xfrm>
            <a:off x="6537960" y="1645920"/>
            <a:ext cx="73152" cy="3520440"/>
          </a:xfrm>
          <a:prstGeom prst="rect">
            <a:avLst/>
          </a:prstGeom>
          <a:solidFill>
            <a:srgbClr val="6251BD"/>
          </a:solidFill>
          <a:ln w="12700">
            <a:solidFill>
              <a:srgbClr val="6251BD"/>
            </a:solidFill>
            <a:prstDash val="solid"/>
          </a:ln>
        </p:spPr>
        <p:txBody>
          <a:bodyPr/>
          <a:lstStyle/>
          <a:p>
            <a:endParaRPr/>
          </a:p>
        </p:txBody>
      </p:sp>
      <p:sp>
        <p:nvSpPr>
          <p:cNvPr id="16" name="Text 14"/>
          <p:cNvSpPr/>
          <p:nvPr/>
        </p:nvSpPr>
        <p:spPr>
          <a:xfrm>
            <a:off x="7114032" y="1792224"/>
            <a:ext cx="4023360" cy="274320"/>
          </a:xfrm>
          <a:prstGeom prst="rect">
            <a:avLst/>
          </a:prstGeom>
          <a:noFill/>
          <a:ln/>
        </p:spPr>
        <p:txBody>
          <a:bodyPr wrap="square" lIns="254" tIns="254" rIns="254" bIns="254" rtlCol="0" anchor="ctr">
            <a:normAutofit/>
          </a:bodyPr>
          <a:lstStyle/>
          <a:p>
            <a:pPr marL="0" indent="0">
              <a:buNone/>
            </a:pPr>
            <a:r>
              <a:rPr lang="en-US" sz="1350" b="1">
                <a:solidFill>
                  <a:srgbClr val="0A2F4D"/>
                </a:solidFill>
                <a:latin typeface="Raleway" pitchFamily="34" charset="0"/>
                <a:ea typeface="Raleway" pitchFamily="34" charset="-122"/>
                <a:cs typeface="Raleway" pitchFamily="34" charset="-120"/>
              </a:rPr>
              <a:t>Teaching focus</a:t>
            </a:r>
            <a:endParaRPr lang="en-US" sz="1350"/>
          </a:p>
        </p:txBody>
      </p:sp>
      <p:sp>
        <p:nvSpPr>
          <p:cNvPr id="17" name="Text 15"/>
          <p:cNvSpPr/>
          <p:nvPr/>
        </p:nvSpPr>
        <p:spPr>
          <a:xfrm>
            <a:off x="6793992" y="2157984"/>
            <a:ext cx="4050792" cy="2862072"/>
          </a:xfrm>
          <a:prstGeom prst="rect">
            <a:avLst/>
          </a:prstGeom>
          <a:noFill/>
          <a:ln/>
        </p:spPr>
        <p:txBody>
          <a:bodyPr wrap="square" lIns="508" tIns="508" rIns="508" bIns="508" rtlCol="0" anchor="t">
            <a:normAutofit/>
          </a:bodyPr>
          <a:lstStyle/>
          <a:p>
            <a:pPr marL="0" indent="0">
              <a:buNone/>
            </a:pPr>
            <a:r>
              <a:rPr lang="en-US" sz="2200">
                <a:solidFill>
                  <a:srgbClr val="374151"/>
                </a:solidFill>
                <a:latin typeface="Barlow" pitchFamily="34" charset="0"/>
                <a:ea typeface="Barlow" pitchFamily="34" charset="-122"/>
                <a:cs typeface="Barlow" pitchFamily="34" charset="-120"/>
              </a:rPr>
              <a:t>Ask: What problem does this solve in the portal?</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should remain deterministic application code?</a:t>
            </a:r>
            <a:endParaRPr lang="en-US" sz="1120"/>
          </a:p>
          <a:p>
            <a:pPr marL="0" indent="0">
              <a:buNone/>
            </a:pPr>
            <a:r>
              <a:rPr lang="en-US" sz="2200">
                <a:solidFill>
                  <a:srgbClr val="374151"/>
                </a:solidFill>
                <a:latin typeface="Barlow" pitchFamily="34" charset="0"/>
                <a:ea typeface="Barlow" pitchFamily="34" charset="-122"/>
                <a:cs typeface="Barlow" pitchFamily="34" charset="-120"/>
              </a:rPr>
              <a:t>Ask: What evidence proves this feature is working?</a:t>
            </a:r>
            <a:endParaRPr lang="en-US" sz="1120"/>
          </a:p>
        </p:txBody>
      </p:sp>
      <p:sp>
        <p:nvSpPr>
          <p:cNvPr id="18" name="Shape 16"/>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9" name="Text 17"/>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125</a:t>
            </a:r>
            <a:endParaRPr lang="en-US" sz="900"/>
          </a:p>
        </p:txBody>
      </p:sp>
      <p:sp>
        <p:nvSpPr>
          <p:cNvPr id="20" name="Text 18"/>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Section 11 · Section 11 · Lesson 11.4</a:t>
            </a:r>
            <a:endParaRPr lang="en-US" sz="750"/>
          </a:p>
        </p:txBody>
      </p:sp>
      <p:sp>
        <p:nvSpPr>
          <p:cNvPr id="21" name="TextBox 20"/>
          <p:cNvSpPr txBox="1"/>
          <p:nvPr/>
        </p:nvSpPr>
        <p:spPr>
          <a:xfrm>
            <a:off x="822960" y="1682496"/>
            <a:ext cx="5257800" cy="361637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Close the course with a clear summary and practical encouragement for continued application building.</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Understand where this concept fits in the course project.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Identify the implementation boundary between the model, the kernel, and the application.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Prepare for the next hands-on activity or design decision.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1" end="1"/>
                                            </p:txEl>
                                          </p:spTgt>
                                        </p:tgtEl>
                                        <p:attrNameLst>
                                          <p:attrName>style.visibility</p:attrName>
                                        </p:attrNameLst>
                                      </p:cBhvr>
                                      <p:to>
                                        <p:strVal val="visible"/>
                                      </p:to>
                                    </p:set>
                                    <p:animEffect transition="in" filter="fade">
                                      <p:cBhvr>
                                        <p:cTn id="12" dur="500"/>
                                        <p:tgtEl>
                                          <p:spTgt spid="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2" end="2"/>
                                            </p:txEl>
                                          </p:spTgt>
                                        </p:tgtEl>
                                        <p:attrNameLst>
                                          <p:attrName>style.visibility</p:attrName>
                                        </p:attrNameLst>
                                      </p:cBhvr>
                                      <p:to>
                                        <p:strVal val="visible"/>
                                      </p:to>
                                    </p:set>
                                    <p:animEffect transition="in" filter="fade">
                                      <p:cBhvr>
                                        <p:cTn id="17" dur="500"/>
                                        <p:tgtEl>
                                          <p:spTgt spid="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fade">
                                      <p:cBhvr>
                                        <p:cTn id="22" dur="500"/>
                                        <p:tgtEl>
                                          <p:spTgt spid="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21"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0AED6"/>
          </a:solidFill>
          <a:ln w="12700">
            <a:solidFill>
              <a:srgbClr val="00AED6"/>
            </a:solidFill>
            <a:prstDash val="solid"/>
          </a:ln>
        </p:spPr>
        <p:txBody>
          <a:bodyPr/>
          <a:lstStyle/>
          <a:p>
            <a:endParaRPr/>
          </a:p>
        </p:txBody>
      </p:sp>
      <p:sp>
        <p:nvSpPr>
          <p:cNvPr id="3" name="Text 1"/>
          <p:cNvSpPr/>
          <p:nvPr/>
        </p:nvSpPr>
        <p:spPr>
          <a:xfrm>
            <a:off x="594360" y="411480"/>
            <a:ext cx="9052560" cy="530352"/>
          </a:xfrm>
          <a:prstGeom prst="rect">
            <a:avLst/>
          </a:prstGeom>
          <a:noFill/>
          <a:ln/>
        </p:spPr>
        <p:txBody>
          <a:bodyPr wrap="square" lIns="254" tIns="254" rIns="254" bIns="254" rtlCol="0" anchor="ctr">
            <a:normAutofit/>
          </a:bodyPr>
          <a:lstStyle/>
          <a:p>
            <a:pPr marL="0" indent="0">
              <a:buNone/>
            </a:pPr>
            <a:r>
              <a:rPr lang="en-US" sz="3200" b="1">
                <a:solidFill>
                  <a:srgbClr val="007DB8"/>
                </a:solidFill>
                <a:latin typeface="Raleway" pitchFamily="34" charset="0"/>
                <a:ea typeface="Raleway" pitchFamily="34" charset="-122"/>
                <a:cs typeface="Raleway" pitchFamily="34" charset="-120"/>
              </a:rPr>
              <a:t>Documentation Reference Points</a:t>
            </a:r>
            <a:endParaRPr lang="en-US" sz="2700"/>
          </a:p>
        </p:txBody>
      </p:sp>
      <p:sp>
        <p:nvSpPr>
          <p:cNvPr id="4" name="Text 2"/>
          <p:cNvSpPr/>
          <p:nvPr/>
        </p:nvSpPr>
        <p:spPr>
          <a:xfrm>
            <a:off x="621792" y="950976"/>
            <a:ext cx="10515600" cy="310896"/>
          </a:xfrm>
          <a:prstGeom prst="rect">
            <a:avLst/>
          </a:prstGeom>
          <a:noFill/>
          <a:ln/>
        </p:spPr>
        <p:txBody>
          <a:bodyPr wrap="square" lIns="254" tIns="254" rIns="254" bIns="254" rtlCol="0" anchor="ctr">
            <a:normAutofit lnSpcReduction="10000"/>
          </a:bodyPr>
          <a:lstStyle/>
          <a:p>
            <a:pPr marL="0" indent="0">
              <a:buNone/>
            </a:pPr>
            <a:r>
              <a:rPr lang="en-US" sz="2200">
                <a:solidFill>
                  <a:srgbClr val="697586"/>
                </a:solidFill>
                <a:latin typeface="Barlow" pitchFamily="34" charset="0"/>
                <a:ea typeface="Barlow" pitchFamily="34" charset="-122"/>
                <a:cs typeface="Barlow" pitchFamily="34" charset="-120"/>
              </a:rPr>
              <a:t>Use these sources while recording and updating the course.</a:t>
            </a:r>
            <a:endParaRPr lang="en-US" sz="1250"/>
          </a:p>
        </p:txBody>
      </p:sp>
      <p:sp>
        <p:nvSpPr>
          <p:cNvPr id="15" name="Shape 13"/>
          <p:cNvSpPr/>
          <p:nvPr/>
        </p:nvSpPr>
        <p:spPr>
          <a:xfrm>
            <a:off x="11686032" y="6355080"/>
            <a:ext cx="502920" cy="502920"/>
          </a:xfrm>
          <a:prstGeom prst="rtTriangle">
            <a:avLst/>
          </a:prstGeom>
          <a:solidFill>
            <a:srgbClr val="00AED6"/>
          </a:solidFill>
          <a:ln w="12700">
            <a:solidFill>
              <a:srgbClr val="00AED6"/>
            </a:solidFill>
            <a:prstDash val="solid"/>
          </a:ln>
        </p:spPr>
        <p:txBody>
          <a:bodyPr/>
          <a:lstStyle/>
          <a:p>
            <a:endParaRPr/>
          </a:p>
        </p:txBody>
      </p:sp>
      <p:sp>
        <p:nvSpPr>
          <p:cNvPr id="16" name="Text 14"/>
          <p:cNvSpPr/>
          <p:nvPr/>
        </p:nvSpPr>
        <p:spPr>
          <a:xfrm>
            <a:off x="11841480" y="6565392"/>
            <a:ext cx="228600" cy="137160"/>
          </a:xfrm>
          <a:prstGeom prst="rect">
            <a:avLst/>
          </a:prstGeom>
          <a:noFill/>
          <a:ln/>
        </p:spPr>
        <p:txBody>
          <a:bodyPr wrap="square" lIns="0" tIns="0" rIns="0" bIns="0" rtlCol="0" anchor="ctr"/>
          <a:lstStyle/>
          <a:p>
            <a:pPr marL="0" indent="0">
              <a:buNone/>
            </a:pPr>
            <a:r>
              <a:rPr lang="en-US" sz="2200" b="1">
                <a:solidFill>
                  <a:srgbClr val="FFFFFF"/>
                </a:solidFill>
                <a:latin typeface="Barlow" pitchFamily="34" charset="0"/>
                <a:ea typeface="Barlow" pitchFamily="34" charset="-122"/>
                <a:cs typeface="Barlow" pitchFamily="34" charset="-120"/>
              </a:rPr>
              <a:t>126</a:t>
            </a:r>
            <a:endParaRPr lang="en-US" sz="900"/>
          </a:p>
        </p:txBody>
      </p:sp>
      <p:sp>
        <p:nvSpPr>
          <p:cNvPr id="17" name="Text 15"/>
          <p:cNvSpPr/>
          <p:nvPr/>
        </p:nvSpPr>
        <p:spPr>
          <a:xfrm>
            <a:off x="502920" y="6455664"/>
            <a:ext cx="9875520" cy="182880"/>
          </a:xfrm>
          <a:prstGeom prst="rect">
            <a:avLst/>
          </a:prstGeom>
          <a:noFill/>
          <a:ln/>
        </p:spPr>
        <p:txBody>
          <a:bodyPr wrap="square" lIns="0" tIns="0" rIns="0" bIns="0" rtlCol="0" anchor="ctr"/>
          <a:lstStyle/>
          <a:p>
            <a:pPr marL="0" indent="0">
              <a:buNone/>
            </a:pPr>
            <a:r>
              <a:rPr lang="en-US" sz="2200">
                <a:solidFill>
                  <a:srgbClr val="697586"/>
                </a:solidFill>
                <a:latin typeface="Barlow" pitchFamily="34" charset="0"/>
                <a:ea typeface="Barlow" pitchFamily="34" charset="-122"/>
                <a:cs typeface="Barlow" pitchFamily="34" charset="-120"/>
              </a:rPr>
              <a:t>Course References</a:t>
            </a:r>
            <a:endParaRPr lang="en-US" sz="750"/>
          </a:p>
        </p:txBody>
      </p:sp>
      <p:sp>
        <p:nvSpPr>
          <p:cNvPr id="18" name="TextBox 17"/>
          <p:cNvSpPr txBox="1"/>
          <p:nvPr/>
        </p:nvSpPr>
        <p:spPr>
          <a:xfrm>
            <a:off x="822960" y="1636776"/>
            <a:ext cx="10287000" cy="3354765"/>
          </a:xfrm>
          <a:prstGeom prst="rect">
            <a:avLst/>
          </a:prstGeom>
          <a:noFill/>
        </p:spPr>
        <p:txBody>
          <a:bodyPr wrap="square" lIns="0" tIns="0" rIns="0" bIns="0" anchor="t">
            <a:spAutoFit/>
          </a:bodyPr>
          <a:lstStyle/>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Semantic Kernel overview, kernel concepts, plugins, filters, observability, and process patterns.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.NET AI templates and Microsoft.Extensions.AI quickstarts for ecosystem context.</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Microsoft Learn: Microsoft Agent Framework overview for the comparison lesson and future direction.</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IronPDF documentation: PDF text extraction, OCR, and AI-enabled PDF workflows.</a:t>
            </a:r>
          </a:p>
          <a:p>
            <a:pPr algn="l">
              <a:spcBef>
                <a:spcPts val="0"/>
              </a:spcBef>
              <a:spcAft>
                <a:spcPts val="600"/>
              </a:spcAft>
            </a:pPr>
            <a:r>
              <a:rPr lang="en-US" sz="2200" b="0">
                <a:solidFill>
                  <a:srgbClr val="00AED6"/>
                </a:solidFill>
                <a:latin typeface="Barlow"/>
              </a:rPr>
              <a:t>▸ </a:t>
            </a:r>
            <a:r>
              <a:rPr lang="en-US" sz="2200" b="0" i="0">
                <a:solidFill>
                  <a:srgbClr val="374151"/>
                </a:solidFill>
                <a:latin typeface="Barlow"/>
              </a:rPr>
              <a:t>Course reference transcripts: business alignment, contextual knowledge, real applications, memory, and logging.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alew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16003</Words>
  <Application>Microsoft Office PowerPoint</Application>
  <PresentationFormat>Widescreen</PresentationFormat>
  <Paragraphs>1782</Paragraphs>
  <Slides>122</Slides>
  <Notes>122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122</vt:i4>
      </vt:variant>
    </vt:vector>
  </HeadingPairs>
  <TitlesOfParts>
    <vt:vector size="132" baseType="lpstr">
      <vt:lpstr>Arial</vt:lpstr>
      <vt:lpstr>Barlow</vt:lpstr>
      <vt:lpstr>Barlow Light</vt:lpstr>
      <vt:lpstr>Calibri</vt:lpstr>
      <vt:lpstr>Cascadia Code</vt:lpstr>
      <vt:lpstr>Raleway</vt:lpstr>
      <vt:lpstr>Raleway Thin</vt:lpstr>
      <vt:lpstr>Segoe UI Emoji</vt:lpstr>
      <vt:lpstr>Office Theme</vt:lpstr>
      <vt:lpstr>Gaoler template</vt:lpstr>
      <vt:lpstr>PowerPoint Presentation</vt:lpstr>
      <vt:lpstr>HELLO!</vt:lpstr>
      <vt:lpstr>PowerPoint Presentation</vt:lpstr>
      <vt:lpstr>PowerPoint Presentation</vt:lpstr>
      <vt:lpstr>PowerPoint Presentation</vt:lpstr>
      <vt:lpstr>Pre-requisites</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Semantic Kernel SDK with Azure OpenAI and .NET 10 - Full Lesson Deck</dc:title>
  <dc:subject>Understanding Semantic Kernel SDK with Azure OpenAI and .NET 10</dc:subject>
  <dc:creator>Trevoir Williams</dc:creator>
  <cp:lastModifiedBy>Trevoir Williams</cp:lastModifiedBy>
  <cp:revision>1</cp:revision>
  <dcterms:created xsi:type="dcterms:W3CDTF">2026-04-29T17:02:58Z</dcterms:created>
  <dcterms:modified xsi:type="dcterms:W3CDTF">2026-04-29T21:00:58Z</dcterms:modified>
</cp:coreProperties>
</file>