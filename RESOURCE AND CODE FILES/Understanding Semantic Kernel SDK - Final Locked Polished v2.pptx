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125"/>
  </p:notesMasterIdLst>
  <p:sldIdLst>
    <p:sldId id="256" r:id="rId3"/>
    <p:sldId id="664" r:id="rId4"/>
    <p:sldId id="666" r:id="rId5"/>
    <p:sldId id="665" r:id="rId6"/>
    <p:sldId id="259" r:id="rId7"/>
    <p:sldId id="652" r:id="rId8"/>
    <p:sldId id="654"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59" r:id="rId102"/>
    <p:sldId id="360" r:id="rId103"/>
    <p:sldId id="361" r:id="rId104"/>
    <p:sldId id="362" r:id="rId105"/>
    <p:sldId id="363" r:id="rId106"/>
    <p:sldId id="364" r:id="rId107"/>
    <p:sldId id="365" r:id="rId108"/>
    <p:sldId id="366" r:id="rId109"/>
    <p:sldId id="367" r:id="rId110"/>
    <p:sldId id="368" r:id="rId111"/>
    <p:sldId id="369" r:id="rId112"/>
    <p:sldId id="370" r:id="rId113"/>
    <p:sldId id="371" r:id="rId114"/>
    <p:sldId id="372" r:id="rId115"/>
    <p:sldId id="373" r:id="rId116"/>
    <p:sldId id="374" r:id="rId117"/>
    <p:sldId id="375" r:id="rId118"/>
    <p:sldId id="376" r:id="rId119"/>
    <p:sldId id="377" r:id="rId120"/>
    <p:sldId id="378" r:id="rId121"/>
    <p:sldId id="379" r:id="rId122"/>
    <p:sldId id="380" r:id="rId123"/>
    <p:sldId id="381" r:id="rId1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471CF77-B38C-4C34-B8D2-4F145D06E728}">
          <p14:sldIdLst>
            <p14:sldId id="256"/>
            <p14:sldId id="664"/>
            <p14:sldId id="666"/>
            <p14:sldId id="665"/>
            <p14:sldId id="259"/>
            <p14:sldId id="652"/>
            <p14:sldId id="654"/>
          </p14:sldIdLst>
        </p14:section>
        <p14:section name="Introduction to Semantic Kernel" id="{B2CB1D30-E136-4202-B956-3D55905E9ABC}">
          <p14:sldIdLst>
            <p14:sldId id="266"/>
            <p14:sldId id="267"/>
            <p14:sldId id="268"/>
            <p14:sldId id="269"/>
            <p14:sldId id="270"/>
            <p14:sldId id="271"/>
            <p14:sldId id="272"/>
            <p14:sldId id="273"/>
            <p14:sldId id="274"/>
            <p14:sldId id="275"/>
          </p14:sldIdLst>
        </p14:section>
        <p14:section name="Environment Setup and Starter Solution" id="{7A906AEC-8757-4C82-9071-1F7BDA27659A}">
          <p14:sldIdLst>
            <p14:sldId id="276"/>
            <p14:sldId id="277"/>
            <p14:sldId id="279"/>
            <p14:sldId id="280"/>
            <p14:sldId id="281"/>
            <p14:sldId id="282"/>
            <p14:sldId id="283"/>
            <p14:sldId id="284"/>
          </p14:sldIdLst>
        </p14:section>
        <p14:section name="Building Your First Kernel" id="{1BC3EAF8-400C-4F8C-87CB-F704FF66BEC9}">
          <p14:sldIdLst>
            <p14:sldId id="285"/>
            <p14:sldId id="286"/>
            <p14:sldId id="287"/>
            <p14:sldId id="288"/>
            <p14:sldId id="289"/>
            <p14:sldId id="290"/>
            <p14:sldId id="291"/>
            <p14:sldId id="292"/>
            <p14:sldId id="293"/>
            <p14:sldId id="294"/>
          </p14:sldIdLst>
        </p14:section>
        <p14:section name="Semantic Kernel Plugins" id="{9EEB5549-335A-4829-A377-7A791BDC1095}">
          <p14:sldIdLst>
            <p14:sldId id="295"/>
            <p14:sldId id="296"/>
            <p14:sldId id="297"/>
            <p14:sldId id="298"/>
            <p14:sldId id="299"/>
            <p14:sldId id="300"/>
            <p14:sldId id="301"/>
            <p14:sldId id="302"/>
            <p14:sldId id="303"/>
            <p14:sldId id="304"/>
            <p14:sldId id="305"/>
            <p14:sldId id="306"/>
            <p14:sldId id="307"/>
          </p14:sldIdLst>
        </p14:section>
        <p14:section name="Plugins and Native Functions" id="{DAD3ECB0-3A6C-4FE8-A92F-D207C437FBE1}">
          <p14:sldIdLst>
            <p14:sldId id="308"/>
            <p14:sldId id="309"/>
            <p14:sldId id="310"/>
            <p14:sldId id="311"/>
            <p14:sldId id="312"/>
            <p14:sldId id="313"/>
            <p14:sldId id="314"/>
            <p14:sldId id="315"/>
            <p14:sldId id="316"/>
            <p14:sldId id="317"/>
            <p14:sldId id="318"/>
            <p14:sldId id="319"/>
            <p14:sldId id="320"/>
          </p14:sldIdLst>
        </p14:section>
        <p14:section name="Moving into ASP.NET Core" id="{E63974C7-6E5E-425A-A075-F8825F686454}">
          <p14:sldIdLst>
            <p14:sldId id="321"/>
            <p14:sldId id="322"/>
            <p14:sldId id="323"/>
            <p14:sldId id="324"/>
            <p14:sldId id="325"/>
            <p14:sldId id="326"/>
            <p14:sldId id="327"/>
            <p14:sldId id="328"/>
            <p14:sldId id="329"/>
            <p14:sldId id="330"/>
            <p14:sldId id="331"/>
            <p14:sldId id="332"/>
          </p14:sldIdLst>
        </p14:section>
        <p14:section name="Contextual Assistance, History, and Grounding" id="{7EB070BF-6BEB-444F-B85A-BAF335F3BBCA}">
          <p14:sldIdLst>
            <p14:sldId id="333"/>
            <p14:sldId id="334"/>
            <p14:sldId id="335"/>
            <p14:sldId id="336"/>
            <p14:sldId id="337"/>
            <p14:sldId id="338"/>
            <p14:sldId id="339"/>
            <p14:sldId id="340"/>
            <p14:sldId id="341"/>
            <p14:sldId id="342"/>
            <p14:sldId id="343"/>
            <p14:sldId id="344"/>
            <p14:sldId id="345"/>
            <p14:sldId id="346"/>
            <p14:sldId id="347"/>
            <p14:sldId id="348"/>
            <p14:sldId id="349"/>
          </p14:sldIdLst>
        </p14:section>
        <p14:section name="Enterprise Actions, Guardrails, and Workflow Orchestration" id="{9C663838-A923-4B35-BAD0-155AF1D7AE3F}">
          <p14:sldIdLst>
            <p14:sldId id="350"/>
            <p14:sldId id="351"/>
            <p14:sldId id="352"/>
            <p14:sldId id="353"/>
            <p14:sldId id="354"/>
            <p14:sldId id="355"/>
            <p14:sldId id="356"/>
            <p14:sldId id="357"/>
            <p14:sldId id="358"/>
            <p14:sldId id="359"/>
            <p14:sldId id="360"/>
            <p14:sldId id="361"/>
            <p14:sldId id="362"/>
          </p14:sldIdLst>
        </p14:section>
        <p14:section name="Observability, Evaluation, and Production Readiness" id="{42F245EA-113E-438A-8181-C80716EFD3E5}">
          <p14:sldIdLst>
            <p14:sldId id="363"/>
            <p14:sldId id="364"/>
            <p14:sldId id="365"/>
            <p14:sldId id="366"/>
            <p14:sldId id="367"/>
            <p14:sldId id="368"/>
            <p14:sldId id="369"/>
            <p14:sldId id="370"/>
            <p14:sldId id="371"/>
            <p14:sldId id="372"/>
            <p14:sldId id="373"/>
            <p14:sldId id="374"/>
            <p14:sldId id="375"/>
          </p14:sldIdLst>
        </p14:section>
        <p14:section name="Conclusion and Next Steps" id="{35B223CB-4FE5-4E1C-9DDE-71633E77CDD8}">
          <p14:sldIdLst>
            <p14:sldId id="376"/>
            <p14:sldId id="377"/>
            <p14:sldId id="378"/>
            <p14:sldId id="379"/>
            <p14:sldId id="380"/>
            <p14:sldId id="3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05E196-5FFF-47B6-9F1A-758B67B790DF}" v="56" dt="2026-04-29T21:00:42.0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271" autoAdjust="0"/>
  </p:normalViewPr>
  <p:slideViewPr>
    <p:cSldViewPr snapToGrid="0" snapToObjects="1">
      <p:cViewPr varScale="1">
        <p:scale>
          <a:sx n="84" d="100"/>
          <a:sy n="84" d="100"/>
        </p:scale>
        <p:origin x="63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tableStyles" Target="tableStyle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microsoft.com/office/2016/11/relationships/changesInfo" Target="changesInfos/changesInfo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microsoft.com/office/2015/10/relationships/revisionInfo" Target="revisionInfo.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evoir Williams" userId="6a45007046124a3d" providerId="LiveId" clId="{53D5EA3C-0847-4EC1-9FDC-43DBDAEAF41A}"/>
    <pc:docChg chg="undo custSel addSld delSld modSld sldOrd addSection modSection">
      <pc:chgData name="Trevoir Williams" userId="6a45007046124a3d" providerId="LiveId" clId="{53D5EA3C-0847-4EC1-9FDC-43DBDAEAF41A}" dt="2026-04-29T21:00:58.060" v="931" actId="1076"/>
      <pc:docMkLst>
        <pc:docMk/>
      </pc:docMkLst>
      <pc:sldChg chg="delSp modSp mod">
        <pc:chgData name="Trevoir Williams" userId="6a45007046124a3d" providerId="LiveId" clId="{53D5EA3C-0847-4EC1-9FDC-43DBDAEAF41A}" dt="2026-04-29T21:00:58.060" v="931" actId="1076"/>
        <pc:sldMkLst>
          <pc:docMk/>
          <pc:sldMk cId="0" sldId="256"/>
        </pc:sldMkLst>
        <pc:spChg chg="mod">
          <ac:chgData name="Trevoir Williams" userId="6a45007046124a3d" providerId="LiveId" clId="{53D5EA3C-0847-4EC1-9FDC-43DBDAEAF41A}" dt="2026-04-29T21:00:58.060" v="931" actId="1076"/>
          <ac:spMkLst>
            <pc:docMk/>
            <pc:sldMk cId="0" sldId="256"/>
            <ac:spMk id="3" creationId="{00000000-0000-0000-0000-000000000000}"/>
          </ac:spMkLst>
        </pc:spChg>
        <pc:spChg chg="mod">
          <ac:chgData name="Trevoir Williams" userId="6a45007046124a3d" providerId="LiveId" clId="{53D5EA3C-0847-4EC1-9FDC-43DBDAEAF41A}" dt="2026-04-29T21:00:42.079" v="925" actId="27636"/>
          <ac:spMkLst>
            <pc:docMk/>
            <pc:sldMk cId="0" sldId="256"/>
            <ac:spMk id="5" creationId="{00000000-0000-0000-0000-000000000000}"/>
          </ac:spMkLst>
        </pc:spChg>
        <pc:spChg chg="mod">
          <ac:chgData name="Trevoir Williams" userId="6a45007046124a3d" providerId="LiveId" clId="{53D5EA3C-0847-4EC1-9FDC-43DBDAEAF41A}" dt="2026-04-29T18:41:47.865" v="484" actId="26606"/>
          <ac:spMkLst>
            <pc:docMk/>
            <pc:sldMk cId="0" sldId="256"/>
            <ac:spMk id="6" creationId="{00000000-0000-0000-0000-000000000000}"/>
          </ac:spMkLst>
        </pc:spChg>
        <pc:spChg chg="del">
          <ac:chgData name="Trevoir Williams" userId="6a45007046124a3d" providerId="LiveId" clId="{53D5EA3C-0847-4EC1-9FDC-43DBDAEAF41A}" dt="2026-04-29T21:00:47.586" v="926" actId="478"/>
          <ac:spMkLst>
            <pc:docMk/>
            <pc:sldMk cId="0" sldId="256"/>
            <ac:spMk id="8" creationId="{00000000-0000-0000-0000-000000000000}"/>
          </ac:spMkLst>
        </pc:spChg>
        <pc:spChg chg="del">
          <ac:chgData name="Trevoir Williams" userId="6a45007046124a3d" providerId="LiveId" clId="{53D5EA3C-0847-4EC1-9FDC-43DBDAEAF41A}" dt="2026-04-29T21:00:53.555" v="929" actId="478"/>
          <ac:spMkLst>
            <pc:docMk/>
            <pc:sldMk cId="0" sldId="256"/>
            <ac:spMk id="9" creationId="{00000000-0000-0000-0000-000000000000}"/>
          </ac:spMkLst>
        </pc:spChg>
        <pc:spChg chg="del">
          <ac:chgData name="Trevoir Williams" userId="6a45007046124a3d" providerId="LiveId" clId="{53D5EA3C-0847-4EC1-9FDC-43DBDAEAF41A}" dt="2026-04-29T21:00:53.555" v="929" actId="478"/>
          <ac:spMkLst>
            <pc:docMk/>
            <pc:sldMk cId="0" sldId="256"/>
            <ac:spMk id="10" creationId="{00000000-0000-0000-0000-000000000000}"/>
          </ac:spMkLst>
        </pc:spChg>
        <pc:spChg chg="del">
          <ac:chgData name="Trevoir Williams" userId="6a45007046124a3d" providerId="LiveId" clId="{53D5EA3C-0847-4EC1-9FDC-43DBDAEAF41A}" dt="2026-04-29T21:00:47.586" v="926" actId="478"/>
          <ac:spMkLst>
            <pc:docMk/>
            <pc:sldMk cId="0" sldId="256"/>
            <ac:spMk id="11" creationId="{00000000-0000-0000-0000-000000000000}"/>
          </ac:spMkLst>
        </pc:spChg>
        <pc:spChg chg="del mod">
          <ac:chgData name="Trevoir Williams" userId="6a45007046124a3d" providerId="LiveId" clId="{53D5EA3C-0847-4EC1-9FDC-43DBDAEAF41A}" dt="2026-04-29T21:00:47.586" v="926" actId="478"/>
          <ac:spMkLst>
            <pc:docMk/>
            <pc:sldMk cId="0" sldId="256"/>
            <ac:spMk id="12" creationId="{00000000-0000-0000-0000-000000000000}"/>
          </ac:spMkLst>
        </pc:spChg>
        <pc:spChg chg="mod">
          <ac:chgData name="Trevoir Williams" userId="6a45007046124a3d" providerId="LiveId" clId="{53D5EA3C-0847-4EC1-9FDC-43DBDAEAF41A}" dt="2026-04-29T18:41:47.865" v="484" actId="26606"/>
          <ac:spMkLst>
            <pc:docMk/>
            <pc:sldMk cId="0" sldId="256"/>
            <ac:spMk id="14" creationId="{00000000-0000-0000-0000-000000000000}"/>
          </ac:spMkLst>
        </pc:spChg>
        <pc:spChg chg="mod">
          <ac:chgData name="Trevoir Williams" userId="6a45007046124a3d" providerId="LiveId" clId="{53D5EA3C-0847-4EC1-9FDC-43DBDAEAF41A}" dt="2026-04-29T18:41:47.865" v="484" actId="26606"/>
          <ac:spMkLst>
            <pc:docMk/>
            <pc:sldMk cId="0" sldId="256"/>
            <ac:spMk id="16" creationId="{00000000-0000-0000-0000-000000000000}"/>
          </ac:spMkLst>
        </pc:spChg>
        <pc:spChg chg="mod">
          <ac:chgData name="Trevoir Williams" userId="6a45007046124a3d" providerId="LiveId" clId="{53D5EA3C-0847-4EC1-9FDC-43DBDAEAF41A}" dt="2026-04-29T18:41:47.865" v="484" actId="26606"/>
          <ac:spMkLst>
            <pc:docMk/>
            <pc:sldMk cId="0" sldId="256"/>
            <ac:spMk id="17" creationId="{00000000-0000-0000-0000-000000000000}"/>
          </ac:spMkLst>
        </pc:spChg>
      </pc:sldChg>
      <pc:sldChg chg="del">
        <pc:chgData name="Trevoir Williams" userId="6a45007046124a3d" providerId="LiveId" clId="{53D5EA3C-0847-4EC1-9FDC-43DBDAEAF41A}" dt="2026-04-29T18:19:12.107" v="121" actId="47"/>
        <pc:sldMkLst>
          <pc:docMk/>
          <pc:sldMk cId="0" sldId="257"/>
        </pc:sldMkLst>
      </pc:sldChg>
      <pc:sldChg chg="del">
        <pc:chgData name="Trevoir Williams" userId="6a45007046124a3d" providerId="LiveId" clId="{53D5EA3C-0847-4EC1-9FDC-43DBDAEAF41A}" dt="2026-04-29T18:19:03.712" v="119" actId="47"/>
        <pc:sldMkLst>
          <pc:docMk/>
          <pc:sldMk cId="0" sldId="258"/>
        </pc:sldMkLst>
      </pc:sldChg>
      <pc:sldChg chg="modSp mod addAnim delAnim modAnim">
        <pc:chgData name="Trevoir Williams" userId="6a45007046124a3d" providerId="LiveId" clId="{53D5EA3C-0847-4EC1-9FDC-43DBDAEAF41A}" dt="2026-04-29T18:41:57.829" v="499" actId="27636"/>
        <pc:sldMkLst>
          <pc:docMk/>
          <pc:sldMk cId="0" sldId="259"/>
        </pc:sldMkLst>
        <pc:spChg chg="mod">
          <ac:chgData name="Trevoir Williams" userId="6a45007046124a3d" providerId="LiveId" clId="{53D5EA3C-0847-4EC1-9FDC-43DBDAEAF41A}" dt="2026-04-29T18:36:33.074" v="162" actId="26606"/>
          <ac:spMkLst>
            <pc:docMk/>
            <pc:sldMk cId="0" sldId="259"/>
            <ac:spMk id="3" creationId="{00000000-0000-0000-0000-000000000000}"/>
          </ac:spMkLst>
        </pc:spChg>
        <pc:spChg chg="mod">
          <ac:chgData name="Trevoir Williams" userId="6a45007046124a3d" providerId="LiveId" clId="{53D5EA3C-0847-4EC1-9FDC-43DBDAEAF41A}" dt="2026-04-29T18:41:57.829" v="499" actId="27636"/>
          <ac:spMkLst>
            <pc:docMk/>
            <pc:sldMk cId="0" sldId="259"/>
            <ac:spMk id="4" creationId="{00000000-0000-0000-0000-000000000000}"/>
          </ac:spMkLst>
        </pc:spChg>
        <pc:spChg chg="mod">
          <ac:chgData name="Trevoir Williams" userId="6a45007046124a3d" providerId="LiveId" clId="{53D5EA3C-0847-4EC1-9FDC-43DBDAEAF41A}" dt="2026-04-29T18:18:43.239" v="116" actId="1037"/>
          <ac:spMkLst>
            <pc:docMk/>
            <pc:sldMk cId="0" sldId="259"/>
            <ac:spMk id="13" creationId="{00000000-0000-0000-0000-000000000000}"/>
          </ac:spMkLst>
        </pc:spChg>
        <pc:spChg chg="mod">
          <ac:chgData name="Trevoir Williams" userId="6a45007046124a3d" providerId="LiveId" clId="{53D5EA3C-0847-4EC1-9FDC-43DBDAEAF41A}" dt="2026-04-29T18:41:57.825" v="498" actId="27636"/>
          <ac:spMkLst>
            <pc:docMk/>
            <pc:sldMk cId="0" sldId="259"/>
            <ac:spMk id="14" creationId="{00000000-0000-0000-0000-000000000000}"/>
          </ac:spMkLst>
        </pc:spChg>
        <pc:spChg chg="mod">
          <ac:chgData name="Trevoir Williams" userId="6a45007046124a3d" providerId="LiveId" clId="{53D5EA3C-0847-4EC1-9FDC-43DBDAEAF41A}" dt="2026-04-29T18:41:47.865" v="484" actId="26606"/>
          <ac:spMkLst>
            <pc:docMk/>
            <pc:sldMk cId="0" sldId="259"/>
            <ac:spMk id="16" creationId="{00000000-0000-0000-0000-000000000000}"/>
          </ac:spMkLst>
        </pc:spChg>
        <pc:spChg chg="mod">
          <ac:chgData name="Trevoir Williams" userId="6a45007046124a3d" providerId="LiveId" clId="{53D5EA3C-0847-4EC1-9FDC-43DBDAEAF41A}" dt="2026-04-29T18:41:47.865" v="484" actId="26606"/>
          <ac:spMkLst>
            <pc:docMk/>
            <pc:sldMk cId="0" sldId="259"/>
            <ac:spMk id="17" creationId="{00000000-0000-0000-0000-000000000000}"/>
          </ac:spMkLst>
        </pc:spChg>
        <pc:spChg chg="mod">
          <ac:chgData name="Trevoir Williams" userId="6a45007046124a3d" providerId="LiveId" clId="{53D5EA3C-0847-4EC1-9FDC-43DBDAEAF41A}" dt="2026-04-29T18:41:47.865" v="484" actId="26606"/>
          <ac:spMkLst>
            <pc:docMk/>
            <pc:sldMk cId="0" sldId="259"/>
            <ac:spMk id="18" creationId="{00000000-0000-0000-0000-000000000000}"/>
          </ac:spMkLst>
        </pc:spChg>
      </pc:sldChg>
      <pc:sldChg chg="modSp del mod">
        <pc:chgData name="Trevoir Williams" userId="6a45007046124a3d" providerId="LiveId" clId="{53D5EA3C-0847-4EC1-9FDC-43DBDAEAF41A}" dt="2026-04-29T18:40:46.800" v="483" actId="47"/>
        <pc:sldMkLst>
          <pc:docMk/>
          <pc:sldMk cId="0" sldId="260"/>
        </pc:sldMkLst>
        <pc:spChg chg="mod">
          <ac:chgData name="Trevoir Williams" userId="6a45007046124a3d" providerId="LiveId" clId="{53D5EA3C-0847-4EC1-9FDC-43DBDAEAF41A}" dt="2026-04-29T18:38:43.885" v="188" actId="26606"/>
          <ac:spMkLst>
            <pc:docMk/>
            <pc:sldMk cId="0" sldId="260"/>
            <ac:spMk id="6" creationId="{00000000-0000-0000-0000-000000000000}"/>
          </ac:spMkLst>
        </pc:spChg>
        <pc:spChg chg="mod">
          <ac:chgData name="Trevoir Williams" userId="6a45007046124a3d" providerId="LiveId" clId="{53D5EA3C-0847-4EC1-9FDC-43DBDAEAF41A}" dt="2026-04-29T18:39:54.507" v="460" actId="27636"/>
          <ac:spMkLst>
            <pc:docMk/>
            <pc:sldMk cId="0" sldId="260"/>
            <ac:spMk id="8" creationId="{00000000-0000-0000-0000-000000000000}"/>
          </ac:spMkLst>
        </pc:spChg>
        <pc:spChg chg="mod">
          <ac:chgData name="Trevoir Williams" userId="6a45007046124a3d" providerId="LiveId" clId="{53D5EA3C-0847-4EC1-9FDC-43DBDAEAF41A}" dt="2026-04-29T18:38:43.885" v="188" actId="26606"/>
          <ac:spMkLst>
            <pc:docMk/>
            <pc:sldMk cId="0" sldId="260"/>
            <ac:spMk id="25" creationId="{00000000-0000-0000-0000-000000000000}"/>
          </ac:spMkLst>
        </pc:spChg>
        <pc:spChg chg="mod">
          <ac:chgData name="Trevoir Williams" userId="6a45007046124a3d" providerId="LiveId" clId="{53D5EA3C-0847-4EC1-9FDC-43DBDAEAF41A}" dt="2026-04-29T18:38:43.885" v="188" actId="26606"/>
          <ac:spMkLst>
            <pc:docMk/>
            <pc:sldMk cId="0" sldId="260"/>
            <ac:spMk id="26" creationId="{00000000-0000-0000-0000-000000000000}"/>
          </ac:spMkLst>
        </pc:spChg>
        <pc:spChg chg="mod">
          <ac:chgData name="Trevoir Williams" userId="6a45007046124a3d" providerId="LiveId" clId="{53D5EA3C-0847-4EC1-9FDC-43DBDAEAF41A}" dt="2026-04-29T18:38:43.885" v="188" actId="26606"/>
          <ac:spMkLst>
            <pc:docMk/>
            <pc:sldMk cId="0" sldId="260"/>
            <ac:spMk id="27" creationId="{00000000-0000-0000-0000-000000000000}"/>
          </ac:spMkLst>
        </pc:spChg>
      </pc:sldChg>
      <pc:sldChg chg="del">
        <pc:chgData name="Trevoir Williams" userId="6a45007046124a3d" providerId="LiveId" clId="{53D5EA3C-0847-4EC1-9FDC-43DBDAEAF41A}" dt="2026-04-29T18:30:21.167" v="136" actId="47"/>
        <pc:sldMkLst>
          <pc:docMk/>
          <pc:sldMk cId="0" sldId="261"/>
        </pc:sldMkLst>
      </pc:sldChg>
      <pc:sldChg chg="del">
        <pc:chgData name="Trevoir Williams" userId="6a45007046124a3d" providerId="LiveId" clId="{53D5EA3C-0847-4EC1-9FDC-43DBDAEAF41A}" dt="2026-04-29T18:30:21.167" v="136" actId="47"/>
        <pc:sldMkLst>
          <pc:docMk/>
          <pc:sldMk cId="0" sldId="262"/>
        </pc:sldMkLst>
      </pc:sldChg>
      <pc:sldChg chg="del">
        <pc:chgData name="Trevoir Williams" userId="6a45007046124a3d" providerId="LiveId" clId="{53D5EA3C-0847-4EC1-9FDC-43DBDAEAF41A}" dt="2026-04-29T18:30:21.167" v="136" actId="47"/>
        <pc:sldMkLst>
          <pc:docMk/>
          <pc:sldMk cId="0" sldId="263"/>
        </pc:sldMkLst>
      </pc:sldChg>
      <pc:sldChg chg="del">
        <pc:chgData name="Trevoir Williams" userId="6a45007046124a3d" providerId="LiveId" clId="{53D5EA3C-0847-4EC1-9FDC-43DBDAEAF41A}" dt="2026-04-29T18:30:21.167" v="136" actId="47"/>
        <pc:sldMkLst>
          <pc:docMk/>
          <pc:sldMk cId="0" sldId="264"/>
        </pc:sldMkLst>
      </pc:sldChg>
      <pc:sldChg chg="del">
        <pc:chgData name="Trevoir Williams" userId="6a45007046124a3d" providerId="LiveId" clId="{53D5EA3C-0847-4EC1-9FDC-43DBDAEAF41A}" dt="2026-04-29T18:30:21.167" v="136" actId="47"/>
        <pc:sldMkLst>
          <pc:docMk/>
          <pc:sldMk cId="0" sldId="265"/>
        </pc:sldMkLst>
      </pc:sldChg>
      <pc:sldChg chg="delSp modSp mod">
        <pc:chgData name="Trevoir Williams" userId="6a45007046124a3d" providerId="LiveId" clId="{53D5EA3C-0847-4EC1-9FDC-43DBDAEAF41A}" dt="2026-04-29T18:42:00.959" v="500" actId="27636"/>
        <pc:sldMkLst>
          <pc:docMk/>
          <pc:sldMk cId="0" sldId="266"/>
        </pc:sldMkLst>
        <pc:spChg chg="mod">
          <ac:chgData name="Trevoir Williams" userId="6a45007046124a3d" providerId="LiveId" clId="{53D5EA3C-0847-4EC1-9FDC-43DBDAEAF41A}" dt="2026-04-29T18:41:47.865" v="484" actId="26606"/>
          <ac:spMkLst>
            <pc:docMk/>
            <pc:sldMk cId="0" sldId="266"/>
            <ac:spMk id="6" creationId="{00000000-0000-0000-0000-000000000000}"/>
          </ac:spMkLst>
        </pc:spChg>
        <pc:spChg chg="mod">
          <ac:chgData name="Trevoir Williams" userId="6a45007046124a3d" providerId="LiveId" clId="{53D5EA3C-0847-4EC1-9FDC-43DBDAEAF41A}" dt="2026-04-29T18:42:00.959" v="500" actId="27636"/>
          <ac:spMkLst>
            <pc:docMk/>
            <pc:sldMk cId="0" sldId="266"/>
            <ac:spMk id="8" creationId="{00000000-0000-0000-0000-000000000000}"/>
          </ac:spMkLst>
        </pc:spChg>
        <pc:spChg chg="mod">
          <ac:chgData name="Trevoir Williams" userId="6a45007046124a3d" providerId="LiveId" clId="{53D5EA3C-0847-4EC1-9FDC-43DBDAEAF41A}" dt="2026-04-29T18:41:47.865" v="484" actId="26606"/>
          <ac:spMkLst>
            <pc:docMk/>
            <pc:sldMk cId="0" sldId="266"/>
            <ac:spMk id="25" creationId="{00000000-0000-0000-0000-000000000000}"/>
          </ac:spMkLst>
        </pc:spChg>
        <pc:spChg chg="mod">
          <ac:chgData name="Trevoir Williams" userId="6a45007046124a3d" providerId="LiveId" clId="{53D5EA3C-0847-4EC1-9FDC-43DBDAEAF41A}" dt="2026-04-29T18:41:47.865" v="484" actId="26606"/>
          <ac:spMkLst>
            <pc:docMk/>
            <pc:sldMk cId="0" sldId="266"/>
            <ac:spMk id="26" creationId="{00000000-0000-0000-0000-000000000000}"/>
          </ac:spMkLst>
        </pc:spChg>
        <pc:spChg chg="del">
          <ac:chgData name="Trevoir Williams" userId="6a45007046124a3d" providerId="LiveId" clId="{53D5EA3C-0847-4EC1-9FDC-43DBDAEAF41A}" dt="2026-04-29T18:30:30.672" v="137" actId="478"/>
          <ac:spMkLst>
            <pc:docMk/>
            <pc:sldMk cId="0" sldId="266"/>
            <ac:spMk id="27"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267"/>
        </pc:sldMkLst>
        <pc:spChg chg="mod">
          <ac:chgData name="Trevoir Williams" userId="6a45007046124a3d" providerId="LiveId" clId="{53D5EA3C-0847-4EC1-9FDC-43DBDAEAF41A}" dt="2026-04-29T18:36:33.074" v="162" actId="26606"/>
          <ac:spMkLst>
            <pc:docMk/>
            <pc:sldMk cId="0" sldId="267"/>
            <ac:spMk id="3" creationId="{00000000-0000-0000-0000-000000000000}"/>
          </ac:spMkLst>
        </pc:spChg>
        <pc:spChg chg="mod">
          <ac:chgData name="Trevoir Williams" userId="6a45007046124a3d" providerId="LiveId" clId="{53D5EA3C-0847-4EC1-9FDC-43DBDAEAF41A}" dt="2026-04-29T18:41:47.956" v="485" actId="27636"/>
          <ac:spMkLst>
            <pc:docMk/>
            <pc:sldMk cId="0" sldId="267"/>
            <ac:spMk id="4" creationId="{00000000-0000-0000-0000-000000000000}"/>
          </ac:spMkLst>
        </pc:spChg>
        <pc:spChg chg="mod">
          <ac:chgData name="Trevoir Williams" userId="6a45007046124a3d" providerId="LiveId" clId="{53D5EA3C-0847-4EC1-9FDC-43DBDAEAF41A}" dt="2026-04-29T18:44:28.237" v="511" actId="1035"/>
          <ac:spMkLst>
            <pc:docMk/>
            <pc:sldMk cId="0" sldId="267"/>
            <ac:spMk id="14" creationId="{00000000-0000-0000-0000-000000000000}"/>
          </ac:spMkLst>
        </pc:spChg>
        <pc:spChg chg="mod">
          <ac:chgData name="Trevoir Williams" userId="6a45007046124a3d" providerId="LiveId" clId="{53D5EA3C-0847-4EC1-9FDC-43DBDAEAF41A}" dt="2026-04-29T18:41:47.865" v="484" actId="26606"/>
          <ac:spMkLst>
            <pc:docMk/>
            <pc:sldMk cId="0" sldId="267"/>
            <ac:spMk id="15" creationId="{00000000-0000-0000-0000-000000000000}"/>
          </ac:spMkLst>
        </pc:spChg>
        <pc:spChg chg="mod">
          <ac:chgData name="Trevoir Williams" userId="6a45007046124a3d" providerId="LiveId" clId="{53D5EA3C-0847-4EC1-9FDC-43DBDAEAF41A}" dt="2026-04-29T20:52:00.045" v="898" actId="26606"/>
          <ac:spMkLst>
            <pc:docMk/>
            <pc:sldMk cId="0" sldId="267"/>
            <ac:spMk id="16" creationId="{00000000-0000-0000-0000-000000000000}"/>
          </ac:spMkLst>
        </pc:spChg>
      </pc:sldChg>
      <pc:sldChg chg="modSp mod addAnim delAnim modAnim">
        <pc:chgData name="Trevoir Williams" userId="6a45007046124a3d" providerId="LiveId" clId="{53D5EA3C-0847-4EC1-9FDC-43DBDAEAF41A}" dt="2026-04-29T18:44:44.794" v="522" actId="255"/>
        <pc:sldMkLst>
          <pc:docMk/>
          <pc:sldMk cId="0" sldId="268"/>
        </pc:sldMkLst>
        <pc:spChg chg="mod">
          <ac:chgData name="Trevoir Williams" userId="6a45007046124a3d" providerId="LiveId" clId="{53D5EA3C-0847-4EC1-9FDC-43DBDAEAF41A}" dt="2026-04-29T18:36:33.074" v="162" actId="26606"/>
          <ac:spMkLst>
            <pc:docMk/>
            <pc:sldMk cId="0" sldId="268"/>
            <ac:spMk id="3" creationId="{00000000-0000-0000-0000-000000000000}"/>
          </ac:spMkLst>
        </pc:spChg>
        <pc:spChg chg="mod">
          <ac:chgData name="Trevoir Williams" userId="6a45007046124a3d" providerId="LiveId" clId="{53D5EA3C-0847-4EC1-9FDC-43DBDAEAF41A}" dt="2026-04-29T18:44:36.353" v="513" actId="27636"/>
          <ac:spMkLst>
            <pc:docMk/>
            <pc:sldMk cId="0" sldId="268"/>
            <ac:spMk id="4" creationId="{00000000-0000-0000-0000-000000000000}"/>
          </ac:spMkLst>
        </pc:spChg>
        <pc:spChg chg="mod">
          <ac:chgData name="Trevoir Williams" userId="6a45007046124a3d" providerId="LiveId" clId="{53D5EA3C-0847-4EC1-9FDC-43DBDAEAF41A}" dt="2026-04-29T18:41:47.865" v="484" actId="26606"/>
          <ac:spMkLst>
            <pc:docMk/>
            <pc:sldMk cId="0" sldId="268"/>
            <ac:spMk id="22" creationId="{00000000-0000-0000-0000-000000000000}"/>
          </ac:spMkLst>
        </pc:spChg>
        <pc:spChg chg="mod">
          <ac:chgData name="Trevoir Williams" userId="6a45007046124a3d" providerId="LiveId" clId="{53D5EA3C-0847-4EC1-9FDC-43DBDAEAF41A}" dt="2026-04-29T18:41:47.865" v="484" actId="26606"/>
          <ac:spMkLst>
            <pc:docMk/>
            <pc:sldMk cId="0" sldId="268"/>
            <ac:spMk id="23" creationId="{00000000-0000-0000-0000-000000000000}"/>
          </ac:spMkLst>
        </pc:spChg>
        <pc:spChg chg="mod">
          <ac:chgData name="Trevoir Williams" userId="6a45007046124a3d" providerId="LiveId" clId="{53D5EA3C-0847-4EC1-9FDC-43DBDAEAF41A}" dt="2026-04-29T18:41:47.865" v="484" actId="26606"/>
          <ac:spMkLst>
            <pc:docMk/>
            <pc:sldMk cId="0" sldId="268"/>
            <ac:spMk id="24" creationId="{00000000-0000-0000-0000-000000000000}"/>
          </ac:spMkLst>
        </pc:spChg>
        <pc:spChg chg="mod">
          <ac:chgData name="Trevoir Williams" userId="6a45007046124a3d" providerId="LiveId" clId="{53D5EA3C-0847-4EC1-9FDC-43DBDAEAF41A}" dt="2026-04-29T18:44:44.794" v="522" actId="255"/>
          <ac:spMkLst>
            <pc:docMk/>
            <pc:sldMk cId="0" sldId="268"/>
            <ac:spMk id="25"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69"/>
        </pc:sldMkLst>
        <pc:spChg chg="mod">
          <ac:chgData name="Trevoir Williams" userId="6a45007046124a3d" providerId="LiveId" clId="{53D5EA3C-0847-4EC1-9FDC-43DBDAEAF41A}" dt="2026-04-29T18:36:33.074" v="162" actId="26606"/>
          <ac:spMkLst>
            <pc:docMk/>
            <pc:sldMk cId="0" sldId="269"/>
            <ac:spMk id="3" creationId="{00000000-0000-0000-0000-000000000000}"/>
          </ac:spMkLst>
        </pc:spChg>
        <pc:spChg chg="mod">
          <ac:chgData name="Trevoir Williams" userId="6a45007046124a3d" providerId="LiveId" clId="{53D5EA3C-0847-4EC1-9FDC-43DBDAEAF41A}" dt="2026-04-29T18:41:48.013" v="487" actId="27636"/>
          <ac:spMkLst>
            <pc:docMk/>
            <pc:sldMk cId="0" sldId="269"/>
            <ac:spMk id="4" creationId="{00000000-0000-0000-0000-000000000000}"/>
          </ac:spMkLst>
        </pc:spChg>
        <pc:spChg chg="mod">
          <ac:chgData name="Trevoir Williams" userId="6a45007046124a3d" providerId="LiveId" clId="{53D5EA3C-0847-4EC1-9FDC-43DBDAEAF41A}" dt="2026-04-29T18:44:59.308" v="537" actId="20577"/>
          <ac:spMkLst>
            <pc:docMk/>
            <pc:sldMk cId="0" sldId="269"/>
            <ac:spMk id="17" creationId="{00000000-0000-0000-0000-000000000000}"/>
          </ac:spMkLst>
        </pc:spChg>
        <pc:spChg chg="mod">
          <ac:chgData name="Trevoir Williams" userId="6a45007046124a3d" providerId="LiveId" clId="{53D5EA3C-0847-4EC1-9FDC-43DBDAEAF41A}" dt="2026-04-29T18:41:47.865" v="484" actId="26606"/>
          <ac:spMkLst>
            <pc:docMk/>
            <pc:sldMk cId="0" sldId="269"/>
            <ac:spMk id="19" creationId="{00000000-0000-0000-0000-000000000000}"/>
          </ac:spMkLst>
        </pc:spChg>
        <pc:spChg chg="mod">
          <ac:chgData name="Trevoir Williams" userId="6a45007046124a3d" providerId="LiveId" clId="{53D5EA3C-0847-4EC1-9FDC-43DBDAEAF41A}" dt="2026-04-29T18:41:47.865" v="484" actId="26606"/>
          <ac:spMkLst>
            <pc:docMk/>
            <pc:sldMk cId="0" sldId="269"/>
            <ac:spMk id="20" creationId="{00000000-0000-0000-0000-000000000000}"/>
          </ac:spMkLst>
        </pc:spChg>
        <pc:spChg chg="mod">
          <ac:chgData name="Trevoir Williams" userId="6a45007046124a3d" providerId="LiveId" clId="{53D5EA3C-0847-4EC1-9FDC-43DBDAEAF41A}" dt="2026-04-29T18:41:47.865" v="484" actId="26606"/>
          <ac:spMkLst>
            <pc:docMk/>
            <pc:sldMk cId="0" sldId="269"/>
            <ac:spMk id="21"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70"/>
        </pc:sldMkLst>
        <pc:spChg chg="mod">
          <ac:chgData name="Trevoir Williams" userId="6a45007046124a3d" providerId="LiveId" clId="{53D5EA3C-0847-4EC1-9FDC-43DBDAEAF41A}" dt="2026-04-29T18:36:33.074" v="162" actId="26606"/>
          <ac:spMkLst>
            <pc:docMk/>
            <pc:sldMk cId="0" sldId="270"/>
            <ac:spMk id="3" creationId="{00000000-0000-0000-0000-000000000000}"/>
          </ac:spMkLst>
        </pc:spChg>
        <pc:spChg chg="mod">
          <ac:chgData name="Trevoir Williams" userId="6a45007046124a3d" providerId="LiveId" clId="{53D5EA3C-0847-4EC1-9FDC-43DBDAEAF41A}" dt="2026-04-29T18:48:13.146" v="575" actId="27636"/>
          <ac:spMkLst>
            <pc:docMk/>
            <pc:sldMk cId="0" sldId="270"/>
            <ac:spMk id="4" creationId="{00000000-0000-0000-0000-000000000000}"/>
          </ac:spMkLst>
        </pc:spChg>
        <pc:spChg chg="mod">
          <ac:chgData name="Trevoir Williams" userId="6a45007046124a3d" providerId="LiveId" clId="{53D5EA3C-0847-4EC1-9FDC-43DBDAEAF41A}" dt="2026-04-29T18:48:13.161" v="576" actId="27636"/>
          <ac:spMkLst>
            <pc:docMk/>
            <pc:sldMk cId="0" sldId="270"/>
            <ac:spMk id="17" creationId="{00000000-0000-0000-0000-000000000000}"/>
          </ac:spMkLst>
        </pc:spChg>
        <pc:spChg chg="mod">
          <ac:chgData name="Trevoir Williams" userId="6a45007046124a3d" providerId="LiveId" clId="{53D5EA3C-0847-4EC1-9FDC-43DBDAEAF41A}" dt="2026-04-29T18:41:47.865" v="484" actId="26606"/>
          <ac:spMkLst>
            <pc:docMk/>
            <pc:sldMk cId="0" sldId="270"/>
            <ac:spMk id="19" creationId="{00000000-0000-0000-0000-000000000000}"/>
          </ac:spMkLst>
        </pc:spChg>
        <pc:spChg chg="mod">
          <ac:chgData name="Trevoir Williams" userId="6a45007046124a3d" providerId="LiveId" clId="{53D5EA3C-0847-4EC1-9FDC-43DBDAEAF41A}" dt="2026-04-29T18:41:47.865" v="484" actId="26606"/>
          <ac:spMkLst>
            <pc:docMk/>
            <pc:sldMk cId="0" sldId="270"/>
            <ac:spMk id="20" creationId="{00000000-0000-0000-0000-000000000000}"/>
          </ac:spMkLst>
        </pc:spChg>
        <pc:spChg chg="mod">
          <ac:chgData name="Trevoir Williams" userId="6a45007046124a3d" providerId="LiveId" clId="{53D5EA3C-0847-4EC1-9FDC-43DBDAEAF41A}" dt="2026-04-29T18:41:47.865" v="484" actId="26606"/>
          <ac:spMkLst>
            <pc:docMk/>
            <pc:sldMk cId="0" sldId="270"/>
            <ac:spMk id="21" creationId="{00000000-0000-0000-0000-000000000000}"/>
          </ac:spMkLst>
        </pc:spChg>
      </pc:sldChg>
      <pc:sldChg chg="modSp add del mod">
        <pc:chgData name="Trevoir Williams" userId="6a45007046124a3d" providerId="LiveId" clId="{53D5EA3C-0847-4EC1-9FDC-43DBDAEAF41A}" dt="2026-04-29T18:55:40.351" v="655" actId="27636"/>
        <pc:sldMkLst>
          <pc:docMk/>
          <pc:sldMk cId="0" sldId="271"/>
        </pc:sldMkLst>
        <pc:spChg chg="mod">
          <ac:chgData name="Trevoir Williams" userId="6a45007046124a3d" providerId="LiveId" clId="{53D5EA3C-0847-4EC1-9FDC-43DBDAEAF41A}" dt="2026-04-29T18:36:33.074" v="162" actId="26606"/>
          <ac:spMkLst>
            <pc:docMk/>
            <pc:sldMk cId="0" sldId="271"/>
            <ac:spMk id="3" creationId="{00000000-0000-0000-0000-000000000000}"/>
          </ac:spMkLst>
        </pc:spChg>
        <pc:spChg chg="mod">
          <ac:chgData name="Trevoir Williams" userId="6a45007046124a3d" providerId="LiveId" clId="{53D5EA3C-0847-4EC1-9FDC-43DBDAEAF41A}" dt="2026-04-29T18:55:40.351" v="655" actId="27636"/>
          <ac:spMkLst>
            <pc:docMk/>
            <pc:sldMk cId="0" sldId="271"/>
            <ac:spMk id="4" creationId="{00000000-0000-0000-0000-000000000000}"/>
          </ac:spMkLst>
        </pc:spChg>
        <pc:spChg chg="mod">
          <ac:chgData name="Trevoir Williams" userId="6a45007046124a3d" providerId="LiveId" clId="{53D5EA3C-0847-4EC1-9FDC-43DBDAEAF41A}" dt="2026-04-29T18:41:47.865" v="484" actId="26606"/>
          <ac:spMkLst>
            <pc:docMk/>
            <pc:sldMk cId="0" sldId="271"/>
            <ac:spMk id="28" creationId="{00000000-0000-0000-0000-000000000000}"/>
          </ac:spMkLst>
        </pc:spChg>
        <pc:spChg chg="mod">
          <ac:chgData name="Trevoir Williams" userId="6a45007046124a3d" providerId="LiveId" clId="{53D5EA3C-0847-4EC1-9FDC-43DBDAEAF41A}" dt="2026-04-29T18:41:47.865" v="484" actId="26606"/>
          <ac:spMkLst>
            <pc:docMk/>
            <pc:sldMk cId="0" sldId="271"/>
            <ac:spMk id="29" creationId="{00000000-0000-0000-0000-000000000000}"/>
          </ac:spMkLst>
        </pc:spChg>
        <pc:spChg chg="mod">
          <ac:chgData name="Trevoir Williams" userId="6a45007046124a3d" providerId="LiveId" clId="{53D5EA3C-0847-4EC1-9FDC-43DBDAEAF41A}" dt="2026-04-29T18:41:47.865" v="484" actId="26606"/>
          <ac:spMkLst>
            <pc:docMk/>
            <pc:sldMk cId="0" sldId="271"/>
            <ac:spMk id="30"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72"/>
        </pc:sldMkLst>
        <pc:spChg chg="mod">
          <ac:chgData name="Trevoir Williams" userId="6a45007046124a3d" providerId="LiveId" clId="{53D5EA3C-0847-4EC1-9FDC-43DBDAEAF41A}" dt="2026-04-29T18:48:20.339" v="581" actId="27636"/>
          <ac:spMkLst>
            <pc:docMk/>
            <pc:sldMk cId="0" sldId="272"/>
            <ac:spMk id="3" creationId="{00000000-0000-0000-0000-000000000000}"/>
          </ac:spMkLst>
        </pc:spChg>
        <pc:spChg chg="mod">
          <ac:chgData name="Trevoir Williams" userId="6a45007046124a3d" providerId="LiveId" clId="{53D5EA3C-0847-4EC1-9FDC-43DBDAEAF41A}" dt="2026-04-29T18:48:20.337" v="580" actId="27636"/>
          <ac:spMkLst>
            <pc:docMk/>
            <pc:sldMk cId="0" sldId="272"/>
            <ac:spMk id="4" creationId="{00000000-0000-0000-0000-000000000000}"/>
          </ac:spMkLst>
        </pc:spChg>
        <pc:spChg chg="mod">
          <ac:chgData name="Trevoir Williams" userId="6a45007046124a3d" providerId="LiveId" clId="{53D5EA3C-0847-4EC1-9FDC-43DBDAEAF41A}" dt="2026-04-29T18:48:20.334" v="579" actId="27636"/>
          <ac:spMkLst>
            <pc:docMk/>
            <pc:sldMk cId="0" sldId="272"/>
            <ac:spMk id="17" creationId="{00000000-0000-0000-0000-000000000000}"/>
          </ac:spMkLst>
        </pc:spChg>
        <pc:spChg chg="mod">
          <ac:chgData name="Trevoir Williams" userId="6a45007046124a3d" providerId="LiveId" clId="{53D5EA3C-0847-4EC1-9FDC-43DBDAEAF41A}" dt="2026-04-29T18:41:47.865" v="484" actId="26606"/>
          <ac:spMkLst>
            <pc:docMk/>
            <pc:sldMk cId="0" sldId="272"/>
            <ac:spMk id="19" creationId="{00000000-0000-0000-0000-000000000000}"/>
          </ac:spMkLst>
        </pc:spChg>
        <pc:spChg chg="mod">
          <ac:chgData name="Trevoir Williams" userId="6a45007046124a3d" providerId="LiveId" clId="{53D5EA3C-0847-4EC1-9FDC-43DBDAEAF41A}" dt="2026-04-29T18:41:47.865" v="484" actId="26606"/>
          <ac:spMkLst>
            <pc:docMk/>
            <pc:sldMk cId="0" sldId="272"/>
            <ac:spMk id="20" creationId="{00000000-0000-0000-0000-000000000000}"/>
          </ac:spMkLst>
        </pc:spChg>
        <pc:spChg chg="mod">
          <ac:chgData name="Trevoir Williams" userId="6a45007046124a3d" providerId="LiveId" clId="{53D5EA3C-0847-4EC1-9FDC-43DBDAEAF41A}" dt="2026-04-29T18:41:47.865" v="484" actId="26606"/>
          <ac:spMkLst>
            <pc:docMk/>
            <pc:sldMk cId="0" sldId="272"/>
            <ac:spMk id="21"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73"/>
        </pc:sldMkLst>
        <pc:spChg chg="mod">
          <ac:chgData name="Trevoir Williams" userId="6a45007046124a3d" providerId="LiveId" clId="{53D5EA3C-0847-4EC1-9FDC-43DBDAEAF41A}" dt="2026-04-29T18:36:33.234" v="163" actId="27636"/>
          <ac:spMkLst>
            <pc:docMk/>
            <pc:sldMk cId="0" sldId="273"/>
            <ac:spMk id="3" creationId="{00000000-0000-0000-0000-000000000000}"/>
          </ac:spMkLst>
        </pc:spChg>
        <pc:spChg chg="mod">
          <ac:chgData name="Trevoir Williams" userId="6a45007046124a3d" providerId="LiveId" clId="{53D5EA3C-0847-4EC1-9FDC-43DBDAEAF41A}" dt="2026-04-29T18:48:32.782" v="586" actId="27636"/>
          <ac:spMkLst>
            <pc:docMk/>
            <pc:sldMk cId="0" sldId="273"/>
            <ac:spMk id="4" creationId="{00000000-0000-0000-0000-000000000000}"/>
          </ac:spMkLst>
        </pc:spChg>
        <pc:spChg chg="mod">
          <ac:chgData name="Trevoir Williams" userId="6a45007046124a3d" providerId="LiveId" clId="{53D5EA3C-0847-4EC1-9FDC-43DBDAEAF41A}" dt="2026-04-29T18:48:32.791" v="587" actId="27636"/>
          <ac:spMkLst>
            <pc:docMk/>
            <pc:sldMk cId="0" sldId="273"/>
            <ac:spMk id="17" creationId="{00000000-0000-0000-0000-000000000000}"/>
          </ac:spMkLst>
        </pc:spChg>
        <pc:spChg chg="mod">
          <ac:chgData name="Trevoir Williams" userId="6a45007046124a3d" providerId="LiveId" clId="{53D5EA3C-0847-4EC1-9FDC-43DBDAEAF41A}" dt="2026-04-29T18:41:47.865" v="484" actId="26606"/>
          <ac:spMkLst>
            <pc:docMk/>
            <pc:sldMk cId="0" sldId="273"/>
            <ac:spMk id="19" creationId="{00000000-0000-0000-0000-000000000000}"/>
          </ac:spMkLst>
        </pc:spChg>
        <pc:spChg chg="mod">
          <ac:chgData name="Trevoir Williams" userId="6a45007046124a3d" providerId="LiveId" clId="{53D5EA3C-0847-4EC1-9FDC-43DBDAEAF41A}" dt="2026-04-29T18:41:47.865" v="484" actId="26606"/>
          <ac:spMkLst>
            <pc:docMk/>
            <pc:sldMk cId="0" sldId="273"/>
            <ac:spMk id="20" creationId="{00000000-0000-0000-0000-000000000000}"/>
          </ac:spMkLst>
        </pc:spChg>
        <pc:spChg chg="mod">
          <ac:chgData name="Trevoir Williams" userId="6a45007046124a3d" providerId="LiveId" clId="{53D5EA3C-0847-4EC1-9FDC-43DBDAEAF41A}" dt="2026-04-29T18:45:26.235" v="540" actId="20577"/>
          <ac:spMkLst>
            <pc:docMk/>
            <pc:sldMk cId="0" sldId="273"/>
            <ac:spMk id="21"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74"/>
        </pc:sldMkLst>
        <pc:spChg chg="mod">
          <ac:chgData name="Trevoir Williams" userId="6a45007046124a3d" providerId="LiveId" clId="{53D5EA3C-0847-4EC1-9FDC-43DBDAEAF41A}" dt="2026-04-29T18:36:33.341" v="164" actId="27636"/>
          <ac:spMkLst>
            <pc:docMk/>
            <pc:sldMk cId="0" sldId="274"/>
            <ac:spMk id="3" creationId="{00000000-0000-0000-0000-000000000000}"/>
          </ac:spMkLst>
        </pc:spChg>
        <pc:spChg chg="mod">
          <ac:chgData name="Trevoir Williams" userId="6a45007046124a3d" providerId="LiveId" clId="{53D5EA3C-0847-4EC1-9FDC-43DBDAEAF41A}" dt="2026-04-29T18:48:35.933" v="589" actId="27636"/>
          <ac:spMkLst>
            <pc:docMk/>
            <pc:sldMk cId="0" sldId="274"/>
            <ac:spMk id="4" creationId="{00000000-0000-0000-0000-000000000000}"/>
          </ac:spMkLst>
        </pc:spChg>
        <pc:spChg chg="mod">
          <ac:chgData name="Trevoir Williams" userId="6a45007046124a3d" providerId="LiveId" clId="{53D5EA3C-0847-4EC1-9FDC-43DBDAEAF41A}" dt="2026-04-29T18:48:35.929" v="588" actId="27636"/>
          <ac:spMkLst>
            <pc:docMk/>
            <pc:sldMk cId="0" sldId="274"/>
            <ac:spMk id="17" creationId="{00000000-0000-0000-0000-000000000000}"/>
          </ac:spMkLst>
        </pc:spChg>
        <pc:spChg chg="mod">
          <ac:chgData name="Trevoir Williams" userId="6a45007046124a3d" providerId="LiveId" clId="{53D5EA3C-0847-4EC1-9FDC-43DBDAEAF41A}" dt="2026-04-29T18:41:47.865" v="484" actId="26606"/>
          <ac:spMkLst>
            <pc:docMk/>
            <pc:sldMk cId="0" sldId="274"/>
            <ac:spMk id="19" creationId="{00000000-0000-0000-0000-000000000000}"/>
          </ac:spMkLst>
        </pc:spChg>
        <pc:spChg chg="mod">
          <ac:chgData name="Trevoir Williams" userId="6a45007046124a3d" providerId="LiveId" clId="{53D5EA3C-0847-4EC1-9FDC-43DBDAEAF41A}" dt="2026-04-29T18:41:47.865" v="484" actId="26606"/>
          <ac:spMkLst>
            <pc:docMk/>
            <pc:sldMk cId="0" sldId="274"/>
            <ac:spMk id="20" creationId="{00000000-0000-0000-0000-000000000000}"/>
          </ac:spMkLst>
        </pc:spChg>
        <pc:spChg chg="mod">
          <ac:chgData name="Trevoir Williams" userId="6a45007046124a3d" providerId="LiveId" clId="{53D5EA3C-0847-4EC1-9FDC-43DBDAEAF41A}" dt="2026-04-29T18:45:45.336" v="547" actId="20577"/>
          <ac:spMkLst>
            <pc:docMk/>
            <pc:sldMk cId="0" sldId="274"/>
            <ac:spMk id="21" creationId="{00000000-0000-0000-0000-000000000000}"/>
          </ac:spMkLst>
        </pc:spChg>
      </pc:sldChg>
      <pc:sldChg chg="modSp mod addAnim delAnim modAnim">
        <pc:chgData name="Trevoir Williams" userId="6a45007046124a3d" providerId="LiveId" clId="{53D5EA3C-0847-4EC1-9FDC-43DBDAEAF41A}" dt="2026-04-29T18:48:41.672" v="594" actId="27636"/>
        <pc:sldMkLst>
          <pc:docMk/>
          <pc:sldMk cId="0" sldId="275"/>
        </pc:sldMkLst>
        <pc:spChg chg="mod">
          <ac:chgData name="Trevoir Williams" userId="6a45007046124a3d" providerId="LiveId" clId="{53D5EA3C-0847-4EC1-9FDC-43DBDAEAF41A}" dt="2026-04-29T18:36:33.074" v="162" actId="26606"/>
          <ac:spMkLst>
            <pc:docMk/>
            <pc:sldMk cId="0" sldId="275"/>
            <ac:spMk id="3" creationId="{00000000-0000-0000-0000-000000000000}"/>
          </ac:spMkLst>
        </pc:spChg>
        <pc:spChg chg="mod">
          <ac:chgData name="Trevoir Williams" userId="6a45007046124a3d" providerId="LiveId" clId="{53D5EA3C-0847-4EC1-9FDC-43DBDAEAF41A}" dt="2026-04-29T18:48:41.656" v="592" actId="27636"/>
          <ac:spMkLst>
            <pc:docMk/>
            <pc:sldMk cId="0" sldId="275"/>
            <ac:spMk id="4" creationId="{00000000-0000-0000-0000-000000000000}"/>
          </ac:spMkLst>
        </pc:spChg>
        <pc:spChg chg="mod">
          <ac:chgData name="Trevoir Williams" userId="6a45007046124a3d" providerId="LiveId" clId="{53D5EA3C-0847-4EC1-9FDC-43DBDAEAF41A}" dt="2026-04-29T18:48:41.672" v="594" actId="27636"/>
          <ac:spMkLst>
            <pc:docMk/>
            <pc:sldMk cId="0" sldId="275"/>
            <ac:spMk id="8" creationId="{00000000-0000-0000-0000-000000000000}"/>
          </ac:spMkLst>
        </pc:spChg>
        <pc:spChg chg="mod">
          <ac:chgData name="Trevoir Williams" userId="6a45007046124a3d" providerId="LiveId" clId="{53D5EA3C-0847-4EC1-9FDC-43DBDAEAF41A}" dt="2026-04-29T18:48:41.656" v="591" actId="27636"/>
          <ac:spMkLst>
            <pc:docMk/>
            <pc:sldMk cId="0" sldId="275"/>
            <ac:spMk id="12" creationId="{00000000-0000-0000-0000-000000000000}"/>
          </ac:spMkLst>
        </pc:spChg>
        <pc:spChg chg="mod">
          <ac:chgData name="Trevoir Williams" userId="6a45007046124a3d" providerId="LiveId" clId="{53D5EA3C-0847-4EC1-9FDC-43DBDAEAF41A}" dt="2026-04-29T18:48:41.672" v="593" actId="27636"/>
          <ac:spMkLst>
            <pc:docMk/>
            <pc:sldMk cId="0" sldId="275"/>
            <ac:spMk id="16" creationId="{00000000-0000-0000-0000-000000000000}"/>
          </ac:spMkLst>
        </pc:spChg>
        <pc:spChg chg="mod">
          <ac:chgData name="Trevoir Williams" userId="6a45007046124a3d" providerId="LiveId" clId="{53D5EA3C-0847-4EC1-9FDC-43DBDAEAF41A}" dt="2026-04-29T18:41:47.865" v="484" actId="26606"/>
          <ac:spMkLst>
            <pc:docMk/>
            <pc:sldMk cId="0" sldId="275"/>
            <ac:spMk id="20" creationId="{00000000-0000-0000-0000-000000000000}"/>
          </ac:spMkLst>
        </pc:spChg>
        <pc:spChg chg="mod">
          <ac:chgData name="Trevoir Williams" userId="6a45007046124a3d" providerId="LiveId" clId="{53D5EA3C-0847-4EC1-9FDC-43DBDAEAF41A}" dt="2026-04-29T18:41:47.865" v="484" actId="26606"/>
          <ac:spMkLst>
            <pc:docMk/>
            <pc:sldMk cId="0" sldId="275"/>
            <ac:spMk id="22" creationId="{00000000-0000-0000-0000-000000000000}"/>
          </ac:spMkLst>
        </pc:spChg>
        <pc:spChg chg="mod">
          <ac:chgData name="Trevoir Williams" userId="6a45007046124a3d" providerId="LiveId" clId="{53D5EA3C-0847-4EC1-9FDC-43DBDAEAF41A}" dt="2026-04-29T18:41:47.865" v="484" actId="26606"/>
          <ac:spMkLst>
            <pc:docMk/>
            <pc:sldMk cId="0" sldId="275"/>
            <ac:spMk id="24" creationId="{00000000-0000-0000-0000-000000000000}"/>
          </ac:spMkLst>
        </pc:spChg>
        <pc:spChg chg="mod">
          <ac:chgData name="Trevoir Williams" userId="6a45007046124a3d" providerId="LiveId" clId="{53D5EA3C-0847-4EC1-9FDC-43DBDAEAF41A}" dt="2026-04-29T18:41:47.865" v="484" actId="26606"/>
          <ac:spMkLst>
            <pc:docMk/>
            <pc:sldMk cId="0" sldId="275"/>
            <ac:spMk id="25" creationId="{00000000-0000-0000-0000-000000000000}"/>
          </ac:spMkLst>
        </pc:spChg>
      </pc:sldChg>
      <pc:sldChg chg="delSp modSp mod">
        <pc:chgData name="Trevoir Williams" userId="6a45007046124a3d" providerId="LiveId" clId="{53D5EA3C-0847-4EC1-9FDC-43DBDAEAF41A}" dt="2026-04-29T18:48:45.204" v="595" actId="27636"/>
        <pc:sldMkLst>
          <pc:docMk/>
          <pc:sldMk cId="0" sldId="276"/>
        </pc:sldMkLst>
        <pc:spChg chg="mod">
          <ac:chgData name="Trevoir Williams" userId="6a45007046124a3d" providerId="LiveId" clId="{53D5EA3C-0847-4EC1-9FDC-43DBDAEAF41A}" dt="2026-04-29T18:41:47.865" v="484" actId="26606"/>
          <ac:spMkLst>
            <pc:docMk/>
            <pc:sldMk cId="0" sldId="276"/>
            <ac:spMk id="6" creationId="{00000000-0000-0000-0000-000000000000}"/>
          </ac:spMkLst>
        </pc:spChg>
        <pc:spChg chg="mod">
          <ac:chgData name="Trevoir Williams" userId="6a45007046124a3d" providerId="LiveId" clId="{53D5EA3C-0847-4EC1-9FDC-43DBDAEAF41A}" dt="2026-04-29T18:48:45.204" v="595" actId="27636"/>
          <ac:spMkLst>
            <pc:docMk/>
            <pc:sldMk cId="0" sldId="276"/>
            <ac:spMk id="8" creationId="{00000000-0000-0000-0000-000000000000}"/>
          </ac:spMkLst>
        </pc:spChg>
        <pc:spChg chg="mod">
          <ac:chgData name="Trevoir Williams" userId="6a45007046124a3d" providerId="LiveId" clId="{53D5EA3C-0847-4EC1-9FDC-43DBDAEAF41A}" dt="2026-04-29T18:41:47.865" v="484" actId="26606"/>
          <ac:spMkLst>
            <pc:docMk/>
            <pc:sldMk cId="0" sldId="276"/>
            <ac:spMk id="25" creationId="{00000000-0000-0000-0000-000000000000}"/>
          </ac:spMkLst>
        </pc:spChg>
        <pc:spChg chg="mod">
          <ac:chgData name="Trevoir Williams" userId="6a45007046124a3d" providerId="LiveId" clId="{53D5EA3C-0847-4EC1-9FDC-43DBDAEAF41A}" dt="2026-04-29T18:41:47.865" v="484" actId="26606"/>
          <ac:spMkLst>
            <pc:docMk/>
            <pc:sldMk cId="0" sldId="276"/>
            <ac:spMk id="26" creationId="{00000000-0000-0000-0000-000000000000}"/>
          </ac:spMkLst>
        </pc:spChg>
        <pc:spChg chg="del mod">
          <ac:chgData name="Trevoir Williams" userId="6a45007046124a3d" providerId="LiveId" clId="{53D5EA3C-0847-4EC1-9FDC-43DBDAEAF41A}" dt="2026-04-29T18:47:49.289" v="568" actId="478"/>
          <ac:spMkLst>
            <pc:docMk/>
            <pc:sldMk cId="0" sldId="276"/>
            <ac:spMk id="27" creationId="{00000000-0000-0000-0000-000000000000}"/>
          </ac:spMkLst>
        </pc:spChg>
      </pc:sldChg>
      <pc:sldChg chg="modSp mod addAnim delAnim modAnim">
        <pc:chgData name="Trevoir Williams" userId="6a45007046124a3d" providerId="LiveId" clId="{53D5EA3C-0847-4EC1-9FDC-43DBDAEAF41A}" dt="2026-04-29T18:48:15.182" v="578" actId="27636"/>
        <pc:sldMkLst>
          <pc:docMk/>
          <pc:sldMk cId="0" sldId="277"/>
        </pc:sldMkLst>
        <pc:spChg chg="mod">
          <ac:chgData name="Trevoir Williams" userId="6a45007046124a3d" providerId="LiveId" clId="{53D5EA3C-0847-4EC1-9FDC-43DBDAEAF41A}" dt="2026-04-29T18:36:33.074" v="162" actId="26606"/>
          <ac:spMkLst>
            <pc:docMk/>
            <pc:sldMk cId="0" sldId="277"/>
            <ac:spMk id="3" creationId="{00000000-0000-0000-0000-000000000000}"/>
          </ac:spMkLst>
        </pc:spChg>
        <pc:spChg chg="mod">
          <ac:chgData name="Trevoir Williams" userId="6a45007046124a3d" providerId="LiveId" clId="{53D5EA3C-0847-4EC1-9FDC-43DBDAEAF41A}" dt="2026-04-29T18:48:15.182" v="578" actId="27636"/>
          <ac:spMkLst>
            <pc:docMk/>
            <pc:sldMk cId="0" sldId="277"/>
            <ac:spMk id="4" creationId="{00000000-0000-0000-0000-000000000000}"/>
          </ac:spMkLst>
        </pc:spChg>
        <pc:spChg chg="mod">
          <ac:chgData name="Trevoir Williams" userId="6a45007046124a3d" providerId="LiveId" clId="{53D5EA3C-0847-4EC1-9FDC-43DBDAEAF41A}" dt="2026-04-29T18:41:47.865" v="484" actId="26606"/>
          <ac:spMkLst>
            <pc:docMk/>
            <pc:sldMk cId="0" sldId="277"/>
            <ac:spMk id="14" creationId="{00000000-0000-0000-0000-000000000000}"/>
          </ac:spMkLst>
        </pc:spChg>
        <pc:spChg chg="mod">
          <ac:chgData name="Trevoir Williams" userId="6a45007046124a3d" providerId="LiveId" clId="{53D5EA3C-0847-4EC1-9FDC-43DBDAEAF41A}" dt="2026-04-29T18:41:47.865" v="484" actId="26606"/>
          <ac:spMkLst>
            <pc:docMk/>
            <pc:sldMk cId="0" sldId="277"/>
            <ac:spMk id="15" creationId="{00000000-0000-0000-0000-000000000000}"/>
          </ac:spMkLst>
        </pc:spChg>
        <pc:spChg chg="mod">
          <ac:chgData name="Trevoir Williams" userId="6a45007046124a3d" providerId="LiveId" clId="{53D5EA3C-0847-4EC1-9FDC-43DBDAEAF41A}" dt="2026-04-29T18:48:15.176" v="577" actId="20577"/>
          <ac:spMkLst>
            <pc:docMk/>
            <pc:sldMk cId="0" sldId="277"/>
            <ac:spMk id="16" creationId="{00000000-0000-0000-0000-000000000000}"/>
          </ac:spMkLst>
        </pc:spChg>
      </pc:sldChg>
      <pc:sldChg chg="modSp del mod">
        <pc:chgData name="Trevoir Williams" userId="6a45007046124a3d" providerId="LiveId" clId="{53D5EA3C-0847-4EC1-9FDC-43DBDAEAF41A}" dt="2026-04-29T18:48:38.322" v="590" actId="47"/>
        <pc:sldMkLst>
          <pc:docMk/>
          <pc:sldMk cId="0" sldId="278"/>
        </pc:sldMkLst>
        <pc:spChg chg="mod">
          <ac:chgData name="Trevoir Williams" userId="6a45007046124a3d" providerId="LiveId" clId="{53D5EA3C-0847-4EC1-9FDC-43DBDAEAF41A}" dt="2026-04-29T18:36:33.621" v="166" actId="27636"/>
          <ac:spMkLst>
            <pc:docMk/>
            <pc:sldMk cId="0" sldId="278"/>
            <ac:spMk id="3" creationId="{00000000-0000-0000-0000-000000000000}"/>
          </ac:spMkLst>
        </pc:spChg>
        <pc:spChg chg="mod">
          <ac:chgData name="Trevoir Williams" userId="6a45007046124a3d" providerId="LiveId" clId="{53D5EA3C-0847-4EC1-9FDC-43DBDAEAF41A}" dt="2026-04-29T18:41:47.865" v="484" actId="26606"/>
          <ac:spMkLst>
            <pc:docMk/>
            <pc:sldMk cId="0" sldId="278"/>
            <ac:spMk id="4" creationId="{00000000-0000-0000-0000-000000000000}"/>
          </ac:spMkLst>
        </pc:spChg>
        <pc:spChg chg="mod">
          <ac:chgData name="Trevoir Williams" userId="6a45007046124a3d" providerId="LiveId" clId="{53D5EA3C-0847-4EC1-9FDC-43DBDAEAF41A}" dt="2026-04-29T18:41:47.865" v="484" actId="26606"/>
          <ac:spMkLst>
            <pc:docMk/>
            <pc:sldMk cId="0" sldId="278"/>
            <ac:spMk id="20" creationId="{00000000-0000-0000-0000-000000000000}"/>
          </ac:spMkLst>
        </pc:spChg>
        <pc:spChg chg="mod">
          <ac:chgData name="Trevoir Williams" userId="6a45007046124a3d" providerId="LiveId" clId="{53D5EA3C-0847-4EC1-9FDC-43DBDAEAF41A}" dt="2026-04-29T18:41:47.865" v="484" actId="26606"/>
          <ac:spMkLst>
            <pc:docMk/>
            <pc:sldMk cId="0" sldId="278"/>
            <ac:spMk id="21" creationId="{00000000-0000-0000-0000-000000000000}"/>
          </ac:spMkLst>
        </pc:spChg>
        <pc:spChg chg="mod">
          <ac:chgData name="Trevoir Williams" userId="6a45007046124a3d" providerId="LiveId" clId="{53D5EA3C-0847-4EC1-9FDC-43DBDAEAF41A}" dt="2026-04-29T18:48:23.403" v="582" actId="403"/>
          <ac:spMkLst>
            <pc:docMk/>
            <pc:sldMk cId="0" sldId="278"/>
            <ac:spMk id="22" creationId="{00000000-0000-0000-0000-000000000000}"/>
          </ac:spMkLst>
        </pc:spChg>
        <pc:spChg chg="mod">
          <ac:chgData name="Trevoir Williams" userId="6a45007046124a3d" providerId="LiveId" clId="{53D5EA3C-0847-4EC1-9FDC-43DBDAEAF41A}" dt="2026-04-29T18:48:29.129" v="585" actId="403"/>
          <ac:spMkLst>
            <pc:docMk/>
            <pc:sldMk cId="0" sldId="278"/>
            <ac:spMk id="23" creationId="{00000000-0000-0000-0000-000000000000}"/>
          </ac:spMkLst>
        </pc:spChg>
      </pc:sldChg>
      <pc:sldChg chg="modSp add del mod addAnim delAnim modAnim">
        <pc:chgData name="Trevoir Williams" userId="6a45007046124a3d" providerId="LiveId" clId="{53D5EA3C-0847-4EC1-9FDC-43DBDAEAF41A}" dt="2026-04-29T19:58:42.040" v="695" actId="26606"/>
        <pc:sldMkLst>
          <pc:docMk/>
          <pc:sldMk cId="0" sldId="279"/>
        </pc:sldMkLst>
        <pc:spChg chg="mod">
          <ac:chgData name="Trevoir Williams" userId="6a45007046124a3d" providerId="LiveId" clId="{53D5EA3C-0847-4EC1-9FDC-43DBDAEAF41A}" dt="2026-04-29T18:36:33.792" v="167" actId="27636"/>
          <ac:spMkLst>
            <pc:docMk/>
            <pc:sldMk cId="0" sldId="279"/>
            <ac:spMk id="3" creationId="{00000000-0000-0000-0000-000000000000}"/>
          </ac:spMkLst>
        </pc:spChg>
        <pc:spChg chg="mod">
          <ac:chgData name="Trevoir Williams" userId="6a45007046124a3d" providerId="LiveId" clId="{53D5EA3C-0847-4EC1-9FDC-43DBDAEAF41A}" dt="2026-04-29T19:00:35.581" v="659" actId="27636"/>
          <ac:spMkLst>
            <pc:docMk/>
            <pc:sldMk cId="0" sldId="279"/>
            <ac:spMk id="4" creationId="{00000000-0000-0000-0000-000000000000}"/>
          </ac:spMkLst>
        </pc:spChg>
        <pc:spChg chg="mod">
          <ac:chgData name="Trevoir Williams" userId="6a45007046124a3d" providerId="LiveId" clId="{53D5EA3C-0847-4EC1-9FDC-43DBDAEAF41A}" dt="2026-04-29T18:41:47.865" v="484" actId="26606"/>
          <ac:spMkLst>
            <pc:docMk/>
            <pc:sldMk cId="0" sldId="279"/>
            <ac:spMk id="7" creationId="{00000000-0000-0000-0000-000000000000}"/>
          </ac:spMkLst>
        </pc:spChg>
        <pc:spChg chg="mod">
          <ac:chgData name="Trevoir Williams" userId="6a45007046124a3d" providerId="LiveId" clId="{53D5EA3C-0847-4EC1-9FDC-43DBDAEAF41A}" dt="2026-04-29T19:00:35.572" v="657" actId="27636"/>
          <ac:spMkLst>
            <pc:docMk/>
            <pc:sldMk cId="0" sldId="279"/>
            <ac:spMk id="9" creationId="{00000000-0000-0000-0000-000000000000}"/>
          </ac:spMkLst>
        </pc:spChg>
        <pc:spChg chg="mod">
          <ac:chgData name="Trevoir Williams" userId="6a45007046124a3d" providerId="LiveId" clId="{53D5EA3C-0847-4EC1-9FDC-43DBDAEAF41A}" dt="2026-04-29T19:00:35.578" v="658" actId="27636"/>
          <ac:spMkLst>
            <pc:docMk/>
            <pc:sldMk cId="0" sldId="279"/>
            <ac:spMk id="14" creationId="{00000000-0000-0000-0000-000000000000}"/>
          </ac:spMkLst>
        </pc:spChg>
        <pc:spChg chg="mod">
          <ac:chgData name="Trevoir Williams" userId="6a45007046124a3d" providerId="LiveId" clId="{53D5EA3C-0847-4EC1-9FDC-43DBDAEAF41A}" dt="2026-04-29T18:41:47.865" v="484" actId="26606"/>
          <ac:spMkLst>
            <pc:docMk/>
            <pc:sldMk cId="0" sldId="279"/>
            <ac:spMk id="18" creationId="{00000000-0000-0000-0000-000000000000}"/>
          </ac:spMkLst>
        </pc:spChg>
        <pc:spChg chg="mod">
          <ac:chgData name="Trevoir Williams" userId="6a45007046124a3d" providerId="LiveId" clId="{53D5EA3C-0847-4EC1-9FDC-43DBDAEAF41A}" dt="2026-04-29T18:41:47.865" v="484" actId="26606"/>
          <ac:spMkLst>
            <pc:docMk/>
            <pc:sldMk cId="0" sldId="279"/>
            <ac:spMk id="19"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80"/>
        </pc:sldMkLst>
        <pc:spChg chg="mod">
          <ac:chgData name="Trevoir Williams" userId="6a45007046124a3d" providerId="LiveId" clId="{53D5EA3C-0847-4EC1-9FDC-43DBDAEAF41A}" dt="2026-04-29T18:55:15.567" v="605" actId="27636"/>
          <ac:spMkLst>
            <pc:docMk/>
            <pc:sldMk cId="0" sldId="280"/>
            <ac:spMk id="3" creationId="{00000000-0000-0000-0000-000000000000}"/>
          </ac:spMkLst>
        </pc:spChg>
        <pc:spChg chg="mod">
          <ac:chgData name="Trevoir Williams" userId="6a45007046124a3d" providerId="LiveId" clId="{53D5EA3C-0847-4EC1-9FDC-43DBDAEAF41A}" dt="2026-04-29T18:55:15.567" v="606" actId="27636"/>
          <ac:spMkLst>
            <pc:docMk/>
            <pc:sldMk cId="0" sldId="280"/>
            <ac:spMk id="4" creationId="{00000000-0000-0000-0000-000000000000}"/>
          </ac:spMkLst>
        </pc:spChg>
        <pc:spChg chg="mod">
          <ac:chgData name="Trevoir Williams" userId="6a45007046124a3d" providerId="LiveId" clId="{53D5EA3C-0847-4EC1-9FDC-43DBDAEAF41A}" dt="2026-04-29T18:41:47.865" v="484" actId="26606"/>
          <ac:spMkLst>
            <pc:docMk/>
            <pc:sldMk cId="0" sldId="280"/>
            <ac:spMk id="17" creationId="{00000000-0000-0000-0000-000000000000}"/>
          </ac:spMkLst>
        </pc:spChg>
        <pc:spChg chg="mod">
          <ac:chgData name="Trevoir Williams" userId="6a45007046124a3d" providerId="LiveId" clId="{53D5EA3C-0847-4EC1-9FDC-43DBDAEAF41A}" dt="2026-04-29T18:50:10.265" v="602" actId="14100"/>
          <ac:spMkLst>
            <pc:docMk/>
            <pc:sldMk cId="0" sldId="280"/>
            <ac:spMk id="18" creationId="{00000000-0000-0000-0000-000000000000}"/>
          </ac:spMkLst>
        </pc:spChg>
        <pc:spChg chg="mod">
          <ac:chgData name="Trevoir Williams" userId="6a45007046124a3d" providerId="LiveId" clId="{53D5EA3C-0847-4EC1-9FDC-43DBDAEAF41A}" dt="2026-04-29T18:50:18.352" v="603" actId="14100"/>
          <ac:spMkLst>
            <pc:docMk/>
            <pc:sldMk cId="0" sldId="280"/>
            <ac:spMk id="19" creationId="{00000000-0000-0000-0000-000000000000}"/>
          </ac:spMkLst>
        </pc:spChg>
        <pc:spChg chg="mod">
          <ac:chgData name="Trevoir Williams" userId="6a45007046124a3d" providerId="LiveId" clId="{53D5EA3C-0847-4EC1-9FDC-43DBDAEAF41A}" dt="2026-04-29T18:41:47.865" v="484" actId="26606"/>
          <ac:spMkLst>
            <pc:docMk/>
            <pc:sldMk cId="0" sldId="280"/>
            <ac:spMk id="20" creationId="{00000000-0000-0000-0000-000000000000}"/>
          </ac:spMkLst>
        </pc:spChg>
        <pc:spChg chg="mod">
          <ac:chgData name="Trevoir Williams" userId="6a45007046124a3d" providerId="LiveId" clId="{53D5EA3C-0847-4EC1-9FDC-43DBDAEAF41A}" dt="2026-04-29T19:00:29.360" v="656" actId="20577"/>
          <ac:spMkLst>
            <pc:docMk/>
            <pc:sldMk cId="0" sldId="280"/>
            <ac:spMk id="21" creationId="{00000000-0000-0000-0000-000000000000}"/>
          </ac:spMkLst>
        </pc:spChg>
      </pc:sldChg>
      <pc:sldChg chg="modSp add del mod">
        <pc:chgData name="Trevoir Williams" userId="6a45007046124a3d" providerId="LiveId" clId="{53D5EA3C-0847-4EC1-9FDC-43DBDAEAF41A}" dt="2026-04-29T19:59:15.876" v="870" actId="27636"/>
        <pc:sldMkLst>
          <pc:docMk/>
          <pc:sldMk cId="0" sldId="281"/>
        </pc:sldMkLst>
        <pc:spChg chg="mod">
          <ac:chgData name="Trevoir Williams" userId="6a45007046124a3d" providerId="LiveId" clId="{53D5EA3C-0847-4EC1-9FDC-43DBDAEAF41A}" dt="2026-04-29T18:36:33.074" v="162" actId="26606"/>
          <ac:spMkLst>
            <pc:docMk/>
            <pc:sldMk cId="0" sldId="281"/>
            <ac:spMk id="3" creationId="{00000000-0000-0000-0000-000000000000}"/>
          </ac:spMkLst>
        </pc:spChg>
        <pc:spChg chg="mod">
          <ac:chgData name="Trevoir Williams" userId="6a45007046124a3d" providerId="LiveId" clId="{53D5EA3C-0847-4EC1-9FDC-43DBDAEAF41A}" dt="2026-04-29T19:59:15.864" v="869" actId="27636"/>
          <ac:spMkLst>
            <pc:docMk/>
            <pc:sldMk cId="0" sldId="281"/>
            <ac:spMk id="4" creationId="{00000000-0000-0000-0000-000000000000}"/>
          </ac:spMkLst>
        </pc:spChg>
        <pc:spChg chg="mod">
          <ac:chgData name="Trevoir Williams" userId="6a45007046124a3d" providerId="LiveId" clId="{53D5EA3C-0847-4EC1-9FDC-43DBDAEAF41A}" dt="2026-04-29T19:59:15.858" v="867" actId="27636"/>
          <ac:spMkLst>
            <pc:docMk/>
            <pc:sldMk cId="0" sldId="281"/>
            <ac:spMk id="7" creationId="{00000000-0000-0000-0000-000000000000}"/>
          </ac:spMkLst>
        </pc:spChg>
        <pc:spChg chg="mod">
          <ac:chgData name="Trevoir Williams" userId="6a45007046124a3d" providerId="LiveId" clId="{53D5EA3C-0847-4EC1-9FDC-43DBDAEAF41A}" dt="2026-04-29T19:59:15.858" v="868" actId="27636"/>
          <ac:spMkLst>
            <pc:docMk/>
            <pc:sldMk cId="0" sldId="281"/>
            <ac:spMk id="9" creationId="{00000000-0000-0000-0000-000000000000}"/>
          </ac:spMkLst>
        </pc:spChg>
        <pc:spChg chg="mod">
          <ac:chgData name="Trevoir Williams" userId="6a45007046124a3d" providerId="LiveId" clId="{53D5EA3C-0847-4EC1-9FDC-43DBDAEAF41A}" dt="2026-04-29T19:59:15.876" v="870" actId="27636"/>
          <ac:spMkLst>
            <pc:docMk/>
            <pc:sldMk cId="0" sldId="281"/>
            <ac:spMk id="14" creationId="{00000000-0000-0000-0000-000000000000}"/>
          </ac:spMkLst>
        </pc:spChg>
        <pc:spChg chg="mod">
          <ac:chgData name="Trevoir Williams" userId="6a45007046124a3d" providerId="LiveId" clId="{53D5EA3C-0847-4EC1-9FDC-43DBDAEAF41A}" dt="2026-04-29T18:41:47.865" v="484" actId="26606"/>
          <ac:spMkLst>
            <pc:docMk/>
            <pc:sldMk cId="0" sldId="281"/>
            <ac:spMk id="18" creationId="{00000000-0000-0000-0000-000000000000}"/>
          </ac:spMkLst>
        </pc:spChg>
        <pc:spChg chg="mod">
          <ac:chgData name="Trevoir Williams" userId="6a45007046124a3d" providerId="LiveId" clId="{53D5EA3C-0847-4EC1-9FDC-43DBDAEAF41A}" dt="2026-04-29T18:41:47.865" v="484" actId="26606"/>
          <ac:spMkLst>
            <pc:docMk/>
            <pc:sldMk cId="0" sldId="281"/>
            <ac:spMk id="19" creationId="{00000000-0000-0000-0000-000000000000}"/>
          </ac:spMkLst>
        </pc:spChg>
      </pc:sldChg>
      <pc:sldChg chg="modSp add del mod">
        <pc:chgData name="Trevoir Williams" userId="6a45007046124a3d" providerId="LiveId" clId="{53D5EA3C-0847-4EC1-9FDC-43DBDAEAF41A}" dt="2026-04-29T19:59:18.800" v="874" actId="27636"/>
        <pc:sldMkLst>
          <pc:docMk/>
          <pc:sldMk cId="0" sldId="282"/>
        </pc:sldMkLst>
        <pc:spChg chg="mod">
          <ac:chgData name="Trevoir Williams" userId="6a45007046124a3d" providerId="LiveId" clId="{53D5EA3C-0847-4EC1-9FDC-43DBDAEAF41A}" dt="2026-04-29T18:36:34.007" v="168" actId="27636"/>
          <ac:spMkLst>
            <pc:docMk/>
            <pc:sldMk cId="0" sldId="282"/>
            <ac:spMk id="3" creationId="{00000000-0000-0000-0000-000000000000}"/>
          </ac:spMkLst>
        </pc:spChg>
        <pc:spChg chg="mod">
          <ac:chgData name="Trevoir Williams" userId="6a45007046124a3d" providerId="LiveId" clId="{53D5EA3C-0847-4EC1-9FDC-43DBDAEAF41A}" dt="2026-04-29T19:59:18.800" v="874" actId="27636"/>
          <ac:spMkLst>
            <pc:docMk/>
            <pc:sldMk cId="0" sldId="282"/>
            <ac:spMk id="4" creationId="{00000000-0000-0000-0000-000000000000}"/>
          </ac:spMkLst>
        </pc:spChg>
        <pc:spChg chg="mod">
          <ac:chgData name="Trevoir Williams" userId="6a45007046124a3d" providerId="LiveId" clId="{53D5EA3C-0847-4EC1-9FDC-43DBDAEAF41A}" dt="2026-04-29T19:59:18.782" v="871" actId="27636"/>
          <ac:spMkLst>
            <pc:docMk/>
            <pc:sldMk cId="0" sldId="282"/>
            <ac:spMk id="7" creationId="{00000000-0000-0000-0000-000000000000}"/>
          </ac:spMkLst>
        </pc:spChg>
        <pc:spChg chg="mod">
          <ac:chgData name="Trevoir Williams" userId="6a45007046124a3d" providerId="LiveId" clId="{53D5EA3C-0847-4EC1-9FDC-43DBDAEAF41A}" dt="2026-04-29T19:59:18.790" v="872" actId="27636"/>
          <ac:spMkLst>
            <pc:docMk/>
            <pc:sldMk cId="0" sldId="282"/>
            <ac:spMk id="9" creationId="{00000000-0000-0000-0000-000000000000}"/>
          </ac:spMkLst>
        </pc:spChg>
        <pc:spChg chg="mod">
          <ac:chgData name="Trevoir Williams" userId="6a45007046124a3d" providerId="LiveId" clId="{53D5EA3C-0847-4EC1-9FDC-43DBDAEAF41A}" dt="2026-04-29T19:59:18.796" v="873" actId="27636"/>
          <ac:spMkLst>
            <pc:docMk/>
            <pc:sldMk cId="0" sldId="282"/>
            <ac:spMk id="14" creationId="{00000000-0000-0000-0000-000000000000}"/>
          </ac:spMkLst>
        </pc:spChg>
        <pc:spChg chg="mod">
          <ac:chgData name="Trevoir Williams" userId="6a45007046124a3d" providerId="LiveId" clId="{53D5EA3C-0847-4EC1-9FDC-43DBDAEAF41A}" dt="2026-04-29T18:41:47.865" v="484" actId="26606"/>
          <ac:spMkLst>
            <pc:docMk/>
            <pc:sldMk cId="0" sldId="282"/>
            <ac:spMk id="18" creationId="{00000000-0000-0000-0000-000000000000}"/>
          </ac:spMkLst>
        </pc:spChg>
        <pc:spChg chg="mod">
          <ac:chgData name="Trevoir Williams" userId="6a45007046124a3d" providerId="LiveId" clId="{53D5EA3C-0847-4EC1-9FDC-43DBDAEAF41A}" dt="2026-04-29T18:41:47.865" v="484" actId="26606"/>
          <ac:spMkLst>
            <pc:docMk/>
            <pc:sldMk cId="0" sldId="282"/>
            <ac:spMk id="19" creationId="{00000000-0000-0000-0000-000000000000}"/>
          </ac:spMkLst>
        </pc:spChg>
      </pc:sldChg>
      <pc:sldChg chg="modSp add del mod">
        <pc:chgData name="Trevoir Williams" userId="6a45007046124a3d" providerId="LiveId" clId="{53D5EA3C-0847-4EC1-9FDC-43DBDAEAF41A}" dt="2026-04-29T19:59:21.350" v="877" actId="27636"/>
        <pc:sldMkLst>
          <pc:docMk/>
          <pc:sldMk cId="0" sldId="283"/>
        </pc:sldMkLst>
        <pc:spChg chg="mod">
          <ac:chgData name="Trevoir Williams" userId="6a45007046124a3d" providerId="LiveId" clId="{53D5EA3C-0847-4EC1-9FDC-43DBDAEAF41A}" dt="2026-04-29T18:36:34.236" v="169" actId="27636"/>
          <ac:spMkLst>
            <pc:docMk/>
            <pc:sldMk cId="0" sldId="283"/>
            <ac:spMk id="3" creationId="{00000000-0000-0000-0000-000000000000}"/>
          </ac:spMkLst>
        </pc:spChg>
        <pc:spChg chg="mod">
          <ac:chgData name="Trevoir Williams" userId="6a45007046124a3d" providerId="LiveId" clId="{53D5EA3C-0847-4EC1-9FDC-43DBDAEAF41A}" dt="2026-04-29T19:59:21.340" v="875" actId="27636"/>
          <ac:spMkLst>
            <pc:docMk/>
            <pc:sldMk cId="0" sldId="283"/>
            <ac:spMk id="4" creationId="{00000000-0000-0000-0000-000000000000}"/>
          </ac:spMkLst>
        </pc:spChg>
        <pc:spChg chg="mod">
          <ac:chgData name="Trevoir Williams" userId="6a45007046124a3d" providerId="LiveId" clId="{53D5EA3C-0847-4EC1-9FDC-43DBDAEAF41A}" dt="2026-04-29T19:59:21.350" v="877" actId="27636"/>
          <ac:spMkLst>
            <pc:docMk/>
            <pc:sldMk cId="0" sldId="283"/>
            <ac:spMk id="7" creationId="{00000000-0000-0000-0000-000000000000}"/>
          </ac:spMkLst>
        </pc:spChg>
        <pc:spChg chg="mod">
          <ac:chgData name="Trevoir Williams" userId="6a45007046124a3d" providerId="LiveId" clId="{53D5EA3C-0847-4EC1-9FDC-43DBDAEAF41A}" dt="2026-04-29T19:59:21.341" v="876" actId="27636"/>
          <ac:spMkLst>
            <pc:docMk/>
            <pc:sldMk cId="0" sldId="283"/>
            <ac:spMk id="9" creationId="{00000000-0000-0000-0000-000000000000}"/>
          </ac:spMkLst>
        </pc:spChg>
        <pc:spChg chg="mod">
          <ac:chgData name="Trevoir Williams" userId="6a45007046124a3d" providerId="LiveId" clId="{53D5EA3C-0847-4EC1-9FDC-43DBDAEAF41A}" dt="2026-04-29T18:41:47.865" v="484" actId="26606"/>
          <ac:spMkLst>
            <pc:docMk/>
            <pc:sldMk cId="0" sldId="283"/>
            <ac:spMk id="14" creationId="{00000000-0000-0000-0000-000000000000}"/>
          </ac:spMkLst>
        </pc:spChg>
        <pc:spChg chg="mod">
          <ac:chgData name="Trevoir Williams" userId="6a45007046124a3d" providerId="LiveId" clId="{53D5EA3C-0847-4EC1-9FDC-43DBDAEAF41A}" dt="2026-04-29T18:41:47.865" v="484" actId="26606"/>
          <ac:spMkLst>
            <pc:docMk/>
            <pc:sldMk cId="0" sldId="283"/>
            <ac:spMk id="16" creationId="{00000000-0000-0000-0000-000000000000}"/>
          </ac:spMkLst>
        </pc:spChg>
        <pc:spChg chg="mod">
          <ac:chgData name="Trevoir Williams" userId="6a45007046124a3d" providerId="LiveId" clId="{53D5EA3C-0847-4EC1-9FDC-43DBDAEAF41A}" dt="2026-04-29T18:41:47.865" v="484" actId="26606"/>
          <ac:spMkLst>
            <pc:docMk/>
            <pc:sldMk cId="0" sldId="283"/>
            <ac:spMk id="17" creationId="{00000000-0000-0000-0000-000000000000}"/>
          </ac:spMkLst>
        </pc:spChg>
      </pc:sldChg>
      <pc:sldChg chg="modSp add del mod addAnim delAnim modAnim">
        <pc:chgData name="Trevoir Williams" userId="6a45007046124a3d" providerId="LiveId" clId="{53D5EA3C-0847-4EC1-9FDC-43DBDAEAF41A}" dt="2026-04-29T20:18:55.376" v="891"/>
        <pc:sldMkLst>
          <pc:docMk/>
          <pc:sldMk cId="0" sldId="284"/>
        </pc:sldMkLst>
        <pc:spChg chg="mod">
          <ac:chgData name="Trevoir Williams" userId="6a45007046124a3d" providerId="LiveId" clId="{53D5EA3C-0847-4EC1-9FDC-43DBDAEAF41A}" dt="2026-04-29T18:36:33.074" v="162" actId="26606"/>
          <ac:spMkLst>
            <pc:docMk/>
            <pc:sldMk cId="0" sldId="284"/>
            <ac:spMk id="3" creationId="{00000000-0000-0000-0000-000000000000}"/>
          </ac:spMkLst>
        </pc:spChg>
        <pc:spChg chg="mod">
          <ac:chgData name="Trevoir Williams" userId="6a45007046124a3d" providerId="LiveId" clId="{53D5EA3C-0847-4EC1-9FDC-43DBDAEAF41A}" dt="2026-04-29T19:27:36.791" v="661" actId="27636"/>
          <ac:spMkLst>
            <pc:docMk/>
            <pc:sldMk cId="0" sldId="284"/>
            <ac:spMk id="4" creationId="{00000000-0000-0000-0000-000000000000}"/>
          </ac:spMkLst>
        </pc:spChg>
        <pc:spChg chg="mod">
          <ac:chgData name="Trevoir Williams" userId="6a45007046124a3d" providerId="LiveId" clId="{53D5EA3C-0847-4EC1-9FDC-43DBDAEAF41A}" dt="2026-04-29T18:41:47.865" v="484" actId="26606"/>
          <ac:spMkLst>
            <pc:docMk/>
            <pc:sldMk cId="0" sldId="284"/>
            <ac:spMk id="8" creationId="{00000000-0000-0000-0000-000000000000}"/>
          </ac:spMkLst>
        </pc:spChg>
        <pc:spChg chg="mod">
          <ac:chgData name="Trevoir Williams" userId="6a45007046124a3d" providerId="LiveId" clId="{53D5EA3C-0847-4EC1-9FDC-43DBDAEAF41A}" dt="2026-04-29T19:27:36.801" v="663" actId="27636"/>
          <ac:spMkLst>
            <pc:docMk/>
            <pc:sldMk cId="0" sldId="284"/>
            <ac:spMk id="12" creationId="{00000000-0000-0000-0000-000000000000}"/>
          </ac:spMkLst>
        </pc:spChg>
        <pc:spChg chg="mod">
          <ac:chgData name="Trevoir Williams" userId="6a45007046124a3d" providerId="LiveId" clId="{53D5EA3C-0847-4EC1-9FDC-43DBDAEAF41A}" dt="2026-04-29T19:27:36.796" v="662" actId="27636"/>
          <ac:spMkLst>
            <pc:docMk/>
            <pc:sldMk cId="0" sldId="284"/>
            <ac:spMk id="16" creationId="{00000000-0000-0000-0000-000000000000}"/>
          </ac:spMkLst>
        </pc:spChg>
        <pc:spChg chg="mod">
          <ac:chgData name="Trevoir Williams" userId="6a45007046124a3d" providerId="LiveId" clId="{53D5EA3C-0847-4EC1-9FDC-43DBDAEAF41A}" dt="2026-04-29T18:41:47.865" v="484" actId="26606"/>
          <ac:spMkLst>
            <pc:docMk/>
            <pc:sldMk cId="0" sldId="284"/>
            <ac:spMk id="20" creationId="{00000000-0000-0000-0000-000000000000}"/>
          </ac:spMkLst>
        </pc:spChg>
        <pc:spChg chg="mod">
          <ac:chgData name="Trevoir Williams" userId="6a45007046124a3d" providerId="LiveId" clId="{53D5EA3C-0847-4EC1-9FDC-43DBDAEAF41A}" dt="2026-04-29T18:41:47.865" v="484" actId="26606"/>
          <ac:spMkLst>
            <pc:docMk/>
            <pc:sldMk cId="0" sldId="284"/>
            <ac:spMk id="22" creationId="{00000000-0000-0000-0000-000000000000}"/>
          </ac:spMkLst>
        </pc:spChg>
        <pc:spChg chg="mod">
          <ac:chgData name="Trevoir Williams" userId="6a45007046124a3d" providerId="LiveId" clId="{53D5EA3C-0847-4EC1-9FDC-43DBDAEAF41A}" dt="2026-04-29T18:41:47.865" v="484" actId="26606"/>
          <ac:spMkLst>
            <pc:docMk/>
            <pc:sldMk cId="0" sldId="284"/>
            <ac:spMk id="24" creationId="{00000000-0000-0000-0000-000000000000}"/>
          </ac:spMkLst>
        </pc:spChg>
        <pc:spChg chg="mod">
          <ac:chgData name="Trevoir Williams" userId="6a45007046124a3d" providerId="LiveId" clId="{53D5EA3C-0847-4EC1-9FDC-43DBDAEAF41A}" dt="2026-04-29T18:41:47.865" v="484" actId="26606"/>
          <ac:spMkLst>
            <pc:docMk/>
            <pc:sldMk cId="0" sldId="284"/>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285"/>
        </pc:sldMkLst>
        <pc:spChg chg="mod">
          <ac:chgData name="Trevoir Williams" userId="6a45007046124a3d" providerId="LiveId" clId="{53D5EA3C-0847-4EC1-9FDC-43DBDAEAF41A}" dt="2026-04-29T20:28:13.734" v="893" actId="26606"/>
          <ac:spMkLst>
            <pc:docMk/>
            <pc:sldMk cId="0" sldId="285"/>
            <ac:spMk id="4" creationId="{00000000-0000-0000-0000-000000000000}"/>
          </ac:spMkLst>
        </pc:spChg>
        <pc:spChg chg="mod">
          <ac:chgData name="Trevoir Williams" userId="6a45007046124a3d" providerId="LiveId" clId="{53D5EA3C-0847-4EC1-9FDC-43DBDAEAF41A}" dt="2026-04-29T20:28:13.734" v="893" actId="26606"/>
          <ac:spMkLst>
            <pc:docMk/>
            <pc:sldMk cId="0" sldId="285"/>
            <ac:spMk id="5" creationId="{00000000-0000-0000-0000-000000000000}"/>
          </ac:spMkLst>
        </pc:spChg>
        <pc:spChg chg="mod">
          <ac:chgData name="Trevoir Williams" userId="6a45007046124a3d" providerId="LiveId" clId="{53D5EA3C-0847-4EC1-9FDC-43DBDAEAF41A}" dt="2026-04-29T20:28:13.734" v="893" actId="26606"/>
          <ac:spMkLst>
            <pc:docMk/>
            <pc:sldMk cId="0" sldId="285"/>
            <ac:spMk id="6" creationId="{00000000-0000-0000-0000-000000000000}"/>
          </ac:spMkLst>
        </pc:spChg>
        <pc:spChg chg="mod">
          <ac:chgData name="Trevoir Williams" userId="6a45007046124a3d" providerId="LiveId" clId="{53D5EA3C-0847-4EC1-9FDC-43DBDAEAF41A}" dt="2026-04-29T20:28:13.734" v="893" actId="26606"/>
          <ac:spMkLst>
            <pc:docMk/>
            <pc:sldMk cId="0" sldId="285"/>
            <ac:spMk id="7" creationId="{00000000-0000-0000-0000-000000000000}"/>
          </ac:spMkLst>
        </pc:spChg>
        <pc:spChg chg="mod">
          <ac:chgData name="Trevoir Williams" userId="6a45007046124a3d" providerId="LiveId" clId="{53D5EA3C-0847-4EC1-9FDC-43DBDAEAF41A}" dt="2026-04-29T20:28:13.734" v="893" actId="26606"/>
          <ac:spMkLst>
            <pc:docMk/>
            <pc:sldMk cId="0" sldId="285"/>
            <ac:spMk id="8" creationId="{00000000-0000-0000-0000-000000000000}"/>
          </ac:spMkLst>
        </pc:spChg>
        <pc:spChg chg="mod">
          <ac:chgData name="Trevoir Williams" userId="6a45007046124a3d" providerId="LiveId" clId="{53D5EA3C-0847-4EC1-9FDC-43DBDAEAF41A}" dt="2026-04-29T20:28:13.734" v="893" actId="26606"/>
          <ac:spMkLst>
            <pc:docMk/>
            <pc:sldMk cId="0" sldId="285"/>
            <ac:spMk id="9" creationId="{00000000-0000-0000-0000-000000000000}"/>
          </ac:spMkLst>
        </pc:spChg>
        <pc:spChg chg="mod">
          <ac:chgData name="Trevoir Williams" userId="6a45007046124a3d" providerId="LiveId" clId="{53D5EA3C-0847-4EC1-9FDC-43DBDAEAF41A}" dt="2026-04-29T20:28:13.734" v="893" actId="26606"/>
          <ac:spMkLst>
            <pc:docMk/>
            <pc:sldMk cId="0" sldId="285"/>
            <ac:spMk id="11" creationId="{00000000-0000-0000-0000-000000000000}"/>
          </ac:spMkLst>
        </pc:spChg>
        <pc:spChg chg="mod">
          <ac:chgData name="Trevoir Williams" userId="6a45007046124a3d" providerId="LiveId" clId="{53D5EA3C-0847-4EC1-9FDC-43DBDAEAF41A}" dt="2026-04-29T20:28:13.734" v="893" actId="26606"/>
          <ac:spMkLst>
            <pc:docMk/>
            <pc:sldMk cId="0" sldId="285"/>
            <ac:spMk id="13" creationId="{00000000-0000-0000-0000-000000000000}"/>
          </ac:spMkLst>
        </pc:spChg>
        <pc:spChg chg="mod">
          <ac:chgData name="Trevoir Williams" userId="6a45007046124a3d" providerId="LiveId" clId="{53D5EA3C-0847-4EC1-9FDC-43DBDAEAF41A}" dt="2026-04-29T20:28:13.734" v="893" actId="26606"/>
          <ac:spMkLst>
            <pc:docMk/>
            <pc:sldMk cId="0" sldId="285"/>
            <ac:spMk id="14" creationId="{00000000-0000-0000-0000-000000000000}"/>
          </ac:spMkLst>
        </pc:spChg>
        <pc:spChg chg="mod">
          <ac:chgData name="Trevoir Williams" userId="6a45007046124a3d" providerId="LiveId" clId="{53D5EA3C-0847-4EC1-9FDC-43DBDAEAF41A}" dt="2026-04-29T20:28:13.734" v="893" actId="26606"/>
          <ac:spMkLst>
            <pc:docMk/>
            <pc:sldMk cId="0" sldId="285"/>
            <ac:spMk id="15" creationId="{00000000-0000-0000-0000-000000000000}"/>
          </ac:spMkLst>
        </pc:spChg>
        <pc:spChg chg="mod">
          <ac:chgData name="Trevoir Williams" userId="6a45007046124a3d" providerId="LiveId" clId="{53D5EA3C-0847-4EC1-9FDC-43DBDAEAF41A}" dt="2026-04-29T18:41:47.865" v="484" actId="26606"/>
          <ac:spMkLst>
            <pc:docMk/>
            <pc:sldMk cId="0" sldId="285"/>
            <ac:spMk id="25" creationId="{00000000-0000-0000-0000-000000000000}"/>
          </ac:spMkLst>
        </pc:spChg>
        <pc:spChg chg="mod">
          <ac:chgData name="Trevoir Williams" userId="6a45007046124a3d" providerId="LiveId" clId="{53D5EA3C-0847-4EC1-9FDC-43DBDAEAF41A}" dt="2026-04-29T18:41:47.865" v="484" actId="26606"/>
          <ac:spMkLst>
            <pc:docMk/>
            <pc:sldMk cId="0" sldId="285"/>
            <ac:spMk id="26" creationId="{00000000-0000-0000-0000-000000000000}"/>
          </ac:spMkLst>
        </pc:spChg>
        <pc:spChg chg="mod">
          <ac:chgData name="Trevoir Williams" userId="6a45007046124a3d" providerId="LiveId" clId="{53D5EA3C-0847-4EC1-9FDC-43DBDAEAF41A}" dt="2026-04-29T18:41:47.865" v="484" actId="26606"/>
          <ac:spMkLst>
            <pc:docMk/>
            <pc:sldMk cId="0" sldId="285"/>
            <ac:spMk id="27"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286"/>
        </pc:sldMkLst>
        <pc:spChg chg="mod">
          <ac:chgData name="Trevoir Williams" userId="6a45007046124a3d" providerId="LiveId" clId="{53D5EA3C-0847-4EC1-9FDC-43DBDAEAF41A}" dt="2026-04-29T18:36:33.074" v="162" actId="26606"/>
          <ac:spMkLst>
            <pc:docMk/>
            <pc:sldMk cId="0" sldId="286"/>
            <ac:spMk id="3" creationId="{00000000-0000-0000-0000-000000000000}"/>
          </ac:spMkLst>
        </pc:spChg>
        <pc:spChg chg="mod">
          <ac:chgData name="Trevoir Williams" userId="6a45007046124a3d" providerId="LiveId" clId="{53D5EA3C-0847-4EC1-9FDC-43DBDAEAF41A}" dt="2026-04-29T18:55:15.741" v="608" actId="27636"/>
          <ac:spMkLst>
            <pc:docMk/>
            <pc:sldMk cId="0" sldId="286"/>
            <ac:spMk id="4" creationId="{00000000-0000-0000-0000-000000000000}"/>
          </ac:spMkLst>
        </pc:spChg>
        <pc:spChg chg="mod">
          <ac:chgData name="Trevoir Williams" userId="6a45007046124a3d" providerId="LiveId" clId="{53D5EA3C-0847-4EC1-9FDC-43DBDAEAF41A}" dt="2026-04-29T18:41:47.865" v="484" actId="26606"/>
          <ac:spMkLst>
            <pc:docMk/>
            <pc:sldMk cId="0" sldId="286"/>
            <ac:spMk id="14" creationId="{00000000-0000-0000-0000-000000000000}"/>
          </ac:spMkLst>
        </pc:spChg>
        <pc:spChg chg="mod">
          <ac:chgData name="Trevoir Williams" userId="6a45007046124a3d" providerId="LiveId" clId="{53D5EA3C-0847-4EC1-9FDC-43DBDAEAF41A}" dt="2026-04-29T18:41:47.865" v="484" actId="26606"/>
          <ac:spMkLst>
            <pc:docMk/>
            <pc:sldMk cId="0" sldId="286"/>
            <ac:spMk id="15" creationId="{00000000-0000-0000-0000-000000000000}"/>
          </ac:spMkLst>
        </pc:spChg>
        <pc:spChg chg="mod">
          <ac:chgData name="Trevoir Williams" userId="6a45007046124a3d" providerId="LiveId" clId="{53D5EA3C-0847-4EC1-9FDC-43DBDAEAF41A}" dt="2026-04-29T20:52:00.045" v="898" actId="26606"/>
          <ac:spMkLst>
            <pc:docMk/>
            <pc:sldMk cId="0" sldId="286"/>
            <ac:spMk id="16" creationId="{00000000-0000-0000-0000-000000000000}"/>
          </ac:spMkLst>
        </pc:spChg>
      </pc:sldChg>
      <pc:sldChg chg="modSp add del mod">
        <pc:chgData name="Trevoir Williams" userId="6a45007046124a3d" providerId="LiveId" clId="{53D5EA3C-0847-4EC1-9FDC-43DBDAEAF41A}" dt="2026-04-29T18:55:15.829" v="609" actId="27636"/>
        <pc:sldMkLst>
          <pc:docMk/>
          <pc:sldMk cId="0" sldId="287"/>
        </pc:sldMkLst>
        <pc:spChg chg="mod">
          <ac:chgData name="Trevoir Williams" userId="6a45007046124a3d" providerId="LiveId" clId="{53D5EA3C-0847-4EC1-9FDC-43DBDAEAF41A}" dt="2026-04-29T18:36:33.074" v="162" actId="26606"/>
          <ac:spMkLst>
            <pc:docMk/>
            <pc:sldMk cId="0" sldId="287"/>
            <ac:spMk id="3" creationId="{00000000-0000-0000-0000-000000000000}"/>
          </ac:spMkLst>
        </pc:spChg>
        <pc:spChg chg="mod">
          <ac:chgData name="Trevoir Williams" userId="6a45007046124a3d" providerId="LiveId" clId="{53D5EA3C-0847-4EC1-9FDC-43DBDAEAF41A}" dt="2026-04-29T18:55:15.829" v="609" actId="27636"/>
          <ac:spMkLst>
            <pc:docMk/>
            <pc:sldMk cId="0" sldId="287"/>
            <ac:spMk id="4" creationId="{00000000-0000-0000-0000-000000000000}"/>
          </ac:spMkLst>
        </pc:spChg>
        <pc:spChg chg="mod">
          <ac:chgData name="Trevoir Williams" userId="6a45007046124a3d" providerId="LiveId" clId="{53D5EA3C-0847-4EC1-9FDC-43DBDAEAF41A}" dt="2026-04-29T18:41:47.865" v="484" actId="26606"/>
          <ac:spMkLst>
            <pc:docMk/>
            <pc:sldMk cId="0" sldId="287"/>
            <ac:spMk id="22" creationId="{00000000-0000-0000-0000-000000000000}"/>
          </ac:spMkLst>
        </pc:spChg>
        <pc:spChg chg="mod">
          <ac:chgData name="Trevoir Williams" userId="6a45007046124a3d" providerId="LiveId" clId="{53D5EA3C-0847-4EC1-9FDC-43DBDAEAF41A}" dt="2026-04-29T18:41:47.865" v="484" actId="26606"/>
          <ac:spMkLst>
            <pc:docMk/>
            <pc:sldMk cId="0" sldId="287"/>
            <ac:spMk id="23" creationId="{00000000-0000-0000-0000-000000000000}"/>
          </ac:spMkLst>
        </pc:spChg>
        <pc:spChg chg="mod">
          <ac:chgData name="Trevoir Williams" userId="6a45007046124a3d" providerId="LiveId" clId="{53D5EA3C-0847-4EC1-9FDC-43DBDAEAF41A}" dt="2026-04-29T18:41:47.865" v="484" actId="26606"/>
          <ac:spMkLst>
            <pc:docMk/>
            <pc:sldMk cId="0" sldId="287"/>
            <ac:spMk id="24" creationId="{00000000-0000-0000-0000-000000000000}"/>
          </ac:spMkLst>
        </pc:spChg>
        <pc:spChg chg="mod">
          <ac:chgData name="Trevoir Williams" userId="6a45007046124a3d" providerId="LiveId" clId="{53D5EA3C-0847-4EC1-9FDC-43DBDAEAF41A}" dt="2026-04-29T18:41:47.865" v="484" actId="26606"/>
          <ac:spMkLst>
            <pc:docMk/>
            <pc:sldMk cId="0" sldId="287"/>
            <ac:spMk id="25" creationId="{00000000-0000-0000-0000-000000000000}"/>
          </ac:spMkLst>
        </pc:spChg>
      </pc:sldChg>
      <pc:sldChg chg="modSp add del mod">
        <pc:chgData name="Trevoir Williams" userId="6a45007046124a3d" providerId="LiveId" clId="{53D5EA3C-0847-4EC1-9FDC-43DBDAEAF41A}" dt="2026-04-29T18:55:15.962" v="611" actId="27636"/>
        <pc:sldMkLst>
          <pc:docMk/>
          <pc:sldMk cId="0" sldId="288"/>
        </pc:sldMkLst>
        <pc:spChg chg="mod">
          <ac:chgData name="Trevoir Williams" userId="6a45007046124a3d" providerId="LiveId" clId="{53D5EA3C-0847-4EC1-9FDC-43DBDAEAF41A}" dt="2026-04-29T18:55:15.960" v="610" actId="27636"/>
          <ac:spMkLst>
            <pc:docMk/>
            <pc:sldMk cId="0" sldId="288"/>
            <ac:spMk id="3" creationId="{00000000-0000-0000-0000-000000000000}"/>
          </ac:spMkLst>
        </pc:spChg>
        <pc:spChg chg="mod">
          <ac:chgData name="Trevoir Williams" userId="6a45007046124a3d" providerId="LiveId" clId="{53D5EA3C-0847-4EC1-9FDC-43DBDAEAF41A}" dt="2026-04-29T18:55:15.962" v="611" actId="27636"/>
          <ac:spMkLst>
            <pc:docMk/>
            <pc:sldMk cId="0" sldId="288"/>
            <ac:spMk id="4" creationId="{00000000-0000-0000-0000-000000000000}"/>
          </ac:spMkLst>
        </pc:spChg>
        <pc:spChg chg="mod">
          <ac:chgData name="Trevoir Williams" userId="6a45007046124a3d" providerId="LiveId" clId="{53D5EA3C-0847-4EC1-9FDC-43DBDAEAF41A}" dt="2026-04-29T18:41:47.865" v="484" actId="26606"/>
          <ac:spMkLst>
            <pc:docMk/>
            <pc:sldMk cId="0" sldId="288"/>
            <ac:spMk id="28" creationId="{00000000-0000-0000-0000-000000000000}"/>
          </ac:spMkLst>
        </pc:spChg>
        <pc:spChg chg="mod">
          <ac:chgData name="Trevoir Williams" userId="6a45007046124a3d" providerId="LiveId" clId="{53D5EA3C-0847-4EC1-9FDC-43DBDAEAF41A}" dt="2026-04-29T18:41:47.865" v="484" actId="26606"/>
          <ac:spMkLst>
            <pc:docMk/>
            <pc:sldMk cId="0" sldId="288"/>
            <ac:spMk id="29" creationId="{00000000-0000-0000-0000-000000000000}"/>
          </ac:spMkLst>
        </pc:spChg>
        <pc:spChg chg="mod">
          <ac:chgData name="Trevoir Williams" userId="6a45007046124a3d" providerId="LiveId" clId="{53D5EA3C-0847-4EC1-9FDC-43DBDAEAF41A}" dt="2026-04-29T18:41:47.865" v="484" actId="26606"/>
          <ac:spMkLst>
            <pc:docMk/>
            <pc:sldMk cId="0" sldId="288"/>
            <ac:spMk id="30" creationId="{00000000-0000-0000-0000-000000000000}"/>
          </ac:spMkLst>
        </pc:spChg>
      </pc:sldChg>
      <pc:sldChg chg="modSp add del mod">
        <pc:chgData name="Trevoir Williams" userId="6a45007046124a3d" providerId="LiveId" clId="{53D5EA3C-0847-4EC1-9FDC-43DBDAEAF41A}" dt="2026-04-29T19:59:24.480" v="880" actId="27636"/>
        <pc:sldMkLst>
          <pc:docMk/>
          <pc:sldMk cId="0" sldId="289"/>
        </pc:sldMkLst>
        <pc:spChg chg="mod">
          <ac:chgData name="Trevoir Williams" userId="6a45007046124a3d" providerId="LiveId" clId="{53D5EA3C-0847-4EC1-9FDC-43DBDAEAF41A}" dt="2026-04-29T18:36:34.494" v="170" actId="27636"/>
          <ac:spMkLst>
            <pc:docMk/>
            <pc:sldMk cId="0" sldId="289"/>
            <ac:spMk id="3" creationId="{00000000-0000-0000-0000-000000000000}"/>
          </ac:spMkLst>
        </pc:spChg>
        <pc:spChg chg="mod">
          <ac:chgData name="Trevoir Williams" userId="6a45007046124a3d" providerId="LiveId" clId="{53D5EA3C-0847-4EC1-9FDC-43DBDAEAF41A}" dt="2026-04-29T19:59:24.480" v="880" actId="27636"/>
          <ac:spMkLst>
            <pc:docMk/>
            <pc:sldMk cId="0" sldId="289"/>
            <ac:spMk id="4" creationId="{00000000-0000-0000-0000-000000000000}"/>
          </ac:spMkLst>
        </pc:spChg>
        <pc:spChg chg="mod">
          <ac:chgData name="Trevoir Williams" userId="6a45007046124a3d" providerId="LiveId" clId="{53D5EA3C-0847-4EC1-9FDC-43DBDAEAF41A}" dt="2026-04-29T18:41:47.865" v="484" actId="26606"/>
          <ac:spMkLst>
            <pc:docMk/>
            <pc:sldMk cId="0" sldId="289"/>
            <ac:spMk id="7" creationId="{00000000-0000-0000-0000-000000000000}"/>
          </ac:spMkLst>
        </pc:spChg>
        <pc:spChg chg="mod">
          <ac:chgData name="Trevoir Williams" userId="6a45007046124a3d" providerId="LiveId" clId="{53D5EA3C-0847-4EC1-9FDC-43DBDAEAF41A}" dt="2026-04-29T19:59:24.464" v="878" actId="27636"/>
          <ac:spMkLst>
            <pc:docMk/>
            <pc:sldMk cId="0" sldId="289"/>
            <ac:spMk id="9" creationId="{00000000-0000-0000-0000-000000000000}"/>
          </ac:spMkLst>
        </pc:spChg>
        <pc:spChg chg="mod">
          <ac:chgData name="Trevoir Williams" userId="6a45007046124a3d" providerId="LiveId" clId="{53D5EA3C-0847-4EC1-9FDC-43DBDAEAF41A}" dt="2026-04-29T19:59:24.474" v="879" actId="27636"/>
          <ac:spMkLst>
            <pc:docMk/>
            <pc:sldMk cId="0" sldId="289"/>
            <ac:spMk id="14" creationId="{00000000-0000-0000-0000-000000000000}"/>
          </ac:spMkLst>
        </pc:spChg>
        <pc:spChg chg="mod">
          <ac:chgData name="Trevoir Williams" userId="6a45007046124a3d" providerId="LiveId" clId="{53D5EA3C-0847-4EC1-9FDC-43DBDAEAF41A}" dt="2026-04-29T18:41:47.865" v="484" actId="26606"/>
          <ac:spMkLst>
            <pc:docMk/>
            <pc:sldMk cId="0" sldId="289"/>
            <ac:spMk id="18" creationId="{00000000-0000-0000-0000-000000000000}"/>
          </ac:spMkLst>
        </pc:spChg>
        <pc:spChg chg="mod">
          <ac:chgData name="Trevoir Williams" userId="6a45007046124a3d" providerId="LiveId" clId="{53D5EA3C-0847-4EC1-9FDC-43DBDAEAF41A}" dt="2026-04-29T18:41:47.865" v="484" actId="26606"/>
          <ac:spMkLst>
            <pc:docMk/>
            <pc:sldMk cId="0" sldId="289"/>
            <ac:spMk id="19" creationId="{00000000-0000-0000-0000-000000000000}"/>
          </ac:spMkLst>
        </pc:spChg>
      </pc:sldChg>
      <pc:sldChg chg="modSp add del mod">
        <pc:chgData name="Trevoir Williams" userId="6a45007046124a3d" providerId="LiveId" clId="{53D5EA3C-0847-4EC1-9FDC-43DBDAEAF41A}" dt="2026-04-29T19:58:42.138" v="699" actId="27636"/>
        <pc:sldMkLst>
          <pc:docMk/>
          <pc:sldMk cId="0" sldId="290"/>
        </pc:sldMkLst>
        <pc:spChg chg="mod">
          <ac:chgData name="Trevoir Williams" userId="6a45007046124a3d" providerId="LiveId" clId="{53D5EA3C-0847-4EC1-9FDC-43DBDAEAF41A}" dt="2026-04-29T18:36:34.803" v="171" actId="27636"/>
          <ac:spMkLst>
            <pc:docMk/>
            <pc:sldMk cId="0" sldId="290"/>
            <ac:spMk id="3" creationId="{00000000-0000-0000-0000-000000000000}"/>
          </ac:spMkLst>
        </pc:spChg>
        <pc:spChg chg="mod">
          <ac:chgData name="Trevoir Williams" userId="6a45007046124a3d" providerId="LiveId" clId="{53D5EA3C-0847-4EC1-9FDC-43DBDAEAF41A}" dt="2026-04-29T19:58:42.138" v="699" actId="27636"/>
          <ac:spMkLst>
            <pc:docMk/>
            <pc:sldMk cId="0" sldId="290"/>
            <ac:spMk id="4" creationId="{00000000-0000-0000-0000-000000000000}"/>
          </ac:spMkLst>
        </pc:spChg>
        <pc:spChg chg="mod">
          <ac:chgData name="Trevoir Williams" userId="6a45007046124a3d" providerId="LiveId" clId="{53D5EA3C-0847-4EC1-9FDC-43DBDAEAF41A}" dt="2026-04-29T19:58:42.132" v="697" actId="27636"/>
          <ac:spMkLst>
            <pc:docMk/>
            <pc:sldMk cId="0" sldId="290"/>
            <ac:spMk id="7" creationId="{00000000-0000-0000-0000-000000000000}"/>
          </ac:spMkLst>
        </pc:spChg>
        <pc:spChg chg="mod">
          <ac:chgData name="Trevoir Williams" userId="6a45007046124a3d" providerId="LiveId" clId="{53D5EA3C-0847-4EC1-9FDC-43DBDAEAF41A}" dt="2026-04-29T19:58:42.136" v="698" actId="27636"/>
          <ac:spMkLst>
            <pc:docMk/>
            <pc:sldMk cId="0" sldId="290"/>
            <ac:spMk id="9" creationId="{00000000-0000-0000-0000-000000000000}"/>
          </ac:spMkLst>
        </pc:spChg>
        <pc:spChg chg="mod">
          <ac:chgData name="Trevoir Williams" userId="6a45007046124a3d" providerId="LiveId" clId="{53D5EA3C-0847-4EC1-9FDC-43DBDAEAF41A}" dt="2026-04-29T19:58:42.126" v="696" actId="27636"/>
          <ac:spMkLst>
            <pc:docMk/>
            <pc:sldMk cId="0" sldId="290"/>
            <ac:spMk id="14" creationId="{00000000-0000-0000-0000-000000000000}"/>
          </ac:spMkLst>
        </pc:spChg>
        <pc:spChg chg="mod">
          <ac:chgData name="Trevoir Williams" userId="6a45007046124a3d" providerId="LiveId" clId="{53D5EA3C-0847-4EC1-9FDC-43DBDAEAF41A}" dt="2026-04-29T18:41:47.865" v="484" actId="26606"/>
          <ac:spMkLst>
            <pc:docMk/>
            <pc:sldMk cId="0" sldId="290"/>
            <ac:spMk id="18" creationId="{00000000-0000-0000-0000-000000000000}"/>
          </ac:spMkLst>
        </pc:spChg>
        <pc:spChg chg="mod">
          <ac:chgData name="Trevoir Williams" userId="6a45007046124a3d" providerId="LiveId" clId="{53D5EA3C-0847-4EC1-9FDC-43DBDAEAF41A}" dt="2026-04-29T18:41:47.865" v="484" actId="26606"/>
          <ac:spMkLst>
            <pc:docMk/>
            <pc:sldMk cId="0" sldId="290"/>
            <ac:spMk id="19" creationId="{00000000-0000-0000-0000-000000000000}"/>
          </ac:spMkLst>
        </pc:spChg>
      </pc:sldChg>
      <pc:sldChg chg="modSp add del mod">
        <pc:chgData name="Trevoir Williams" userId="6a45007046124a3d" providerId="LiveId" clId="{53D5EA3C-0847-4EC1-9FDC-43DBDAEAF41A}" dt="2026-04-29T19:58:42.274" v="703" actId="27636"/>
        <pc:sldMkLst>
          <pc:docMk/>
          <pc:sldMk cId="0" sldId="291"/>
        </pc:sldMkLst>
        <pc:spChg chg="mod">
          <ac:chgData name="Trevoir Williams" userId="6a45007046124a3d" providerId="LiveId" clId="{53D5EA3C-0847-4EC1-9FDC-43DBDAEAF41A}" dt="2026-04-29T19:58:42.263" v="700" actId="27636"/>
          <ac:spMkLst>
            <pc:docMk/>
            <pc:sldMk cId="0" sldId="291"/>
            <ac:spMk id="3" creationId="{00000000-0000-0000-0000-000000000000}"/>
          </ac:spMkLst>
        </pc:spChg>
        <pc:spChg chg="mod">
          <ac:chgData name="Trevoir Williams" userId="6a45007046124a3d" providerId="LiveId" clId="{53D5EA3C-0847-4EC1-9FDC-43DBDAEAF41A}" dt="2026-04-29T19:58:42.274" v="703" actId="27636"/>
          <ac:spMkLst>
            <pc:docMk/>
            <pc:sldMk cId="0" sldId="291"/>
            <ac:spMk id="4" creationId="{00000000-0000-0000-0000-000000000000}"/>
          </ac:spMkLst>
        </pc:spChg>
        <pc:spChg chg="mod">
          <ac:chgData name="Trevoir Williams" userId="6a45007046124a3d" providerId="LiveId" clId="{53D5EA3C-0847-4EC1-9FDC-43DBDAEAF41A}" dt="2026-04-29T19:58:42.267" v="701" actId="27636"/>
          <ac:spMkLst>
            <pc:docMk/>
            <pc:sldMk cId="0" sldId="291"/>
            <ac:spMk id="7" creationId="{00000000-0000-0000-0000-000000000000}"/>
          </ac:spMkLst>
        </pc:spChg>
        <pc:spChg chg="mod">
          <ac:chgData name="Trevoir Williams" userId="6a45007046124a3d" providerId="LiveId" clId="{53D5EA3C-0847-4EC1-9FDC-43DBDAEAF41A}" dt="2026-04-29T19:58:42.271" v="702" actId="27636"/>
          <ac:spMkLst>
            <pc:docMk/>
            <pc:sldMk cId="0" sldId="291"/>
            <ac:spMk id="9" creationId="{00000000-0000-0000-0000-000000000000}"/>
          </ac:spMkLst>
        </pc:spChg>
        <pc:spChg chg="mod">
          <ac:chgData name="Trevoir Williams" userId="6a45007046124a3d" providerId="LiveId" clId="{53D5EA3C-0847-4EC1-9FDC-43DBDAEAF41A}" dt="2026-04-29T18:41:47.865" v="484" actId="26606"/>
          <ac:spMkLst>
            <pc:docMk/>
            <pc:sldMk cId="0" sldId="291"/>
            <ac:spMk id="14" creationId="{00000000-0000-0000-0000-000000000000}"/>
          </ac:spMkLst>
        </pc:spChg>
        <pc:spChg chg="mod">
          <ac:chgData name="Trevoir Williams" userId="6a45007046124a3d" providerId="LiveId" clId="{53D5EA3C-0847-4EC1-9FDC-43DBDAEAF41A}" dt="2026-04-29T18:41:47.865" v="484" actId="26606"/>
          <ac:spMkLst>
            <pc:docMk/>
            <pc:sldMk cId="0" sldId="291"/>
            <ac:spMk id="16" creationId="{00000000-0000-0000-0000-000000000000}"/>
          </ac:spMkLst>
        </pc:spChg>
        <pc:spChg chg="mod">
          <ac:chgData name="Trevoir Williams" userId="6a45007046124a3d" providerId="LiveId" clId="{53D5EA3C-0847-4EC1-9FDC-43DBDAEAF41A}" dt="2026-04-29T18:41:47.865" v="484" actId="26606"/>
          <ac:spMkLst>
            <pc:docMk/>
            <pc:sldMk cId="0" sldId="291"/>
            <ac:spMk id="17" creationId="{00000000-0000-0000-0000-000000000000}"/>
          </ac:spMkLst>
        </pc:spChg>
      </pc:sldChg>
      <pc:sldChg chg="modSp add del mod">
        <pc:chgData name="Trevoir Williams" userId="6a45007046124a3d" providerId="LiveId" clId="{53D5EA3C-0847-4EC1-9FDC-43DBDAEAF41A}" dt="2026-04-29T19:58:42.350" v="705" actId="27636"/>
        <pc:sldMkLst>
          <pc:docMk/>
          <pc:sldMk cId="0" sldId="292"/>
        </pc:sldMkLst>
        <pc:spChg chg="mod">
          <ac:chgData name="Trevoir Williams" userId="6a45007046124a3d" providerId="LiveId" clId="{53D5EA3C-0847-4EC1-9FDC-43DBDAEAF41A}" dt="2026-04-29T18:36:33.074" v="162" actId="26606"/>
          <ac:spMkLst>
            <pc:docMk/>
            <pc:sldMk cId="0" sldId="292"/>
            <ac:spMk id="3" creationId="{00000000-0000-0000-0000-000000000000}"/>
          </ac:spMkLst>
        </pc:spChg>
        <pc:spChg chg="mod">
          <ac:chgData name="Trevoir Williams" userId="6a45007046124a3d" providerId="LiveId" clId="{53D5EA3C-0847-4EC1-9FDC-43DBDAEAF41A}" dt="2026-04-29T19:58:42.350" v="705" actId="27636"/>
          <ac:spMkLst>
            <pc:docMk/>
            <pc:sldMk cId="0" sldId="292"/>
            <ac:spMk id="4" creationId="{00000000-0000-0000-0000-000000000000}"/>
          </ac:spMkLst>
        </pc:spChg>
        <pc:spChg chg="mod">
          <ac:chgData name="Trevoir Williams" userId="6a45007046124a3d" providerId="LiveId" clId="{53D5EA3C-0847-4EC1-9FDC-43DBDAEAF41A}" dt="2026-04-29T18:41:47.865" v="484" actId="26606"/>
          <ac:spMkLst>
            <pc:docMk/>
            <pc:sldMk cId="0" sldId="292"/>
            <ac:spMk id="7" creationId="{00000000-0000-0000-0000-000000000000}"/>
          </ac:spMkLst>
        </pc:spChg>
        <pc:spChg chg="mod">
          <ac:chgData name="Trevoir Williams" userId="6a45007046124a3d" providerId="LiveId" clId="{53D5EA3C-0847-4EC1-9FDC-43DBDAEAF41A}" dt="2026-04-29T19:58:42.349" v="704" actId="27636"/>
          <ac:spMkLst>
            <pc:docMk/>
            <pc:sldMk cId="0" sldId="292"/>
            <ac:spMk id="9" creationId="{00000000-0000-0000-0000-000000000000}"/>
          </ac:spMkLst>
        </pc:spChg>
        <pc:spChg chg="mod">
          <ac:chgData name="Trevoir Williams" userId="6a45007046124a3d" providerId="LiveId" clId="{53D5EA3C-0847-4EC1-9FDC-43DBDAEAF41A}" dt="2026-04-29T18:41:47.865" v="484" actId="26606"/>
          <ac:spMkLst>
            <pc:docMk/>
            <pc:sldMk cId="0" sldId="292"/>
            <ac:spMk id="14" creationId="{00000000-0000-0000-0000-000000000000}"/>
          </ac:spMkLst>
        </pc:spChg>
        <pc:spChg chg="mod">
          <ac:chgData name="Trevoir Williams" userId="6a45007046124a3d" providerId="LiveId" clId="{53D5EA3C-0847-4EC1-9FDC-43DBDAEAF41A}" dt="2026-04-29T18:41:47.865" v="484" actId="26606"/>
          <ac:spMkLst>
            <pc:docMk/>
            <pc:sldMk cId="0" sldId="292"/>
            <ac:spMk id="16" creationId="{00000000-0000-0000-0000-000000000000}"/>
          </ac:spMkLst>
        </pc:spChg>
        <pc:spChg chg="mod">
          <ac:chgData name="Trevoir Williams" userId="6a45007046124a3d" providerId="LiveId" clId="{53D5EA3C-0847-4EC1-9FDC-43DBDAEAF41A}" dt="2026-04-29T18:41:47.865" v="484" actId="26606"/>
          <ac:spMkLst>
            <pc:docMk/>
            <pc:sldMk cId="0" sldId="292"/>
            <ac:spMk id="17" creationId="{00000000-0000-0000-0000-000000000000}"/>
          </ac:spMkLst>
        </pc:spChg>
      </pc:sldChg>
      <pc:sldChg chg="modSp add del mod">
        <pc:chgData name="Trevoir Williams" userId="6a45007046124a3d" providerId="LiveId" clId="{53D5EA3C-0847-4EC1-9FDC-43DBDAEAF41A}" dt="2026-04-29T19:58:42.512" v="709" actId="27636"/>
        <pc:sldMkLst>
          <pc:docMk/>
          <pc:sldMk cId="0" sldId="293"/>
        </pc:sldMkLst>
        <pc:spChg chg="mod">
          <ac:chgData name="Trevoir Williams" userId="6a45007046124a3d" providerId="LiveId" clId="{53D5EA3C-0847-4EC1-9FDC-43DBDAEAF41A}" dt="2026-04-29T19:58:42.498" v="706" actId="27636"/>
          <ac:spMkLst>
            <pc:docMk/>
            <pc:sldMk cId="0" sldId="293"/>
            <ac:spMk id="3" creationId="{00000000-0000-0000-0000-000000000000}"/>
          </ac:spMkLst>
        </pc:spChg>
        <pc:spChg chg="mod">
          <ac:chgData name="Trevoir Williams" userId="6a45007046124a3d" providerId="LiveId" clId="{53D5EA3C-0847-4EC1-9FDC-43DBDAEAF41A}" dt="2026-04-29T19:58:42.506" v="708" actId="27636"/>
          <ac:spMkLst>
            <pc:docMk/>
            <pc:sldMk cId="0" sldId="293"/>
            <ac:spMk id="4" creationId="{00000000-0000-0000-0000-000000000000}"/>
          </ac:spMkLst>
        </pc:spChg>
        <pc:spChg chg="mod">
          <ac:chgData name="Trevoir Williams" userId="6a45007046124a3d" providerId="LiveId" clId="{53D5EA3C-0847-4EC1-9FDC-43DBDAEAF41A}" dt="2026-04-29T19:58:42.512" v="709" actId="27636"/>
          <ac:spMkLst>
            <pc:docMk/>
            <pc:sldMk cId="0" sldId="293"/>
            <ac:spMk id="7" creationId="{00000000-0000-0000-0000-000000000000}"/>
          </ac:spMkLst>
        </pc:spChg>
        <pc:spChg chg="mod">
          <ac:chgData name="Trevoir Williams" userId="6a45007046124a3d" providerId="LiveId" clId="{53D5EA3C-0847-4EC1-9FDC-43DBDAEAF41A}" dt="2026-04-29T19:58:42.502" v="707" actId="27636"/>
          <ac:spMkLst>
            <pc:docMk/>
            <pc:sldMk cId="0" sldId="293"/>
            <ac:spMk id="9" creationId="{00000000-0000-0000-0000-000000000000}"/>
          </ac:spMkLst>
        </pc:spChg>
        <pc:spChg chg="mod">
          <ac:chgData name="Trevoir Williams" userId="6a45007046124a3d" providerId="LiveId" clId="{53D5EA3C-0847-4EC1-9FDC-43DBDAEAF41A}" dt="2026-04-29T18:41:47.865" v="484" actId="26606"/>
          <ac:spMkLst>
            <pc:docMk/>
            <pc:sldMk cId="0" sldId="293"/>
            <ac:spMk id="14" creationId="{00000000-0000-0000-0000-000000000000}"/>
          </ac:spMkLst>
        </pc:spChg>
        <pc:spChg chg="mod">
          <ac:chgData name="Trevoir Williams" userId="6a45007046124a3d" providerId="LiveId" clId="{53D5EA3C-0847-4EC1-9FDC-43DBDAEAF41A}" dt="2026-04-29T18:41:47.865" v="484" actId="26606"/>
          <ac:spMkLst>
            <pc:docMk/>
            <pc:sldMk cId="0" sldId="293"/>
            <ac:spMk id="16" creationId="{00000000-0000-0000-0000-000000000000}"/>
          </ac:spMkLst>
        </pc:spChg>
        <pc:spChg chg="mod">
          <ac:chgData name="Trevoir Williams" userId="6a45007046124a3d" providerId="LiveId" clId="{53D5EA3C-0847-4EC1-9FDC-43DBDAEAF41A}" dt="2026-04-29T18:41:47.865" v="484" actId="26606"/>
          <ac:spMkLst>
            <pc:docMk/>
            <pc:sldMk cId="0" sldId="293"/>
            <ac:spMk id="17" creationId="{00000000-0000-0000-0000-000000000000}"/>
          </ac:spMkLst>
        </pc:spChg>
      </pc:sldChg>
      <pc:sldChg chg="modSp add del mod">
        <pc:chgData name="Trevoir Williams" userId="6a45007046124a3d" providerId="LiveId" clId="{53D5EA3C-0847-4EC1-9FDC-43DBDAEAF41A}" dt="2026-04-29T19:27:37.005" v="667" actId="27636"/>
        <pc:sldMkLst>
          <pc:docMk/>
          <pc:sldMk cId="0" sldId="294"/>
        </pc:sldMkLst>
        <pc:spChg chg="mod">
          <ac:chgData name="Trevoir Williams" userId="6a45007046124a3d" providerId="LiveId" clId="{53D5EA3C-0847-4EC1-9FDC-43DBDAEAF41A}" dt="2026-04-29T18:36:33.074" v="162" actId="26606"/>
          <ac:spMkLst>
            <pc:docMk/>
            <pc:sldMk cId="0" sldId="294"/>
            <ac:spMk id="3" creationId="{00000000-0000-0000-0000-000000000000}"/>
          </ac:spMkLst>
        </pc:spChg>
        <pc:spChg chg="mod">
          <ac:chgData name="Trevoir Williams" userId="6a45007046124a3d" providerId="LiveId" clId="{53D5EA3C-0847-4EC1-9FDC-43DBDAEAF41A}" dt="2026-04-29T19:27:37.005" v="667" actId="27636"/>
          <ac:spMkLst>
            <pc:docMk/>
            <pc:sldMk cId="0" sldId="294"/>
            <ac:spMk id="4" creationId="{00000000-0000-0000-0000-000000000000}"/>
          </ac:spMkLst>
        </pc:spChg>
        <pc:spChg chg="mod">
          <ac:chgData name="Trevoir Williams" userId="6a45007046124a3d" providerId="LiveId" clId="{53D5EA3C-0847-4EC1-9FDC-43DBDAEAF41A}" dt="2026-04-29T19:27:36.997" v="665" actId="27636"/>
          <ac:spMkLst>
            <pc:docMk/>
            <pc:sldMk cId="0" sldId="294"/>
            <ac:spMk id="8" creationId="{00000000-0000-0000-0000-000000000000}"/>
          </ac:spMkLst>
        </pc:spChg>
        <pc:spChg chg="mod">
          <ac:chgData name="Trevoir Williams" userId="6a45007046124a3d" providerId="LiveId" clId="{53D5EA3C-0847-4EC1-9FDC-43DBDAEAF41A}" dt="2026-04-29T19:27:36.994" v="664" actId="27636"/>
          <ac:spMkLst>
            <pc:docMk/>
            <pc:sldMk cId="0" sldId="294"/>
            <ac:spMk id="12" creationId="{00000000-0000-0000-0000-000000000000}"/>
          </ac:spMkLst>
        </pc:spChg>
        <pc:spChg chg="mod">
          <ac:chgData name="Trevoir Williams" userId="6a45007046124a3d" providerId="LiveId" clId="{53D5EA3C-0847-4EC1-9FDC-43DBDAEAF41A}" dt="2026-04-29T19:27:36.998" v="666" actId="27636"/>
          <ac:spMkLst>
            <pc:docMk/>
            <pc:sldMk cId="0" sldId="294"/>
            <ac:spMk id="16" creationId="{00000000-0000-0000-0000-000000000000}"/>
          </ac:spMkLst>
        </pc:spChg>
        <pc:spChg chg="mod">
          <ac:chgData name="Trevoir Williams" userId="6a45007046124a3d" providerId="LiveId" clId="{53D5EA3C-0847-4EC1-9FDC-43DBDAEAF41A}" dt="2026-04-29T18:41:47.865" v="484" actId="26606"/>
          <ac:spMkLst>
            <pc:docMk/>
            <pc:sldMk cId="0" sldId="294"/>
            <ac:spMk id="20" creationId="{00000000-0000-0000-0000-000000000000}"/>
          </ac:spMkLst>
        </pc:spChg>
        <pc:spChg chg="mod">
          <ac:chgData name="Trevoir Williams" userId="6a45007046124a3d" providerId="LiveId" clId="{53D5EA3C-0847-4EC1-9FDC-43DBDAEAF41A}" dt="2026-04-29T18:41:47.865" v="484" actId="26606"/>
          <ac:spMkLst>
            <pc:docMk/>
            <pc:sldMk cId="0" sldId="294"/>
            <ac:spMk id="22" creationId="{00000000-0000-0000-0000-000000000000}"/>
          </ac:spMkLst>
        </pc:spChg>
        <pc:spChg chg="mod">
          <ac:chgData name="Trevoir Williams" userId="6a45007046124a3d" providerId="LiveId" clId="{53D5EA3C-0847-4EC1-9FDC-43DBDAEAF41A}" dt="2026-04-29T18:41:47.865" v="484" actId="26606"/>
          <ac:spMkLst>
            <pc:docMk/>
            <pc:sldMk cId="0" sldId="294"/>
            <ac:spMk id="24" creationId="{00000000-0000-0000-0000-000000000000}"/>
          </ac:spMkLst>
        </pc:spChg>
        <pc:spChg chg="mod">
          <ac:chgData name="Trevoir Williams" userId="6a45007046124a3d" providerId="LiveId" clId="{53D5EA3C-0847-4EC1-9FDC-43DBDAEAF41A}" dt="2026-04-29T18:41:47.865" v="484" actId="26606"/>
          <ac:spMkLst>
            <pc:docMk/>
            <pc:sldMk cId="0" sldId="294"/>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295"/>
        </pc:sldMkLst>
        <pc:spChg chg="mod">
          <ac:chgData name="Trevoir Williams" userId="6a45007046124a3d" providerId="LiveId" clId="{53D5EA3C-0847-4EC1-9FDC-43DBDAEAF41A}" dt="2026-04-29T20:28:13.734" v="893" actId="26606"/>
          <ac:spMkLst>
            <pc:docMk/>
            <pc:sldMk cId="0" sldId="295"/>
            <ac:spMk id="4" creationId="{00000000-0000-0000-0000-000000000000}"/>
          </ac:spMkLst>
        </pc:spChg>
        <pc:spChg chg="mod">
          <ac:chgData name="Trevoir Williams" userId="6a45007046124a3d" providerId="LiveId" clId="{53D5EA3C-0847-4EC1-9FDC-43DBDAEAF41A}" dt="2026-04-29T20:28:13.734" v="893" actId="26606"/>
          <ac:spMkLst>
            <pc:docMk/>
            <pc:sldMk cId="0" sldId="295"/>
            <ac:spMk id="5" creationId="{00000000-0000-0000-0000-000000000000}"/>
          </ac:spMkLst>
        </pc:spChg>
        <pc:spChg chg="mod">
          <ac:chgData name="Trevoir Williams" userId="6a45007046124a3d" providerId="LiveId" clId="{53D5EA3C-0847-4EC1-9FDC-43DBDAEAF41A}" dt="2026-04-29T20:28:13.734" v="893" actId="26606"/>
          <ac:spMkLst>
            <pc:docMk/>
            <pc:sldMk cId="0" sldId="295"/>
            <ac:spMk id="6" creationId="{00000000-0000-0000-0000-000000000000}"/>
          </ac:spMkLst>
        </pc:spChg>
        <pc:spChg chg="mod">
          <ac:chgData name="Trevoir Williams" userId="6a45007046124a3d" providerId="LiveId" clId="{53D5EA3C-0847-4EC1-9FDC-43DBDAEAF41A}" dt="2026-04-29T20:28:13.734" v="893" actId="26606"/>
          <ac:spMkLst>
            <pc:docMk/>
            <pc:sldMk cId="0" sldId="295"/>
            <ac:spMk id="7" creationId="{00000000-0000-0000-0000-000000000000}"/>
          </ac:spMkLst>
        </pc:spChg>
        <pc:spChg chg="mod">
          <ac:chgData name="Trevoir Williams" userId="6a45007046124a3d" providerId="LiveId" clId="{53D5EA3C-0847-4EC1-9FDC-43DBDAEAF41A}" dt="2026-04-29T18:55:16.143" v="612" actId="27636"/>
          <ac:spMkLst>
            <pc:docMk/>
            <pc:sldMk cId="0" sldId="295"/>
            <ac:spMk id="8" creationId="{00000000-0000-0000-0000-000000000000}"/>
          </ac:spMkLst>
        </pc:spChg>
        <pc:spChg chg="mod">
          <ac:chgData name="Trevoir Williams" userId="6a45007046124a3d" providerId="LiveId" clId="{53D5EA3C-0847-4EC1-9FDC-43DBDAEAF41A}" dt="2026-04-29T20:28:13.734" v="893" actId="26606"/>
          <ac:spMkLst>
            <pc:docMk/>
            <pc:sldMk cId="0" sldId="295"/>
            <ac:spMk id="9" creationId="{00000000-0000-0000-0000-000000000000}"/>
          </ac:spMkLst>
        </pc:spChg>
        <pc:spChg chg="mod">
          <ac:chgData name="Trevoir Williams" userId="6a45007046124a3d" providerId="LiveId" clId="{53D5EA3C-0847-4EC1-9FDC-43DBDAEAF41A}" dt="2026-04-29T20:28:13.734" v="893" actId="26606"/>
          <ac:spMkLst>
            <pc:docMk/>
            <pc:sldMk cId="0" sldId="295"/>
            <ac:spMk id="10" creationId="{00000000-0000-0000-0000-000000000000}"/>
          </ac:spMkLst>
        </pc:spChg>
        <pc:spChg chg="mod">
          <ac:chgData name="Trevoir Williams" userId="6a45007046124a3d" providerId="LiveId" clId="{53D5EA3C-0847-4EC1-9FDC-43DBDAEAF41A}" dt="2026-04-29T20:28:13.734" v="893" actId="26606"/>
          <ac:spMkLst>
            <pc:docMk/>
            <pc:sldMk cId="0" sldId="295"/>
            <ac:spMk id="11" creationId="{00000000-0000-0000-0000-000000000000}"/>
          </ac:spMkLst>
        </pc:spChg>
        <pc:spChg chg="mod">
          <ac:chgData name="Trevoir Williams" userId="6a45007046124a3d" providerId="LiveId" clId="{53D5EA3C-0847-4EC1-9FDC-43DBDAEAF41A}" dt="2026-04-29T20:28:13.734" v="893" actId="26606"/>
          <ac:spMkLst>
            <pc:docMk/>
            <pc:sldMk cId="0" sldId="295"/>
            <ac:spMk id="12" creationId="{00000000-0000-0000-0000-000000000000}"/>
          </ac:spMkLst>
        </pc:spChg>
        <pc:spChg chg="mod">
          <ac:chgData name="Trevoir Williams" userId="6a45007046124a3d" providerId="LiveId" clId="{53D5EA3C-0847-4EC1-9FDC-43DBDAEAF41A}" dt="2026-04-29T20:28:13.734" v="893" actId="26606"/>
          <ac:spMkLst>
            <pc:docMk/>
            <pc:sldMk cId="0" sldId="295"/>
            <ac:spMk id="14" creationId="{00000000-0000-0000-0000-000000000000}"/>
          </ac:spMkLst>
        </pc:spChg>
        <pc:spChg chg="mod">
          <ac:chgData name="Trevoir Williams" userId="6a45007046124a3d" providerId="LiveId" clId="{53D5EA3C-0847-4EC1-9FDC-43DBDAEAF41A}" dt="2026-04-29T20:28:13.734" v="893" actId="26606"/>
          <ac:spMkLst>
            <pc:docMk/>
            <pc:sldMk cId="0" sldId="295"/>
            <ac:spMk id="15" creationId="{00000000-0000-0000-0000-000000000000}"/>
          </ac:spMkLst>
        </pc:spChg>
        <pc:spChg chg="mod">
          <ac:chgData name="Trevoir Williams" userId="6a45007046124a3d" providerId="LiveId" clId="{53D5EA3C-0847-4EC1-9FDC-43DBDAEAF41A}" dt="2026-04-29T18:41:47.865" v="484" actId="26606"/>
          <ac:spMkLst>
            <pc:docMk/>
            <pc:sldMk cId="0" sldId="295"/>
            <ac:spMk id="25" creationId="{00000000-0000-0000-0000-000000000000}"/>
          </ac:spMkLst>
        </pc:spChg>
        <pc:spChg chg="mod">
          <ac:chgData name="Trevoir Williams" userId="6a45007046124a3d" providerId="LiveId" clId="{53D5EA3C-0847-4EC1-9FDC-43DBDAEAF41A}" dt="2026-04-29T18:41:47.865" v="484" actId="26606"/>
          <ac:spMkLst>
            <pc:docMk/>
            <pc:sldMk cId="0" sldId="295"/>
            <ac:spMk id="26" creationId="{00000000-0000-0000-0000-000000000000}"/>
          </ac:spMkLst>
        </pc:spChg>
        <pc:spChg chg="mod">
          <ac:chgData name="Trevoir Williams" userId="6a45007046124a3d" providerId="LiveId" clId="{53D5EA3C-0847-4EC1-9FDC-43DBDAEAF41A}" dt="2026-04-29T18:41:47.865" v="484" actId="26606"/>
          <ac:spMkLst>
            <pc:docMk/>
            <pc:sldMk cId="0" sldId="295"/>
            <ac:spMk id="27"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296"/>
        </pc:sldMkLst>
        <pc:spChg chg="mod">
          <ac:chgData name="Trevoir Williams" userId="6a45007046124a3d" providerId="LiveId" clId="{53D5EA3C-0847-4EC1-9FDC-43DBDAEAF41A}" dt="2026-04-29T18:36:33.074" v="162" actId="26606"/>
          <ac:spMkLst>
            <pc:docMk/>
            <pc:sldMk cId="0" sldId="296"/>
            <ac:spMk id="3" creationId="{00000000-0000-0000-0000-000000000000}"/>
          </ac:spMkLst>
        </pc:spChg>
        <pc:spChg chg="mod">
          <ac:chgData name="Trevoir Williams" userId="6a45007046124a3d" providerId="LiveId" clId="{53D5EA3C-0847-4EC1-9FDC-43DBDAEAF41A}" dt="2026-04-29T18:55:16.310" v="613" actId="27636"/>
          <ac:spMkLst>
            <pc:docMk/>
            <pc:sldMk cId="0" sldId="296"/>
            <ac:spMk id="4" creationId="{00000000-0000-0000-0000-000000000000}"/>
          </ac:spMkLst>
        </pc:spChg>
        <pc:spChg chg="mod">
          <ac:chgData name="Trevoir Williams" userId="6a45007046124a3d" providerId="LiveId" clId="{53D5EA3C-0847-4EC1-9FDC-43DBDAEAF41A}" dt="2026-04-29T18:41:47.865" v="484" actId="26606"/>
          <ac:spMkLst>
            <pc:docMk/>
            <pc:sldMk cId="0" sldId="296"/>
            <ac:spMk id="14" creationId="{00000000-0000-0000-0000-000000000000}"/>
          </ac:spMkLst>
        </pc:spChg>
        <pc:spChg chg="mod">
          <ac:chgData name="Trevoir Williams" userId="6a45007046124a3d" providerId="LiveId" clId="{53D5EA3C-0847-4EC1-9FDC-43DBDAEAF41A}" dt="2026-04-29T18:41:47.865" v="484" actId="26606"/>
          <ac:spMkLst>
            <pc:docMk/>
            <pc:sldMk cId="0" sldId="296"/>
            <ac:spMk id="15" creationId="{00000000-0000-0000-0000-000000000000}"/>
          </ac:spMkLst>
        </pc:spChg>
        <pc:spChg chg="mod">
          <ac:chgData name="Trevoir Williams" userId="6a45007046124a3d" providerId="LiveId" clId="{53D5EA3C-0847-4EC1-9FDC-43DBDAEAF41A}" dt="2026-04-29T20:52:00.045" v="898" actId="26606"/>
          <ac:spMkLst>
            <pc:docMk/>
            <pc:sldMk cId="0" sldId="296"/>
            <ac:spMk id="16" creationId="{00000000-0000-0000-0000-000000000000}"/>
          </ac:spMkLst>
        </pc:spChg>
      </pc:sldChg>
      <pc:sldChg chg="modSp add del mod">
        <pc:chgData name="Trevoir Williams" userId="6a45007046124a3d" providerId="LiveId" clId="{53D5EA3C-0847-4EC1-9FDC-43DBDAEAF41A}" dt="2026-04-29T18:55:16.511" v="614" actId="27636"/>
        <pc:sldMkLst>
          <pc:docMk/>
          <pc:sldMk cId="0" sldId="297"/>
        </pc:sldMkLst>
        <pc:spChg chg="mod">
          <ac:chgData name="Trevoir Williams" userId="6a45007046124a3d" providerId="LiveId" clId="{53D5EA3C-0847-4EC1-9FDC-43DBDAEAF41A}" dt="2026-04-29T18:36:33.074" v="162" actId="26606"/>
          <ac:spMkLst>
            <pc:docMk/>
            <pc:sldMk cId="0" sldId="297"/>
            <ac:spMk id="3" creationId="{00000000-0000-0000-0000-000000000000}"/>
          </ac:spMkLst>
        </pc:spChg>
        <pc:spChg chg="mod">
          <ac:chgData name="Trevoir Williams" userId="6a45007046124a3d" providerId="LiveId" clId="{53D5EA3C-0847-4EC1-9FDC-43DBDAEAF41A}" dt="2026-04-29T18:55:16.511" v="614" actId="27636"/>
          <ac:spMkLst>
            <pc:docMk/>
            <pc:sldMk cId="0" sldId="297"/>
            <ac:spMk id="4" creationId="{00000000-0000-0000-0000-000000000000}"/>
          </ac:spMkLst>
        </pc:spChg>
        <pc:spChg chg="mod">
          <ac:chgData name="Trevoir Williams" userId="6a45007046124a3d" providerId="LiveId" clId="{53D5EA3C-0847-4EC1-9FDC-43DBDAEAF41A}" dt="2026-04-29T18:41:47.865" v="484" actId="26606"/>
          <ac:spMkLst>
            <pc:docMk/>
            <pc:sldMk cId="0" sldId="297"/>
            <ac:spMk id="23" creationId="{00000000-0000-0000-0000-000000000000}"/>
          </ac:spMkLst>
        </pc:spChg>
        <pc:spChg chg="mod">
          <ac:chgData name="Trevoir Williams" userId="6a45007046124a3d" providerId="LiveId" clId="{53D5EA3C-0847-4EC1-9FDC-43DBDAEAF41A}" dt="2026-04-29T18:41:47.865" v="484" actId="26606"/>
          <ac:spMkLst>
            <pc:docMk/>
            <pc:sldMk cId="0" sldId="297"/>
            <ac:spMk id="25" creationId="{00000000-0000-0000-0000-000000000000}"/>
          </ac:spMkLst>
        </pc:spChg>
        <pc:spChg chg="mod">
          <ac:chgData name="Trevoir Williams" userId="6a45007046124a3d" providerId="LiveId" clId="{53D5EA3C-0847-4EC1-9FDC-43DBDAEAF41A}" dt="2026-04-29T18:41:47.865" v="484" actId="26606"/>
          <ac:spMkLst>
            <pc:docMk/>
            <pc:sldMk cId="0" sldId="297"/>
            <ac:spMk id="26" creationId="{00000000-0000-0000-0000-000000000000}"/>
          </ac:spMkLst>
        </pc:spChg>
        <pc:spChg chg="mod">
          <ac:chgData name="Trevoir Williams" userId="6a45007046124a3d" providerId="LiveId" clId="{53D5EA3C-0847-4EC1-9FDC-43DBDAEAF41A}" dt="2026-04-29T18:41:47.865" v="484" actId="26606"/>
          <ac:spMkLst>
            <pc:docMk/>
            <pc:sldMk cId="0" sldId="297"/>
            <ac:spMk id="27" creationId="{00000000-0000-0000-0000-000000000000}"/>
          </ac:spMkLst>
        </pc:spChg>
        <pc:spChg chg="mod">
          <ac:chgData name="Trevoir Williams" userId="6a45007046124a3d" providerId="LiveId" clId="{53D5EA3C-0847-4EC1-9FDC-43DBDAEAF41A}" dt="2026-04-29T18:41:47.865" v="484" actId="26606"/>
          <ac:spMkLst>
            <pc:docMk/>
            <pc:sldMk cId="0" sldId="297"/>
            <ac:spMk id="28"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98"/>
        </pc:sldMkLst>
        <pc:spChg chg="mod">
          <ac:chgData name="Trevoir Williams" userId="6a45007046124a3d" providerId="LiveId" clId="{53D5EA3C-0847-4EC1-9FDC-43DBDAEAF41A}" dt="2026-04-29T18:36:33.074" v="162" actId="26606"/>
          <ac:spMkLst>
            <pc:docMk/>
            <pc:sldMk cId="0" sldId="298"/>
            <ac:spMk id="3" creationId="{00000000-0000-0000-0000-000000000000}"/>
          </ac:spMkLst>
        </pc:spChg>
        <pc:spChg chg="mod">
          <ac:chgData name="Trevoir Williams" userId="6a45007046124a3d" providerId="LiveId" clId="{53D5EA3C-0847-4EC1-9FDC-43DBDAEAF41A}" dt="2026-04-29T18:55:16.822" v="615" actId="27636"/>
          <ac:spMkLst>
            <pc:docMk/>
            <pc:sldMk cId="0" sldId="298"/>
            <ac:spMk id="4" creationId="{00000000-0000-0000-0000-000000000000}"/>
          </ac:spMkLst>
        </pc:spChg>
        <pc:spChg chg="mod">
          <ac:chgData name="Trevoir Williams" userId="6a45007046124a3d" providerId="LiveId" clId="{53D5EA3C-0847-4EC1-9FDC-43DBDAEAF41A}" dt="2026-04-29T18:55:16.829" v="616" actId="27636"/>
          <ac:spMkLst>
            <pc:docMk/>
            <pc:sldMk cId="0" sldId="298"/>
            <ac:spMk id="17" creationId="{00000000-0000-0000-0000-000000000000}"/>
          </ac:spMkLst>
        </pc:spChg>
        <pc:spChg chg="mod">
          <ac:chgData name="Trevoir Williams" userId="6a45007046124a3d" providerId="LiveId" clId="{53D5EA3C-0847-4EC1-9FDC-43DBDAEAF41A}" dt="2026-04-29T18:41:47.865" v="484" actId="26606"/>
          <ac:spMkLst>
            <pc:docMk/>
            <pc:sldMk cId="0" sldId="298"/>
            <ac:spMk id="19" creationId="{00000000-0000-0000-0000-000000000000}"/>
          </ac:spMkLst>
        </pc:spChg>
        <pc:spChg chg="mod">
          <ac:chgData name="Trevoir Williams" userId="6a45007046124a3d" providerId="LiveId" clId="{53D5EA3C-0847-4EC1-9FDC-43DBDAEAF41A}" dt="2026-04-29T18:41:47.865" v="484" actId="26606"/>
          <ac:spMkLst>
            <pc:docMk/>
            <pc:sldMk cId="0" sldId="298"/>
            <ac:spMk id="20" creationId="{00000000-0000-0000-0000-000000000000}"/>
          </ac:spMkLst>
        </pc:spChg>
        <pc:spChg chg="mod">
          <ac:chgData name="Trevoir Williams" userId="6a45007046124a3d" providerId="LiveId" clId="{53D5EA3C-0847-4EC1-9FDC-43DBDAEAF41A}" dt="2026-04-29T18:41:47.865" v="484" actId="26606"/>
          <ac:spMkLst>
            <pc:docMk/>
            <pc:sldMk cId="0" sldId="298"/>
            <ac:spMk id="21" creationId="{00000000-0000-0000-0000-000000000000}"/>
          </ac:spMkLst>
        </pc:spChg>
      </pc:sldChg>
      <pc:sldChg chg="modSp add del mod">
        <pc:chgData name="Trevoir Williams" userId="6a45007046124a3d" providerId="LiveId" clId="{53D5EA3C-0847-4EC1-9FDC-43DBDAEAF41A}" dt="2026-04-29T19:58:42.666" v="712" actId="27636"/>
        <pc:sldMkLst>
          <pc:docMk/>
          <pc:sldMk cId="0" sldId="299"/>
        </pc:sldMkLst>
        <pc:spChg chg="mod">
          <ac:chgData name="Trevoir Williams" userId="6a45007046124a3d" providerId="LiveId" clId="{53D5EA3C-0847-4EC1-9FDC-43DBDAEAF41A}" dt="2026-04-29T18:36:33.074" v="162" actId="26606"/>
          <ac:spMkLst>
            <pc:docMk/>
            <pc:sldMk cId="0" sldId="299"/>
            <ac:spMk id="3" creationId="{00000000-0000-0000-0000-000000000000}"/>
          </ac:spMkLst>
        </pc:spChg>
        <pc:spChg chg="mod">
          <ac:chgData name="Trevoir Williams" userId="6a45007046124a3d" providerId="LiveId" clId="{53D5EA3C-0847-4EC1-9FDC-43DBDAEAF41A}" dt="2026-04-29T19:58:42.666" v="712" actId="27636"/>
          <ac:spMkLst>
            <pc:docMk/>
            <pc:sldMk cId="0" sldId="299"/>
            <ac:spMk id="4" creationId="{00000000-0000-0000-0000-000000000000}"/>
          </ac:spMkLst>
        </pc:spChg>
        <pc:spChg chg="mod">
          <ac:chgData name="Trevoir Williams" userId="6a45007046124a3d" providerId="LiveId" clId="{53D5EA3C-0847-4EC1-9FDC-43DBDAEAF41A}" dt="2026-04-29T19:58:42.660" v="711" actId="27636"/>
          <ac:spMkLst>
            <pc:docMk/>
            <pc:sldMk cId="0" sldId="299"/>
            <ac:spMk id="7" creationId="{00000000-0000-0000-0000-000000000000}"/>
          </ac:spMkLst>
        </pc:spChg>
        <pc:spChg chg="mod">
          <ac:chgData name="Trevoir Williams" userId="6a45007046124a3d" providerId="LiveId" clId="{53D5EA3C-0847-4EC1-9FDC-43DBDAEAF41A}" dt="2026-04-29T19:58:42.650" v="710" actId="27636"/>
          <ac:spMkLst>
            <pc:docMk/>
            <pc:sldMk cId="0" sldId="299"/>
            <ac:spMk id="9" creationId="{00000000-0000-0000-0000-000000000000}"/>
          </ac:spMkLst>
        </pc:spChg>
        <pc:spChg chg="mod">
          <ac:chgData name="Trevoir Williams" userId="6a45007046124a3d" providerId="LiveId" clId="{53D5EA3C-0847-4EC1-9FDC-43DBDAEAF41A}" dt="2026-04-29T18:41:47.865" v="484" actId="26606"/>
          <ac:spMkLst>
            <pc:docMk/>
            <pc:sldMk cId="0" sldId="299"/>
            <ac:spMk id="14" creationId="{00000000-0000-0000-0000-000000000000}"/>
          </ac:spMkLst>
        </pc:spChg>
        <pc:spChg chg="mod">
          <ac:chgData name="Trevoir Williams" userId="6a45007046124a3d" providerId="LiveId" clId="{53D5EA3C-0847-4EC1-9FDC-43DBDAEAF41A}" dt="2026-04-29T18:41:47.865" v="484" actId="26606"/>
          <ac:spMkLst>
            <pc:docMk/>
            <pc:sldMk cId="0" sldId="299"/>
            <ac:spMk id="16" creationId="{00000000-0000-0000-0000-000000000000}"/>
          </ac:spMkLst>
        </pc:spChg>
        <pc:spChg chg="mod">
          <ac:chgData name="Trevoir Williams" userId="6a45007046124a3d" providerId="LiveId" clId="{53D5EA3C-0847-4EC1-9FDC-43DBDAEAF41A}" dt="2026-04-29T18:41:47.865" v="484" actId="26606"/>
          <ac:spMkLst>
            <pc:docMk/>
            <pc:sldMk cId="0" sldId="299"/>
            <ac:spMk id="17"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00"/>
        </pc:sldMkLst>
        <pc:spChg chg="mod">
          <ac:chgData name="Trevoir Williams" userId="6a45007046124a3d" providerId="LiveId" clId="{53D5EA3C-0847-4EC1-9FDC-43DBDAEAF41A}" dt="2026-04-29T18:36:35.286" v="172" actId="27636"/>
          <ac:spMkLst>
            <pc:docMk/>
            <pc:sldMk cId="0" sldId="300"/>
            <ac:spMk id="3" creationId="{00000000-0000-0000-0000-000000000000}"/>
          </ac:spMkLst>
        </pc:spChg>
        <pc:spChg chg="mod">
          <ac:chgData name="Trevoir Williams" userId="6a45007046124a3d" providerId="LiveId" clId="{53D5EA3C-0847-4EC1-9FDC-43DBDAEAF41A}" dt="2026-04-29T18:55:17.087" v="617" actId="27636"/>
          <ac:spMkLst>
            <pc:docMk/>
            <pc:sldMk cId="0" sldId="300"/>
            <ac:spMk id="4" creationId="{00000000-0000-0000-0000-000000000000}"/>
          </ac:spMkLst>
        </pc:spChg>
        <pc:spChg chg="mod">
          <ac:chgData name="Trevoir Williams" userId="6a45007046124a3d" providerId="LiveId" clId="{53D5EA3C-0847-4EC1-9FDC-43DBDAEAF41A}" dt="2026-04-29T18:55:17.094" v="618" actId="27636"/>
          <ac:spMkLst>
            <pc:docMk/>
            <pc:sldMk cId="0" sldId="300"/>
            <ac:spMk id="17" creationId="{00000000-0000-0000-0000-000000000000}"/>
          </ac:spMkLst>
        </pc:spChg>
        <pc:spChg chg="mod">
          <ac:chgData name="Trevoir Williams" userId="6a45007046124a3d" providerId="LiveId" clId="{53D5EA3C-0847-4EC1-9FDC-43DBDAEAF41A}" dt="2026-04-29T18:41:47.865" v="484" actId="26606"/>
          <ac:spMkLst>
            <pc:docMk/>
            <pc:sldMk cId="0" sldId="300"/>
            <ac:spMk id="19" creationId="{00000000-0000-0000-0000-000000000000}"/>
          </ac:spMkLst>
        </pc:spChg>
        <pc:spChg chg="mod">
          <ac:chgData name="Trevoir Williams" userId="6a45007046124a3d" providerId="LiveId" clId="{53D5EA3C-0847-4EC1-9FDC-43DBDAEAF41A}" dt="2026-04-29T18:41:47.865" v="484" actId="26606"/>
          <ac:spMkLst>
            <pc:docMk/>
            <pc:sldMk cId="0" sldId="300"/>
            <ac:spMk id="20" creationId="{00000000-0000-0000-0000-000000000000}"/>
          </ac:spMkLst>
        </pc:spChg>
        <pc:spChg chg="mod">
          <ac:chgData name="Trevoir Williams" userId="6a45007046124a3d" providerId="LiveId" clId="{53D5EA3C-0847-4EC1-9FDC-43DBDAEAF41A}" dt="2026-04-29T18:41:47.865" v="484" actId="26606"/>
          <ac:spMkLst>
            <pc:docMk/>
            <pc:sldMk cId="0" sldId="300"/>
            <ac:spMk id="21" creationId="{00000000-0000-0000-0000-000000000000}"/>
          </ac:spMkLst>
        </pc:spChg>
      </pc:sldChg>
      <pc:sldChg chg="modSp add del mod">
        <pc:chgData name="Trevoir Williams" userId="6a45007046124a3d" providerId="LiveId" clId="{53D5EA3C-0847-4EC1-9FDC-43DBDAEAF41A}" dt="2026-04-29T18:55:17.342" v="619" actId="27636"/>
        <pc:sldMkLst>
          <pc:docMk/>
          <pc:sldMk cId="0" sldId="301"/>
        </pc:sldMkLst>
        <pc:spChg chg="mod">
          <ac:chgData name="Trevoir Williams" userId="6a45007046124a3d" providerId="LiveId" clId="{53D5EA3C-0847-4EC1-9FDC-43DBDAEAF41A}" dt="2026-04-29T18:36:35.731" v="173" actId="27636"/>
          <ac:spMkLst>
            <pc:docMk/>
            <pc:sldMk cId="0" sldId="301"/>
            <ac:spMk id="3" creationId="{00000000-0000-0000-0000-000000000000}"/>
          </ac:spMkLst>
        </pc:spChg>
        <pc:spChg chg="mod">
          <ac:chgData name="Trevoir Williams" userId="6a45007046124a3d" providerId="LiveId" clId="{53D5EA3C-0847-4EC1-9FDC-43DBDAEAF41A}" dt="2026-04-29T18:55:17.342" v="619" actId="27636"/>
          <ac:spMkLst>
            <pc:docMk/>
            <pc:sldMk cId="0" sldId="301"/>
            <ac:spMk id="4" creationId="{00000000-0000-0000-0000-000000000000}"/>
          </ac:spMkLst>
        </pc:spChg>
        <pc:spChg chg="mod">
          <ac:chgData name="Trevoir Williams" userId="6a45007046124a3d" providerId="LiveId" clId="{53D5EA3C-0847-4EC1-9FDC-43DBDAEAF41A}" dt="2026-04-29T18:14:05.507" v="39" actId="27636"/>
          <ac:spMkLst>
            <pc:docMk/>
            <pc:sldMk cId="0" sldId="301"/>
            <ac:spMk id="20" creationId="{00000000-0000-0000-0000-000000000000}"/>
          </ac:spMkLst>
        </pc:spChg>
        <pc:spChg chg="mod">
          <ac:chgData name="Trevoir Williams" userId="6a45007046124a3d" providerId="LiveId" clId="{53D5EA3C-0847-4EC1-9FDC-43DBDAEAF41A}" dt="2026-04-29T18:41:47.865" v="484" actId="26606"/>
          <ac:spMkLst>
            <pc:docMk/>
            <pc:sldMk cId="0" sldId="301"/>
            <ac:spMk id="28" creationId="{00000000-0000-0000-0000-000000000000}"/>
          </ac:spMkLst>
        </pc:spChg>
        <pc:spChg chg="mod">
          <ac:chgData name="Trevoir Williams" userId="6a45007046124a3d" providerId="LiveId" clId="{53D5EA3C-0847-4EC1-9FDC-43DBDAEAF41A}" dt="2026-04-29T18:41:47.865" v="484" actId="26606"/>
          <ac:spMkLst>
            <pc:docMk/>
            <pc:sldMk cId="0" sldId="301"/>
            <ac:spMk id="29" creationId="{00000000-0000-0000-0000-000000000000}"/>
          </ac:spMkLst>
        </pc:spChg>
        <pc:spChg chg="mod">
          <ac:chgData name="Trevoir Williams" userId="6a45007046124a3d" providerId="LiveId" clId="{53D5EA3C-0847-4EC1-9FDC-43DBDAEAF41A}" dt="2026-04-29T18:41:47.865" v="484" actId="26606"/>
          <ac:spMkLst>
            <pc:docMk/>
            <pc:sldMk cId="0" sldId="301"/>
            <ac:spMk id="30" creationId="{00000000-0000-0000-0000-000000000000}"/>
          </ac:spMkLst>
        </pc:spChg>
      </pc:sldChg>
      <pc:sldChg chg="modSp add del mod">
        <pc:chgData name="Trevoir Williams" userId="6a45007046124a3d" providerId="LiveId" clId="{53D5EA3C-0847-4EC1-9FDC-43DBDAEAF41A}" dt="2026-04-29T19:58:42.884" v="716" actId="27636"/>
        <pc:sldMkLst>
          <pc:docMk/>
          <pc:sldMk cId="0" sldId="302"/>
        </pc:sldMkLst>
        <pc:spChg chg="mod">
          <ac:chgData name="Trevoir Williams" userId="6a45007046124a3d" providerId="LiveId" clId="{53D5EA3C-0847-4EC1-9FDC-43DBDAEAF41A}" dt="2026-04-29T18:36:36.678" v="176" actId="27636"/>
          <ac:spMkLst>
            <pc:docMk/>
            <pc:sldMk cId="0" sldId="302"/>
            <ac:spMk id="3" creationId="{00000000-0000-0000-0000-000000000000}"/>
          </ac:spMkLst>
        </pc:spChg>
        <pc:spChg chg="mod">
          <ac:chgData name="Trevoir Williams" userId="6a45007046124a3d" providerId="LiveId" clId="{53D5EA3C-0847-4EC1-9FDC-43DBDAEAF41A}" dt="2026-04-29T19:58:42.868" v="714" actId="27636"/>
          <ac:spMkLst>
            <pc:docMk/>
            <pc:sldMk cId="0" sldId="302"/>
            <ac:spMk id="4" creationId="{00000000-0000-0000-0000-000000000000}"/>
          </ac:spMkLst>
        </pc:spChg>
        <pc:spChg chg="mod">
          <ac:chgData name="Trevoir Williams" userId="6a45007046124a3d" providerId="LiveId" clId="{53D5EA3C-0847-4EC1-9FDC-43DBDAEAF41A}" dt="2026-04-29T19:58:42.880" v="715" actId="27636"/>
          <ac:spMkLst>
            <pc:docMk/>
            <pc:sldMk cId="0" sldId="302"/>
            <ac:spMk id="7" creationId="{00000000-0000-0000-0000-000000000000}"/>
          </ac:spMkLst>
        </pc:spChg>
        <pc:spChg chg="mod">
          <ac:chgData name="Trevoir Williams" userId="6a45007046124a3d" providerId="LiveId" clId="{53D5EA3C-0847-4EC1-9FDC-43DBDAEAF41A}" dt="2026-04-29T19:58:42.868" v="713" actId="27636"/>
          <ac:spMkLst>
            <pc:docMk/>
            <pc:sldMk cId="0" sldId="302"/>
            <ac:spMk id="9" creationId="{00000000-0000-0000-0000-000000000000}"/>
          </ac:spMkLst>
        </pc:spChg>
        <pc:spChg chg="mod">
          <ac:chgData name="Trevoir Williams" userId="6a45007046124a3d" providerId="LiveId" clId="{53D5EA3C-0847-4EC1-9FDC-43DBDAEAF41A}" dt="2026-04-29T19:58:42.884" v="716" actId="27636"/>
          <ac:spMkLst>
            <pc:docMk/>
            <pc:sldMk cId="0" sldId="302"/>
            <ac:spMk id="14" creationId="{00000000-0000-0000-0000-000000000000}"/>
          </ac:spMkLst>
        </pc:spChg>
        <pc:spChg chg="mod">
          <ac:chgData name="Trevoir Williams" userId="6a45007046124a3d" providerId="LiveId" clId="{53D5EA3C-0847-4EC1-9FDC-43DBDAEAF41A}" dt="2026-04-29T18:41:47.865" v="484" actId="26606"/>
          <ac:spMkLst>
            <pc:docMk/>
            <pc:sldMk cId="0" sldId="302"/>
            <ac:spMk id="18" creationId="{00000000-0000-0000-0000-000000000000}"/>
          </ac:spMkLst>
        </pc:spChg>
        <pc:spChg chg="mod">
          <ac:chgData name="Trevoir Williams" userId="6a45007046124a3d" providerId="LiveId" clId="{53D5EA3C-0847-4EC1-9FDC-43DBDAEAF41A}" dt="2026-04-29T18:41:47.865" v="484" actId="26606"/>
          <ac:spMkLst>
            <pc:docMk/>
            <pc:sldMk cId="0" sldId="302"/>
            <ac:spMk id="19" creationId="{00000000-0000-0000-0000-000000000000}"/>
          </ac:spMkLst>
        </pc:spChg>
      </pc:sldChg>
      <pc:sldChg chg="modSp add del mod">
        <pc:chgData name="Trevoir Williams" userId="6a45007046124a3d" providerId="LiveId" clId="{53D5EA3C-0847-4EC1-9FDC-43DBDAEAF41A}" dt="2026-04-29T19:58:43.110" v="719" actId="27636"/>
        <pc:sldMkLst>
          <pc:docMk/>
          <pc:sldMk cId="0" sldId="303"/>
        </pc:sldMkLst>
        <pc:spChg chg="mod">
          <ac:chgData name="Trevoir Williams" userId="6a45007046124a3d" providerId="LiveId" clId="{53D5EA3C-0847-4EC1-9FDC-43DBDAEAF41A}" dt="2026-04-29T18:36:37.600" v="178" actId="27636"/>
          <ac:spMkLst>
            <pc:docMk/>
            <pc:sldMk cId="0" sldId="303"/>
            <ac:spMk id="3" creationId="{00000000-0000-0000-0000-000000000000}"/>
          </ac:spMkLst>
        </pc:spChg>
        <pc:spChg chg="mod">
          <ac:chgData name="Trevoir Williams" userId="6a45007046124a3d" providerId="LiveId" clId="{53D5EA3C-0847-4EC1-9FDC-43DBDAEAF41A}" dt="2026-04-29T19:58:43.107" v="717" actId="27636"/>
          <ac:spMkLst>
            <pc:docMk/>
            <pc:sldMk cId="0" sldId="303"/>
            <ac:spMk id="4" creationId="{00000000-0000-0000-0000-000000000000}"/>
          </ac:spMkLst>
        </pc:spChg>
        <pc:spChg chg="mod">
          <ac:chgData name="Trevoir Williams" userId="6a45007046124a3d" providerId="LiveId" clId="{53D5EA3C-0847-4EC1-9FDC-43DBDAEAF41A}" dt="2026-04-29T19:58:43.110" v="718" actId="27636"/>
          <ac:spMkLst>
            <pc:docMk/>
            <pc:sldMk cId="0" sldId="303"/>
            <ac:spMk id="7" creationId="{00000000-0000-0000-0000-000000000000}"/>
          </ac:spMkLst>
        </pc:spChg>
        <pc:spChg chg="mod">
          <ac:chgData name="Trevoir Williams" userId="6a45007046124a3d" providerId="LiveId" clId="{53D5EA3C-0847-4EC1-9FDC-43DBDAEAF41A}" dt="2026-04-29T19:58:43.110" v="719" actId="27636"/>
          <ac:spMkLst>
            <pc:docMk/>
            <pc:sldMk cId="0" sldId="303"/>
            <ac:spMk id="9" creationId="{00000000-0000-0000-0000-000000000000}"/>
          </ac:spMkLst>
        </pc:spChg>
        <pc:spChg chg="mod">
          <ac:chgData name="Trevoir Williams" userId="6a45007046124a3d" providerId="LiveId" clId="{53D5EA3C-0847-4EC1-9FDC-43DBDAEAF41A}" dt="2026-04-29T18:41:47.865" v="484" actId="26606"/>
          <ac:spMkLst>
            <pc:docMk/>
            <pc:sldMk cId="0" sldId="303"/>
            <ac:spMk id="14" creationId="{00000000-0000-0000-0000-000000000000}"/>
          </ac:spMkLst>
        </pc:spChg>
        <pc:spChg chg="mod">
          <ac:chgData name="Trevoir Williams" userId="6a45007046124a3d" providerId="LiveId" clId="{53D5EA3C-0847-4EC1-9FDC-43DBDAEAF41A}" dt="2026-04-29T18:41:47.865" v="484" actId="26606"/>
          <ac:spMkLst>
            <pc:docMk/>
            <pc:sldMk cId="0" sldId="303"/>
            <ac:spMk id="16" creationId="{00000000-0000-0000-0000-000000000000}"/>
          </ac:spMkLst>
        </pc:spChg>
        <pc:spChg chg="mod">
          <ac:chgData name="Trevoir Williams" userId="6a45007046124a3d" providerId="LiveId" clId="{53D5EA3C-0847-4EC1-9FDC-43DBDAEAF41A}" dt="2026-04-29T18:41:47.865" v="484" actId="26606"/>
          <ac:spMkLst>
            <pc:docMk/>
            <pc:sldMk cId="0" sldId="303"/>
            <ac:spMk id="17" creationId="{00000000-0000-0000-0000-000000000000}"/>
          </ac:spMkLst>
        </pc:spChg>
      </pc:sldChg>
      <pc:sldChg chg="modSp add del mod">
        <pc:chgData name="Trevoir Williams" userId="6a45007046124a3d" providerId="LiveId" clId="{53D5EA3C-0847-4EC1-9FDC-43DBDAEAF41A}" dt="2026-04-29T19:58:43.323" v="722" actId="27636"/>
        <pc:sldMkLst>
          <pc:docMk/>
          <pc:sldMk cId="0" sldId="304"/>
        </pc:sldMkLst>
        <pc:spChg chg="mod">
          <ac:chgData name="Trevoir Williams" userId="6a45007046124a3d" providerId="LiveId" clId="{53D5EA3C-0847-4EC1-9FDC-43DBDAEAF41A}" dt="2026-04-29T18:36:33.074" v="162" actId="26606"/>
          <ac:spMkLst>
            <pc:docMk/>
            <pc:sldMk cId="0" sldId="304"/>
            <ac:spMk id="3" creationId="{00000000-0000-0000-0000-000000000000}"/>
          </ac:spMkLst>
        </pc:spChg>
        <pc:spChg chg="mod">
          <ac:chgData name="Trevoir Williams" userId="6a45007046124a3d" providerId="LiveId" clId="{53D5EA3C-0847-4EC1-9FDC-43DBDAEAF41A}" dt="2026-04-29T19:58:43.319" v="721" actId="27636"/>
          <ac:spMkLst>
            <pc:docMk/>
            <pc:sldMk cId="0" sldId="304"/>
            <ac:spMk id="4" creationId="{00000000-0000-0000-0000-000000000000}"/>
          </ac:spMkLst>
        </pc:spChg>
        <pc:spChg chg="mod">
          <ac:chgData name="Trevoir Williams" userId="6a45007046124a3d" providerId="LiveId" clId="{53D5EA3C-0847-4EC1-9FDC-43DBDAEAF41A}" dt="2026-04-29T19:58:43.315" v="720" actId="27636"/>
          <ac:spMkLst>
            <pc:docMk/>
            <pc:sldMk cId="0" sldId="304"/>
            <ac:spMk id="7" creationId="{00000000-0000-0000-0000-000000000000}"/>
          </ac:spMkLst>
        </pc:spChg>
        <pc:spChg chg="mod">
          <ac:chgData name="Trevoir Williams" userId="6a45007046124a3d" providerId="LiveId" clId="{53D5EA3C-0847-4EC1-9FDC-43DBDAEAF41A}" dt="2026-04-29T19:58:43.323" v="722" actId="27636"/>
          <ac:spMkLst>
            <pc:docMk/>
            <pc:sldMk cId="0" sldId="304"/>
            <ac:spMk id="9" creationId="{00000000-0000-0000-0000-000000000000}"/>
          </ac:spMkLst>
        </pc:spChg>
        <pc:spChg chg="mod">
          <ac:chgData name="Trevoir Williams" userId="6a45007046124a3d" providerId="LiveId" clId="{53D5EA3C-0847-4EC1-9FDC-43DBDAEAF41A}" dt="2026-04-29T18:41:47.865" v="484" actId="26606"/>
          <ac:spMkLst>
            <pc:docMk/>
            <pc:sldMk cId="0" sldId="304"/>
            <ac:spMk id="14" creationId="{00000000-0000-0000-0000-000000000000}"/>
          </ac:spMkLst>
        </pc:spChg>
        <pc:spChg chg="mod">
          <ac:chgData name="Trevoir Williams" userId="6a45007046124a3d" providerId="LiveId" clId="{53D5EA3C-0847-4EC1-9FDC-43DBDAEAF41A}" dt="2026-04-29T18:41:47.865" v="484" actId="26606"/>
          <ac:spMkLst>
            <pc:docMk/>
            <pc:sldMk cId="0" sldId="304"/>
            <ac:spMk id="16" creationId="{00000000-0000-0000-0000-000000000000}"/>
          </ac:spMkLst>
        </pc:spChg>
        <pc:spChg chg="mod">
          <ac:chgData name="Trevoir Williams" userId="6a45007046124a3d" providerId="LiveId" clId="{53D5EA3C-0847-4EC1-9FDC-43DBDAEAF41A}" dt="2026-04-29T18:41:47.865" v="484" actId="26606"/>
          <ac:spMkLst>
            <pc:docMk/>
            <pc:sldMk cId="0" sldId="304"/>
            <ac:spMk id="17" creationId="{00000000-0000-0000-0000-000000000000}"/>
          </ac:spMkLst>
        </pc:spChg>
      </pc:sldChg>
      <pc:sldChg chg="modSp add del mod">
        <pc:chgData name="Trevoir Williams" userId="6a45007046124a3d" providerId="LiveId" clId="{53D5EA3C-0847-4EC1-9FDC-43DBDAEAF41A}" dt="2026-04-29T19:58:43.545" v="726" actId="27636"/>
        <pc:sldMkLst>
          <pc:docMk/>
          <pc:sldMk cId="0" sldId="305"/>
        </pc:sldMkLst>
        <pc:spChg chg="mod">
          <ac:chgData name="Trevoir Williams" userId="6a45007046124a3d" providerId="LiveId" clId="{53D5EA3C-0847-4EC1-9FDC-43DBDAEAF41A}" dt="2026-04-29T19:58:43.541" v="725" actId="27636"/>
          <ac:spMkLst>
            <pc:docMk/>
            <pc:sldMk cId="0" sldId="305"/>
            <ac:spMk id="3" creationId="{00000000-0000-0000-0000-000000000000}"/>
          </ac:spMkLst>
        </pc:spChg>
        <pc:spChg chg="mod">
          <ac:chgData name="Trevoir Williams" userId="6a45007046124a3d" providerId="LiveId" clId="{53D5EA3C-0847-4EC1-9FDC-43DBDAEAF41A}" dt="2026-04-29T19:58:43.537" v="724" actId="27636"/>
          <ac:spMkLst>
            <pc:docMk/>
            <pc:sldMk cId="0" sldId="305"/>
            <ac:spMk id="4" creationId="{00000000-0000-0000-0000-000000000000}"/>
          </ac:spMkLst>
        </pc:spChg>
        <pc:spChg chg="mod">
          <ac:chgData name="Trevoir Williams" userId="6a45007046124a3d" providerId="LiveId" clId="{53D5EA3C-0847-4EC1-9FDC-43DBDAEAF41A}" dt="2026-04-29T19:58:43.545" v="726" actId="27636"/>
          <ac:spMkLst>
            <pc:docMk/>
            <pc:sldMk cId="0" sldId="305"/>
            <ac:spMk id="7" creationId="{00000000-0000-0000-0000-000000000000}"/>
          </ac:spMkLst>
        </pc:spChg>
        <pc:spChg chg="mod">
          <ac:chgData name="Trevoir Williams" userId="6a45007046124a3d" providerId="LiveId" clId="{53D5EA3C-0847-4EC1-9FDC-43DBDAEAF41A}" dt="2026-04-29T19:58:43.533" v="723" actId="27636"/>
          <ac:spMkLst>
            <pc:docMk/>
            <pc:sldMk cId="0" sldId="305"/>
            <ac:spMk id="9" creationId="{00000000-0000-0000-0000-000000000000}"/>
          </ac:spMkLst>
        </pc:spChg>
        <pc:spChg chg="mod">
          <ac:chgData name="Trevoir Williams" userId="6a45007046124a3d" providerId="LiveId" clId="{53D5EA3C-0847-4EC1-9FDC-43DBDAEAF41A}" dt="2026-04-29T18:41:47.865" v="484" actId="26606"/>
          <ac:spMkLst>
            <pc:docMk/>
            <pc:sldMk cId="0" sldId="305"/>
            <ac:spMk id="14" creationId="{00000000-0000-0000-0000-000000000000}"/>
          </ac:spMkLst>
        </pc:spChg>
        <pc:spChg chg="mod">
          <ac:chgData name="Trevoir Williams" userId="6a45007046124a3d" providerId="LiveId" clId="{53D5EA3C-0847-4EC1-9FDC-43DBDAEAF41A}" dt="2026-04-29T18:41:47.865" v="484" actId="26606"/>
          <ac:spMkLst>
            <pc:docMk/>
            <pc:sldMk cId="0" sldId="305"/>
            <ac:spMk id="16" creationId="{00000000-0000-0000-0000-000000000000}"/>
          </ac:spMkLst>
        </pc:spChg>
        <pc:spChg chg="mod">
          <ac:chgData name="Trevoir Williams" userId="6a45007046124a3d" providerId="LiveId" clId="{53D5EA3C-0847-4EC1-9FDC-43DBDAEAF41A}" dt="2026-04-29T18:41:47.865" v="484" actId="26606"/>
          <ac:spMkLst>
            <pc:docMk/>
            <pc:sldMk cId="0" sldId="305"/>
            <ac:spMk id="17" creationId="{00000000-0000-0000-0000-000000000000}"/>
          </ac:spMkLst>
        </pc:spChg>
      </pc:sldChg>
      <pc:sldChg chg="modSp add del mod">
        <pc:chgData name="Trevoir Williams" userId="6a45007046124a3d" providerId="LiveId" clId="{53D5EA3C-0847-4EC1-9FDC-43DBDAEAF41A}" dt="2026-04-29T19:58:43.780" v="729" actId="27636"/>
        <pc:sldMkLst>
          <pc:docMk/>
          <pc:sldMk cId="0" sldId="306"/>
        </pc:sldMkLst>
        <pc:spChg chg="mod">
          <ac:chgData name="Trevoir Williams" userId="6a45007046124a3d" providerId="LiveId" clId="{53D5EA3C-0847-4EC1-9FDC-43DBDAEAF41A}" dt="2026-04-29T18:36:33.074" v="162" actId="26606"/>
          <ac:spMkLst>
            <pc:docMk/>
            <pc:sldMk cId="0" sldId="306"/>
            <ac:spMk id="3" creationId="{00000000-0000-0000-0000-000000000000}"/>
          </ac:spMkLst>
        </pc:spChg>
        <pc:spChg chg="mod">
          <ac:chgData name="Trevoir Williams" userId="6a45007046124a3d" providerId="LiveId" clId="{53D5EA3C-0847-4EC1-9FDC-43DBDAEAF41A}" dt="2026-04-29T19:58:43.780" v="728" actId="27636"/>
          <ac:spMkLst>
            <pc:docMk/>
            <pc:sldMk cId="0" sldId="306"/>
            <ac:spMk id="4" creationId="{00000000-0000-0000-0000-000000000000}"/>
          </ac:spMkLst>
        </pc:spChg>
        <pc:spChg chg="mod">
          <ac:chgData name="Trevoir Williams" userId="6a45007046124a3d" providerId="LiveId" clId="{53D5EA3C-0847-4EC1-9FDC-43DBDAEAF41A}" dt="2026-04-29T19:58:43.780" v="729" actId="27636"/>
          <ac:spMkLst>
            <pc:docMk/>
            <pc:sldMk cId="0" sldId="306"/>
            <ac:spMk id="7" creationId="{00000000-0000-0000-0000-000000000000}"/>
          </ac:spMkLst>
        </pc:spChg>
        <pc:spChg chg="mod">
          <ac:chgData name="Trevoir Williams" userId="6a45007046124a3d" providerId="LiveId" clId="{53D5EA3C-0847-4EC1-9FDC-43DBDAEAF41A}" dt="2026-04-29T19:58:43.774" v="727" actId="27636"/>
          <ac:spMkLst>
            <pc:docMk/>
            <pc:sldMk cId="0" sldId="306"/>
            <ac:spMk id="9" creationId="{00000000-0000-0000-0000-000000000000}"/>
          </ac:spMkLst>
        </pc:spChg>
        <pc:spChg chg="mod">
          <ac:chgData name="Trevoir Williams" userId="6a45007046124a3d" providerId="LiveId" clId="{53D5EA3C-0847-4EC1-9FDC-43DBDAEAF41A}" dt="2026-04-29T18:41:47.865" v="484" actId="26606"/>
          <ac:spMkLst>
            <pc:docMk/>
            <pc:sldMk cId="0" sldId="306"/>
            <ac:spMk id="14" creationId="{00000000-0000-0000-0000-000000000000}"/>
          </ac:spMkLst>
        </pc:spChg>
        <pc:spChg chg="mod">
          <ac:chgData name="Trevoir Williams" userId="6a45007046124a3d" providerId="LiveId" clId="{53D5EA3C-0847-4EC1-9FDC-43DBDAEAF41A}" dt="2026-04-29T18:41:47.865" v="484" actId="26606"/>
          <ac:spMkLst>
            <pc:docMk/>
            <pc:sldMk cId="0" sldId="306"/>
            <ac:spMk id="16" creationId="{00000000-0000-0000-0000-000000000000}"/>
          </ac:spMkLst>
        </pc:spChg>
        <pc:spChg chg="mod">
          <ac:chgData name="Trevoir Williams" userId="6a45007046124a3d" providerId="LiveId" clId="{53D5EA3C-0847-4EC1-9FDC-43DBDAEAF41A}" dt="2026-04-29T18:41:47.865" v="484" actId="26606"/>
          <ac:spMkLst>
            <pc:docMk/>
            <pc:sldMk cId="0" sldId="306"/>
            <ac:spMk id="17" creationId="{00000000-0000-0000-0000-000000000000}"/>
          </ac:spMkLst>
        </pc:spChg>
      </pc:sldChg>
      <pc:sldChg chg="modSp add del mod">
        <pc:chgData name="Trevoir Williams" userId="6a45007046124a3d" providerId="LiveId" clId="{53D5EA3C-0847-4EC1-9FDC-43DBDAEAF41A}" dt="2026-04-29T19:27:37.420" v="671" actId="27636"/>
        <pc:sldMkLst>
          <pc:docMk/>
          <pc:sldMk cId="0" sldId="307"/>
        </pc:sldMkLst>
        <pc:spChg chg="mod">
          <ac:chgData name="Trevoir Williams" userId="6a45007046124a3d" providerId="LiveId" clId="{53D5EA3C-0847-4EC1-9FDC-43DBDAEAF41A}" dt="2026-04-29T18:36:33.074" v="162" actId="26606"/>
          <ac:spMkLst>
            <pc:docMk/>
            <pc:sldMk cId="0" sldId="307"/>
            <ac:spMk id="3" creationId="{00000000-0000-0000-0000-000000000000}"/>
          </ac:spMkLst>
        </pc:spChg>
        <pc:spChg chg="mod">
          <ac:chgData name="Trevoir Williams" userId="6a45007046124a3d" providerId="LiveId" clId="{53D5EA3C-0847-4EC1-9FDC-43DBDAEAF41A}" dt="2026-04-29T19:27:37.420" v="671" actId="27636"/>
          <ac:spMkLst>
            <pc:docMk/>
            <pc:sldMk cId="0" sldId="307"/>
            <ac:spMk id="4" creationId="{00000000-0000-0000-0000-000000000000}"/>
          </ac:spMkLst>
        </pc:spChg>
        <pc:spChg chg="mod">
          <ac:chgData name="Trevoir Williams" userId="6a45007046124a3d" providerId="LiveId" clId="{53D5EA3C-0847-4EC1-9FDC-43DBDAEAF41A}" dt="2026-04-29T19:27:37.406" v="668" actId="27636"/>
          <ac:spMkLst>
            <pc:docMk/>
            <pc:sldMk cId="0" sldId="307"/>
            <ac:spMk id="8" creationId="{00000000-0000-0000-0000-000000000000}"/>
          </ac:spMkLst>
        </pc:spChg>
        <pc:spChg chg="mod">
          <ac:chgData name="Trevoir Williams" userId="6a45007046124a3d" providerId="LiveId" clId="{53D5EA3C-0847-4EC1-9FDC-43DBDAEAF41A}" dt="2026-04-29T19:27:37.418" v="670" actId="27636"/>
          <ac:spMkLst>
            <pc:docMk/>
            <pc:sldMk cId="0" sldId="307"/>
            <ac:spMk id="12" creationId="{00000000-0000-0000-0000-000000000000}"/>
          </ac:spMkLst>
        </pc:spChg>
        <pc:spChg chg="mod">
          <ac:chgData name="Trevoir Williams" userId="6a45007046124a3d" providerId="LiveId" clId="{53D5EA3C-0847-4EC1-9FDC-43DBDAEAF41A}" dt="2026-04-29T19:27:37.411" v="669" actId="27636"/>
          <ac:spMkLst>
            <pc:docMk/>
            <pc:sldMk cId="0" sldId="307"/>
            <ac:spMk id="16" creationId="{00000000-0000-0000-0000-000000000000}"/>
          </ac:spMkLst>
        </pc:spChg>
        <pc:spChg chg="mod">
          <ac:chgData name="Trevoir Williams" userId="6a45007046124a3d" providerId="LiveId" clId="{53D5EA3C-0847-4EC1-9FDC-43DBDAEAF41A}" dt="2026-04-29T18:41:47.865" v="484" actId="26606"/>
          <ac:spMkLst>
            <pc:docMk/>
            <pc:sldMk cId="0" sldId="307"/>
            <ac:spMk id="20" creationId="{00000000-0000-0000-0000-000000000000}"/>
          </ac:spMkLst>
        </pc:spChg>
        <pc:spChg chg="mod">
          <ac:chgData name="Trevoir Williams" userId="6a45007046124a3d" providerId="LiveId" clId="{53D5EA3C-0847-4EC1-9FDC-43DBDAEAF41A}" dt="2026-04-29T18:41:47.865" v="484" actId="26606"/>
          <ac:spMkLst>
            <pc:docMk/>
            <pc:sldMk cId="0" sldId="307"/>
            <ac:spMk id="22" creationId="{00000000-0000-0000-0000-000000000000}"/>
          </ac:spMkLst>
        </pc:spChg>
        <pc:spChg chg="mod">
          <ac:chgData name="Trevoir Williams" userId="6a45007046124a3d" providerId="LiveId" clId="{53D5EA3C-0847-4EC1-9FDC-43DBDAEAF41A}" dt="2026-04-29T18:41:47.865" v="484" actId="26606"/>
          <ac:spMkLst>
            <pc:docMk/>
            <pc:sldMk cId="0" sldId="307"/>
            <ac:spMk id="24" creationId="{00000000-0000-0000-0000-000000000000}"/>
          </ac:spMkLst>
        </pc:spChg>
        <pc:spChg chg="mod">
          <ac:chgData name="Trevoir Williams" userId="6a45007046124a3d" providerId="LiveId" clId="{53D5EA3C-0847-4EC1-9FDC-43DBDAEAF41A}" dt="2026-04-29T18:41:47.865" v="484" actId="26606"/>
          <ac:spMkLst>
            <pc:docMk/>
            <pc:sldMk cId="0" sldId="307"/>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08"/>
        </pc:sldMkLst>
        <pc:spChg chg="mod">
          <ac:chgData name="Trevoir Williams" userId="6a45007046124a3d" providerId="LiveId" clId="{53D5EA3C-0847-4EC1-9FDC-43DBDAEAF41A}" dt="2026-04-29T20:28:13.734" v="893" actId="26606"/>
          <ac:spMkLst>
            <pc:docMk/>
            <pc:sldMk cId="0" sldId="308"/>
            <ac:spMk id="4" creationId="{00000000-0000-0000-0000-000000000000}"/>
          </ac:spMkLst>
        </pc:spChg>
        <pc:spChg chg="mod">
          <ac:chgData name="Trevoir Williams" userId="6a45007046124a3d" providerId="LiveId" clId="{53D5EA3C-0847-4EC1-9FDC-43DBDAEAF41A}" dt="2026-04-29T20:28:13.734" v="893" actId="26606"/>
          <ac:spMkLst>
            <pc:docMk/>
            <pc:sldMk cId="0" sldId="308"/>
            <ac:spMk id="6" creationId="{00000000-0000-0000-0000-000000000000}"/>
          </ac:spMkLst>
        </pc:spChg>
        <pc:spChg chg="mod">
          <ac:chgData name="Trevoir Williams" userId="6a45007046124a3d" providerId="LiveId" clId="{53D5EA3C-0847-4EC1-9FDC-43DBDAEAF41A}" dt="2026-04-29T20:28:13.734" v="893" actId="26606"/>
          <ac:spMkLst>
            <pc:docMk/>
            <pc:sldMk cId="0" sldId="308"/>
            <ac:spMk id="7" creationId="{00000000-0000-0000-0000-000000000000}"/>
          </ac:spMkLst>
        </pc:spChg>
        <pc:spChg chg="mod">
          <ac:chgData name="Trevoir Williams" userId="6a45007046124a3d" providerId="LiveId" clId="{53D5EA3C-0847-4EC1-9FDC-43DBDAEAF41A}" dt="2026-04-29T18:55:17.691" v="620" actId="27636"/>
          <ac:spMkLst>
            <pc:docMk/>
            <pc:sldMk cId="0" sldId="308"/>
            <ac:spMk id="8" creationId="{00000000-0000-0000-0000-000000000000}"/>
          </ac:spMkLst>
        </pc:spChg>
        <pc:spChg chg="mod">
          <ac:chgData name="Trevoir Williams" userId="6a45007046124a3d" providerId="LiveId" clId="{53D5EA3C-0847-4EC1-9FDC-43DBDAEAF41A}" dt="2026-04-29T20:28:13.734" v="893" actId="26606"/>
          <ac:spMkLst>
            <pc:docMk/>
            <pc:sldMk cId="0" sldId="308"/>
            <ac:spMk id="9" creationId="{00000000-0000-0000-0000-000000000000}"/>
          </ac:spMkLst>
        </pc:spChg>
        <pc:spChg chg="mod">
          <ac:chgData name="Trevoir Williams" userId="6a45007046124a3d" providerId="LiveId" clId="{53D5EA3C-0847-4EC1-9FDC-43DBDAEAF41A}" dt="2026-04-29T20:28:13.734" v="893" actId="26606"/>
          <ac:spMkLst>
            <pc:docMk/>
            <pc:sldMk cId="0" sldId="308"/>
            <ac:spMk id="10" creationId="{00000000-0000-0000-0000-000000000000}"/>
          </ac:spMkLst>
        </pc:spChg>
        <pc:spChg chg="mod">
          <ac:chgData name="Trevoir Williams" userId="6a45007046124a3d" providerId="LiveId" clId="{53D5EA3C-0847-4EC1-9FDC-43DBDAEAF41A}" dt="2026-04-29T20:28:13.734" v="893" actId="26606"/>
          <ac:spMkLst>
            <pc:docMk/>
            <pc:sldMk cId="0" sldId="308"/>
            <ac:spMk id="11" creationId="{00000000-0000-0000-0000-000000000000}"/>
          </ac:spMkLst>
        </pc:spChg>
        <pc:spChg chg="mod">
          <ac:chgData name="Trevoir Williams" userId="6a45007046124a3d" providerId="LiveId" clId="{53D5EA3C-0847-4EC1-9FDC-43DBDAEAF41A}" dt="2026-04-29T20:28:13.734" v="893" actId="26606"/>
          <ac:spMkLst>
            <pc:docMk/>
            <pc:sldMk cId="0" sldId="308"/>
            <ac:spMk id="12" creationId="{00000000-0000-0000-0000-000000000000}"/>
          </ac:spMkLst>
        </pc:spChg>
        <pc:spChg chg="mod">
          <ac:chgData name="Trevoir Williams" userId="6a45007046124a3d" providerId="LiveId" clId="{53D5EA3C-0847-4EC1-9FDC-43DBDAEAF41A}" dt="2026-04-29T20:28:13.734" v="893" actId="26606"/>
          <ac:spMkLst>
            <pc:docMk/>
            <pc:sldMk cId="0" sldId="308"/>
            <ac:spMk id="13" creationId="{00000000-0000-0000-0000-000000000000}"/>
          </ac:spMkLst>
        </pc:spChg>
        <pc:spChg chg="mod">
          <ac:chgData name="Trevoir Williams" userId="6a45007046124a3d" providerId="LiveId" clId="{53D5EA3C-0847-4EC1-9FDC-43DBDAEAF41A}" dt="2026-04-29T20:28:13.734" v="893" actId="26606"/>
          <ac:spMkLst>
            <pc:docMk/>
            <pc:sldMk cId="0" sldId="308"/>
            <ac:spMk id="14" creationId="{00000000-0000-0000-0000-000000000000}"/>
          </ac:spMkLst>
        </pc:spChg>
        <pc:spChg chg="mod">
          <ac:chgData name="Trevoir Williams" userId="6a45007046124a3d" providerId="LiveId" clId="{53D5EA3C-0847-4EC1-9FDC-43DBDAEAF41A}" dt="2026-04-29T20:28:13.734" v="893" actId="26606"/>
          <ac:spMkLst>
            <pc:docMk/>
            <pc:sldMk cId="0" sldId="308"/>
            <ac:spMk id="15" creationId="{00000000-0000-0000-0000-000000000000}"/>
          </ac:spMkLst>
        </pc:spChg>
        <pc:spChg chg="mod">
          <ac:chgData name="Trevoir Williams" userId="6a45007046124a3d" providerId="LiveId" clId="{53D5EA3C-0847-4EC1-9FDC-43DBDAEAF41A}" dt="2026-04-29T18:41:47.865" v="484" actId="26606"/>
          <ac:spMkLst>
            <pc:docMk/>
            <pc:sldMk cId="0" sldId="308"/>
            <ac:spMk id="25" creationId="{00000000-0000-0000-0000-000000000000}"/>
          </ac:spMkLst>
        </pc:spChg>
        <pc:spChg chg="mod">
          <ac:chgData name="Trevoir Williams" userId="6a45007046124a3d" providerId="LiveId" clId="{53D5EA3C-0847-4EC1-9FDC-43DBDAEAF41A}" dt="2026-04-29T18:41:47.865" v="484" actId="26606"/>
          <ac:spMkLst>
            <pc:docMk/>
            <pc:sldMk cId="0" sldId="308"/>
            <ac:spMk id="26" creationId="{00000000-0000-0000-0000-000000000000}"/>
          </ac:spMkLst>
        </pc:spChg>
        <pc:spChg chg="mod">
          <ac:chgData name="Trevoir Williams" userId="6a45007046124a3d" providerId="LiveId" clId="{53D5EA3C-0847-4EC1-9FDC-43DBDAEAF41A}" dt="2026-04-29T18:41:47.865" v="484" actId="26606"/>
          <ac:spMkLst>
            <pc:docMk/>
            <pc:sldMk cId="0" sldId="308"/>
            <ac:spMk id="27" creationId="{00000000-0000-0000-0000-000000000000}"/>
          </ac:spMkLst>
        </pc:spChg>
      </pc:sldChg>
      <pc:sldChg chg="modSp add del mod">
        <pc:chgData name="Trevoir Williams" userId="6a45007046124a3d" providerId="LiveId" clId="{53D5EA3C-0847-4EC1-9FDC-43DBDAEAF41A}" dt="2026-04-29T20:49:26.740" v="897" actId="404"/>
        <pc:sldMkLst>
          <pc:docMk/>
          <pc:sldMk cId="0" sldId="309"/>
        </pc:sldMkLst>
        <pc:spChg chg="mod">
          <ac:chgData name="Trevoir Williams" userId="6a45007046124a3d" providerId="LiveId" clId="{53D5EA3C-0847-4EC1-9FDC-43DBDAEAF41A}" dt="2026-04-29T18:36:33.074" v="162" actId="26606"/>
          <ac:spMkLst>
            <pc:docMk/>
            <pc:sldMk cId="0" sldId="309"/>
            <ac:spMk id="3" creationId="{00000000-0000-0000-0000-000000000000}"/>
          </ac:spMkLst>
        </pc:spChg>
        <pc:spChg chg="mod">
          <ac:chgData name="Trevoir Williams" userId="6a45007046124a3d" providerId="LiveId" clId="{53D5EA3C-0847-4EC1-9FDC-43DBDAEAF41A}" dt="2026-04-29T18:55:18.056" v="621" actId="27636"/>
          <ac:spMkLst>
            <pc:docMk/>
            <pc:sldMk cId="0" sldId="309"/>
            <ac:spMk id="4" creationId="{00000000-0000-0000-0000-000000000000}"/>
          </ac:spMkLst>
        </pc:spChg>
        <pc:spChg chg="mod">
          <ac:chgData name="Trevoir Williams" userId="6a45007046124a3d" providerId="LiveId" clId="{53D5EA3C-0847-4EC1-9FDC-43DBDAEAF41A}" dt="2026-04-29T18:41:47.865" v="484" actId="26606"/>
          <ac:spMkLst>
            <pc:docMk/>
            <pc:sldMk cId="0" sldId="309"/>
            <ac:spMk id="14" creationId="{00000000-0000-0000-0000-000000000000}"/>
          </ac:spMkLst>
        </pc:spChg>
        <pc:spChg chg="mod">
          <ac:chgData name="Trevoir Williams" userId="6a45007046124a3d" providerId="LiveId" clId="{53D5EA3C-0847-4EC1-9FDC-43DBDAEAF41A}" dt="2026-04-29T18:41:47.865" v="484" actId="26606"/>
          <ac:spMkLst>
            <pc:docMk/>
            <pc:sldMk cId="0" sldId="309"/>
            <ac:spMk id="15" creationId="{00000000-0000-0000-0000-000000000000}"/>
          </ac:spMkLst>
        </pc:spChg>
        <pc:spChg chg="mod">
          <ac:chgData name="Trevoir Williams" userId="6a45007046124a3d" providerId="LiveId" clId="{53D5EA3C-0847-4EC1-9FDC-43DBDAEAF41A}" dt="2026-04-29T20:49:26.740" v="897" actId="404"/>
          <ac:spMkLst>
            <pc:docMk/>
            <pc:sldMk cId="0" sldId="309"/>
            <ac:spMk id="16" creationId="{00000000-0000-0000-0000-000000000000}"/>
          </ac:spMkLst>
        </pc:spChg>
      </pc:sldChg>
      <pc:sldChg chg="modSp add del mod">
        <pc:chgData name="Trevoir Williams" userId="6a45007046124a3d" providerId="LiveId" clId="{53D5EA3C-0847-4EC1-9FDC-43DBDAEAF41A}" dt="2026-04-29T18:55:18.480" v="622" actId="27636"/>
        <pc:sldMkLst>
          <pc:docMk/>
          <pc:sldMk cId="0" sldId="310"/>
        </pc:sldMkLst>
        <pc:spChg chg="mod">
          <ac:chgData name="Trevoir Williams" userId="6a45007046124a3d" providerId="LiveId" clId="{53D5EA3C-0847-4EC1-9FDC-43DBDAEAF41A}" dt="2026-04-29T18:36:33.074" v="162" actId="26606"/>
          <ac:spMkLst>
            <pc:docMk/>
            <pc:sldMk cId="0" sldId="310"/>
            <ac:spMk id="3" creationId="{00000000-0000-0000-0000-000000000000}"/>
          </ac:spMkLst>
        </pc:spChg>
        <pc:spChg chg="mod">
          <ac:chgData name="Trevoir Williams" userId="6a45007046124a3d" providerId="LiveId" clId="{53D5EA3C-0847-4EC1-9FDC-43DBDAEAF41A}" dt="2026-04-29T18:55:18.480" v="622" actId="27636"/>
          <ac:spMkLst>
            <pc:docMk/>
            <pc:sldMk cId="0" sldId="310"/>
            <ac:spMk id="4" creationId="{00000000-0000-0000-0000-000000000000}"/>
          </ac:spMkLst>
        </pc:spChg>
        <pc:spChg chg="mod">
          <ac:chgData name="Trevoir Williams" userId="6a45007046124a3d" providerId="LiveId" clId="{53D5EA3C-0847-4EC1-9FDC-43DBDAEAF41A}" dt="2026-04-29T18:41:47.865" v="484" actId="26606"/>
          <ac:spMkLst>
            <pc:docMk/>
            <pc:sldMk cId="0" sldId="310"/>
            <ac:spMk id="23" creationId="{00000000-0000-0000-0000-000000000000}"/>
          </ac:spMkLst>
        </pc:spChg>
        <pc:spChg chg="mod">
          <ac:chgData name="Trevoir Williams" userId="6a45007046124a3d" providerId="LiveId" clId="{53D5EA3C-0847-4EC1-9FDC-43DBDAEAF41A}" dt="2026-04-29T18:41:47.865" v="484" actId="26606"/>
          <ac:spMkLst>
            <pc:docMk/>
            <pc:sldMk cId="0" sldId="310"/>
            <ac:spMk id="25" creationId="{00000000-0000-0000-0000-000000000000}"/>
          </ac:spMkLst>
        </pc:spChg>
        <pc:spChg chg="mod">
          <ac:chgData name="Trevoir Williams" userId="6a45007046124a3d" providerId="LiveId" clId="{53D5EA3C-0847-4EC1-9FDC-43DBDAEAF41A}" dt="2026-04-29T18:41:47.865" v="484" actId="26606"/>
          <ac:spMkLst>
            <pc:docMk/>
            <pc:sldMk cId="0" sldId="310"/>
            <ac:spMk id="26" creationId="{00000000-0000-0000-0000-000000000000}"/>
          </ac:spMkLst>
        </pc:spChg>
        <pc:spChg chg="mod">
          <ac:chgData name="Trevoir Williams" userId="6a45007046124a3d" providerId="LiveId" clId="{53D5EA3C-0847-4EC1-9FDC-43DBDAEAF41A}" dt="2026-04-29T18:41:47.865" v="484" actId="26606"/>
          <ac:spMkLst>
            <pc:docMk/>
            <pc:sldMk cId="0" sldId="310"/>
            <ac:spMk id="27" creationId="{00000000-0000-0000-0000-000000000000}"/>
          </ac:spMkLst>
        </pc:spChg>
        <pc:spChg chg="mod">
          <ac:chgData name="Trevoir Williams" userId="6a45007046124a3d" providerId="LiveId" clId="{53D5EA3C-0847-4EC1-9FDC-43DBDAEAF41A}" dt="2026-04-29T18:41:47.865" v="484" actId="26606"/>
          <ac:spMkLst>
            <pc:docMk/>
            <pc:sldMk cId="0" sldId="310"/>
            <ac:spMk id="28"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11"/>
        </pc:sldMkLst>
        <pc:spChg chg="mod">
          <ac:chgData name="Trevoir Williams" userId="6a45007046124a3d" providerId="LiveId" clId="{53D5EA3C-0847-4EC1-9FDC-43DBDAEAF41A}" dt="2026-04-29T18:55:18.859" v="624" actId="27636"/>
          <ac:spMkLst>
            <pc:docMk/>
            <pc:sldMk cId="0" sldId="311"/>
            <ac:spMk id="3" creationId="{00000000-0000-0000-0000-000000000000}"/>
          </ac:spMkLst>
        </pc:spChg>
        <pc:spChg chg="mod">
          <ac:chgData name="Trevoir Williams" userId="6a45007046124a3d" providerId="LiveId" clId="{53D5EA3C-0847-4EC1-9FDC-43DBDAEAF41A}" dt="2026-04-29T18:55:18.855" v="623" actId="27636"/>
          <ac:spMkLst>
            <pc:docMk/>
            <pc:sldMk cId="0" sldId="311"/>
            <ac:spMk id="4" creationId="{00000000-0000-0000-0000-000000000000}"/>
          </ac:spMkLst>
        </pc:spChg>
        <pc:spChg chg="mod">
          <ac:chgData name="Trevoir Williams" userId="6a45007046124a3d" providerId="LiveId" clId="{53D5EA3C-0847-4EC1-9FDC-43DBDAEAF41A}" dt="2026-04-29T18:41:47.865" v="484" actId="26606"/>
          <ac:spMkLst>
            <pc:docMk/>
            <pc:sldMk cId="0" sldId="311"/>
            <ac:spMk id="17" creationId="{00000000-0000-0000-0000-000000000000}"/>
          </ac:spMkLst>
        </pc:spChg>
        <pc:spChg chg="mod">
          <ac:chgData name="Trevoir Williams" userId="6a45007046124a3d" providerId="LiveId" clId="{53D5EA3C-0847-4EC1-9FDC-43DBDAEAF41A}" dt="2026-04-29T18:41:47.865" v="484" actId="26606"/>
          <ac:spMkLst>
            <pc:docMk/>
            <pc:sldMk cId="0" sldId="311"/>
            <ac:spMk id="19" creationId="{00000000-0000-0000-0000-000000000000}"/>
          </ac:spMkLst>
        </pc:spChg>
        <pc:spChg chg="mod">
          <ac:chgData name="Trevoir Williams" userId="6a45007046124a3d" providerId="LiveId" clId="{53D5EA3C-0847-4EC1-9FDC-43DBDAEAF41A}" dt="2026-04-29T18:41:47.865" v="484" actId="26606"/>
          <ac:spMkLst>
            <pc:docMk/>
            <pc:sldMk cId="0" sldId="311"/>
            <ac:spMk id="20" creationId="{00000000-0000-0000-0000-000000000000}"/>
          </ac:spMkLst>
        </pc:spChg>
        <pc:spChg chg="mod">
          <ac:chgData name="Trevoir Williams" userId="6a45007046124a3d" providerId="LiveId" clId="{53D5EA3C-0847-4EC1-9FDC-43DBDAEAF41A}" dt="2026-04-29T18:41:47.865" v="484" actId="26606"/>
          <ac:spMkLst>
            <pc:docMk/>
            <pc:sldMk cId="0" sldId="311"/>
            <ac:spMk id="21" creationId="{00000000-0000-0000-0000-000000000000}"/>
          </ac:spMkLst>
        </pc:spChg>
      </pc:sldChg>
      <pc:sldChg chg="modSp add del mod">
        <pc:chgData name="Trevoir Williams" userId="6a45007046124a3d" providerId="LiveId" clId="{53D5EA3C-0847-4EC1-9FDC-43DBDAEAF41A}" dt="2026-04-29T19:58:44.115" v="732" actId="27636"/>
        <pc:sldMkLst>
          <pc:docMk/>
          <pc:sldMk cId="0" sldId="312"/>
        </pc:sldMkLst>
        <pc:spChg chg="mod">
          <ac:chgData name="Trevoir Williams" userId="6a45007046124a3d" providerId="LiveId" clId="{53D5EA3C-0847-4EC1-9FDC-43DBDAEAF41A}" dt="2026-04-29T18:36:33.074" v="162" actId="26606"/>
          <ac:spMkLst>
            <pc:docMk/>
            <pc:sldMk cId="0" sldId="312"/>
            <ac:spMk id="3" creationId="{00000000-0000-0000-0000-000000000000}"/>
          </ac:spMkLst>
        </pc:spChg>
        <pc:spChg chg="mod">
          <ac:chgData name="Trevoir Williams" userId="6a45007046124a3d" providerId="LiveId" clId="{53D5EA3C-0847-4EC1-9FDC-43DBDAEAF41A}" dt="2026-04-29T19:58:44.115" v="731" actId="27636"/>
          <ac:spMkLst>
            <pc:docMk/>
            <pc:sldMk cId="0" sldId="312"/>
            <ac:spMk id="4" creationId="{00000000-0000-0000-0000-000000000000}"/>
          </ac:spMkLst>
        </pc:spChg>
        <pc:spChg chg="mod">
          <ac:chgData name="Trevoir Williams" userId="6a45007046124a3d" providerId="LiveId" clId="{53D5EA3C-0847-4EC1-9FDC-43DBDAEAF41A}" dt="2026-04-29T18:41:47.865" v="484" actId="26606"/>
          <ac:spMkLst>
            <pc:docMk/>
            <pc:sldMk cId="0" sldId="312"/>
            <ac:spMk id="7" creationId="{00000000-0000-0000-0000-000000000000}"/>
          </ac:spMkLst>
        </pc:spChg>
        <pc:spChg chg="mod">
          <ac:chgData name="Trevoir Williams" userId="6a45007046124a3d" providerId="LiveId" clId="{53D5EA3C-0847-4EC1-9FDC-43DBDAEAF41A}" dt="2026-04-29T19:58:44.115" v="732" actId="27636"/>
          <ac:spMkLst>
            <pc:docMk/>
            <pc:sldMk cId="0" sldId="312"/>
            <ac:spMk id="9" creationId="{00000000-0000-0000-0000-000000000000}"/>
          </ac:spMkLst>
        </pc:spChg>
        <pc:spChg chg="mod">
          <ac:chgData name="Trevoir Williams" userId="6a45007046124a3d" providerId="LiveId" clId="{53D5EA3C-0847-4EC1-9FDC-43DBDAEAF41A}" dt="2026-04-29T19:58:44.106" v="730" actId="27636"/>
          <ac:spMkLst>
            <pc:docMk/>
            <pc:sldMk cId="0" sldId="312"/>
            <ac:spMk id="14" creationId="{00000000-0000-0000-0000-000000000000}"/>
          </ac:spMkLst>
        </pc:spChg>
        <pc:spChg chg="mod">
          <ac:chgData name="Trevoir Williams" userId="6a45007046124a3d" providerId="LiveId" clId="{53D5EA3C-0847-4EC1-9FDC-43DBDAEAF41A}" dt="2026-04-29T18:41:47.865" v="484" actId="26606"/>
          <ac:spMkLst>
            <pc:docMk/>
            <pc:sldMk cId="0" sldId="312"/>
            <ac:spMk id="18" creationId="{00000000-0000-0000-0000-000000000000}"/>
          </ac:spMkLst>
        </pc:spChg>
        <pc:spChg chg="mod">
          <ac:chgData name="Trevoir Williams" userId="6a45007046124a3d" providerId="LiveId" clId="{53D5EA3C-0847-4EC1-9FDC-43DBDAEAF41A}" dt="2026-04-29T18:41:47.865" v="484" actId="26606"/>
          <ac:spMkLst>
            <pc:docMk/>
            <pc:sldMk cId="0" sldId="312"/>
            <ac:spMk id="19" creationId="{00000000-0000-0000-0000-000000000000}"/>
          </ac:spMkLst>
        </pc:spChg>
      </pc:sldChg>
      <pc:sldChg chg="modSp add del mod">
        <pc:chgData name="Trevoir Williams" userId="6a45007046124a3d" providerId="LiveId" clId="{53D5EA3C-0847-4EC1-9FDC-43DBDAEAF41A}" dt="2026-04-29T19:58:44.462" v="736" actId="27636"/>
        <pc:sldMkLst>
          <pc:docMk/>
          <pc:sldMk cId="0" sldId="313"/>
        </pc:sldMkLst>
        <pc:spChg chg="mod">
          <ac:chgData name="Trevoir Williams" userId="6a45007046124a3d" providerId="LiveId" clId="{53D5EA3C-0847-4EC1-9FDC-43DBDAEAF41A}" dt="2026-04-29T19:58:44.450" v="733" actId="27636"/>
          <ac:spMkLst>
            <pc:docMk/>
            <pc:sldMk cId="0" sldId="313"/>
            <ac:spMk id="3" creationId="{00000000-0000-0000-0000-000000000000}"/>
          </ac:spMkLst>
        </pc:spChg>
        <pc:spChg chg="mod">
          <ac:chgData name="Trevoir Williams" userId="6a45007046124a3d" providerId="LiveId" clId="{53D5EA3C-0847-4EC1-9FDC-43DBDAEAF41A}" dt="2026-04-29T19:58:44.450" v="734" actId="27636"/>
          <ac:spMkLst>
            <pc:docMk/>
            <pc:sldMk cId="0" sldId="313"/>
            <ac:spMk id="4" creationId="{00000000-0000-0000-0000-000000000000}"/>
          </ac:spMkLst>
        </pc:spChg>
        <pc:spChg chg="mod">
          <ac:chgData name="Trevoir Williams" userId="6a45007046124a3d" providerId="LiveId" clId="{53D5EA3C-0847-4EC1-9FDC-43DBDAEAF41A}" dt="2026-04-29T19:58:44.450" v="735" actId="27636"/>
          <ac:spMkLst>
            <pc:docMk/>
            <pc:sldMk cId="0" sldId="313"/>
            <ac:spMk id="7" creationId="{00000000-0000-0000-0000-000000000000}"/>
          </ac:spMkLst>
        </pc:spChg>
        <pc:spChg chg="mod">
          <ac:chgData name="Trevoir Williams" userId="6a45007046124a3d" providerId="LiveId" clId="{53D5EA3C-0847-4EC1-9FDC-43DBDAEAF41A}" dt="2026-04-29T19:58:44.462" v="736" actId="27636"/>
          <ac:spMkLst>
            <pc:docMk/>
            <pc:sldMk cId="0" sldId="313"/>
            <ac:spMk id="9" creationId="{00000000-0000-0000-0000-000000000000}"/>
          </ac:spMkLst>
        </pc:spChg>
        <pc:spChg chg="mod">
          <ac:chgData name="Trevoir Williams" userId="6a45007046124a3d" providerId="LiveId" clId="{53D5EA3C-0847-4EC1-9FDC-43DBDAEAF41A}" dt="2026-04-29T18:41:47.865" v="484" actId="26606"/>
          <ac:spMkLst>
            <pc:docMk/>
            <pc:sldMk cId="0" sldId="313"/>
            <ac:spMk id="14" creationId="{00000000-0000-0000-0000-000000000000}"/>
          </ac:spMkLst>
        </pc:spChg>
        <pc:spChg chg="mod">
          <ac:chgData name="Trevoir Williams" userId="6a45007046124a3d" providerId="LiveId" clId="{53D5EA3C-0847-4EC1-9FDC-43DBDAEAF41A}" dt="2026-04-29T18:41:47.865" v="484" actId="26606"/>
          <ac:spMkLst>
            <pc:docMk/>
            <pc:sldMk cId="0" sldId="313"/>
            <ac:spMk id="16" creationId="{00000000-0000-0000-0000-000000000000}"/>
          </ac:spMkLst>
        </pc:spChg>
        <pc:spChg chg="mod">
          <ac:chgData name="Trevoir Williams" userId="6a45007046124a3d" providerId="LiveId" clId="{53D5EA3C-0847-4EC1-9FDC-43DBDAEAF41A}" dt="2026-04-29T18:41:47.865" v="484" actId="26606"/>
          <ac:spMkLst>
            <pc:docMk/>
            <pc:sldMk cId="0" sldId="313"/>
            <ac:spMk id="17" creationId="{00000000-0000-0000-0000-000000000000}"/>
          </ac:spMkLst>
        </pc:spChg>
      </pc:sldChg>
      <pc:sldChg chg="modSp add del mod">
        <pc:chgData name="Trevoir Williams" userId="6a45007046124a3d" providerId="LiveId" clId="{53D5EA3C-0847-4EC1-9FDC-43DBDAEAF41A}" dt="2026-04-29T19:58:44.825" v="739" actId="27636"/>
        <pc:sldMkLst>
          <pc:docMk/>
          <pc:sldMk cId="0" sldId="314"/>
        </pc:sldMkLst>
        <pc:spChg chg="mod">
          <ac:chgData name="Trevoir Williams" userId="6a45007046124a3d" providerId="LiveId" clId="{53D5EA3C-0847-4EC1-9FDC-43DBDAEAF41A}" dt="2026-04-29T18:36:38.328" v="179" actId="27636"/>
          <ac:spMkLst>
            <pc:docMk/>
            <pc:sldMk cId="0" sldId="314"/>
            <ac:spMk id="3" creationId="{00000000-0000-0000-0000-000000000000}"/>
          </ac:spMkLst>
        </pc:spChg>
        <pc:spChg chg="mod">
          <ac:chgData name="Trevoir Williams" userId="6a45007046124a3d" providerId="LiveId" clId="{53D5EA3C-0847-4EC1-9FDC-43DBDAEAF41A}" dt="2026-04-29T19:58:44.814" v="737" actId="27636"/>
          <ac:spMkLst>
            <pc:docMk/>
            <pc:sldMk cId="0" sldId="314"/>
            <ac:spMk id="4" creationId="{00000000-0000-0000-0000-000000000000}"/>
          </ac:spMkLst>
        </pc:spChg>
        <pc:spChg chg="mod">
          <ac:chgData name="Trevoir Williams" userId="6a45007046124a3d" providerId="LiveId" clId="{53D5EA3C-0847-4EC1-9FDC-43DBDAEAF41A}" dt="2026-04-29T19:58:44.818" v="738" actId="27636"/>
          <ac:spMkLst>
            <pc:docMk/>
            <pc:sldMk cId="0" sldId="314"/>
            <ac:spMk id="7" creationId="{00000000-0000-0000-0000-000000000000}"/>
          </ac:spMkLst>
        </pc:spChg>
        <pc:spChg chg="mod">
          <ac:chgData name="Trevoir Williams" userId="6a45007046124a3d" providerId="LiveId" clId="{53D5EA3C-0847-4EC1-9FDC-43DBDAEAF41A}" dt="2026-04-29T19:58:44.825" v="739" actId="27636"/>
          <ac:spMkLst>
            <pc:docMk/>
            <pc:sldMk cId="0" sldId="314"/>
            <ac:spMk id="9" creationId="{00000000-0000-0000-0000-000000000000}"/>
          </ac:spMkLst>
        </pc:spChg>
        <pc:spChg chg="mod">
          <ac:chgData name="Trevoir Williams" userId="6a45007046124a3d" providerId="LiveId" clId="{53D5EA3C-0847-4EC1-9FDC-43DBDAEAF41A}" dt="2026-04-29T18:41:47.865" v="484" actId="26606"/>
          <ac:spMkLst>
            <pc:docMk/>
            <pc:sldMk cId="0" sldId="314"/>
            <ac:spMk id="14" creationId="{00000000-0000-0000-0000-000000000000}"/>
          </ac:spMkLst>
        </pc:spChg>
        <pc:spChg chg="mod">
          <ac:chgData name="Trevoir Williams" userId="6a45007046124a3d" providerId="LiveId" clId="{53D5EA3C-0847-4EC1-9FDC-43DBDAEAF41A}" dt="2026-04-29T18:41:47.865" v="484" actId="26606"/>
          <ac:spMkLst>
            <pc:docMk/>
            <pc:sldMk cId="0" sldId="314"/>
            <ac:spMk id="16" creationId="{00000000-0000-0000-0000-000000000000}"/>
          </ac:spMkLst>
        </pc:spChg>
        <pc:spChg chg="mod">
          <ac:chgData name="Trevoir Williams" userId="6a45007046124a3d" providerId="LiveId" clId="{53D5EA3C-0847-4EC1-9FDC-43DBDAEAF41A}" dt="2026-04-29T18:41:47.865" v="484" actId="26606"/>
          <ac:spMkLst>
            <pc:docMk/>
            <pc:sldMk cId="0" sldId="314"/>
            <ac:spMk id="17" creationId="{00000000-0000-0000-0000-000000000000}"/>
          </ac:spMkLst>
        </pc:spChg>
      </pc:sldChg>
      <pc:sldChg chg="modSp add del mod">
        <pc:chgData name="Trevoir Williams" userId="6a45007046124a3d" providerId="LiveId" clId="{53D5EA3C-0847-4EC1-9FDC-43DBDAEAF41A}" dt="2026-04-29T19:58:45.216" v="744" actId="27636"/>
        <pc:sldMkLst>
          <pc:docMk/>
          <pc:sldMk cId="0" sldId="315"/>
        </pc:sldMkLst>
        <pc:spChg chg="mod">
          <ac:chgData name="Trevoir Williams" userId="6a45007046124a3d" providerId="LiveId" clId="{53D5EA3C-0847-4EC1-9FDC-43DBDAEAF41A}" dt="2026-04-29T19:58:45.206" v="742" actId="27636"/>
          <ac:spMkLst>
            <pc:docMk/>
            <pc:sldMk cId="0" sldId="315"/>
            <ac:spMk id="3" creationId="{00000000-0000-0000-0000-000000000000}"/>
          </ac:spMkLst>
        </pc:spChg>
        <pc:spChg chg="mod">
          <ac:chgData name="Trevoir Williams" userId="6a45007046124a3d" providerId="LiveId" clId="{53D5EA3C-0847-4EC1-9FDC-43DBDAEAF41A}" dt="2026-04-29T19:58:45.216" v="744" actId="27636"/>
          <ac:spMkLst>
            <pc:docMk/>
            <pc:sldMk cId="0" sldId="315"/>
            <ac:spMk id="4" creationId="{00000000-0000-0000-0000-000000000000}"/>
          </ac:spMkLst>
        </pc:spChg>
        <pc:spChg chg="mod">
          <ac:chgData name="Trevoir Williams" userId="6a45007046124a3d" providerId="LiveId" clId="{53D5EA3C-0847-4EC1-9FDC-43DBDAEAF41A}" dt="2026-04-29T19:58:45.200" v="741" actId="27636"/>
          <ac:spMkLst>
            <pc:docMk/>
            <pc:sldMk cId="0" sldId="315"/>
            <ac:spMk id="7" creationId="{00000000-0000-0000-0000-000000000000}"/>
          </ac:spMkLst>
        </pc:spChg>
        <pc:spChg chg="mod">
          <ac:chgData name="Trevoir Williams" userId="6a45007046124a3d" providerId="LiveId" clId="{53D5EA3C-0847-4EC1-9FDC-43DBDAEAF41A}" dt="2026-04-29T19:58:45.216" v="743" actId="27636"/>
          <ac:spMkLst>
            <pc:docMk/>
            <pc:sldMk cId="0" sldId="315"/>
            <ac:spMk id="9" creationId="{00000000-0000-0000-0000-000000000000}"/>
          </ac:spMkLst>
        </pc:spChg>
        <pc:spChg chg="mod">
          <ac:chgData name="Trevoir Williams" userId="6a45007046124a3d" providerId="LiveId" clId="{53D5EA3C-0847-4EC1-9FDC-43DBDAEAF41A}" dt="2026-04-29T19:58:45.200" v="740" actId="27636"/>
          <ac:spMkLst>
            <pc:docMk/>
            <pc:sldMk cId="0" sldId="315"/>
            <ac:spMk id="14" creationId="{00000000-0000-0000-0000-000000000000}"/>
          </ac:spMkLst>
        </pc:spChg>
        <pc:spChg chg="mod">
          <ac:chgData name="Trevoir Williams" userId="6a45007046124a3d" providerId="LiveId" clId="{53D5EA3C-0847-4EC1-9FDC-43DBDAEAF41A}" dt="2026-04-29T18:41:47.865" v="484" actId="26606"/>
          <ac:spMkLst>
            <pc:docMk/>
            <pc:sldMk cId="0" sldId="315"/>
            <ac:spMk id="18" creationId="{00000000-0000-0000-0000-000000000000}"/>
          </ac:spMkLst>
        </pc:spChg>
        <pc:spChg chg="mod">
          <ac:chgData name="Trevoir Williams" userId="6a45007046124a3d" providerId="LiveId" clId="{53D5EA3C-0847-4EC1-9FDC-43DBDAEAF41A}" dt="2026-04-29T18:41:47.865" v="484" actId="26606"/>
          <ac:spMkLst>
            <pc:docMk/>
            <pc:sldMk cId="0" sldId="315"/>
            <ac:spMk id="19" creationId="{00000000-0000-0000-0000-000000000000}"/>
          </ac:spMkLst>
        </pc:spChg>
      </pc:sldChg>
      <pc:sldChg chg="modSp add del mod">
        <pc:chgData name="Trevoir Williams" userId="6a45007046124a3d" providerId="LiveId" clId="{53D5EA3C-0847-4EC1-9FDC-43DBDAEAF41A}" dt="2026-04-29T19:58:45.647" v="747" actId="27636"/>
        <pc:sldMkLst>
          <pc:docMk/>
          <pc:sldMk cId="0" sldId="316"/>
        </pc:sldMkLst>
        <pc:spChg chg="mod">
          <ac:chgData name="Trevoir Williams" userId="6a45007046124a3d" providerId="LiveId" clId="{53D5EA3C-0847-4EC1-9FDC-43DBDAEAF41A}" dt="2026-04-29T18:36:33.074" v="162" actId="26606"/>
          <ac:spMkLst>
            <pc:docMk/>
            <pc:sldMk cId="0" sldId="316"/>
            <ac:spMk id="3" creationId="{00000000-0000-0000-0000-000000000000}"/>
          </ac:spMkLst>
        </pc:spChg>
        <pc:spChg chg="mod">
          <ac:chgData name="Trevoir Williams" userId="6a45007046124a3d" providerId="LiveId" clId="{53D5EA3C-0847-4EC1-9FDC-43DBDAEAF41A}" dt="2026-04-29T19:58:45.636" v="745" actId="27636"/>
          <ac:spMkLst>
            <pc:docMk/>
            <pc:sldMk cId="0" sldId="316"/>
            <ac:spMk id="4" creationId="{00000000-0000-0000-0000-000000000000}"/>
          </ac:spMkLst>
        </pc:spChg>
        <pc:spChg chg="mod">
          <ac:chgData name="Trevoir Williams" userId="6a45007046124a3d" providerId="LiveId" clId="{53D5EA3C-0847-4EC1-9FDC-43DBDAEAF41A}" dt="2026-04-29T19:58:45.641" v="746" actId="27636"/>
          <ac:spMkLst>
            <pc:docMk/>
            <pc:sldMk cId="0" sldId="316"/>
            <ac:spMk id="7" creationId="{00000000-0000-0000-0000-000000000000}"/>
          </ac:spMkLst>
        </pc:spChg>
        <pc:spChg chg="mod">
          <ac:chgData name="Trevoir Williams" userId="6a45007046124a3d" providerId="LiveId" clId="{53D5EA3C-0847-4EC1-9FDC-43DBDAEAF41A}" dt="2026-04-29T19:58:45.647" v="747" actId="27636"/>
          <ac:spMkLst>
            <pc:docMk/>
            <pc:sldMk cId="0" sldId="316"/>
            <ac:spMk id="9" creationId="{00000000-0000-0000-0000-000000000000}"/>
          </ac:spMkLst>
        </pc:spChg>
        <pc:spChg chg="mod">
          <ac:chgData name="Trevoir Williams" userId="6a45007046124a3d" providerId="LiveId" clId="{53D5EA3C-0847-4EC1-9FDC-43DBDAEAF41A}" dt="2026-04-29T18:41:47.865" v="484" actId="26606"/>
          <ac:spMkLst>
            <pc:docMk/>
            <pc:sldMk cId="0" sldId="316"/>
            <ac:spMk id="14" creationId="{00000000-0000-0000-0000-000000000000}"/>
          </ac:spMkLst>
        </pc:spChg>
        <pc:spChg chg="mod">
          <ac:chgData name="Trevoir Williams" userId="6a45007046124a3d" providerId="LiveId" clId="{53D5EA3C-0847-4EC1-9FDC-43DBDAEAF41A}" dt="2026-04-29T18:41:47.865" v="484" actId="26606"/>
          <ac:spMkLst>
            <pc:docMk/>
            <pc:sldMk cId="0" sldId="316"/>
            <ac:spMk id="16" creationId="{00000000-0000-0000-0000-000000000000}"/>
          </ac:spMkLst>
        </pc:spChg>
        <pc:spChg chg="mod">
          <ac:chgData name="Trevoir Williams" userId="6a45007046124a3d" providerId="LiveId" clId="{53D5EA3C-0847-4EC1-9FDC-43DBDAEAF41A}" dt="2026-04-29T18:41:47.865" v="484" actId="26606"/>
          <ac:spMkLst>
            <pc:docMk/>
            <pc:sldMk cId="0" sldId="316"/>
            <ac:spMk id="17"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17"/>
        </pc:sldMkLst>
        <pc:spChg chg="mod">
          <ac:chgData name="Trevoir Williams" userId="6a45007046124a3d" providerId="LiveId" clId="{53D5EA3C-0847-4EC1-9FDC-43DBDAEAF41A}" dt="2026-04-29T18:36:33.074" v="162" actId="26606"/>
          <ac:spMkLst>
            <pc:docMk/>
            <pc:sldMk cId="0" sldId="317"/>
            <ac:spMk id="3" creationId="{00000000-0000-0000-0000-000000000000}"/>
          </ac:spMkLst>
        </pc:spChg>
        <pc:spChg chg="mod">
          <ac:chgData name="Trevoir Williams" userId="6a45007046124a3d" providerId="LiveId" clId="{53D5EA3C-0847-4EC1-9FDC-43DBDAEAF41A}" dt="2026-04-29T18:55:19.250" v="626" actId="27636"/>
          <ac:spMkLst>
            <pc:docMk/>
            <pc:sldMk cId="0" sldId="317"/>
            <ac:spMk id="4" creationId="{00000000-0000-0000-0000-000000000000}"/>
          </ac:spMkLst>
        </pc:spChg>
        <pc:spChg chg="mod">
          <ac:chgData name="Trevoir Williams" userId="6a45007046124a3d" providerId="LiveId" clId="{53D5EA3C-0847-4EC1-9FDC-43DBDAEAF41A}" dt="2026-04-29T18:55:19.247" v="625" actId="27636"/>
          <ac:spMkLst>
            <pc:docMk/>
            <pc:sldMk cId="0" sldId="317"/>
            <ac:spMk id="17" creationId="{00000000-0000-0000-0000-000000000000}"/>
          </ac:spMkLst>
        </pc:spChg>
        <pc:spChg chg="mod">
          <ac:chgData name="Trevoir Williams" userId="6a45007046124a3d" providerId="LiveId" clId="{53D5EA3C-0847-4EC1-9FDC-43DBDAEAF41A}" dt="2026-04-29T18:41:47.865" v="484" actId="26606"/>
          <ac:spMkLst>
            <pc:docMk/>
            <pc:sldMk cId="0" sldId="317"/>
            <ac:spMk id="19" creationId="{00000000-0000-0000-0000-000000000000}"/>
          </ac:spMkLst>
        </pc:spChg>
        <pc:spChg chg="mod">
          <ac:chgData name="Trevoir Williams" userId="6a45007046124a3d" providerId="LiveId" clId="{53D5EA3C-0847-4EC1-9FDC-43DBDAEAF41A}" dt="2026-04-29T18:41:47.865" v="484" actId="26606"/>
          <ac:spMkLst>
            <pc:docMk/>
            <pc:sldMk cId="0" sldId="317"/>
            <ac:spMk id="20" creationId="{00000000-0000-0000-0000-000000000000}"/>
          </ac:spMkLst>
        </pc:spChg>
        <pc:spChg chg="mod">
          <ac:chgData name="Trevoir Williams" userId="6a45007046124a3d" providerId="LiveId" clId="{53D5EA3C-0847-4EC1-9FDC-43DBDAEAF41A}" dt="2026-04-29T18:41:47.865" v="484" actId="26606"/>
          <ac:spMkLst>
            <pc:docMk/>
            <pc:sldMk cId="0" sldId="317"/>
            <ac:spMk id="21" creationId="{00000000-0000-0000-0000-000000000000}"/>
          </ac:spMkLst>
        </pc:spChg>
      </pc:sldChg>
      <pc:sldChg chg="modSp add del mod">
        <pc:chgData name="Trevoir Williams" userId="6a45007046124a3d" providerId="LiveId" clId="{53D5EA3C-0847-4EC1-9FDC-43DBDAEAF41A}" dt="2026-04-29T19:58:46.070" v="750" actId="27636"/>
        <pc:sldMkLst>
          <pc:docMk/>
          <pc:sldMk cId="0" sldId="318"/>
        </pc:sldMkLst>
        <pc:spChg chg="mod">
          <ac:chgData name="Trevoir Williams" userId="6a45007046124a3d" providerId="LiveId" clId="{53D5EA3C-0847-4EC1-9FDC-43DBDAEAF41A}" dt="2026-04-29T18:36:39.622" v="181" actId="27636"/>
          <ac:spMkLst>
            <pc:docMk/>
            <pc:sldMk cId="0" sldId="318"/>
            <ac:spMk id="3" creationId="{00000000-0000-0000-0000-000000000000}"/>
          </ac:spMkLst>
        </pc:spChg>
        <pc:spChg chg="mod">
          <ac:chgData name="Trevoir Williams" userId="6a45007046124a3d" providerId="LiveId" clId="{53D5EA3C-0847-4EC1-9FDC-43DBDAEAF41A}" dt="2026-04-29T19:58:46.060" v="749" actId="27636"/>
          <ac:spMkLst>
            <pc:docMk/>
            <pc:sldMk cId="0" sldId="318"/>
            <ac:spMk id="4" creationId="{00000000-0000-0000-0000-000000000000}"/>
          </ac:spMkLst>
        </pc:spChg>
        <pc:spChg chg="mod">
          <ac:chgData name="Trevoir Williams" userId="6a45007046124a3d" providerId="LiveId" clId="{53D5EA3C-0847-4EC1-9FDC-43DBDAEAF41A}" dt="2026-04-29T19:58:46.070" v="750" actId="27636"/>
          <ac:spMkLst>
            <pc:docMk/>
            <pc:sldMk cId="0" sldId="318"/>
            <ac:spMk id="7" creationId="{00000000-0000-0000-0000-000000000000}"/>
          </ac:spMkLst>
        </pc:spChg>
        <pc:spChg chg="mod">
          <ac:chgData name="Trevoir Williams" userId="6a45007046124a3d" providerId="LiveId" clId="{53D5EA3C-0847-4EC1-9FDC-43DBDAEAF41A}" dt="2026-04-29T19:58:46.050" v="748" actId="27636"/>
          <ac:spMkLst>
            <pc:docMk/>
            <pc:sldMk cId="0" sldId="318"/>
            <ac:spMk id="9" creationId="{00000000-0000-0000-0000-000000000000}"/>
          </ac:spMkLst>
        </pc:spChg>
        <pc:spChg chg="mod">
          <ac:chgData name="Trevoir Williams" userId="6a45007046124a3d" providerId="LiveId" clId="{53D5EA3C-0847-4EC1-9FDC-43DBDAEAF41A}" dt="2026-04-29T18:41:47.865" v="484" actId="26606"/>
          <ac:spMkLst>
            <pc:docMk/>
            <pc:sldMk cId="0" sldId="318"/>
            <ac:spMk id="14" creationId="{00000000-0000-0000-0000-000000000000}"/>
          </ac:spMkLst>
        </pc:spChg>
        <pc:spChg chg="mod">
          <ac:chgData name="Trevoir Williams" userId="6a45007046124a3d" providerId="LiveId" clId="{53D5EA3C-0847-4EC1-9FDC-43DBDAEAF41A}" dt="2026-04-29T18:41:47.865" v="484" actId="26606"/>
          <ac:spMkLst>
            <pc:docMk/>
            <pc:sldMk cId="0" sldId="318"/>
            <ac:spMk id="16" creationId="{00000000-0000-0000-0000-000000000000}"/>
          </ac:spMkLst>
        </pc:spChg>
        <pc:spChg chg="mod">
          <ac:chgData name="Trevoir Williams" userId="6a45007046124a3d" providerId="LiveId" clId="{53D5EA3C-0847-4EC1-9FDC-43DBDAEAF41A}" dt="2026-04-29T18:41:47.865" v="484" actId="26606"/>
          <ac:spMkLst>
            <pc:docMk/>
            <pc:sldMk cId="0" sldId="318"/>
            <ac:spMk id="17" creationId="{00000000-0000-0000-0000-000000000000}"/>
          </ac:spMkLst>
        </pc:spChg>
      </pc:sldChg>
      <pc:sldChg chg="modSp add del mod">
        <pc:chgData name="Trevoir Williams" userId="6a45007046124a3d" providerId="LiveId" clId="{53D5EA3C-0847-4EC1-9FDC-43DBDAEAF41A}" dt="2026-04-29T18:55:19.695" v="627" actId="27636"/>
        <pc:sldMkLst>
          <pc:docMk/>
          <pc:sldMk cId="0" sldId="319"/>
        </pc:sldMkLst>
        <pc:spChg chg="mod">
          <ac:chgData name="Trevoir Williams" userId="6a45007046124a3d" providerId="LiveId" clId="{53D5EA3C-0847-4EC1-9FDC-43DBDAEAF41A}" dt="2026-04-29T18:36:33.074" v="162" actId="26606"/>
          <ac:spMkLst>
            <pc:docMk/>
            <pc:sldMk cId="0" sldId="319"/>
            <ac:spMk id="3" creationId="{00000000-0000-0000-0000-000000000000}"/>
          </ac:spMkLst>
        </pc:spChg>
        <pc:spChg chg="mod">
          <ac:chgData name="Trevoir Williams" userId="6a45007046124a3d" providerId="LiveId" clId="{53D5EA3C-0847-4EC1-9FDC-43DBDAEAF41A}" dt="2026-04-29T18:55:19.695" v="627" actId="27636"/>
          <ac:spMkLst>
            <pc:docMk/>
            <pc:sldMk cId="0" sldId="319"/>
            <ac:spMk id="4" creationId="{00000000-0000-0000-0000-000000000000}"/>
          </ac:spMkLst>
        </pc:spChg>
        <pc:spChg chg="mod">
          <ac:chgData name="Trevoir Williams" userId="6a45007046124a3d" providerId="LiveId" clId="{53D5EA3C-0847-4EC1-9FDC-43DBDAEAF41A}" dt="2026-04-29T18:41:47.865" v="484" actId="26606"/>
          <ac:spMkLst>
            <pc:docMk/>
            <pc:sldMk cId="0" sldId="319"/>
            <ac:spMk id="16" creationId="{00000000-0000-0000-0000-000000000000}"/>
          </ac:spMkLst>
        </pc:spChg>
        <pc:spChg chg="mod">
          <ac:chgData name="Trevoir Williams" userId="6a45007046124a3d" providerId="LiveId" clId="{53D5EA3C-0847-4EC1-9FDC-43DBDAEAF41A}" dt="2026-04-29T18:41:47.865" v="484" actId="26606"/>
          <ac:spMkLst>
            <pc:docMk/>
            <pc:sldMk cId="0" sldId="319"/>
            <ac:spMk id="17" creationId="{00000000-0000-0000-0000-000000000000}"/>
          </ac:spMkLst>
        </pc:spChg>
        <pc:spChg chg="mod">
          <ac:chgData name="Trevoir Williams" userId="6a45007046124a3d" providerId="LiveId" clId="{53D5EA3C-0847-4EC1-9FDC-43DBDAEAF41A}" dt="2026-04-29T18:41:47.865" v="484" actId="26606"/>
          <ac:spMkLst>
            <pc:docMk/>
            <pc:sldMk cId="0" sldId="319"/>
            <ac:spMk id="18" creationId="{00000000-0000-0000-0000-000000000000}"/>
          </ac:spMkLst>
        </pc:spChg>
      </pc:sldChg>
      <pc:sldChg chg="modSp add del mod">
        <pc:chgData name="Trevoir Williams" userId="6a45007046124a3d" providerId="LiveId" clId="{53D5EA3C-0847-4EC1-9FDC-43DBDAEAF41A}" dt="2026-04-29T19:27:38.127" v="675" actId="27636"/>
        <pc:sldMkLst>
          <pc:docMk/>
          <pc:sldMk cId="0" sldId="320"/>
        </pc:sldMkLst>
        <pc:spChg chg="mod">
          <ac:chgData name="Trevoir Williams" userId="6a45007046124a3d" providerId="LiveId" clId="{53D5EA3C-0847-4EC1-9FDC-43DBDAEAF41A}" dt="2026-04-29T18:36:33.074" v="162" actId="26606"/>
          <ac:spMkLst>
            <pc:docMk/>
            <pc:sldMk cId="0" sldId="320"/>
            <ac:spMk id="3" creationId="{00000000-0000-0000-0000-000000000000}"/>
          </ac:spMkLst>
        </pc:spChg>
        <pc:spChg chg="mod">
          <ac:chgData name="Trevoir Williams" userId="6a45007046124a3d" providerId="LiveId" clId="{53D5EA3C-0847-4EC1-9FDC-43DBDAEAF41A}" dt="2026-04-29T19:27:38.127" v="675" actId="27636"/>
          <ac:spMkLst>
            <pc:docMk/>
            <pc:sldMk cId="0" sldId="320"/>
            <ac:spMk id="4" creationId="{00000000-0000-0000-0000-000000000000}"/>
          </ac:spMkLst>
        </pc:spChg>
        <pc:spChg chg="mod">
          <ac:chgData name="Trevoir Williams" userId="6a45007046124a3d" providerId="LiveId" clId="{53D5EA3C-0847-4EC1-9FDC-43DBDAEAF41A}" dt="2026-04-29T19:27:38.114" v="672" actId="27636"/>
          <ac:spMkLst>
            <pc:docMk/>
            <pc:sldMk cId="0" sldId="320"/>
            <ac:spMk id="8" creationId="{00000000-0000-0000-0000-000000000000}"/>
          </ac:spMkLst>
        </pc:spChg>
        <pc:spChg chg="mod">
          <ac:chgData name="Trevoir Williams" userId="6a45007046124a3d" providerId="LiveId" clId="{53D5EA3C-0847-4EC1-9FDC-43DBDAEAF41A}" dt="2026-04-29T19:27:38.120" v="673" actId="27636"/>
          <ac:spMkLst>
            <pc:docMk/>
            <pc:sldMk cId="0" sldId="320"/>
            <ac:spMk id="12" creationId="{00000000-0000-0000-0000-000000000000}"/>
          </ac:spMkLst>
        </pc:spChg>
        <pc:spChg chg="mod">
          <ac:chgData name="Trevoir Williams" userId="6a45007046124a3d" providerId="LiveId" clId="{53D5EA3C-0847-4EC1-9FDC-43DBDAEAF41A}" dt="2026-04-29T19:27:38.124" v="674" actId="27636"/>
          <ac:spMkLst>
            <pc:docMk/>
            <pc:sldMk cId="0" sldId="320"/>
            <ac:spMk id="16" creationId="{00000000-0000-0000-0000-000000000000}"/>
          </ac:spMkLst>
        </pc:spChg>
        <pc:spChg chg="mod">
          <ac:chgData name="Trevoir Williams" userId="6a45007046124a3d" providerId="LiveId" clId="{53D5EA3C-0847-4EC1-9FDC-43DBDAEAF41A}" dt="2026-04-29T18:41:47.865" v="484" actId="26606"/>
          <ac:spMkLst>
            <pc:docMk/>
            <pc:sldMk cId="0" sldId="320"/>
            <ac:spMk id="20" creationId="{00000000-0000-0000-0000-000000000000}"/>
          </ac:spMkLst>
        </pc:spChg>
        <pc:spChg chg="mod">
          <ac:chgData name="Trevoir Williams" userId="6a45007046124a3d" providerId="LiveId" clId="{53D5EA3C-0847-4EC1-9FDC-43DBDAEAF41A}" dt="2026-04-29T18:41:47.865" v="484" actId="26606"/>
          <ac:spMkLst>
            <pc:docMk/>
            <pc:sldMk cId="0" sldId="320"/>
            <ac:spMk id="22" creationId="{00000000-0000-0000-0000-000000000000}"/>
          </ac:spMkLst>
        </pc:spChg>
        <pc:spChg chg="mod">
          <ac:chgData name="Trevoir Williams" userId="6a45007046124a3d" providerId="LiveId" clId="{53D5EA3C-0847-4EC1-9FDC-43DBDAEAF41A}" dt="2026-04-29T18:41:47.865" v="484" actId="26606"/>
          <ac:spMkLst>
            <pc:docMk/>
            <pc:sldMk cId="0" sldId="320"/>
            <ac:spMk id="24" creationId="{00000000-0000-0000-0000-000000000000}"/>
          </ac:spMkLst>
        </pc:spChg>
        <pc:spChg chg="mod">
          <ac:chgData name="Trevoir Williams" userId="6a45007046124a3d" providerId="LiveId" clId="{53D5EA3C-0847-4EC1-9FDC-43DBDAEAF41A}" dt="2026-04-29T18:41:47.865" v="484" actId="26606"/>
          <ac:spMkLst>
            <pc:docMk/>
            <pc:sldMk cId="0" sldId="320"/>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21"/>
        </pc:sldMkLst>
        <pc:spChg chg="mod">
          <ac:chgData name="Trevoir Williams" userId="6a45007046124a3d" providerId="LiveId" clId="{53D5EA3C-0847-4EC1-9FDC-43DBDAEAF41A}" dt="2026-04-29T20:28:13.734" v="893" actId="26606"/>
          <ac:spMkLst>
            <pc:docMk/>
            <pc:sldMk cId="0" sldId="321"/>
            <ac:spMk id="4" creationId="{00000000-0000-0000-0000-000000000000}"/>
          </ac:spMkLst>
        </pc:spChg>
        <pc:spChg chg="mod">
          <ac:chgData name="Trevoir Williams" userId="6a45007046124a3d" providerId="LiveId" clId="{53D5EA3C-0847-4EC1-9FDC-43DBDAEAF41A}" dt="2026-04-29T20:28:13.734" v="893" actId="26606"/>
          <ac:spMkLst>
            <pc:docMk/>
            <pc:sldMk cId="0" sldId="321"/>
            <ac:spMk id="6" creationId="{00000000-0000-0000-0000-000000000000}"/>
          </ac:spMkLst>
        </pc:spChg>
        <pc:spChg chg="mod">
          <ac:chgData name="Trevoir Williams" userId="6a45007046124a3d" providerId="LiveId" clId="{53D5EA3C-0847-4EC1-9FDC-43DBDAEAF41A}" dt="2026-04-29T20:28:13.734" v="893" actId="26606"/>
          <ac:spMkLst>
            <pc:docMk/>
            <pc:sldMk cId="0" sldId="321"/>
            <ac:spMk id="7" creationId="{00000000-0000-0000-0000-000000000000}"/>
          </ac:spMkLst>
        </pc:spChg>
        <pc:spChg chg="mod">
          <ac:chgData name="Trevoir Williams" userId="6a45007046124a3d" providerId="LiveId" clId="{53D5EA3C-0847-4EC1-9FDC-43DBDAEAF41A}" dt="2026-04-29T20:28:13.734" v="893" actId="26606"/>
          <ac:spMkLst>
            <pc:docMk/>
            <pc:sldMk cId="0" sldId="321"/>
            <ac:spMk id="8" creationId="{00000000-0000-0000-0000-000000000000}"/>
          </ac:spMkLst>
        </pc:spChg>
        <pc:spChg chg="mod">
          <ac:chgData name="Trevoir Williams" userId="6a45007046124a3d" providerId="LiveId" clId="{53D5EA3C-0847-4EC1-9FDC-43DBDAEAF41A}" dt="2026-04-29T20:28:13.734" v="893" actId="26606"/>
          <ac:spMkLst>
            <pc:docMk/>
            <pc:sldMk cId="0" sldId="321"/>
            <ac:spMk id="9" creationId="{00000000-0000-0000-0000-000000000000}"/>
          </ac:spMkLst>
        </pc:spChg>
        <pc:spChg chg="mod">
          <ac:chgData name="Trevoir Williams" userId="6a45007046124a3d" providerId="LiveId" clId="{53D5EA3C-0847-4EC1-9FDC-43DBDAEAF41A}" dt="2026-04-29T20:28:13.734" v="893" actId="26606"/>
          <ac:spMkLst>
            <pc:docMk/>
            <pc:sldMk cId="0" sldId="321"/>
            <ac:spMk id="11" creationId="{00000000-0000-0000-0000-000000000000}"/>
          </ac:spMkLst>
        </pc:spChg>
        <pc:spChg chg="mod">
          <ac:chgData name="Trevoir Williams" userId="6a45007046124a3d" providerId="LiveId" clId="{53D5EA3C-0847-4EC1-9FDC-43DBDAEAF41A}" dt="2026-04-29T20:28:13.734" v="893" actId="26606"/>
          <ac:spMkLst>
            <pc:docMk/>
            <pc:sldMk cId="0" sldId="321"/>
            <ac:spMk id="12" creationId="{00000000-0000-0000-0000-000000000000}"/>
          </ac:spMkLst>
        </pc:spChg>
        <pc:spChg chg="mod">
          <ac:chgData name="Trevoir Williams" userId="6a45007046124a3d" providerId="LiveId" clId="{53D5EA3C-0847-4EC1-9FDC-43DBDAEAF41A}" dt="2026-04-29T20:28:13.734" v="893" actId="26606"/>
          <ac:spMkLst>
            <pc:docMk/>
            <pc:sldMk cId="0" sldId="321"/>
            <ac:spMk id="13" creationId="{00000000-0000-0000-0000-000000000000}"/>
          </ac:spMkLst>
        </pc:spChg>
        <pc:spChg chg="mod">
          <ac:chgData name="Trevoir Williams" userId="6a45007046124a3d" providerId="LiveId" clId="{53D5EA3C-0847-4EC1-9FDC-43DBDAEAF41A}" dt="2026-04-29T20:28:13.734" v="893" actId="26606"/>
          <ac:spMkLst>
            <pc:docMk/>
            <pc:sldMk cId="0" sldId="321"/>
            <ac:spMk id="14" creationId="{00000000-0000-0000-0000-000000000000}"/>
          </ac:spMkLst>
        </pc:spChg>
        <pc:spChg chg="mod">
          <ac:chgData name="Trevoir Williams" userId="6a45007046124a3d" providerId="LiveId" clId="{53D5EA3C-0847-4EC1-9FDC-43DBDAEAF41A}" dt="2026-04-29T20:28:13.734" v="893" actId="26606"/>
          <ac:spMkLst>
            <pc:docMk/>
            <pc:sldMk cId="0" sldId="321"/>
            <ac:spMk id="15" creationId="{00000000-0000-0000-0000-000000000000}"/>
          </ac:spMkLst>
        </pc:spChg>
        <pc:spChg chg="mod">
          <ac:chgData name="Trevoir Williams" userId="6a45007046124a3d" providerId="LiveId" clId="{53D5EA3C-0847-4EC1-9FDC-43DBDAEAF41A}" dt="2026-04-29T18:41:47.865" v="484" actId="26606"/>
          <ac:spMkLst>
            <pc:docMk/>
            <pc:sldMk cId="0" sldId="321"/>
            <ac:spMk id="25" creationId="{00000000-0000-0000-0000-000000000000}"/>
          </ac:spMkLst>
        </pc:spChg>
        <pc:spChg chg="mod">
          <ac:chgData name="Trevoir Williams" userId="6a45007046124a3d" providerId="LiveId" clId="{53D5EA3C-0847-4EC1-9FDC-43DBDAEAF41A}" dt="2026-04-29T18:41:47.865" v="484" actId="26606"/>
          <ac:spMkLst>
            <pc:docMk/>
            <pc:sldMk cId="0" sldId="321"/>
            <ac:spMk id="26" creationId="{00000000-0000-0000-0000-000000000000}"/>
          </ac:spMkLst>
        </pc:spChg>
        <pc:spChg chg="mod">
          <ac:chgData name="Trevoir Williams" userId="6a45007046124a3d" providerId="LiveId" clId="{53D5EA3C-0847-4EC1-9FDC-43DBDAEAF41A}" dt="2026-04-29T18:41:47.865" v="484" actId="26606"/>
          <ac:spMkLst>
            <pc:docMk/>
            <pc:sldMk cId="0" sldId="321"/>
            <ac:spMk id="27"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322"/>
        </pc:sldMkLst>
        <pc:spChg chg="mod">
          <ac:chgData name="Trevoir Williams" userId="6a45007046124a3d" providerId="LiveId" clId="{53D5EA3C-0847-4EC1-9FDC-43DBDAEAF41A}" dt="2026-04-29T18:36:33.074" v="162" actId="26606"/>
          <ac:spMkLst>
            <pc:docMk/>
            <pc:sldMk cId="0" sldId="322"/>
            <ac:spMk id="3" creationId="{00000000-0000-0000-0000-000000000000}"/>
          </ac:spMkLst>
        </pc:spChg>
        <pc:spChg chg="mod">
          <ac:chgData name="Trevoir Williams" userId="6a45007046124a3d" providerId="LiveId" clId="{53D5EA3C-0847-4EC1-9FDC-43DBDAEAF41A}" dt="2026-04-29T18:55:20.590" v="629" actId="27636"/>
          <ac:spMkLst>
            <pc:docMk/>
            <pc:sldMk cId="0" sldId="322"/>
            <ac:spMk id="4" creationId="{00000000-0000-0000-0000-000000000000}"/>
          </ac:spMkLst>
        </pc:spChg>
        <pc:spChg chg="mod">
          <ac:chgData name="Trevoir Williams" userId="6a45007046124a3d" providerId="LiveId" clId="{53D5EA3C-0847-4EC1-9FDC-43DBDAEAF41A}" dt="2026-04-29T18:41:47.865" v="484" actId="26606"/>
          <ac:spMkLst>
            <pc:docMk/>
            <pc:sldMk cId="0" sldId="322"/>
            <ac:spMk id="14" creationId="{00000000-0000-0000-0000-000000000000}"/>
          </ac:spMkLst>
        </pc:spChg>
        <pc:spChg chg="mod">
          <ac:chgData name="Trevoir Williams" userId="6a45007046124a3d" providerId="LiveId" clId="{53D5EA3C-0847-4EC1-9FDC-43DBDAEAF41A}" dt="2026-04-29T18:41:47.865" v="484" actId="26606"/>
          <ac:spMkLst>
            <pc:docMk/>
            <pc:sldMk cId="0" sldId="322"/>
            <ac:spMk id="15" creationId="{00000000-0000-0000-0000-000000000000}"/>
          </ac:spMkLst>
        </pc:spChg>
        <pc:spChg chg="mod">
          <ac:chgData name="Trevoir Williams" userId="6a45007046124a3d" providerId="LiveId" clId="{53D5EA3C-0847-4EC1-9FDC-43DBDAEAF41A}" dt="2026-04-29T20:52:00.045" v="898" actId="26606"/>
          <ac:spMkLst>
            <pc:docMk/>
            <pc:sldMk cId="0" sldId="322"/>
            <ac:spMk id="16" creationId="{00000000-0000-0000-0000-000000000000}"/>
          </ac:spMkLst>
        </pc:spChg>
      </pc:sldChg>
      <pc:sldChg chg="modSp add del mod">
        <pc:chgData name="Trevoir Williams" userId="6a45007046124a3d" providerId="LiveId" clId="{53D5EA3C-0847-4EC1-9FDC-43DBDAEAF41A}" dt="2026-04-29T18:55:20.994" v="630" actId="27636"/>
        <pc:sldMkLst>
          <pc:docMk/>
          <pc:sldMk cId="0" sldId="323"/>
        </pc:sldMkLst>
        <pc:spChg chg="mod">
          <ac:chgData name="Trevoir Williams" userId="6a45007046124a3d" providerId="LiveId" clId="{53D5EA3C-0847-4EC1-9FDC-43DBDAEAF41A}" dt="2026-04-29T18:36:33.074" v="162" actId="26606"/>
          <ac:spMkLst>
            <pc:docMk/>
            <pc:sldMk cId="0" sldId="323"/>
            <ac:spMk id="3" creationId="{00000000-0000-0000-0000-000000000000}"/>
          </ac:spMkLst>
        </pc:spChg>
        <pc:spChg chg="mod">
          <ac:chgData name="Trevoir Williams" userId="6a45007046124a3d" providerId="LiveId" clId="{53D5EA3C-0847-4EC1-9FDC-43DBDAEAF41A}" dt="2026-04-29T18:55:20.994" v="630" actId="27636"/>
          <ac:spMkLst>
            <pc:docMk/>
            <pc:sldMk cId="0" sldId="323"/>
            <ac:spMk id="4" creationId="{00000000-0000-0000-0000-000000000000}"/>
          </ac:spMkLst>
        </pc:spChg>
        <pc:spChg chg="mod">
          <ac:chgData name="Trevoir Williams" userId="6a45007046124a3d" providerId="LiveId" clId="{53D5EA3C-0847-4EC1-9FDC-43DBDAEAF41A}" dt="2026-04-29T18:41:47.865" v="484" actId="26606"/>
          <ac:spMkLst>
            <pc:docMk/>
            <pc:sldMk cId="0" sldId="323"/>
            <ac:spMk id="23" creationId="{00000000-0000-0000-0000-000000000000}"/>
          </ac:spMkLst>
        </pc:spChg>
        <pc:spChg chg="mod">
          <ac:chgData name="Trevoir Williams" userId="6a45007046124a3d" providerId="LiveId" clId="{53D5EA3C-0847-4EC1-9FDC-43DBDAEAF41A}" dt="2026-04-29T18:41:47.865" v="484" actId="26606"/>
          <ac:spMkLst>
            <pc:docMk/>
            <pc:sldMk cId="0" sldId="323"/>
            <ac:spMk id="25" creationId="{00000000-0000-0000-0000-000000000000}"/>
          </ac:spMkLst>
        </pc:spChg>
        <pc:spChg chg="mod">
          <ac:chgData name="Trevoir Williams" userId="6a45007046124a3d" providerId="LiveId" clId="{53D5EA3C-0847-4EC1-9FDC-43DBDAEAF41A}" dt="2026-04-29T18:41:47.865" v="484" actId="26606"/>
          <ac:spMkLst>
            <pc:docMk/>
            <pc:sldMk cId="0" sldId="323"/>
            <ac:spMk id="26" creationId="{00000000-0000-0000-0000-000000000000}"/>
          </ac:spMkLst>
        </pc:spChg>
        <pc:spChg chg="mod">
          <ac:chgData name="Trevoir Williams" userId="6a45007046124a3d" providerId="LiveId" clId="{53D5EA3C-0847-4EC1-9FDC-43DBDAEAF41A}" dt="2026-04-29T18:41:47.865" v="484" actId="26606"/>
          <ac:spMkLst>
            <pc:docMk/>
            <pc:sldMk cId="0" sldId="323"/>
            <ac:spMk id="27" creationId="{00000000-0000-0000-0000-000000000000}"/>
          </ac:spMkLst>
        </pc:spChg>
        <pc:spChg chg="mod">
          <ac:chgData name="Trevoir Williams" userId="6a45007046124a3d" providerId="LiveId" clId="{53D5EA3C-0847-4EC1-9FDC-43DBDAEAF41A}" dt="2026-04-29T18:41:47.865" v="484" actId="26606"/>
          <ac:spMkLst>
            <pc:docMk/>
            <pc:sldMk cId="0" sldId="323"/>
            <ac:spMk id="28" creationId="{00000000-0000-0000-0000-000000000000}"/>
          </ac:spMkLst>
        </pc:spChg>
      </pc:sldChg>
      <pc:sldChg chg="modSp add del mod">
        <pc:chgData name="Trevoir Williams" userId="6a45007046124a3d" providerId="LiveId" clId="{53D5EA3C-0847-4EC1-9FDC-43DBDAEAF41A}" dt="2026-04-29T19:58:46.500" v="754" actId="27636"/>
        <pc:sldMkLst>
          <pc:docMk/>
          <pc:sldMk cId="0" sldId="324"/>
        </pc:sldMkLst>
        <pc:spChg chg="mod">
          <ac:chgData name="Trevoir Williams" userId="6a45007046124a3d" providerId="LiveId" clId="{53D5EA3C-0847-4EC1-9FDC-43DBDAEAF41A}" dt="2026-04-29T19:58:46.473" v="751" actId="27636"/>
          <ac:spMkLst>
            <pc:docMk/>
            <pc:sldMk cId="0" sldId="324"/>
            <ac:spMk id="3" creationId="{00000000-0000-0000-0000-000000000000}"/>
          </ac:spMkLst>
        </pc:spChg>
        <pc:spChg chg="mod">
          <ac:chgData name="Trevoir Williams" userId="6a45007046124a3d" providerId="LiveId" clId="{53D5EA3C-0847-4EC1-9FDC-43DBDAEAF41A}" dt="2026-04-29T19:58:46.500" v="754" actId="27636"/>
          <ac:spMkLst>
            <pc:docMk/>
            <pc:sldMk cId="0" sldId="324"/>
            <ac:spMk id="4" creationId="{00000000-0000-0000-0000-000000000000}"/>
          </ac:spMkLst>
        </pc:spChg>
        <pc:spChg chg="mod">
          <ac:chgData name="Trevoir Williams" userId="6a45007046124a3d" providerId="LiveId" clId="{53D5EA3C-0847-4EC1-9FDC-43DBDAEAF41A}" dt="2026-04-29T19:58:46.497" v="753" actId="27636"/>
          <ac:spMkLst>
            <pc:docMk/>
            <pc:sldMk cId="0" sldId="324"/>
            <ac:spMk id="7" creationId="{00000000-0000-0000-0000-000000000000}"/>
          </ac:spMkLst>
        </pc:spChg>
        <pc:spChg chg="mod">
          <ac:chgData name="Trevoir Williams" userId="6a45007046124a3d" providerId="LiveId" clId="{53D5EA3C-0847-4EC1-9FDC-43DBDAEAF41A}" dt="2026-04-29T19:58:46.494" v="752" actId="27636"/>
          <ac:spMkLst>
            <pc:docMk/>
            <pc:sldMk cId="0" sldId="324"/>
            <ac:spMk id="9" creationId="{00000000-0000-0000-0000-000000000000}"/>
          </ac:spMkLst>
        </pc:spChg>
        <pc:spChg chg="mod">
          <ac:chgData name="Trevoir Williams" userId="6a45007046124a3d" providerId="LiveId" clId="{53D5EA3C-0847-4EC1-9FDC-43DBDAEAF41A}" dt="2026-04-29T18:41:47.865" v="484" actId="26606"/>
          <ac:spMkLst>
            <pc:docMk/>
            <pc:sldMk cId="0" sldId="324"/>
            <ac:spMk id="14" creationId="{00000000-0000-0000-0000-000000000000}"/>
          </ac:spMkLst>
        </pc:spChg>
        <pc:spChg chg="mod">
          <ac:chgData name="Trevoir Williams" userId="6a45007046124a3d" providerId="LiveId" clId="{53D5EA3C-0847-4EC1-9FDC-43DBDAEAF41A}" dt="2026-04-29T18:41:47.865" v="484" actId="26606"/>
          <ac:spMkLst>
            <pc:docMk/>
            <pc:sldMk cId="0" sldId="324"/>
            <ac:spMk id="16" creationId="{00000000-0000-0000-0000-000000000000}"/>
          </ac:spMkLst>
        </pc:spChg>
        <pc:spChg chg="mod">
          <ac:chgData name="Trevoir Williams" userId="6a45007046124a3d" providerId="LiveId" clId="{53D5EA3C-0847-4EC1-9FDC-43DBDAEAF41A}" dt="2026-04-29T18:41:47.865" v="484" actId="26606"/>
          <ac:spMkLst>
            <pc:docMk/>
            <pc:sldMk cId="0" sldId="324"/>
            <ac:spMk id="17" creationId="{00000000-0000-0000-0000-000000000000}"/>
          </ac:spMkLst>
        </pc:spChg>
      </pc:sldChg>
      <pc:sldChg chg="modSp add del mod">
        <pc:chgData name="Trevoir Williams" userId="6a45007046124a3d" providerId="LiveId" clId="{53D5EA3C-0847-4EC1-9FDC-43DBDAEAF41A}" dt="2026-04-29T19:58:46.964" v="759" actId="27636"/>
        <pc:sldMkLst>
          <pc:docMk/>
          <pc:sldMk cId="0" sldId="325"/>
        </pc:sldMkLst>
        <pc:spChg chg="mod">
          <ac:chgData name="Trevoir Williams" userId="6a45007046124a3d" providerId="LiveId" clId="{53D5EA3C-0847-4EC1-9FDC-43DBDAEAF41A}" dt="2026-04-29T19:58:46.962" v="758" actId="27636"/>
          <ac:spMkLst>
            <pc:docMk/>
            <pc:sldMk cId="0" sldId="325"/>
            <ac:spMk id="3" creationId="{00000000-0000-0000-0000-000000000000}"/>
          </ac:spMkLst>
        </pc:spChg>
        <pc:spChg chg="mod">
          <ac:chgData name="Trevoir Williams" userId="6a45007046124a3d" providerId="LiveId" clId="{53D5EA3C-0847-4EC1-9FDC-43DBDAEAF41A}" dt="2026-04-29T19:58:46.958" v="757" actId="27636"/>
          <ac:spMkLst>
            <pc:docMk/>
            <pc:sldMk cId="0" sldId="325"/>
            <ac:spMk id="4" creationId="{00000000-0000-0000-0000-000000000000}"/>
          </ac:spMkLst>
        </pc:spChg>
        <pc:spChg chg="mod">
          <ac:chgData name="Trevoir Williams" userId="6a45007046124a3d" providerId="LiveId" clId="{53D5EA3C-0847-4EC1-9FDC-43DBDAEAF41A}" dt="2026-04-29T19:58:46.939" v="755" actId="27636"/>
          <ac:spMkLst>
            <pc:docMk/>
            <pc:sldMk cId="0" sldId="325"/>
            <ac:spMk id="7" creationId="{00000000-0000-0000-0000-000000000000}"/>
          </ac:spMkLst>
        </pc:spChg>
        <pc:spChg chg="mod">
          <ac:chgData name="Trevoir Williams" userId="6a45007046124a3d" providerId="LiveId" clId="{53D5EA3C-0847-4EC1-9FDC-43DBDAEAF41A}" dt="2026-04-29T19:58:46.955" v="756" actId="27636"/>
          <ac:spMkLst>
            <pc:docMk/>
            <pc:sldMk cId="0" sldId="325"/>
            <ac:spMk id="9" creationId="{00000000-0000-0000-0000-000000000000}"/>
          </ac:spMkLst>
        </pc:spChg>
        <pc:spChg chg="mod">
          <ac:chgData name="Trevoir Williams" userId="6a45007046124a3d" providerId="LiveId" clId="{53D5EA3C-0847-4EC1-9FDC-43DBDAEAF41A}" dt="2026-04-29T19:58:46.964" v="759" actId="27636"/>
          <ac:spMkLst>
            <pc:docMk/>
            <pc:sldMk cId="0" sldId="325"/>
            <ac:spMk id="14" creationId="{00000000-0000-0000-0000-000000000000}"/>
          </ac:spMkLst>
        </pc:spChg>
        <pc:spChg chg="mod">
          <ac:chgData name="Trevoir Williams" userId="6a45007046124a3d" providerId="LiveId" clId="{53D5EA3C-0847-4EC1-9FDC-43DBDAEAF41A}" dt="2026-04-29T18:41:47.865" v="484" actId="26606"/>
          <ac:spMkLst>
            <pc:docMk/>
            <pc:sldMk cId="0" sldId="325"/>
            <ac:spMk id="18" creationId="{00000000-0000-0000-0000-000000000000}"/>
          </ac:spMkLst>
        </pc:spChg>
        <pc:spChg chg="mod">
          <ac:chgData name="Trevoir Williams" userId="6a45007046124a3d" providerId="LiveId" clId="{53D5EA3C-0847-4EC1-9FDC-43DBDAEAF41A}" dt="2026-04-29T18:41:47.865" v="484" actId="26606"/>
          <ac:spMkLst>
            <pc:docMk/>
            <pc:sldMk cId="0" sldId="325"/>
            <ac:spMk id="19" creationId="{00000000-0000-0000-0000-000000000000}"/>
          </ac:spMkLst>
        </pc:spChg>
      </pc:sldChg>
      <pc:sldChg chg="modSp add del mod">
        <pc:chgData name="Trevoir Williams" userId="6a45007046124a3d" providerId="LiveId" clId="{53D5EA3C-0847-4EC1-9FDC-43DBDAEAF41A}" dt="2026-04-29T19:58:47.397" v="762" actId="27636"/>
        <pc:sldMkLst>
          <pc:docMk/>
          <pc:sldMk cId="0" sldId="326"/>
        </pc:sldMkLst>
        <pc:spChg chg="mod">
          <ac:chgData name="Trevoir Williams" userId="6a45007046124a3d" providerId="LiveId" clId="{53D5EA3C-0847-4EC1-9FDC-43DBDAEAF41A}" dt="2026-04-29T18:36:41.337" v="182" actId="27636"/>
          <ac:spMkLst>
            <pc:docMk/>
            <pc:sldMk cId="0" sldId="326"/>
            <ac:spMk id="3" creationId="{00000000-0000-0000-0000-000000000000}"/>
          </ac:spMkLst>
        </pc:spChg>
        <pc:spChg chg="mod">
          <ac:chgData name="Trevoir Williams" userId="6a45007046124a3d" providerId="LiveId" clId="{53D5EA3C-0847-4EC1-9FDC-43DBDAEAF41A}" dt="2026-04-29T19:58:47.390" v="760" actId="27636"/>
          <ac:spMkLst>
            <pc:docMk/>
            <pc:sldMk cId="0" sldId="326"/>
            <ac:spMk id="4" creationId="{00000000-0000-0000-0000-000000000000}"/>
          </ac:spMkLst>
        </pc:spChg>
        <pc:spChg chg="mod">
          <ac:chgData name="Trevoir Williams" userId="6a45007046124a3d" providerId="LiveId" clId="{53D5EA3C-0847-4EC1-9FDC-43DBDAEAF41A}" dt="2026-04-29T19:58:47.397" v="762" actId="27636"/>
          <ac:spMkLst>
            <pc:docMk/>
            <pc:sldMk cId="0" sldId="326"/>
            <ac:spMk id="7" creationId="{00000000-0000-0000-0000-000000000000}"/>
          </ac:spMkLst>
        </pc:spChg>
        <pc:spChg chg="mod">
          <ac:chgData name="Trevoir Williams" userId="6a45007046124a3d" providerId="LiveId" clId="{53D5EA3C-0847-4EC1-9FDC-43DBDAEAF41A}" dt="2026-04-29T19:58:47.394" v="761" actId="27636"/>
          <ac:spMkLst>
            <pc:docMk/>
            <pc:sldMk cId="0" sldId="326"/>
            <ac:spMk id="9" creationId="{00000000-0000-0000-0000-000000000000}"/>
          </ac:spMkLst>
        </pc:spChg>
        <pc:spChg chg="mod">
          <ac:chgData name="Trevoir Williams" userId="6a45007046124a3d" providerId="LiveId" clId="{53D5EA3C-0847-4EC1-9FDC-43DBDAEAF41A}" dt="2026-04-29T18:41:47.865" v="484" actId="26606"/>
          <ac:spMkLst>
            <pc:docMk/>
            <pc:sldMk cId="0" sldId="326"/>
            <ac:spMk id="14" creationId="{00000000-0000-0000-0000-000000000000}"/>
          </ac:spMkLst>
        </pc:spChg>
        <pc:spChg chg="mod">
          <ac:chgData name="Trevoir Williams" userId="6a45007046124a3d" providerId="LiveId" clId="{53D5EA3C-0847-4EC1-9FDC-43DBDAEAF41A}" dt="2026-04-29T18:41:47.865" v="484" actId="26606"/>
          <ac:spMkLst>
            <pc:docMk/>
            <pc:sldMk cId="0" sldId="326"/>
            <ac:spMk id="16" creationId="{00000000-0000-0000-0000-000000000000}"/>
          </ac:spMkLst>
        </pc:spChg>
        <pc:spChg chg="mod">
          <ac:chgData name="Trevoir Williams" userId="6a45007046124a3d" providerId="LiveId" clId="{53D5EA3C-0847-4EC1-9FDC-43DBDAEAF41A}" dt="2026-04-29T18:41:47.865" v="484" actId="26606"/>
          <ac:spMkLst>
            <pc:docMk/>
            <pc:sldMk cId="0" sldId="326"/>
            <ac:spMk id="17" creationId="{00000000-0000-0000-0000-000000000000}"/>
          </ac:spMkLst>
        </pc:spChg>
      </pc:sldChg>
      <pc:sldChg chg="modSp add del mod">
        <pc:chgData name="Trevoir Williams" userId="6a45007046124a3d" providerId="LiveId" clId="{53D5EA3C-0847-4EC1-9FDC-43DBDAEAF41A}" dt="2026-04-29T19:58:47.880" v="765" actId="27636"/>
        <pc:sldMkLst>
          <pc:docMk/>
          <pc:sldMk cId="0" sldId="327"/>
        </pc:sldMkLst>
        <pc:spChg chg="mod">
          <ac:chgData name="Trevoir Williams" userId="6a45007046124a3d" providerId="LiveId" clId="{53D5EA3C-0847-4EC1-9FDC-43DBDAEAF41A}" dt="2026-04-29T18:44:37.508" v="514" actId="27636"/>
          <ac:spMkLst>
            <pc:docMk/>
            <pc:sldMk cId="0" sldId="327"/>
            <ac:spMk id="3" creationId="{00000000-0000-0000-0000-000000000000}"/>
          </ac:spMkLst>
        </pc:spChg>
        <pc:spChg chg="mod">
          <ac:chgData name="Trevoir Williams" userId="6a45007046124a3d" providerId="LiveId" clId="{53D5EA3C-0847-4EC1-9FDC-43DBDAEAF41A}" dt="2026-04-29T19:58:47.874" v="764" actId="27636"/>
          <ac:spMkLst>
            <pc:docMk/>
            <pc:sldMk cId="0" sldId="327"/>
            <ac:spMk id="4" creationId="{00000000-0000-0000-0000-000000000000}"/>
          </ac:spMkLst>
        </pc:spChg>
        <pc:spChg chg="mod">
          <ac:chgData name="Trevoir Williams" userId="6a45007046124a3d" providerId="LiveId" clId="{53D5EA3C-0847-4EC1-9FDC-43DBDAEAF41A}" dt="2026-04-29T19:58:47.880" v="765" actId="27636"/>
          <ac:spMkLst>
            <pc:docMk/>
            <pc:sldMk cId="0" sldId="327"/>
            <ac:spMk id="7" creationId="{00000000-0000-0000-0000-000000000000}"/>
          </ac:spMkLst>
        </pc:spChg>
        <pc:spChg chg="mod">
          <ac:chgData name="Trevoir Williams" userId="6a45007046124a3d" providerId="LiveId" clId="{53D5EA3C-0847-4EC1-9FDC-43DBDAEAF41A}" dt="2026-04-29T19:58:47.870" v="763" actId="27636"/>
          <ac:spMkLst>
            <pc:docMk/>
            <pc:sldMk cId="0" sldId="327"/>
            <ac:spMk id="9" creationId="{00000000-0000-0000-0000-000000000000}"/>
          </ac:spMkLst>
        </pc:spChg>
        <pc:spChg chg="mod">
          <ac:chgData name="Trevoir Williams" userId="6a45007046124a3d" providerId="LiveId" clId="{53D5EA3C-0847-4EC1-9FDC-43DBDAEAF41A}" dt="2026-04-29T18:41:47.865" v="484" actId="26606"/>
          <ac:spMkLst>
            <pc:docMk/>
            <pc:sldMk cId="0" sldId="327"/>
            <ac:spMk id="14" creationId="{00000000-0000-0000-0000-000000000000}"/>
          </ac:spMkLst>
        </pc:spChg>
        <pc:spChg chg="mod">
          <ac:chgData name="Trevoir Williams" userId="6a45007046124a3d" providerId="LiveId" clId="{53D5EA3C-0847-4EC1-9FDC-43DBDAEAF41A}" dt="2026-04-29T18:41:47.865" v="484" actId="26606"/>
          <ac:spMkLst>
            <pc:docMk/>
            <pc:sldMk cId="0" sldId="327"/>
            <ac:spMk id="16" creationId="{00000000-0000-0000-0000-000000000000}"/>
          </ac:spMkLst>
        </pc:spChg>
        <pc:spChg chg="mod">
          <ac:chgData name="Trevoir Williams" userId="6a45007046124a3d" providerId="LiveId" clId="{53D5EA3C-0847-4EC1-9FDC-43DBDAEAF41A}" dt="2026-04-29T18:41:47.865" v="484" actId="26606"/>
          <ac:spMkLst>
            <pc:docMk/>
            <pc:sldMk cId="0" sldId="327"/>
            <ac:spMk id="17" creationId="{00000000-0000-0000-0000-000000000000}"/>
          </ac:spMkLst>
        </pc:spChg>
      </pc:sldChg>
      <pc:sldChg chg="modSp add del mod">
        <pc:chgData name="Trevoir Williams" userId="6a45007046124a3d" providerId="LiveId" clId="{53D5EA3C-0847-4EC1-9FDC-43DBDAEAF41A}" dt="2026-04-29T19:58:48.388" v="768" actId="27636"/>
        <pc:sldMkLst>
          <pc:docMk/>
          <pc:sldMk cId="0" sldId="328"/>
        </pc:sldMkLst>
        <pc:spChg chg="mod">
          <ac:chgData name="Trevoir Williams" userId="6a45007046124a3d" providerId="LiveId" clId="{53D5EA3C-0847-4EC1-9FDC-43DBDAEAF41A}" dt="2026-04-29T18:44:38.497" v="515" actId="27636"/>
          <ac:spMkLst>
            <pc:docMk/>
            <pc:sldMk cId="0" sldId="328"/>
            <ac:spMk id="3" creationId="{00000000-0000-0000-0000-000000000000}"/>
          </ac:spMkLst>
        </pc:spChg>
        <pc:spChg chg="mod">
          <ac:chgData name="Trevoir Williams" userId="6a45007046124a3d" providerId="LiveId" clId="{53D5EA3C-0847-4EC1-9FDC-43DBDAEAF41A}" dt="2026-04-29T19:58:48.379" v="766" actId="27636"/>
          <ac:spMkLst>
            <pc:docMk/>
            <pc:sldMk cId="0" sldId="328"/>
            <ac:spMk id="4" creationId="{00000000-0000-0000-0000-000000000000}"/>
          </ac:spMkLst>
        </pc:spChg>
        <pc:spChg chg="mod">
          <ac:chgData name="Trevoir Williams" userId="6a45007046124a3d" providerId="LiveId" clId="{53D5EA3C-0847-4EC1-9FDC-43DBDAEAF41A}" dt="2026-04-29T19:58:48.383" v="767" actId="27636"/>
          <ac:spMkLst>
            <pc:docMk/>
            <pc:sldMk cId="0" sldId="328"/>
            <ac:spMk id="7" creationId="{00000000-0000-0000-0000-000000000000}"/>
          </ac:spMkLst>
        </pc:spChg>
        <pc:spChg chg="mod">
          <ac:chgData name="Trevoir Williams" userId="6a45007046124a3d" providerId="LiveId" clId="{53D5EA3C-0847-4EC1-9FDC-43DBDAEAF41A}" dt="2026-04-29T19:58:48.388" v="768" actId="27636"/>
          <ac:spMkLst>
            <pc:docMk/>
            <pc:sldMk cId="0" sldId="328"/>
            <ac:spMk id="9" creationId="{00000000-0000-0000-0000-000000000000}"/>
          </ac:spMkLst>
        </pc:spChg>
        <pc:spChg chg="mod">
          <ac:chgData name="Trevoir Williams" userId="6a45007046124a3d" providerId="LiveId" clId="{53D5EA3C-0847-4EC1-9FDC-43DBDAEAF41A}" dt="2026-04-29T18:41:47.865" v="484" actId="26606"/>
          <ac:spMkLst>
            <pc:docMk/>
            <pc:sldMk cId="0" sldId="328"/>
            <ac:spMk id="14" creationId="{00000000-0000-0000-0000-000000000000}"/>
          </ac:spMkLst>
        </pc:spChg>
        <pc:spChg chg="mod">
          <ac:chgData name="Trevoir Williams" userId="6a45007046124a3d" providerId="LiveId" clId="{53D5EA3C-0847-4EC1-9FDC-43DBDAEAF41A}" dt="2026-04-29T18:41:47.865" v="484" actId="26606"/>
          <ac:spMkLst>
            <pc:docMk/>
            <pc:sldMk cId="0" sldId="328"/>
            <ac:spMk id="16" creationId="{00000000-0000-0000-0000-000000000000}"/>
          </ac:spMkLst>
        </pc:spChg>
        <pc:spChg chg="mod">
          <ac:chgData name="Trevoir Williams" userId="6a45007046124a3d" providerId="LiveId" clId="{53D5EA3C-0847-4EC1-9FDC-43DBDAEAF41A}" dt="2026-04-29T18:41:47.865" v="484" actId="26606"/>
          <ac:spMkLst>
            <pc:docMk/>
            <pc:sldMk cId="0" sldId="328"/>
            <ac:spMk id="17" creationId="{00000000-0000-0000-0000-000000000000}"/>
          </ac:spMkLst>
        </pc:spChg>
      </pc:sldChg>
      <pc:sldChg chg="modSp add del mod">
        <pc:chgData name="Trevoir Williams" userId="6a45007046124a3d" providerId="LiveId" clId="{53D5EA3C-0847-4EC1-9FDC-43DBDAEAF41A}" dt="2026-04-29T19:58:48.940" v="771" actId="27636"/>
        <pc:sldMkLst>
          <pc:docMk/>
          <pc:sldMk cId="0" sldId="329"/>
        </pc:sldMkLst>
        <pc:spChg chg="mod">
          <ac:chgData name="Trevoir Williams" userId="6a45007046124a3d" providerId="LiveId" clId="{53D5EA3C-0847-4EC1-9FDC-43DBDAEAF41A}" dt="2026-04-29T18:44:39.461" v="516" actId="27636"/>
          <ac:spMkLst>
            <pc:docMk/>
            <pc:sldMk cId="0" sldId="329"/>
            <ac:spMk id="3" creationId="{00000000-0000-0000-0000-000000000000}"/>
          </ac:spMkLst>
        </pc:spChg>
        <pc:spChg chg="mod">
          <ac:chgData name="Trevoir Williams" userId="6a45007046124a3d" providerId="LiveId" clId="{53D5EA3C-0847-4EC1-9FDC-43DBDAEAF41A}" dt="2026-04-29T19:58:48.940" v="771" actId="27636"/>
          <ac:spMkLst>
            <pc:docMk/>
            <pc:sldMk cId="0" sldId="329"/>
            <ac:spMk id="4" creationId="{00000000-0000-0000-0000-000000000000}"/>
          </ac:spMkLst>
        </pc:spChg>
        <pc:spChg chg="mod">
          <ac:chgData name="Trevoir Williams" userId="6a45007046124a3d" providerId="LiveId" clId="{53D5EA3C-0847-4EC1-9FDC-43DBDAEAF41A}" dt="2026-04-29T19:58:48.934" v="770" actId="27636"/>
          <ac:spMkLst>
            <pc:docMk/>
            <pc:sldMk cId="0" sldId="329"/>
            <ac:spMk id="7" creationId="{00000000-0000-0000-0000-000000000000}"/>
          </ac:spMkLst>
        </pc:spChg>
        <pc:spChg chg="mod">
          <ac:chgData name="Trevoir Williams" userId="6a45007046124a3d" providerId="LiveId" clId="{53D5EA3C-0847-4EC1-9FDC-43DBDAEAF41A}" dt="2026-04-29T19:58:48.930" v="769" actId="27636"/>
          <ac:spMkLst>
            <pc:docMk/>
            <pc:sldMk cId="0" sldId="329"/>
            <ac:spMk id="9" creationId="{00000000-0000-0000-0000-000000000000}"/>
          </ac:spMkLst>
        </pc:spChg>
        <pc:spChg chg="mod">
          <ac:chgData name="Trevoir Williams" userId="6a45007046124a3d" providerId="LiveId" clId="{53D5EA3C-0847-4EC1-9FDC-43DBDAEAF41A}" dt="2026-04-29T18:41:47.865" v="484" actId="26606"/>
          <ac:spMkLst>
            <pc:docMk/>
            <pc:sldMk cId="0" sldId="329"/>
            <ac:spMk id="14" creationId="{00000000-0000-0000-0000-000000000000}"/>
          </ac:spMkLst>
        </pc:spChg>
        <pc:spChg chg="mod">
          <ac:chgData name="Trevoir Williams" userId="6a45007046124a3d" providerId="LiveId" clId="{53D5EA3C-0847-4EC1-9FDC-43DBDAEAF41A}" dt="2026-04-29T18:41:47.865" v="484" actId="26606"/>
          <ac:spMkLst>
            <pc:docMk/>
            <pc:sldMk cId="0" sldId="329"/>
            <ac:spMk id="16" creationId="{00000000-0000-0000-0000-000000000000}"/>
          </ac:spMkLst>
        </pc:spChg>
        <pc:spChg chg="mod">
          <ac:chgData name="Trevoir Williams" userId="6a45007046124a3d" providerId="LiveId" clId="{53D5EA3C-0847-4EC1-9FDC-43DBDAEAF41A}" dt="2026-04-29T18:41:47.865" v="484" actId="26606"/>
          <ac:spMkLst>
            <pc:docMk/>
            <pc:sldMk cId="0" sldId="329"/>
            <ac:spMk id="17" creationId="{00000000-0000-0000-0000-000000000000}"/>
          </ac:spMkLst>
        </pc:spChg>
      </pc:sldChg>
      <pc:sldChg chg="modSp add del mod">
        <pc:chgData name="Trevoir Williams" userId="6a45007046124a3d" providerId="LiveId" clId="{53D5EA3C-0847-4EC1-9FDC-43DBDAEAF41A}" dt="2026-04-29T19:58:49.479" v="774" actId="27636"/>
        <pc:sldMkLst>
          <pc:docMk/>
          <pc:sldMk cId="0" sldId="330"/>
        </pc:sldMkLst>
        <pc:spChg chg="mod">
          <ac:chgData name="Trevoir Williams" userId="6a45007046124a3d" providerId="LiveId" clId="{53D5EA3C-0847-4EC1-9FDC-43DBDAEAF41A}" dt="2026-04-29T18:44:40.559" v="517" actId="27636"/>
          <ac:spMkLst>
            <pc:docMk/>
            <pc:sldMk cId="0" sldId="330"/>
            <ac:spMk id="3" creationId="{00000000-0000-0000-0000-000000000000}"/>
          </ac:spMkLst>
        </pc:spChg>
        <pc:spChg chg="mod">
          <ac:chgData name="Trevoir Williams" userId="6a45007046124a3d" providerId="LiveId" clId="{53D5EA3C-0847-4EC1-9FDC-43DBDAEAF41A}" dt="2026-04-29T19:58:49.471" v="773" actId="27636"/>
          <ac:spMkLst>
            <pc:docMk/>
            <pc:sldMk cId="0" sldId="330"/>
            <ac:spMk id="4" creationId="{00000000-0000-0000-0000-000000000000}"/>
          </ac:spMkLst>
        </pc:spChg>
        <pc:spChg chg="mod">
          <ac:chgData name="Trevoir Williams" userId="6a45007046124a3d" providerId="LiveId" clId="{53D5EA3C-0847-4EC1-9FDC-43DBDAEAF41A}" dt="2026-04-29T19:58:49.467" v="772" actId="27636"/>
          <ac:spMkLst>
            <pc:docMk/>
            <pc:sldMk cId="0" sldId="330"/>
            <ac:spMk id="7" creationId="{00000000-0000-0000-0000-000000000000}"/>
          </ac:spMkLst>
        </pc:spChg>
        <pc:spChg chg="mod">
          <ac:chgData name="Trevoir Williams" userId="6a45007046124a3d" providerId="LiveId" clId="{53D5EA3C-0847-4EC1-9FDC-43DBDAEAF41A}" dt="2026-04-29T19:58:49.479" v="774" actId="27636"/>
          <ac:spMkLst>
            <pc:docMk/>
            <pc:sldMk cId="0" sldId="330"/>
            <ac:spMk id="9" creationId="{00000000-0000-0000-0000-000000000000}"/>
          </ac:spMkLst>
        </pc:spChg>
        <pc:spChg chg="mod">
          <ac:chgData name="Trevoir Williams" userId="6a45007046124a3d" providerId="LiveId" clId="{53D5EA3C-0847-4EC1-9FDC-43DBDAEAF41A}" dt="2026-04-29T18:41:47.865" v="484" actId="26606"/>
          <ac:spMkLst>
            <pc:docMk/>
            <pc:sldMk cId="0" sldId="330"/>
            <ac:spMk id="14" creationId="{00000000-0000-0000-0000-000000000000}"/>
          </ac:spMkLst>
        </pc:spChg>
        <pc:spChg chg="mod">
          <ac:chgData name="Trevoir Williams" userId="6a45007046124a3d" providerId="LiveId" clId="{53D5EA3C-0847-4EC1-9FDC-43DBDAEAF41A}" dt="2026-04-29T18:41:47.865" v="484" actId="26606"/>
          <ac:spMkLst>
            <pc:docMk/>
            <pc:sldMk cId="0" sldId="330"/>
            <ac:spMk id="16" creationId="{00000000-0000-0000-0000-000000000000}"/>
          </ac:spMkLst>
        </pc:spChg>
        <pc:spChg chg="mod">
          <ac:chgData name="Trevoir Williams" userId="6a45007046124a3d" providerId="LiveId" clId="{53D5EA3C-0847-4EC1-9FDC-43DBDAEAF41A}" dt="2026-04-29T18:41:47.865" v="484" actId="26606"/>
          <ac:spMkLst>
            <pc:docMk/>
            <pc:sldMk cId="0" sldId="330"/>
            <ac:spMk id="17" creationId="{00000000-0000-0000-0000-000000000000}"/>
          </ac:spMkLst>
        </pc:spChg>
      </pc:sldChg>
      <pc:sldChg chg="modSp add del mod">
        <pc:chgData name="Trevoir Williams" userId="6a45007046124a3d" providerId="LiveId" clId="{53D5EA3C-0847-4EC1-9FDC-43DBDAEAF41A}" dt="2026-04-29T19:58:50.005" v="777" actId="27636"/>
        <pc:sldMkLst>
          <pc:docMk/>
          <pc:sldMk cId="0" sldId="331"/>
        </pc:sldMkLst>
        <pc:spChg chg="mod">
          <ac:chgData name="Trevoir Williams" userId="6a45007046124a3d" providerId="LiveId" clId="{53D5EA3C-0847-4EC1-9FDC-43DBDAEAF41A}" dt="2026-04-29T18:44:41.709" v="518" actId="27636"/>
          <ac:spMkLst>
            <pc:docMk/>
            <pc:sldMk cId="0" sldId="331"/>
            <ac:spMk id="3" creationId="{00000000-0000-0000-0000-000000000000}"/>
          </ac:spMkLst>
        </pc:spChg>
        <pc:spChg chg="mod">
          <ac:chgData name="Trevoir Williams" userId="6a45007046124a3d" providerId="LiveId" clId="{53D5EA3C-0847-4EC1-9FDC-43DBDAEAF41A}" dt="2026-04-29T19:58:50.002" v="776" actId="27636"/>
          <ac:spMkLst>
            <pc:docMk/>
            <pc:sldMk cId="0" sldId="331"/>
            <ac:spMk id="4" creationId="{00000000-0000-0000-0000-000000000000}"/>
          </ac:spMkLst>
        </pc:spChg>
        <pc:spChg chg="mod">
          <ac:chgData name="Trevoir Williams" userId="6a45007046124a3d" providerId="LiveId" clId="{53D5EA3C-0847-4EC1-9FDC-43DBDAEAF41A}" dt="2026-04-29T19:58:50.005" v="777" actId="27636"/>
          <ac:spMkLst>
            <pc:docMk/>
            <pc:sldMk cId="0" sldId="331"/>
            <ac:spMk id="7" creationId="{00000000-0000-0000-0000-000000000000}"/>
          </ac:spMkLst>
        </pc:spChg>
        <pc:spChg chg="mod">
          <ac:chgData name="Trevoir Williams" userId="6a45007046124a3d" providerId="LiveId" clId="{53D5EA3C-0847-4EC1-9FDC-43DBDAEAF41A}" dt="2026-04-29T19:58:49.987" v="775" actId="27636"/>
          <ac:spMkLst>
            <pc:docMk/>
            <pc:sldMk cId="0" sldId="331"/>
            <ac:spMk id="9" creationId="{00000000-0000-0000-0000-000000000000}"/>
          </ac:spMkLst>
        </pc:spChg>
        <pc:spChg chg="mod">
          <ac:chgData name="Trevoir Williams" userId="6a45007046124a3d" providerId="LiveId" clId="{53D5EA3C-0847-4EC1-9FDC-43DBDAEAF41A}" dt="2026-04-29T18:41:47.865" v="484" actId="26606"/>
          <ac:spMkLst>
            <pc:docMk/>
            <pc:sldMk cId="0" sldId="331"/>
            <ac:spMk id="14" creationId="{00000000-0000-0000-0000-000000000000}"/>
          </ac:spMkLst>
        </pc:spChg>
        <pc:spChg chg="mod">
          <ac:chgData name="Trevoir Williams" userId="6a45007046124a3d" providerId="LiveId" clId="{53D5EA3C-0847-4EC1-9FDC-43DBDAEAF41A}" dt="2026-04-29T18:41:47.865" v="484" actId="26606"/>
          <ac:spMkLst>
            <pc:docMk/>
            <pc:sldMk cId="0" sldId="331"/>
            <ac:spMk id="16" creationId="{00000000-0000-0000-0000-000000000000}"/>
          </ac:spMkLst>
        </pc:spChg>
        <pc:spChg chg="mod">
          <ac:chgData name="Trevoir Williams" userId="6a45007046124a3d" providerId="LiveId" clId="{53D5EA3C-0847-4EC1-9FDC-43DBDAEAF41A}" dt="2026-04-29T18:41:47.865" v="484" actId="26606"/>
          <ac:spMkLst>
            <pc:docMk/>
            <pc:sldMk cId="0" sldId="331"/>
            <ac:spMk id="17" creationId="{00000000-0000-0000-0000-000000000000}"/>
          </ac:spMkLst>
        </pc:spChg>
      </pc:sldChg>
      <pc:sldChg chg="modSp add del mod">
        <pc:chgData name="Trevoir Williams" userId="6a45007046124a3d" providerId="LiveId" clId="{53D5EA3C-0847-4EC1-9FDC-43DBDAEAF41A}" dt="2026-04-29T19:27:38.779" v="678" actId="27636"/>
        <pc:sldMkLst>
          <pc:docMk/>
          <pc:sldMk cId="0" sldId="332"/>
        </pc:sldMkLst>
        <pc:spChg chg="mod">
          <ac:chgData name="Trevoir Williams" userId="6a45007046124a3d" providerId="LiveId" clId="{53D5EA3C-0847-4EC1-9FDC-43DBDAEAF41A}" dt="2026-04-29T18:36:33.074" v="162" actId="26606"/>
          <ac:spMkLst>
            <pc:docMk/>
            <pc:sldMk cId="0" sldId="332"/>
            <ac:spMk id="3" creationId="{00000000-0000-0000-0000-000000000000}"/>
          </ac:spMkLst>
        </pc:spChg>
        <pc:spChg chg="mod">
          <ac:chgData name="Trevoir Williams" userId="6a45007046124a3d" providerId="LiveId" clId="{53D5EA3C-0847-4EC1-9FDC-43DBDAEAF41A}" dt="2026-04-29T19:27:38.775" v="677" actId="27636"/>
          <ac:spMkLst>
            <pc:docMk/>
            <pc:sldMk cId="0" sldId="332"/>
            <ac:spMk id="4" creationId="{00000000-0000-0000-0000-000000000000}"/>
          </ac:spMkLst>
        </pc:spChg>
        <pc:spChg chg="mod">
          <ac:chgData name="Trevoir Williams" userId="6a45007046124a3d" providerId="LiveId" clId="{53D5EA3C-0847-4EC1-9FDC-43DBDAEAF41A}" dt="2026-04-29T18:41:47.865" v="484" actId="26606"/>
          <ac:spMkLst>
            <pc:docMk/>
            <pc:sldMk cId="0" sldId="332"/>
            <ac:spMk id="8" creationId="{00000000-0000-0000-0000-000000000000}"/>
          </ac:spMkLst>
        </pc:spChg>
        <pc:spChg chg="mod">
          <ac:chgData name="Trevoir Williams" userId="6a45007046124a3d" providerId="LiveId" clId="{53D5EA3C-0847-4EC1-9FDC-43DBDAEAF41A}" dt="2026-04-29T19:27:38.779" v="678" actId="27636"/>
          <ac:spMkLst>
            <pc:docMk/>
            <pc:sldMk cId="0" sldId="332"/>
            <ac:spMk id="12" creationId="{00000000-0000-0000-0000-000000000000}"/>
          </ac:spMkLst>
        </pc:spChg>
        <pc:spChg chg="mod">
          <ac:chgData name="Trevoir Williams" userId="6a45007046124a3d" providerId="LiveId" clId="{53D5EA3C-0847-4EC1-9FDC-43DBDAEAF41A}" dt="2026-04-29T19:27:38.772" v="676" actId="27636"/>
          <ac:spMkLst>
            <pc:docMk/>
            <pc:sldMk cId="0" sldId="332"/>
            <ac:spMk id="16" creationId="{00000000-0000-0000-0000-000000000000}"/>
          </ac:spMkLst>
        </pc:spChg>
        <pc:spChg chg="mod">
          <ac:chgData name="Trevoir Williams" userId="6a45007046124a3d" providerId="LiveId" clId="{53D5EA3C-0847-4EC1-9FDC-43DBDAEAF41A}" dt="2026-04-29T18:41:47.865" v="484" actId="26606"/>
          <ac:spMkLst>
            <pc:docMk/>
            <pc:sldMk cId="0" sldId="332"/>
            <ac:spMk id="20" creationId="{00000000-0000-0000-0000-000000000000}"/>
          </ac:spMkLst>
        </pc:spChg>
        <pc:spChg chg="mod">
          <ac:chgData name="Trevoir Williams" userId="6a45007046124a3d" providerId="LiveId" clId="{53D5EA3C-0847-4EC1-9FDC-43DBDAEAF41A}" dt="2026-04-29T18:41:47.865" v="484" actId="26606"/>
          <ac:spMkLst>
            <pc:docMk/>
            <pc:sldMk cId="0" sldId="332"/>
            <ac:spMk id="22" creationId="{00000000-0000-0000-0000-000000000000}"/>
          </ac:spMkLst>
        </pc:spChg>
        <pc:spChg chg="mod">
          <ac:chgData name="Trevoir Williams" userId="6a45007046124a3d" providerId="LiveId" clId="{53D5EA3C-0847-4EC1-9FDC-43DBDAEAF41A}" dt="2026-04-29T18:41:47.865" v="484" actId="26606"/>
          <ac:spMkLst>
            <pc:docMk/>
            <pc:sldMk cId="0" sldId="332"/>
            <ac:spMk id="24" creationId="{00000000-0000-0000-0000-000000000000}"/>
          </ac:spMkLst>
        </pc:spChg>
        <pc:spChg chg="mod">
          <ac:chgData name="Trevoir Williams" userId="6a45007046124a3d" providerId="LiveId" clId="{53D5EA3C-0847-4EC1-9FDC-43DBDAEAF41A}" dt="2026-04-29T18:41:47.865" v="484" actId="26606"/>
          <ac:spMkLst>
            <pc:docMk/>
            <pc:sldMk cId="0" sldId="332"/>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33"/>
        </pc:sldMkLst>
        <pc:spChg chg="mod">
          <ac:chgData name="Trevoir Williams" userId="6a45007046124a3d" providerId="LiveId" clId="{53D5EA3C-0847-4EC1-9FDC-43DBDAEAF41A}" dt="2026-04-29T20:28:13.734" v="893" actId="26606"/>
          <ac:spMkLst>
            <pc:docMk/>
            <pc:sldMk cId="0" sldId="333"/>
            <ac:spMk id="4" creationId="{00000000-0000-0000-0000-000000000000}"/>
          </ac:spMkLst>
        </pc:spChg>
        <pc:spChg chg="mod">
          <ac:chgData name="Trevoir Williams" userId="6a45007046124a3d" providerId="LiveId" clId="{53D5EA3C-0847-4EC1-9FDC-43DBDAEAF41A}" dt="2026-04-29T20:28:13.734" v="893" actId="26606"/>
          <ac:spMkLst>
            <pc:docMk/>
            <pc:sldMk cId="0" sldId="333"/>
            <ac:spMk id="5" creationId="{00000000-0000-0000-0000-000000000000}"/>
          </ac:spMkLst>
        </pc:spChg>
        <pc:spChg chg="mod">
          <ac:chgData name="Trevoir Williams" userId="6a45007046124a3d" providerId="LiveId" clId="{53D5EA3C-0847-4EC1-9FDC-43DBDAEAF41A}" dt="2026-04-29T20:28:13.734" v="893" actId="26606"/>
          <ac:spMkLst>
            <pc:docMk/>
            <pc:sldMk cId="0" sldId="333"/>
            <ac:spMk id="6" creationId="{00000000-0000-0000-0000-000000000000}"/>
          </ac:spMkLst>
        </pc:spChg>
        <pc:spChg chg="mod">
          <ac:chgData name="Trevoir Williams" userId="6a45007046124a3d" providerId="LiveId" clId="{53D5EA3C-0847-4EC1-9FDC-43DBDAEAF41A}" dt="2026-04-29T20:28:13.734" v="893" actId="26606"/>
          <ac:spMkLst>
            <pc:docMk/>
            <pc:sldMk cId="0" sldId="333"/>
            <ac:spMk id="7" creationId="{00000000-0000-0000-0000-000000000000}"/>
          </ac:spMkLst>
        </pc:spChg>
        <pc:spChg chg="mod">
          <ac:chgData name="Trevoir Williams" userId="6a45007046124a3d" providerId="LiveId" clId="{53D5EA3C-0847-4EC1-9FDC-43DBDAEAF41A}" dt="2026-04-29T18:55:21.520" v="631" actId="27636"/>
          <ac:spMkLst>
            <pc:docMk/>
            <pc:sldMk cId="0" sldId="333"/>
            <ac:spMk id="8" creationId="{00000000-0000-0000-0000-000000000000}"/>
          </ac:spMkLst>
        </pc:spChg>
        <pc:spChg chg="mod">
          <ac:chgData name="Trevoir Williams" userId="6a45007046124a3d" providerId="LiveId" clId="{53D5EA3C-0847-4EC1-9FDC-43DBDAEAF41A}" dt="2026-04-29T20:28:13.734" v="893" actId="26606"/>
          <ac:spMkLst>
            <pc:docMk/>
            <pc:sldMk cId="0" sldId="333"/>
            <ac:spMk id="9" creationId="{00000000-0000-0000-0000-000000000000}"/>
          </ac:spMkLst>
        </pc:spChg>
        <pc:spChg chg="mod">
          <ac:chgData name="Trevoir Williams" userId="6a45007046124a3d" providerId="LiveId" clId="{53D5EA3C-0847-4EC1-9FDC-43DBDAEAF41A}" dt="2026-04-29T20:28:13.734" v="893" actId="26606"/>
          <ac:spMkLst>
            <pc:docMk/>
            <pc:sldMk cId="0" sldId="333"/>
            <ac:spMk id="10" creationId="{00000000-0000-0000-0000-000000000000}"/>
          </ac:spMkLst>
        </pc:spChg>
        <pc:spChg chg="mod">
          <ac:chgData name="Trevoir Williams" userId="6a45007046124a3d" providerId="LiveId" clId="{53D5EA3C-0847-4EC1-9FDC-43DBDAEAF41A}" dt="2026-04-29T20:28:13.734" v="893" actId="26606"/>
          <ac:spMkLst>
            <pc:docMk/>
            <pc:sldMk cId="0" sldId="333"/>
            <ac:spMk id="11" creationId="{00000000-0000-0000-0000-000000000000}"/>
          </ac:spMkLst>
        </pc:spChg>
        <pc:spChg chg="mod">
          <ac:chgData name="Trevoir Williams" userId="6a45007046124a3d" providerId="LiveId" clId="{53D5EA3C-0847-4EC1-9FDC-43DBDAEAF41A}" dt="2026-04-29T20:28:13.734" v="893" actId="26606"/>
          <ac:spMkLst>
            <pc:docMk/>
            <pc:sldMk cId="0" sldId="333"/>
            <ac:spMk id="13" creationId="{00000000-0000-0000-0000-000000000000}"/>
          </ac:spMkLst>
        </pc:spChg>
        <pc:spChg chg="mod">
          <ac:chgData name="Trevoir Williams" userId="6a45007046124a3d" providerId="LiveId" clId="{53D5EA3C-0847-4EC1-9FDC-43DBDAEAF41A}" dt="2026-04-29T20:28:13.734" v="893" actId="26606"/>
          <ac:spMkLst>
            <pc:docMk/>
            <pc:sldMk cId="0" sldId="333"/>
            <ac:spMk id="14" creationId="{00000000-0000-0000-0000-000000000000}"/>
          </ac:spMkLst>
        </pc:spChg>
        <pc:spChg chg="mod">
          <ac:chgData name="Trevoir Williams" userId="6a45007046124a3d" providerId="LiveId" clId="{53D5EA3C-0847-4EC1-9FDC-43DBDAEAF41A}" dt="2026-04-29T20:28:13.734" v="893" actId="26606"/>
          <ac:spMkLst>
            <pc:docMk/>
            <pc:sldMk cId="0" sldId="333"/>
            <ac:spMk id="15" creationId="{00000000-0000-0000-0000-000000000000}"/>
          </ac:spMkLst>
        </pc:spChg>
        <pc:spChg chg="mod">
          <ac:chgData name="Trevoir Williams" userId="6a45007046124a3d" providerId="LiveId" clId="{53D5EA3C-0847-4EC1-9FDC-43DBDAEAF41A}" dt="2026-04-29T18:41:47.865" v="484" actId="26606"/>
          <ac:spMkLst>
            <pc:docMk/>
            <pc:sldMk cId="0" sldId="333"/>
            <ac:spMk id="25" creationId="{00000000-0000-0000-0000-000000000000}"/>
          </ac:spMkLst>
        </pc:spChg>
        <pc:spChg chg="mod">
          <ac:chgData name="Trevoir Williams" userId="6a45007046124a3d" providerId="LiveId" clId="{53D5EA3C-0847-4EC1-9FDC-43DBDAEAF41A}" dt="2026-04-29T18:41:47.865" v="484" actId="26606"/>
          <ac:spMkLst>
            <pc:docMk/>
            <pc:sldMk cId="0" sldId="333"/>
            <ac:spMk id="26" creationId="{00000000-0000-0000-0000-000000000000}"/>
          </ac:spMkLst>
        </pc:spChg>
        <pc:spChg chg="mod">
          <ac:chgData name="Trevoir Williams" userId="6a45007046124a3d" providerId="LiveId" clId="{53D5EA3C-0847-4EC1-9FDC-43DBDAEAF41A}" dt="2026-04-29T18:41:47.865" v="484" actId="26606"/>
          <ac:spMkLst>
            <pc:docMk/>
            <pc:sldMk cId="0" sldId="333"/>
            <ac:spMk id="27"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334"/>
        </pc:sldMkLst>
        <pc:spChg chg="mod">
          <ac:chgData name="Trevoir Williams" userId="6a45007046124a3d" providerId="LiveId" clId="{53D5EA3C-0847-4EC1-9FDC-43DBDAEAF41A}" dt="2026-04-29T18:36:33.074" v="162" actId="26606"/>
          <ac:spMkLst>
            <pc:docMk/>
            <pc:sldMk cId="0" sldId="334"/>
            <ac:spMk id="3" creationId="{00000000-0000-0000-0000-000000000000}"/>
          </ac:spMkLst>
        </pc:spChg>
        <pc:spChg chg="mod">
          <ac:chgData name="Trevoir Williams" userId="6a45007046124a3d" providerId="LiveId" clId="{53D5EA3C-0847-4EC1-9FDC-43DBDAEAF41A}" dt="2026-04-29T18:55:22.045" v="632" actId="27636"/>
          <ac:spMkLst>
            <pc:docMk/>
            <pc:sldMk cId="0" sldId="334"/>
            <ac:spMk id="4" creationId="{00000000-0000-0000-0000-000000000000}"/>
          </ac:spMkLst>
        </pc:spChg>
        <pc:spChg chg="mod">
          <ac:chgData name="Trevoir Williams" userId="6a45007046124a3d" providerId="LiveId" clId="{53D5EA3C-0847-4EC1-9FDC-43DBDAEAF41A}" dt="2026-04-29T18:41:47.865" v="484" actId="26606"/>
          <ac:spMkLst>
            <pc:docMk/>
            <pc:sldMk cId="0" sldId="334"/>
            <ac:spMk id="14" creationId="{00000000-0000-0000-0000-000000000000}"/>
          </ac:spMkLst>
        </pc:spChg>
        <pc:spChg chg="mod">
          <ac:chgData name="Trevoir Williams" userId="6a45007046124a3d" providerId="LiveId" clId="{53D5EA3C-0847-4EC1-9FDC-43DBDAEAF41A}" dt="2026-04-29T18:41:47.865" v="484" actId="26606"/>
          <ac:spMkLst>
            <pc:docMk/>
            <pc:sldMk cId="0" sldId="334"/>
            <ac:spMk id="15" creationId="{00000000-0000-0000-0000-000000000000}"/>
          </ac:spMkLst>
        </pc:spChg>
        <pc:spChg chg="mod">
          <ac:chgData name="Trevoir Williams" userId="6a45007046124a3d" providerId="LiveId" clId="{53D5EA3C-0847-4EC1-9FDC-43DBDAEAF41A}" dt="2026-04-29T20:52:00.045" v="898" actId="26606"/>
          <ac:spMkLst>
            <pc:docMk/>
            <pc:sldMk cId="0" sldId="334"/>
            <ac:spMk id="16" creationId="{00000000-0000-0000-0000-000000000000}"/>
          </ac:spMkLst>
        </pc:spChg>
      </pc:sldChg>
      <pc:sldChg chg="modSp add del mod">
        <pc:chgData name="Trevoir Williams" userId="6a45007046124a3d" providerId="LiveId" clId="{53D5EA3C-0847-4EC1-9FDC-43DBDAEAF41A}" dt="2026-04-29T18:55:22.599" v="634" actId="27636"/>
        <pc:sldMkLst>
          <pc:docMk/>
          <pc:sldMk cId="0" sldId="335"/>
        </pc:sldMkLst>
        <pc:spChg chg="mod">
          <ac:chgData name="Trevoir Williams" userId="6a45007046124a3d" providerId="LiveId" clId="{53D5EA3C-0847-4EC1-9FDC-43DBDAEAF41A}" dt="2026-04-29T18:55:22.595" v="633" actId="27636"/>
          <ac:spMkLst>
            <pc:docMk/>
            <pc:sldMk cId="0" sldId="335"/>
            <ac:spMk id="3" creationId="{00000000-0000-0000-0000-000000000000}"/>
          </ac:spMkLst>
        </pc:spChg>
        <pc:spChg chg="mod">
          <ac:chgData name="Trevoir Williams" userId="6a45007046124a3d" providerId="LiveId" clId="{53D5EA3C-0847-4EC1-9FDC-43DBDAEAF41A}" dt="2026-04-29T18:55:22.599" v="634" actId="27636"/>
          <ac:spMkLst>
            <pc:docMk/>
            <pc:sldMk cId="0" sldId="335"/>
            <ac:spMk id="4" creationId="{00000000-0000-0000-0000-000000000000}"/>
          </ac:spMkLst>
        </pc:spChg>
        <pc:spChg chg="mod">
          <ac:chgData name="Trevoir Williams" userId="6a45007046124a3d" providerId="LiveId" clId="{53D5EA3C-0847-4EC1-9FDC-43DBDAEAF41A}" dt="2026-04-29T18:41:47.865" v="484" actId="26606"/>
          <ac:spMkLst>
            <pc:docMk/>
            <pc:sldMk cId="0" sldId="335"/>
            <ac:spMk id="23" creationId="{00000000-0000-0000-0000-000000000000}"/>
          </ac:spMkLst>
        </pc:spChg>
        <pc:spChg chg="mod">
          <ac:chgData name="Trevoir Williams" userId="6a45007046124a3d" providerId="LiveId" clId="{53D5EA3C-0847-4EC1-9FDC-43DBDAEAF41A}" dt="2026-04-29T18:41:47.865" v="484" actId="26606"/>
          <ac:spMkLst>
            <pc:docMk/>
            <pc:sldMk cId="0" sldId="335"/>
            <ac:spMk id="25" creationId="{00000000-0000-0000-0000-000000000000}"/>
          </ac:spMkLst>
        </pc:spChg>
        <pc:spChg chg="mod">
          <ac:chgData name="Trevoir Williams" userId="6a45007046124a3d" providerId="LiveId" clId="{53D5EA3C-0847-4EC1-9FDC-43DBDAEAF41A}" dt="2026-04-29T18:41:47.865" v="484" actId="26606"/>
          <ac:spMkLst>
            <pc:docMk/>
            <pc:sldMk cId="0" sldId="335"/>
            <ac:spMk id="26" creationId="{00000000-0000-0000-0000-000000000000}"/>
          </ac:spMkLst>
        </pc:spChg>
        <pc:spChg chg="mod">
          <ac:chgData name="Trevoir Williams" userId="6a45007046124a3d" providerId="LiveId" clId="{53D5EA3C-0847-4EC1-9FDC-43DBDAEAF41A}" dt="2026-04-29T18:41:47.865" v="484" actId="26606"/>
          <ac:spMkLst>
            <pc:docMk/>
            <pc:sldMk cId="0" sldId="335"/>
            <ac:spMk id="27" creationId="{00000000-0000-0000-0000-000000000000}"/>
          </ac:spMkLst>
        </pc:spChg>
        <pc:spChg chg="mod">
          <ac:chgData name="Trevoir Williams" userId="6a45007046124a3d" providerId="LiveId" clId="{53D5EA3C-0847-4EC1-9FDC-43DBDAEAF41A}" dt="2026-04-29T18:41:47.865" v="484" actId="26606"/>
          <ac:spMkLst>
            <pc:docMk/>
            <pc:sldMk cId="0" sldId="335"/>
            <ac:spMk id="28" creationId="{00000000-0000-0000-0000-000000000000}"/>
          </ac:spMkLst>
        </pc:spChg>
      </pc:sldChg>
      <pc:sldChg chg="modSp add del mod">
        <pc:chgData name="Trevoir Williams" userId="6a45007046124a3d" providerId="LiveId" clId="{53D5EA3C-0847-4EC1-9FDC-43DBDAEAF41A}" dt="2026-04-29T19:58:50.534" v="780" actId="27636"/>
        <pc:sldMkLst>
          <pc:docMk/>
          <pc:sldMk cId="0" sldId="336"/>
        </pc:sldMkLst>
        <pc:spChg chg="mod">
          <ac:chgData name="Trevoir Williams" userId="6a45007046124a3d" providerId="LiveId" clId="{53D5EA3C-0847-4EC1-9FDC-43DBDAEAF41A}" dt="2026-04-29T18:36:33.074" v="162" actId="26606"/>
          <ac:spMkLst>
            <pc:docMk/>
            <pc:sldMk cId="0" sldId="336"/>
            <ac:spMk id="3" creationId="{00000000-0000-0000-0000-000000000000}"/>
          </ac:spMkLst>
        </pc:spChg>
        <pc:spChg chg="mod">
          <ac:chgData name="Trevoir Williams" userId="6a45007046124a3d" providerId="LiveId" clId="{53D5EA3C-0847-4EC1-9FDC-43DBDAEAF41A}" dt="2026-04-29T19:58:50.519" v="778" actId="27636"/>
          <ac:spMkLst>
            <pc:docMk/>
            <pc:sldMk cId="0" sldId="336"/>
            <ac:spMk id="4" creationId="{00000000-0000-0000-0000-000000000000}"/>
          </ac:spMkLst>
        </pc:spChg>
        <pc:spChg chg="mod">
          <ac:chgData name="Trevoir Williams" userId="6a45007046124a3d" providerId="LiveId" clId="{53D5EA3C-0847-4EC1-9FDC-43DBDAEAF41A}" dt="2026-04-29T19:58:50.530" v="779" actId="27636"/>
          <ac:spMkLst>
            <pc:docMk/>
            <pc:sldMk cId="0" sldId="336"/>
            <ac:spMk id="7" creationId="{00000000-0000-0000-0000-000000000000}"/>
          </ac:spMkLst>
        </pc:spChg>
        <pc:spChg chg="mod">
          <ac:chgData name="Trevoir Williams" userId="6a45007046124a3d" providerId="LiveId" clId="{53D5EA3C-0847-4EC1-9FDC-43DBDAEAF41A}" dt="2026-04-29T19:58:50.534" v="780" actId="27636"/>
          <ac:spMkLst>
            <pc:docMk/>
            <pc:sldMk cId="0" sldId="336"/>
            <ac:spMk id="9" creationId="{00000000-0000-0000-0000-000000000000}"/>
          </ac:spMkLst>
        </pc:spChg>
        <pc:spChg chg="mod">
          <ac:chgData name="Trevoir Williams" userId="6a45007046124a3d" providerId="LiveId" clId="{53D5EA3C-0847-4EC1-9FDC-43DBDAEAF41A}" dt="2026-04-29T18:41:47.865" v="484" actId="26606"/>
          <ac:spMkLst>
            <pc:docMk/>
            <pc:sldMk cId="0" sldId="336"/>
            <ac:spMk id="14" creationId="{00000000-0000-0000-0000-000000000000}"/>
          </ac:spMkLst>
        </pc:spChg>
        <pc:spChg chg="mod">
          <ac:chgData name="Trevoir Williams" userId="6a45007046124a3d" providerId="LiveId" clId="{53D5EA3C-0847-4EC1-9FDC-43DBDAEAF41A}" dt="2026-04-29T18:41:47.865" v="484" actId="26606"/>
          <ac:spMkLst>
            <pc:docMk/>
            <pc:sldMk cId="0" sldId="336"/>
            <ac:spMk id="16" creationId="{00000000-0000-0000-0000-000000000000}"/>
          </ac:spMkLst>
        </pc:spChg>
        <pc:spChg chg="mod">
          <ac:chgData name="Trevoir Williams" userId="6a45007046124a3d" providerId="LiveId" clId="{53D5EA3C-0847-4EC1-9FDC-43DBDAEAF41A}" dt="2026-04-29T18:41:47.865" v="484" actId="26606"/>
          <ac:spMkLst>
            <pc:docMk/>
            <pc:sldMk cId="0" sldId="336"/>
            <ac:spMk id="17" creationId="{00000000-0000-0000-0000-000000000000}"/>
          </ac:spMkLst>
        </pc:spChg>
      </pc:sldChg>
      <pc:sldChg chg="modSp add del mod">
        <pc:chgData name="Trevoir Williams" userId="6a45007046124a3d" providerId="LiveId" clId="{53D5EA3C-0847-4EC1-9FDC-43DBDAEAF41A}" dt="2026-04-29T19:58:51.240" v="784" actId="27636"/>
        <pc:sldMkLst>
          <pc:docMk/>
          <pc:sldMk cId="0" sldId="337"/>
        </pc:sldMkLst>
        <pc:spChg chg="mod">
          <ac:chgData name="Trevoir Williams" userId="6a45007046124a3d" providerId="LiveId" clId="{53D5EA3C-0847-4EC1-9FDC-43DBDAEAF41A}" dt="2026-04-29T19:58:51.220" v="781" actId="27636"/>
          <ac:spMkLst>
            <pc:docMk/>
            <pc:sldMk cId="0" sldId="337"/>
            <ac:spMk id="3" creationId="{00000000-0000-0000-0000-000000000000}"/>
          </ac:spMkLst>
        </pc:spChg>
        <pc:spChg chg="mod">
          <ac:chgData name="Trevoir Williams" userId="6a45007046124a3d" providerId="LiveId" clId="{53D5EA3C-0847-4EC1-9FDC-43DBDAEAF41A}" dt="2026-04-29T19:58:51.240" v="784" actId="27636"/>
          <ac:spMkLst>
            <pc:docMk/>
            <pc:sldMk cId="0" sldId="337"/>
            <ac:spMk id="4" creationId="{00000000-0000-0000-0000-000000000000}"/>
          </ac:spMkLst>
        </pc:spChg>
        <pc:spChg chg="mod">
          <ac:chgData name="Trevoir Williams" userId="6a45007046124a3d" providerId="LiveId" clId="{53D5EA3C-0847-4EC1-9FDC-43DBDAEAF41A}" dt="2026-04-29T19:58:51.231" v="782" actId="27636"/>
          <ac:spMkLst>
            <pc:docMk/>
            <pc:sldMk cId="0" sldId="337"/>
            <ac:spMk id="7" creationId="{00000000-0000-0000-0000-000000000000}"/>
          </ac:spMkLst>
        </pc:spChg>
        <pc:spChg chg="mod">
          <ac:chgData name="Trevoir Williams" userId="6a45007046124a3d" providerId="LiveId" clId="{53D5EA3C-0847-4EC1-9FDC-43DBDAEAF41A}" dt="2026-04-29T19:58:51.231" v="783" actId="27636"/>
          <ac:spMkLst>
            <pc:docMk/>
            <pc:sldMk cId="0" sldId="337"/>
            <ac:spMk id="9" creationId="{00000000-0000-0000-0000-000000000000}"/>
          </ac:spMkLst>
        </pc:spChg>
        <pc:spChg chg="mod">
          <ac:chgData name="Trevoir Williams" userId="6a45007046124a3d" providerId="LiveId" clId="{53D5EA3C-0847-4EC1-9FDC-43DBDAEAF41A}" dt="2026-04-29T18:41:47.865" v="484" actId="26606"/>
          <ac:spMkLst>
            <pc:docMk/>
            <pc:sldMk cId="0" sldId="337"/>
            <ac:spMk id="14" creationId="{00000000-0000-0000-0000-000000000000}"/>
          </ac:spMkLst>
        </pc:spChg>
        <pc:spChg chg="mod">
          <ac:chgData name="Trevoir Williams" userId="6a45007046124a3d" providerId="LiveId" clId="{53D5EA3C-0847-4EC1-9FDC-43DBDAEAF41A}" dt="2026-04-29T18:41:47.865" v="484" actId="26606"/>
          <ac:spMkLst>
            <pc:docMk/>
            <pc:sldMk cId="0" sldId="337"/>
            <ac:spMk id="16" creationId="{00000000-0000-0000-0000-000000000000}"/>
          </ac:spMkLst>
        </pc:spChg>
        <pc:spChg chg="mod">
          <ac:chgData name="Trevoir Williams" userId="6a45007046124a3d" providerId="LiveId" clId="{53D5EA3C-0847-4EC1-9FDC-43DBDAEAF41A}" dt="2026-04-29T18:41:47.865" v="484" actId="26606"/>
          <ac:spMkLst>
            <pc:docMk/>
            <pc:sldMk cId="0" sldId="337"/>
            <ac:spMk id="17" creationId="{00000000-0000-0000-0000-000000000000}"/>
          </ac:spMkLst>
        </pc:spChg>
      </pc:sldChg>
      <pc:sldChg chg="modSp add del mod">
        <pc:chgData name="Trevoir Williams" userId="6a45007046124a3d" providerId="LiveId" clId="{53D5EA3C-0847-4EC1-9FDC-43DBDAEAF41A}" dt="2026-04-29T19:58:53.270" v="787" actId="27636"/>
        <pc:sldMkLst>
          <pc:docMk/>
          <pc:sldMk cId="0" sldId="338"/>
        </pc:sldMkLst>
        <pc:spChg chg="mod">
          <ac:chgData name="Trevoir Williams" userId="6a45007046124a3d" providerId="LiveId" clId="{53D5EA3C-0847-4EC1-9FDC-43DBDAEAF41A}" dt="2026-04-29T18:36:33.074" v="162" actId="26606"/>
          <ac:spMkLst>
            <pc:docMk/>
            <pc:sldMk cId="0" sldId="338"/>
            <ac:spMk id="3" creationId="{00000000-0000-0000-0000-000000000000}"/>
          </ac:spMkLst>
        </pc:spChg>
        <pc:spChg chg="mod">
          <ac:chgData name="Trevoir Williams" userId="6a45007046124a3d" providerId="LiveId" clId="{53D5EA3C-0847-4EC1-9FDC-43DBDAEAF41A}" dt="2026-04-29T19:58:53.270" v="787" actId="27636"/>
          <ac:spMkLst>
            <pc:docMk/>
            <pc:sldMk cId="0" sldId="338"/>
            <ac:spMk id="4" creationId="{00000000-0000-0000-0000-000000000000}"/>
          </ac:spMkLst>
        </pc:spChg>
        <pc:spChg chg="mod">
          <ac:chgData name="Trevoir Williams" userId="6a45007046124a3d" providerId="LiveId" clId="{53D5EA3C-0847-4EC1-9FDC-43DBDAEAF41A}" dt="2026-04-29T19:58:53.260" v="785" actId="27636"/>
          <ac:spMkLst>
            <pc:docMk/>
            <pc:sldMk cId="0" sldId="338"/>
            <ac:spMk id="7" creationId="{00000000-0000-0000-0000-000000000000}"/>
          </ac:spMkLst>
        </pc:spChg>
        <pc:spChg chg="mod">
          <ac:chgData name="Trevoir Williams" userId="6a45007046124a3d" providerId="LiveId" clId="{53D5EA3C-0847-4EC1-9FDC-43DBDAEAF41A}" dt="2026-04-29T19:58:53.264" v="786" actId="27636"/>
          <ac:spMkLst>
            <pc:docMk/>
            <pc:sldMk cId="0" sldId="338"/>
            <ac:spMk id="9" creationId="{00000000-0000-0000-0000-000000000000}"/>
          </ac:spMkLst>
        </pc:spChg>
        <pc:spChg chg="mod">
          <ac:chgData name="Trevoir Williams" userId="6a45007046124a3d" providerId="LiveId" clId="{53D5EA3C-0847-4EC1-9FDC-43DBDAEAF41A}" dt="2026-04-29T18:41:47.865" v="484" actId="26606"/>
          <ac:spMkLst>
            <pc:docMk/>
            <pc:sldMk cId="0" sldId="338"/>
            <ac:spMk id="14" creationId="{00000000-0000-0000-0000-000000000000}"/>
          </ac:spMkLst>
        </pc:spChg>
        <pc:spChg chg="mod">
          <ac:chgData name="Trevoir Williams" userId="6a45007046124a3d" providerId="LiveId" clId="{53D5EA3C-0847-4EC1-9FDC-43DBDAEAF41A}" dt="2026-04-29T18:41:47.865" v="484" actId="26606"/>
          <ac:spMkLst>
            <pc:docMk/>
            <pc:sldMk cId="0" sldId="338"/>
            <ac:spMk id="16" creationId="{00000000-0000-0000-0000-000000000000}"/>
          </ac:spMkLst>
        </pc:spChg>
        <pc:spChg chg="mod">
          <ac:chgData name="Trevoir Williams" userId="6a45007046124a3d" providerId="LiveId" clId="{53D5EA3C-0847-4EC1-9FDC-43DBDAEAF41A}" dt="2026-04-29T18:41:47.865" v="484" actId="26606"/>
          <ac:spMkLst>
            <pc:docMk/>
            <pc:sldMk cId="0" sldId="338"/>
            <ac:spMk id="17" creationId="{00000000-0000-0000-0000-000000000000}"/>
          </ac:spMkLst>
        </pc:spChg>
      </pc:sldChg>
      <pc:sldChg chg="modSp add del mod">
        <pc:chgData name="Trevoir Williams" userId="6a45007046124a3d" providerId="LiveId" clId="{53D5EA3C-0847-4EC1-9FDC-43DBDAEAF41A}" dt="2026-04-29T19:58:54.160" v="790" actId="27636"/>
        <pc:sldMkLst>
          <pc:docMk/>
          <pc:sldMk cId="0" sldId="339"/>
        </pc:sldMkLst>
        <pc:spChg chg="mod">
          <ac:chgData name="Trevoir Williams" userId="6a45007046124a3d" providerId="LiveId" clId="{53D5EA3C-0847-4EC1-9FDC-43DBDAEAF41A}" dt="2026-04-29T18:44:42.712" v="519" actId="27636"/>
          <ac:spMkLst>
            <pc:docMk/>
            <pc:sldMk cId="0" sldId="339"/>
            <ac:spMk id="3" creationId="{00000000-0000-0000-0000-000000000000}"/>
          </ac:spMkLst>
        </pc:spChg>
        <pc:spChg chg="mod">
          <ac:chgData name="Trevoir Williams" userId="6a45007046124a3d" providerId="LiveId" clId="{53D5EA3C-0847-4EC1-9FDC-43DBDAEAF41A}" dt="2026-04-29T19:58:54.148" v="788" actId="27636"/>
          <ac:spMkLst>
            <pc:docMk/>
            <pc:sldMk cId="0" sldId="339"/>
            <ac:spMk id="4" creationId="{00000000-0000-0000-0000-000000000000}"/>
          </ac:spMkLst>
        </pc:spChg>
        <pc:spChg chg="mod">
          <ac:chgData name="Trevoir Williams" userId="6a45007046124a3d" providerId="LiveId" clId="{53D5EA3C-0847-4EC1-9FDC-43DBDAEAF41A}" dt="2026-04-29T19:58:54.160" v="790" actId="27636"/>
          <ac:spMkLst>
            <pc:docMk/>
            <pc:sldMk cId="0" sldId="339"/>
            <ac:spMk id="7" creationId="{00000000-0000-0000-0000-000000000000}"/>
          </ac:spMkLst>
        </pc:spChg>
        <pc:spChg chg="mod">
          <ac:chgData name="Trevoir Williams" userId="6a45007046124a3d" providerId="LiveId" clId="{53D5EA3C-0847-4EC1-9FDC-43DBDAEAF41A}" dt="2026-04-29T19:58:54.155" v="789" actId="27636"/>
          <ac:spMkLst>
            <pc:docMk/>
            <pc:sldMk cId="0" sldId="339"/>
            <ac:spMk id="9" creationId="{00000000-0000-0000-0000-000000000000}"/>
          </ac:spMkLst>
        </pc:spChg>
        <pc:spChg chg="mod">
          <ac:chgData name="Trevoir Williams" userId="6a45007046124a3d" providerId="LiveId" clId="{53D5EA3C-0847-4EC1-9FDC-43DBDAEAF41A}" dt="2026-04-29T18:41:47.865" v="484" actId="26606"/>
          <ac:spMkLst>
            <pc:docMk/>
            <pc:sldMk cId="0" sldId="339"/>
            <ac:spMk id="14" creationId="{00000000-0000-0000-0000-000000000000}"/>
          </ac:spMkLst>
        </pc:spChg>
        <pc:spChg chg="mod">
          <ac:chgData name="Trevoir Williams" userId="6a45007046124a3d" providerId="LiveId" clId="{53D5EA3C-0847-4EC1-9FDC-43DBDAEAF41A}" dt="2026-04-29T18:41:47.865" v="484" actId="26606"/>
          <ac:spMkLst>
            <pc:docMk/>
            <pc:sldMk cId="0" sldId="339"/>
            <ac:spMk id="16" creationId="{00000000-0000-0000-0000-000000000000}"/>
          </ac:spMkLst>
        </pc:spChg>
        <pc:spChg chg="mod">
          <ac:chgData name="Trevoir Williams" userId="6a45007046124a3d" providerId="LiveId" clId="{53D5EA3C-0847-4EC1-9FDC-43DBDAEAF41A}" dt="2026-04-29T18:41:47.865" v="484" actId="26606"/>
          <ac:spMkLst>
            <pc:docMk/>
            <pc:sldMk cId="0" sldId="339"/>
            <ac:spMk id="17" creationId="{00000000-0000-0000-0000-000000000000}"/>
          </ac:spMkLst>
        </pc:spChg>
      </pc:sldChg>
      <pc:sldChg chg="modSp add del mod">
        <pc:chgData name="Trevoir Williams" userId="6a45007046124a3d" providerId="LiveId" clId="{53D5EA3C-0847-4EC1-9FDC-43DBDAEAF41A}" dt="2026-04-29T19:58:55.010" v="793" actId="27636"/>
        <pc:sldMkLst>
          <pc:docMk/>
          <pc:sldMk cId="0" sldId="340"/>
        </pc:sldMkLst>
        <pc:spChg chg="mod">
          <ac:chgData name="Trevoir Williams" userId="6a45007046124a3d" providerId="LiveId" clId="{53D5EA3C-0847-4EC1-9FDC-43DBDAEAF41A}" dt="2026-04-29T18:36:33.074" v="162" actId="26606"/>
          <ac:spMkLst>
            <pc:docMk/>
            <pc:sldMk cId="0" sldId="340"/>
            <ac:spMk id="3" creationId="{00000000-0000-0000-0000-000000000000}"/>
          </ac:spMkLst>
        </pc:spChg>
        <pc:spChg chg="mod">
          <ac:chgData name="Trevoir Williams" userId="6a45007046124a3d" providerId="LiveId" clId="{53D5EA3C-0847-4EC1-9FDC-43DBDAEAF41A}" dt="2026-04-29T19:58:55" v="791" actId="27636"/>
          <ac:spMkLst>
            <pc:docMk/>
            <pc:sldMk cId="0" sldId="340"/>
            <ac:spMk id="4" creationId="{00000000-0000-0000-0000-000000000000}"/>
          </ac:spMkLst>
        </pc:spChg>
        <pc:spChg chg="mod">
          <ac:chgData name="Trevoir Williams" userId="6a45007046124a3d" providerId="LiveId" clId="{53D5EA3C-0847-4EC1-9FDC-43DBDAEAF41A}" dt="2026-04-29T19:58:55.002" v="792" actId="27636"/>
          <ac:spMkLst>
            <pc:docMk/>
            <pc:sldMk cId="0" sldId="340"/>
            <ac:spMk id="7" creationId="{00000000-0000-0000-0000-000000000000}"/>
          </ac:spMkLst>
        </pc:spChg>
        <pc:spChg chg="mod">
          <ac:chgData name="Trevoir Williams" userId="6a45007046124a3d" providerId="LiveId" clId="{53D5EA3C-0847-4EC1-9FDC-43DBDAEAF41A}" dt="2026-04-29T19:58:55.010" v="793" actId="27636"/>
          <ac:spMkLst>
            <pc:docMk/>
            <pc:sldMk cId="0" sldId="340"/>
            <ac:spMk id="9" creationId="{00000000-0000-0000-0000-000000000000}"/>
          </ac:spMkLst>
        </pc:spChg>
        <pc:spChg chg="mod">
          <ac:chgData name="Trevoir Williams" userId="6a45007046124a3d" providerId="LiveId" clId="{53D5EA3C-0847-4EC1-9FDC-43DBDAEAF41A}" dt="2026-04-29T18:41:47.865" v="484" actId="26606"/>
          <ac:spMkLst>
            <pc:docMk/>
            <pc:sldMk cId="0" sldId="340"/>
            <ac:spMk id="14" creationId="{00000000-0000-0000-0000-000000000000}"/>
          </ac:spMkLst>
        </pc:spChg>
        <pc:spChg chg="mod">
          <ac:chgData name="Trevoir Williams" userId="6a45007046124a3d" providerId="LiveId" clId="{53D5EA3C-0847-4EC1-9FDC-43DBDAEAF41A}" dt="2026-04-29T18:41:47.865" v="484" actId="26606"/>
          <ac:spMkLst>
            <pc:docMk/>
            <pc:sldMk cId="0" sldId="340"/>
            <ac:spMk id="16" creationId="{00000000-0000-0000-0000-000000000000}"/>
          </ac:spMkLst>
        </pc:spChg>
        <pc:spChg chg="mod">
          <ac:chgData name="Trevoir Williams" userId="6a45007046124a3d" providerId="LiveId" clId="{53D5EA3C-0847-4EC1-9FDC-43DBDAEAF41A}" dt="2026-04-29T18:41:47.865" v="484" actId="26606"/>
          <ac:spMkLst>
            <pc:docMk/>
            <pc:sldMk cId="0" sldId="340"/>
            <ac:spMk id="17" creationId="{00000000-0000-0000-0000-000000000000}"/>
          </ac:spMkLst>
        </pc:spChg>
      </pc:sldChg>
      <pc:sldChg chg="modSp add del mod">
        <pc:chgData name="Trevoir Williams" userId="6a45007046124a3d" providerId="LiveId" clId="{53D5EA3C-0847-4EC1-9FDC-43DBDAEAF41A}" dt="2026-04-29T19:58:55.722" v="796" actId="27636"/>
        <pc:sldMkLst>
          <pc:docMk/>
          <pc:sldMk cId="0" sldId="341"/>
        </pc:sldMkLst>
        <pc:spChg chg="mod">
          <ac:chgData name="Trevoir Williams" userId="6a45007046124a3d" providerId="LiveId" clId="{53D5EA3C-0847-4EC1-9FDC-43DBDAEAF41A}" dt="2026-04-29T18:44:43.656" v="520" actId="27636"/>
          <ac:spMkLst>
            <pc:docMk/>
            <pc:sldMk cId="0" sldId="341"/>
            <ac:spMk id="3" creationId="{00000000-0000-0000-0000-000000000000}"/>
          </ac:spMkLst>
        </pc:spChg>
        <pc:spChg chg="mod">
          <ac:chgData name="Trevoir Williams" userId="6a45007046124a3d" providerId="LiveId" clId="{53D5EA3C-0847-4EC1-9FDC-43DBDAEAF41A}" dt="2026-04-29T19:58:55.718" v="795" actId="27636"/>
          <ac:spMkLst>
            <pc:docMk/>
            <pc:sldMk cId="0" sldId="341"/>
            <ac:spMk id="4" creationId="{00000000-0000-0000-0000-000000000000}"/>
          </ac:spMkLst>
        </pc:spChg>
        <pc:spChg chg="mod">
          <ac:chgData name="Trevoir Williams" userId="6a45007046124a3d" providerId="LiveId" clId="{53D5EA3C-0847-4EC1-9FDC-43DBDAEAF41A}" dt="2026-04-29T19:58:55.722" v="796" actId="27636"/>
          <ac:spMkLst>
            <pc:docMk/>
            <pc:sldMk cId="0" sldId="341"/>
            <ac:spMk id="7" creationId="{00000000-0000-0000-0000-000000000000}"/>
          </ac:spMkLst>
        </pc:spChg>
        <pc:spChg chg="mod">
          <ac:chgData name="Trevoir Williams" userId="6a45007046124a3d" providerId="LiveId" clId="{53D5EA3C-0847-4EC1-9FDC-43DBDAEAF41A}" dt="2026-04-29T19:58:55.700" v="794" actId="27636"/>
          <ac:spMkLst>
            <pc:docMk/>
            <pc:sldMk cId="0" sldId="341"/>
            <ac:spMk id="9" creationId="{00000000-0000-0000-0000-000000000000}"/>
          </ac:spMkLst>
        </pc:spChg>
        <pc:spChg chg="mod">
          <ac:chgData name="Trevoir Williams" userId="6a45007046124a3d" providerId="LiveId" clId="{53D5EA3C-0847-4EC1-9FDC-43DBDAEAF41A}" dt="2026-04-29T18:41:47.865" v="484" actId="26606"/>
          <ac:spMkLst>
            <pc:docMk/>
            <pc:sldMk cId="0" sldId="341"/>
            <ac:spMk id="14" creationId="{00000000-0000-0000-0000-000000000000}"/>
          </ac:spMkLst>
        </pc:spChg>
        <pc:spChg chg="mod">
          <ac:chgData name="Trevoir Williams" userId="6a45007046124a3d" providerId="LiveId" clId="{53D5EA3C-0847-4EC1-9FDC-43DBDAEAF41A}" dt="2026-04-29T18:41:47.865" v="484" actId="26606"/>
          <ac:spMkLst>
            <pc:docMk/>
            <pc:sldMk cId="0" sldId="341"/>
            <ac:spMk id="16" creationId="{00000000-0000-0000-0000-000000000000}"/>
          </ac:spMkLst>
        </pc:spChg>
        <pc:spChg chg="mod">
          <ac:chgData name="Trevoir Williams" userId="6a45007046124a3d" providerId="LiveId" clId="{53D5EA3C-0847-4EC1-9FDC-43DBDAEAF41A}" dt="2026-04-29T18:41:47.865" v="484" actId="26606"/>
          <ac:spMkLst>
            <pc:docMk/>
            <pc:sldMk cId="0" sldId="341"/>
            <ac:spMk id="17"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42"/>
        </pc:sldMkLst>
        <pc:spChg chg="mod">
          <ac:chgData name="Trevoir Williams" userId="6a45007046124a3d" providerId="LiveId" clId="{53D5EA3C-0847-4EC1-9FDC-43DBDAEAF41A}" dt="2026-04-29T18:36:33.074" v="162" actId="26606"/>
          <ac:spMkLst>
            <pc:docMk/>
            <pc:sldMk cId="0" sldId="342"/>
            <ac:spMk id="3" creationId="{00000000-0000-0000-0000-000000000000}"/>
          </ac:spMkLst>
        </pc:spChg>
        <pc:spChg chg="mod">
          <ac:chgData name="Trevoir Williams" userId="6a45007046124a3d" providerId="LiveId" clId="{53D5EA3C-0847-4EC1-9FDC-43DBDAEAF41A}" dt="2026-04-29T18:55:23.307" v="635" actId="27636"/>
          <ac:spMkLst>
            <pc:docMk/>
            <pc:sldMk cId="0" sldId="342"/>
            <ac:spMk id="4" creationId="{00000000-0000-0000-0000-000000000000}"/>
          </ac:spMkLst>
        </pc:spChg>
        <pc:spChg chg="mod">
          <ac:chgData name="Trevoir Williams" userId="6a45007046124a3d" providerId="LiveId" clId="{53D5EA3C-0847-4EC1-9FDC-43DBDAEAF41A}" dt="2026-04-29T18:41:47.865" v="484" actId="26606"/>
          <ac:spMkLst>
            <pc:docMk/>
            <pc:sldMk cId="0" sldId="342"/>
            <ac:spMk id="17" creationId="{00000000-0000-0000-0000-000000000000}"/>
          </ac:spMkLst>
        </pc:spChg>
        <pc:spChg chg="mod">
          <ac:chgData name="Trevoir Williams" userId="6a45007046124a3d" providerId="LiveId" clId="{53D5EA3C-0847-4EC1-9FDC-43DBDAEAF41A}" dt="2026-04-29T18:41:47.865" v="484" actId="26606"/>
          <ac:spMkLst>
            <pc:docMk/>
            <pc:sldMk cId="0" sldId="342"/>
            <ac:spMk id="19" creationId="{00000000-0000-0000-0000-000000000000}"/>
          </ac:spMkLst>
        </pc:spChg>
        <pc:spChg chg="mod">
          <ac:chgData name="Trevoir Williams" userId="6a45007046124a3d" providerId="LiveId" clId="{53D5EA3C-0847-4EC1-9FDC-43DBDAEAF41A}" dt="2026-04-29T18:41:47.865" v="484" actId="26606"/>
          <ac:spMkLst>
            <pc:docMk/>
            <pc:sldMk cId="0" sldId="342"/>
            <ac:spMk id="20" creationId="{00000000-0000-0000-0000-000000000000}"/>
          </ac:spMkLst>
        </pc:spChg>
        <pc:spChg chg="mod">
          <ac:chgData name="Trevoir Williams" userId="6a45007046124a3d" providerId="LiveId" clId="{53D5EA3C-0847-4EC1-9FDC-43DBDAEAF41A}" dt="2026-04-29T18:41:47.865" v="484" actId="26606"/>
          <ac:spMkLst>
            <pc:docMk/>
            <pc:sldMk cId="0" sldId="342"/>
            <ac:spMk id="21" creationId="{00000000-0000-0000-0000-000000000000}"/>
          </ac:spMkLst>
        </pc:spChg>
      </pc:sldChg>
      <pc:sldChg chg="modSp add del mod">
        <pc:chgData name="Trevoir Williams" userId="6a45007046124a3d" providerId="LiveId" clId="{53D5EA3C-0847-4EC1-9FDC-43DBDAEAF41A}" dt="2026-04-29T19:58:56.306" v="799" actId="27636"/>
        <pc:sldMkLst>
          <pc:docMk/>
          <pc:sldMk cId="0" sldId="343"/>
        </pc:sldMkLst>
        <pc:spChg chg="mod">
          <ac:chgData name="Trevoir Williams" userId="6a45007046124a3d" providerId="LiveId" clId="{53D5EA3C-0847-4EC1-9FDC-43DBDAEAF41A}" dt="2026-04-29T18:44:44.534" v="521" actId="27636"/>
          <ac:spMkLst>
            <pc:docMk/>
            <pc:sldMk cId="0" sldId="343"/>
            <ac:spMk id="3" creationId="{00000000-0000-0000-0000-000000000000}"/>
          </ac:spMkLst>
        </pc:spChg>
        <pc:spChg chg="mod">
          <ac:chgData name="Trevoir Williams" userId="6a45007046124a3d" providerId="LiveId" clId="{53D5EA3C-0847-4EC1-9FDC-43DBDAEAF41A}" dt="2026-04-29T19:58:56.300" v="797" actId="27636"/>
          <ac:spMkLst>
            <pc:docMk/>
            <pc:sldMk cId="0" sldId="343"/>
            <ac:spMk id="4" creationId="{00000000-0000-0000-0000-000000000000}"/>
          </ac:spMkLst>
        </pc:spChg>
        <pc:spChg chg="mod">
          <ac:chgData name="Trevoir Williams" userId="6a45007046124a3d" providerId="LiveId" clId="{53D5EA3C-0847-4EC1-9FDC-43DBDAEAF41A}" dt="2026-04-29T19:58:56.306" v="799" actId="27636"/>
          <ac:spMkLst>
            <pc:docMk/>
            <pc:sldMk cId="0" sldId="343"/>
            <ac:spMk id="7" creationId="{00000000-0000-0000-0000-000000000000}"/>
          </ac:spMkLst>
        </pc:spChg>
        <pc:spChg chg="mod">
          <ac:chgData name="Trevoir Williams" userId="6a45007046124a3d" providerId="LiveId" clId="{53D5EA3C-0847-4EC1-9FDC-43DBDAEAF41A}" dt="2026-04-29T19:58:56.304" v="798" actId="27636"/>
          <ac:spMkLst>
            <pc:docMk/>
            <pc:sldMk cId="0" sldId="343"/>
            <ac:spMk id="9" creationId="{00000000-0000-0000-0000-000000000000}"/>
          </ac:spMkLst>
        </pc:spChg>
        <pc:spChg chg="mod">
          <ac:chgData name="Trevoir Williams" userId="6a45007046124a3d" providerId="LiveId" clId="{53D5EA3C-0847-4EC1-9FDC-43DBDAEAF41A}" dt="2026-04-29T18:41:47.865" v="484" actId="26606"/>
          <ac:spMkLst>
            <pc:docMk/>
            <pc:sldMk cId="0" sldId="343"/>
            <ac:spMk id="14" creationId="{00000000-0000-0000-0000-000000000000}"/>
          </ac:spMkLst>
        </pc:spChg>
        <pc:spChg chg="mod">
          <ac:chgData name="Trevoir Williams" userId="6a45007046124a3d" providerId="LiveId" clId="{53D5EA3C-0847-4EC1-9FDC-43DBDAEAF41A}" dt="2026-04-29T18:41:47.865" v="484" actId="26606"/>
          <ac:spMkLst>
            <pc:docMk/>
            <pc:sldMk cId="0" sldId="343"/>
            <ac:spMk id="16" creationId="{00000000-0000-0000-0000-000000000000}"/>
          </ac:spMkLst>
        </pc:spChg>
        <pc:spChg chg="mod">
          <ac:chgData name="Trevoir Williams" userId="6a45007046124a3d" providerId="LiveId" clId="{53D5EA3C-0847-4EC1-9FDC-43DBDAEAF41A}" dt="2026-04-29T18:41:47.865" v="484" actId="26606"/>
          <ac:spMkLst>
            <pc:docMk/>
            <pc:sldMk cId="0" sldId="343"/>
            <ac:spMk id="17" creationId="{00000000-0000-0000-0000-000000000000}"/>
          </ac:spMkLst>
        </pc:spChg>
      </pc:sldChg>
      <pc:sldChg chg="modSp add del mod">
        <pc:chgData name="Trevoir Williams" userId="6a45007046124a3d" providerId="LiveId" clId="{53D5EA3C-0847-4EC1-9FDC-43DBDAEAF41A}" dt="2026-04-29T19:58:56.893" v="802" actId="27636"/>
        <pc:sldMkLst>
          <pc:docMk/>
          <pc:sldMk cId="0" sldId="344"/>
        </pc:sldMkLst>
        <pc:spChg chg="mod">
          <ac:chgData name="Trevoir Williams" userId="6a45007046124a3d" providerId="LiveId" clId="{53D5EA3C-0847-4EC1-9FDC-43DBDAEAF41A}" dt="2026-04-29T19:58:56.884" v="800" actId="27636"/>
          <ac:spMkLst>
            <pc:docMk/>
            <pc:sldMk cId="0" sldId="344"/>
            <ac:spMk id="3" creationId="{00000000-0000-0000-0000-000000000000}"/>
          </ac:spMkLst>
        </pc:spChg>
        <pc:spChg chg="mod">
          <ac:chgData name="Trevoir Williams" userId="6a45007046124a3d" providerId="LiveId" clId="{53D5EA3C-0847-4EC1-9FDC-43DBDAEAF41A}" dt="2026-04-29T19:58:56.893" v="802" actId="27636"/>
          <ac:spMkLst>
            <pc:docMk/>
            <pc:sldMk cId="0" sldId="344"/>
            <ac:spMk id="4" creationId="{00000000-0000-0000-0000-000000000000}"/>
          </ac:spMkLst>
        </pc:spChg>
        <pc:spChg chg="mod">
          <ac:chgData name="Trevoir Williams" userId="6a45007046124a3d" providerId="LiveId" clId="{53D5EA3C-0847-4EC1-9FDC-43DBDAEAF41A}" dt="2026-04-29T18:41:47.865" v="484" actId="26606"/>
          <ac:spMkLst>
            <pc:docMk/>
            <pc:sldMk cId="0" sldId="344"/>
            <ac:spMk id="7" creationId="{00000000-0000-0000-0000-000000000000}"/>
          </ac:spMkLst>
        </pc:spChg>
        <pc:spChg chg="mod">
          <ac:chgData name="Trevoir Williams" userId="6a45007046124a3d" providerId="LiveId" clId="{53D5EA3C-0847-4EC1-9FDC-43DBDAEAF41A}" dt="2026-04-29T19:58:56.889" v="801" actId="27636"/>
          <ac:spMkLst>
            <pc:docMk/>
            <pc:sldMk cId="0" sldId="344"/>
            <ac:spMk id="9" creationId="{00000000-0000-0000-0000-000000000000}"/>
          </ac:spMkLst>
        </pc:spChg>
        <pc:spChg chg="mod">
          <ac:chgData name="Trevoir Williams" userId="6a45007046124a3d" providerId="LiveId" clId="{53D5EA3C-0847-4EC1-9FDC-43DBDAEAF41A}" dt="2026-04-29T18:41:47.865" v="484" actId="26606"/>
          <ac:spMkLst>
            <pc:docMk/>
            <pc:sldMk cId="0" sldId="344"/>
            <ac:spMk id="14" creationId="{00000000-0000-0000-0000-000000000000}"/>
          </ac:spMkLst>
        </pc:spChg>
        <pc:spChg chg="mod">
          <ac:chgData name="Trevoir Williams" userId="6a45007046124a3d" providerId="LiveId" clId="{53D5EA3C-0847-4EC1-9FDC-43DBDAEAF41A}" dt="2026-04-29T18:41:47.865" v="484" actId="26606"/>
          <ac:spMkLst>
            <pc:docMk/>
            <pc:sldMk cId="0" sldId="344"/>
            <ac:spMk id="16" creationId="{00000000-0000-0000-0000-000000000000}"/>
          </ac:spMkLst>
        </pc:spChg>
        <pc:spChg chg="mod">
          <ac:chgData name="Trevoir Williams" userId="6a45007046124a3d" providerId="LiveId" clId="{53D5EA3C-0847-4EC1-9FDC-43DBDAEAF41A}" dt="2026-04-29T18:41:47.865" v="484" actId="26606"/>
          <ac:spMkLst>
            <pc:docMk/>
            <pc:sldMk cId="0" sldId="344"/>
            <ac:spMk id="17" creationId="{00000000-0000-0000-0000-000000000000}"/>
          </ac:spMkLst>
        </pc:spChg>
      </pc:sldChg>
      <pc:sldChg chg="modSp add del mod">
        <pc:chgData name="Trevoir Williams" userId="6a45007046124a3d" providerId="LiveId" clId="{53D5EA3C-0847-4EC1-9FDC-43DBDAEAF41A}" dt="2026-04-29T19:58:57.592" v="805" actId="27636"/>
        <pc:sldMkLst>
          <pc:docMk/>
          <pc:sldMk cId="0" sldId="345"/>
        </pc:sldMkLst>
        <pc:spChg chg="mod">
          <ac:chgData name="Trevoir Williams" userId="6a45007046124a3d" providerId="LiveId" clId="{53D5EA3C-0847-4EC1-9FDC-43DBDAEAF41A}" dt="2026-04-29T19:58:57.570" v="803" actId="27636"/>
          <ac:spMkLst>
            <pc:docMk/>
            <pc:sldMk cId="0" sldId="345"/>
            <ac:spMk id="3" creationId="{00000000-0000-0000-0000-000000000000}"/>
          </ac:spMkLst>
        </pc:spChg>
        <pc:spChg chg="mod">
          <ac:chgData name="Trevoir Williams" userId="6a45007046124a3d" providerId="LiveId" clId="{53D5EA3C-0847-4EC1-9FDC-43DBDAEAF41A}" dt="2026-04-29T19:58:57.592" v="805" actId="27636"/>
          <ac:spMkLst>
            <pc:docMk/>
            <pc:sldMk cId="0" sldId="345"/>
            <ac:spMk id="4" creationId="{00000000-0000-0000-0000-000000000000}"/>
          </ac:spMkLst>
        </pc:spChg>
        <pc:spChg chg="mod">
          <ac:chgData name="Trevoir Williams" userId="6a45007046124a3d" providerId="LiveId" clId="{53D5EA3C-0847-4EC1-9FDC-43DBDAEAF41A}" dt="2026-04-29T18:41:47.865" v="484" actId="26606"/>
          <ac:spMkLst>
            <pc:docMk/>
            <pc:sldMk cId="0" sldId="345"/>
            <ac:spMk id="7" creationId="{00000000-0000-0000-0000-000000000000}"/>
          </ac:spMkLst>
        </pc:spChg>
        <pc:spChg chg="mod">
          <ac:chgData name="Trevoir Williams" userId="6a45007046124a3d" providerId="LiveId" clId="{53D5EA3C-0847-4EC1-9FDC-43DBDAEAF41A}" dt="2026-04-29T19:58:57.588" v="804" actId="27636"/>
          <ac:spMkLst>
            <pc:docMk/>
            <pc:sldMk cId="0" sldId="345"/>
            <ac:spMk id="9" creationId="{00000000-0000-0000-0000-000000000000}"/>
          </ac:spMkLst>
        </pc:spChg>
        <pc:spChg chg="mod">
          <ac:chgData name="Trevoir Williams" userId="6a45007046124a3d" providerId="LiveId" clId="{53D5EA3C-0847-4EC1-9FDC-43DBDAEAF41A}" dt="2026-04-29T18:41:47.865" v="484" actId="26606"/>
          <ac:spMkLst>
            <pc:docMk/>
            <pc:sldMk cId="0" sldId="345"/>
            <ac:spMk id="14" creationId="{00000000-0000-0000-0000-000000000000}"/>
          </ac:spMkLst>
        </pc:spChg>
        <pc:spChg chg="mod">
          <ac:chgData name="Trevoir Williams" userId="6a45007046124a3d" providerId="LiveId" clId="{53D5EA3C-0847-4EC1-9FDC-43DBDAEAF41A}" dt="2026-04-29T18:41:47.865" v="484" actId="26606"/>
          <ac:spMkLst>
            <pc:docMk/>
            <pc:sldMk cId="0" sldId="345"/>
            <ac:spMk id="16" creationId="{00000000-0000-0000-0000-000000000000}"/>
          </ac:spMkLst>
        </pc:spChg>
        <pc:spChg chg="mod">
          <ac:chgData name="Trevoir Williams" userId="6a45007046124a3d" providerId="LiveId" clId="{53D5EA3C-0847-4EC1-9FDC-43DBDAEAF41A}" dt="2026-04-29T18:41:47.865" v="484" actId="26606"/>
          <ac:spMkLst>
            <pc:docMk/>
            <pc:sldMk cId="0" sldId="345"/>
            <ac:spMk id="17" creationId="{00000000-0000-0000-0000-000000000000}"/>
          </ac:spMkLst>
        </pc:spChg>
      </pc:sldChg>
      <pc:sldChg chg="modSp add del mod">
        <pc:chgData name="Trevoir Williams" userId="6a45007046124a3d" providerId="LiveId" clId="{53D5EA3C-0847-4EC1-9FDC-43DBDAEAF41A}" dt="2026-04-29T19:58:58.391" v="809" actId="27636"/>
        <pc:sldMkLst>
          <pc:docMk/>
          <pc:sldMk cId="0" sldId="346"/>
        </pc:sldMkLst>
        <pc:spChg chg="mod">
          <ac:chgData name="Trevoir Williams" userId="6a45007046124a3d" providerId="LiveId" clId="{53D5EA3C-0847-4EC1-9FDC-43DBDAEAF41A}" dt="2026-04-29T19:58:58.383" v="807" actId="27636"/>
          <ac:spMkLst>
            <pc:docMk/>
            <pc:sldMk cId="0" sldId="346"/>
            <ac:spMk id="3" creationId="{00000000-0000-0000-0000-000000000000}"/>
          </ac:spMkLst>
        </pc:spChg>
        <pc:spChg chg="mod">
          <ac:chgData name="Trevoir Williams" userId="6a45007046124a3d" providerId="LiveId" clId="{53D5EA3C-0847-4EC1-9FDC-43DBDAEAF41A}" dt="2026-04-29T19:58:58.387" v="808" actId="27636"/>
          <ac:spMkLst>
            <pc:docMk/>
            <pc:sldMk cId="0" sldId="346"/>
            <ac:spMk id="4" creationId="{00000000-0000-0000-0000-000000000000}"/>
          </ac:spMkLst>
        </pc:spChg>
        <pc:spChg chg="mod">
          <ac:chgData name="Trevoir Williams" userId="6a45007046124a3d" providerId="LiveId" clId="{53D5EA3C-0847-4EC1-9FDC-43DBDAEAF41A}" dt="2026-04-29T19:58:58.391" v="809" actId="27636"/>
          <ac:spMkLst>
            <pc:docMk/>
            <pc:sldMk cId="0" sldId="346"/>
            <ac:spMk id="7" creationId="{00000000-0000-0000-0000-000000000000}"/>
          </ac:spMkLst>
        </pc:spChg>
        <pc:spChg chg="mod">
          <ac:chgData name="Trevoir Williams" userId="6a45007046124a3d" providerId="LiveId" clId="{53D5EA3C-0847-4EC1-9FDC-43DBDAEAF41A}" dt="2026-04-29T19:58:58.376" v="806" actId="27636"/>
          <ac:spMkLst>
            <pc:docMk/>
            <pc:sldMk cId="0" sldId="346"/>
            <ac:spMk id="9" creationId="{00000000-0000-0000-0000-000000000000}"/>
          </ac:spMkLst>
        </pc:spChg>
        <pc:spChg chg="mod">
          <ac:chgData name="Trevoir Williams" userId="6a45007046124a3d" providerId="LiveId" clId="{53D5EA3C-0847-4EC1-9FDC-43DBDAEAF41A}" dt="2026-04-29T18:41:47.865" v="484" actId="26606"/>
          <ac:spMkLst>
            <pc:docMk/>
            <pc:sldMk cId="0" sldId="346"/>
            <ac:spMk id="14" creationId="{00000000-0000-0000-0000-000000000000}"/>
          </ac:spMkLst>
        </pc:spChg>
        <pc:spChg chg="mod">
          <ac:chgData name="Trevoir Williams" userId="6a45007046124a3d" providerId="LiveId" clId="{53D5EA3C-0847-4EC1-9FDC-43DBDAEAF41A}" dt="2026-04-29T18:41:47.865" v="484" actId="26606"/>
          <ac:spMkLst>
            <pc:docMk/>
            <pc:sldMk cId="0" sldId="346"/>
            <ac:spMk id="16" creationId="{00000000-0000-0000-0000-000000000000}"/>
          </ac:spMkLst>
        </pc:spChg>
        <pc:spChg chg="mod">
          <ac:chgData name="Trevoir Williams" userId="6a45007046124a3d" providerId="LiveId" clId="{53D5EA3C-0847-4EC1-9FDC-43DBDAEAF41A}" dt="2026-04-29T18:41:47.865" v="484" actId="26606"/>
          <ac:spMkLst>
            <pc:docMk/>
            <pc:sldMk cId="0" sldId="346"/>
            <ac:spMk id="17" creationId="{00000000-0000-0000-0000-000000000000}"/>
          </ac:spMkLst>
        </pc:spChg>
      </pc:sldChg>
      <pc:sldChg chg="modSp add del mod">
        <pc:chgData name="Trevoir Williams" userId="6a45007046124a3d" providerId="LiveId" clId="{53D5EA3C-0847-4EC1-9FDC-43DBDAEAF41A}" dt="2026-04-29T19:58:59.070" v="812" actId="27636"/>
        <pc:sldMkLst>
          <pc:docMk/>
          <pc:sldMk cId="0" sldId="347"/>
        </pc:sldMkLst>
        <pc:spChg chg="mod">
          <ac:chgData name="Trevoir Williams" userId="6a45007046124a3d" providerId="LiveId" clId="{53D5EA3C-0847-4EC1-9FDC-43DBDAEAF41A}" dt="2026-04-29T19:58:59.065" v="810" actId="27636"/>
          <ac:spMkLst>
            <pc:docMk/>
            <pc:sldMk cId="0" sldId="347"/>
            <ac:spMk id="3" creationId="{00000000-0000-0000-0000-000000000000}"/>
          </ac:spMkLst>
        </pc:spChg>
        <pc:spChg chg="mod">
          <ac:chgData name="Trevoir Williams" userId="6a45007046124a3d" providerId="LiveId" clId="{53D5EA3C-0847-4EC1-9FDC-43DBDAEAF41A}" dt="2026-04-29T19:58:59.069" v="811" actId="27636"/>
          <ac:spMkLst>
            <pc:docMk/>
            <pc:sldMk cId="0" sldId="347"/>
            <ac:spMk id="4" creationId="{00000000-0000-0000-0000-000000000000}"/>
          </ac:spMkLst>
        </pc:spChg>
        <pc:spChg chg="mod">
          <ac:chgData name="Trevoir Williams" userId="6a45007046124a3d" providerId="LiveId" clId="{53D5EA3C-0847-4EC1-9FDC-43DBDAEAF41A}" dt="2026-04-29T18:41:47.865" v="484" actId="26606"/>
          <ac:spMkLst>
            <pc:docMk/>
            <pc:sldMk cId="0" sldId="347"/>
            <ac:spMk id="7" creationId="{00000000-0000-0000-0000-000000000000}"/>
          </ac:spMkLst>
        </pc:spChg>
        <pc:spChg chg="mod">
          <ac:chgData name="Trevoir Williams" userId="6a45007046124a3d" providerId="LiveId" clId="{53D5EA3C-0847-4EC1-9FDC-43DBDAEAF41A}" dt="2026-04-29T19:58:59.070" v="812" actId="27636"/>
          <ac:spMkLst>
            <pc:docMk/>
            <pc:sldMk cId="0" sldId="347"/>
            <ac:spMk id="9" creationId="{00000000-0000-0000-0000-000000000000}"/>
          </ac:spMkLst>
        </pc:spChg>
        <pc:spChg chg="mod">
          <ac:chgData name="Trevoir Williams" userId="6a45007046124a3d" providerId="LiveId" clId="{53D5EA3C-0847-4EC1-9FDC-43DBDAEAF41A}" dt="2026-04-29T18:41:47.865" v="484" actId="26606"/>
          <ac:spMkLst>
            <pc:docMk/>
            <pc:sldMk cId="0" sldId="347"/>
            <ac:spMk id="14" creationId="{00000000-0000-0000-0000-000000000000}"/>
          </ac:spMkLst>
        </pc:spChg>
        <pc:spChg chg="mod">
          <ac:chgData name="Trevoir Williams" userId="6a45007046124a3d" providerId="LiveId" clId="{53D5EA3C-0847-4EC1-9FDC-43DBDAEAF41A}" dt="2026-04-29T18:41:47.865" v="484" actId="26606"/>
          <ac:spMkLst>
            <pc:docMk/>
            <pc:sldMk cId="0" sldId="347"/>
            <ac:spMk id="16" creationId="{00000000-0000-0000-0000-000000000000}"/>
          </ac:spMkLst>
        </pc:spChg>
        <pc:spChg chg="mod">
          <ac:chgData name="Trevoir Williams" userId="6a45007046124a3d" providerId="LiveId" clId="{53D5EA3C-0847-4EC1-9FDC-43DBDAEAF41A}" dt="2026-04-29T18:41:47.865" v="484" actId="26606"/>
          <ac:spMkLst>
            <pc:docMk/>
            <pc:sldMk cId="0" sldId="347"/>
            <ac:spMk id="17" creationId="{00000000-0000-0000-0000-000000000000}"/>
          </ac:spMkLst>
        </pc:spChg>
      </pc:sldChg>
      <pc:sldChg chg="modSp add del mod">
        <pc:chgData name="Trevoir Williams" userId="6a45007046124a3d" providerId="LiveId" clId="{53D5EA3C-0847-4EC1-9FDC-43DBDAEAF41A}" dt="2026-04-29T19:58:59.692" v="816" actId="27636"/>
        <pc:sldMkLst>
          <pc:docMk/>
          <pc:sldMk cId="0" sldId="348"/>
        </pc:sldMkLst>
        <pc:spChg chg="mod">
          <ac:chgData name="Trevoir Williams" userId="6a45007046124a3d" providerId="LiveId" clId="{53D5EA3C-0847-4EC1-9FDC-43DBDAEAF41A}" dt="2026-04-29T19:58:59.680" v="814" actId="27636"/>
          <ac:spMkLst>
            <pc:docMk/>
            <pc:sldMk cId="0" sldId="348"/>
            <ac:spMk id="3" creationId="{00000000-0000-0000-0000-000000000000}"/>
          </ac:spMkLst>
        </pc:spChg>
        <pc:spChg chg="mod">
          <ac:chgData name="Trevoir Williams" userId="6a45007046124a3d" providerId="LiveId" clId="{53D5EA3C-0847-4EC1-9FDC-43DBDAEAF41A}" dt="2026-04-29T19:58:59.692" v="816" actId="27636"/>
          <ac:spMkLst>
            <pc:docMk/>
            <pc:sldMk cId="0" sldId="348"/>
            <ac:spMk id="4" creationId="{00000000-0000-0000-0000-000000000000}"/>
          </ac:spMkLst>
        </pc:spChg>
        <pc:spChg chg="mod">
          <ac:chgData name="Trevoir Williams" userId="6a45007046124a3d" providerId="LiveId" clId="{53D5EA3C-0847-4EC1-9FDC-43DBDAEAF41A}" dt="2026-04-29T19:58:59.680" v="815" actId="27636"/>
          <ac:spMkLst>
            <pc:docMk/>
            <pc:sldMk cId="0" sldId="348"/>
            <ac:spMk id="7" creationId="{00000000-0000-0000-0000-000000000000}"/>
          </ac:spMkLst>
        </pc:spChg>
        <pc:spChg chg="mod">
          <ac:chgData name="Trevoir Williams" userId="6a45007046124a3d" providerId="LiveId" clId="{53D5EA3C-0847-4EC1-9FDC-43DBDAEAF41A}" dt="2026-04-29T19:58:59.680" v="813" actId="27636"/>
          <ac:spMkLst>
            <pc:docMk/>
            <pc:sldMk cId="0" sldId="348"/>
            <ac:spMk id="9" creationId="{00000000-0000-0000-0000-000000000000}"/>
          </ac:spMkLst>
        </pc:spChg>
        <pc:spChg chg="mod">
          <ac:chgData name="Trevoir Williams" userId="6a45007046124a3d" providerId="LiveId" clId="{53D5EA3C-0847-4EC1-9FDC-43DBDAEAF41A}" dt="2026-04-29T18:41:47.865" v="484" actId="26606"/>
          <ac:spMkLst>
            <pc:docMk/>
            <pc:sldMk cId="0" sldId="348"/>
            <ac:spMk id="14" creationId="{00000000-0000-0000-0000-000000000000}"/>
          </ac:spMkLst>
        </pc:spChg>
        <pc:spChg chg="mod">
          <ac:chgData name="Trevoir Williams" userId="6a45007046124a3d" providerId="LiveId" clId="{53D5EA3C-0847-4EC1-9FDC-43DBDAEAF41A}" dt="2026-04-29T18:41:47.865" v="484" actId="26606"/>
          <ac:spMkLst>
            <pc:docMk/>
            <pc:sldMk cId="0" sldId="348"/>
            <ac:spMk id="16" creationId="{00000000-0000-0000-0000-000000000000}"/>
          </ac:spMkLst>
        </pc:spChg>
        <pc:spChg chg="mod">
          <ac:chgData name="Trevoir Williams" userId="6a45007046124a3d" providerId="LiveId" clId="{53D5EA3C-0847-4EC1-9FDC-43DBDAEAF41A}" dt="2026-04-29T18:41:47.865" v="484" actId="26606"/>
          <ac:spMkLst>
            <pc:docMk/>
            <pc:sldMk cId="0" sldId="348"/>
            <ac:spMk id="17" creationId="{00000000-0000-0000-0000-000000000000}"/>
          </ac:spMkLst>
        </pc:spChg>
      </pc:sldChg>
      <pc:sldChg chg="modSp add del mod">
        <pc:chgData name="Trevoir Williams" userId="6a45007046124a3d" providerId="LiveId" clId="{53D5EA3C-0847-4EC1-9FDC-43DBDAEAF41A}" dt="2026-04-29T19:27:39.781" v="682" actId="27636"/>
        <pc:sldMkLst>
          <pc:docMk/>
          <pc:sldMk cId="0" sldId="349"/>
        </pc:sldMkLst>
        <pc:spChg chg="mod">
          <ac:chgData name="Trevoir Williams" userId="6a45007046124a3d" providerId="LiveId" clId="{53D5EA3C-0847-4EC1-9FDC-43DBDAEAF41A}" dt="2026-04-29T18:36:33.074" v="162" actId="26606"/>
          <ac:spMkLst>
            <pc:docMk/>
            <pc:sldMk cId="0" sldId="349"/>
            <ac:spMk id="3" creationId="{00000000-0000-0000-0000-000000000000}"/>
          </ac:spMkLst>
        </pc:spChg>
        <pc:spChg chg="mod">
          <ac:chgData name="Trevoir Williams" userId="6a45007046124a3d" providerId="LiveId" clId="{53D5EA3C-0847-4EC1-9FDC-43DBDAEAF41A}" dt="2026-04-29T19:27:39.771" v="680" actId="27636"/>
          <ac:spMkLst>
            <pc:docMk/>
            <pc:sldMk cId="0" sldId="349"/>
            <ac:spMk id="4" creationId="{00000000-0000-0000-0000-000000000000}"/>
          </ac:spMkLst>
        </pc:spChg>
        <pc:spChg chg="mod">
          <ac:chgData name="Trevoir Williams" userId="6a45007046124a3d" providerId="LiveId" clId="{53D5EA3C-0847-4EC1-9FDC-43DBDAEAF41A}" dt="2026-04-29T19:27:39.781" v="682" actId="27636"/>
          <ac:spMkLst>
            <pc:docMk/>
            <pc:sldMk cId="0" sldId="349"/>
            <ac:spMk id="8" creationId="{00000000-0000-0000-0000-000000000000}"/>
          </ac:spMkLst>
        </pc:spChg>
        <pc:spChg chg="mod">
          <ac:chgData name="Trevoir Williams" userId="6a45007046124a3d" providerId="LiveId" clId="{53D5EA3C-0847-4EC1-9FDC-43DBDAEAF41A}" dt="2026-04-29T19:27:39.766" v="679" actId="27636"/>
          <ac:spMkLst>
            <pc:docMk/>
            <pc:sldMk cId="0" sldId="349"/>
            <ac:spMk id="12" creationId="{00000000-0000-0000-0000-000000000000}"/>
          </ac:spMkLst>
        </pc:spChg>
        <pc:spChg chg="mod">
          <ac:chgData name="Trevoir Williams" userId="6a45007046124a3d" providerId="LiveId" clId="{53D5EA3C-0847-4EC1-9FDC-43DBDAEAF41A}" dt="2026-04-29T19:27:39.775" v="681" actId="27636"/>
          <ac:spMkLst>
            <pc:docMk/>
            <pc:sldMk cId="0" sldId="349"/>
            <ac:spMk id="16" creationId="{00000000-0000-0000-0000-000000000000}"/>
          </ac:spMkLst>
        </pc:spChg>
        <pc:spChg chg="mod">
          <ac:chgData name="Trevoir Williams" userId="6a45007046124a3d" providerId="LiveId" clId="{53D5EA3C-0847-4EC1-9FDC-43DBDAEAF41A}" dt="2026-04-29T18:41:47.865" v="484" actId="26606"/>
          <ac:spMkLst>
            <pc:docMk/>
            <pc:sldMk cId="0" sldId="349"/>
            <ac:spMk id="20" creationId="{00000000-0000-0000-0000-000000000000}"/>
          </ac:spMkLst>
        </pc:spChg>
        <pc:spChg chg="mod">
          <ac:chgData name="Trevoir Williams" userId="6a45007046124a3d" providerId="LiveId" clId="{53D5EA3C-0847-4EC1-9FDC-43DBDAEAF41A}" dt="2026-04-29T18:41:47.865" v="484" actId="26606"/>
          <ac:spMkLst>
            <pc:docMk/>
            <pc:sldMk cId="0" sldId="349"/>
            <ac:spMk id="22" creationId="{00000000-0000-0000-0000-000000000000}"/>
          </ac:spMkLst>
        </pc:spChg>
        <pc:spChg chg="mod">
          <ac:chgData name="Trevoir Williams" userId="6a45007046124a3d" providerId="LiveId" clId="{53D5EA3C-0847-4EC1-9FDC-43DBDAEAF41A}" dt="2026-04-29T18:41:47.865" v="484" actId="26606"/>
          <ac:spMkLst>
            <pc:docMk/>
            <pc:sldMk cId="0" sldId="349"/>
            <ac:spMk id="24" creationId="{00000000-0000-0000-0000-000000000000}"/>
          </ac:spMkLst>
        </pc:spChg>
        <pc:spChg chg="mod">
          <ac:chgData name="Trevoir Williams" userId="6a45007046124a3d" providerId="LiveId" clId="{53D5EA3C-0847-4EC1-9FDC-43DBDAEAF41A}" dt="2026-04-29T18:41:47.865" v="484" actId="26606"/>
          <ac:spMkLst>
            <pc:docMk/>
            <pc:sldMk cId="0" sldId="349"/>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50"/>
        </pc:sldMkLst>
        <pc:spChg chg="mod">
          <ac:chgData name="Trevoir Williams" userId="6a45007046124a3d" providerId="LiveId" clId="{53D5EA3C-0847-4EC1-9FDC-43DBDAEAF41A}" dt="2026-04-29T20:28:13.734" v="893" actId="26606"/>
          <ac:spMkLst>
            <pc:docMk/>
            <pc:sldMk cId="0" sldId="350"/>
            <ac:spMk id="4" creationId="{00000000-0000-0000-0000-000000000000}"/>
          </ac:spMkLst>
        </pc:spChg>
        <pc:spChg chg="mod">
          <ac:chgData name="Trevoir Williams" userId="6a45007046124a3d" providerId="LiveId" clId="{53D5EA3C-0847-4EC1-9FDC-43DBDAEAF41A}" dt="2026-04-29T20:28:13.734" v="893" actId="26606"/>
          <ac:spMkLst>
            <pc:docMk/>
            <pc:sldMk cId="0" sldId="350"/>
            <ac:spMk id="5" creationId="{00000000-0000-0000-0000-000000000000}"/>
          </ac:spMkLst>
        </pc:spChg>
        <pc:spChg chg="mod">
          <ac:chgData name="Trevoir Williams" userId="6a45007046124a3d" providerId="LiveId" clId="{53D5EA3C-0847-4EC1-9FDC-43DBDAEAF41A}" dt="2026-04-29T20:28:13.734" v="893" actId="26606"/>
          <ac:spMkLst>
            <pc:docMk/>
            <pc:sldMk cId="0" sldId="350"/>
            <ac:spMk id="6" creationId="{00000000-0000-0000-0000-000000000000}"/>
          </ac:spMkLst>
        </pc:spChg>
        <pc:spChg chg="mod">
          <ac:chgData name="Trevoir Williams" userId="6a45007046124a3d" providerId="LiveId" clId="{53D5EA3C-0847-4EC1-9FDC-43DBDAEAF41A}" dt="2026-04-29T18:14:05.657" v="53" actId="27636"/>
          <ac:spMkLst>
            <pc:docMk/>
            <pc:sldMk cId="0" sldId="350"/>
            <ac:spMk id="7" creationId="{00000000-0000-0000-0000-000000000000}"/>
          </ac:spMkLst>
        </pc:spChg>
        <pc:spChg chg="mod">
          <ac:chgData name="Trevoir Williams" userId="6a45007046124a3d" providerId="LiveId" clId="{53D5EA3C-0847-4EC1-9FDC-43DBDAEAF41A}" dt="2026-04-29T20:28:13.734" v="893" actId="26606"/>
          <ac:spMkLst>
            <pc:docMk/>
            <pc:sldMk cId="0" sldId="350"/>
            <ac:spMk id="8" creationId="{00000000-0000-0000-0000-000000000000}"/>
          </ac:spMkLst>
        </pc:spChg>
        <pc:spChg chg="mod">
          <ac:chgData name="Trevoir Williams" userId="6a45007046124a3d" providerId="LiveId" clId="{53D5EA3C-0847-4EC1-9FDC-43DBDAEAF41A}" dt="2026-04-29T20:28:13.734" v="893" actId="26606"/>
          <ac:spMkLst>
            <pc:docMk/>
            <pc:sldMk cId="0" sldId="350"/>
            <ac:spMk id="9" creationId="{00000000-0000-0000-0000-000000000000}"/>
          </ac:spMkLst>
        </pc:spChg>
        <pc:spChg chg="mod">
          <ac:chgData name="Trevoir Williams" userId="6a45007046124a3d" providerId="LiveId" clId="{53D5EA3C-0847-4EC1-9FDC-43DBDAEAF41A}" dt="2026-04-29T20:28:13.734" v="893" actId="26606"/>
          <ac:spMkLst>
            <pc:docMk/>
            <pc:sldMk cId="0" sldId="350"/>
            <ac:spMk id="10" creationId="{00000000-0000-0000-0000-000000000000}"/>
          </ac:spMkLst>
        </pc:spChg>
        <pc:spChg chg="mod">
          <ac:chgData name="Trevoir Williams" userId="6a45007046124a3d" providerId="LiveId" clId="{53D5EA3C-0847-4EC1-9FDC-43DBDAEAF41A}" dt="2026-04-29T20:28:13.734" v="893" actId="26606"/>
          <ac:spMkLst>
            <pc:docMk/>
            <pc:sldMk cId="0" sldId="350"/>
            <ac:spMk id="12" creationId="{00000000-0000-0000-0000-000000000000}"/>
          </ac:spMkLst>
        </pc:spChg>
        <pc:spChg chg="mod">
          <ac:chgData name="Trevoir Williams" userId="6a45007046124a3d" providerId="LiveId" clId="{53D5EA3C-0847-4EC1-9FDC-43DBDAEAF41A}" dt="2026-04-29T20:28:13.734" v="893" actId="26606"/>
          <ac:spMkLst>
            <pc:docMk/>
            <pc:sldMk cId="0" sldId="350"/>
            <ac:spMk id="13" creationId="{00000000-0000-0000-0000-000000000000}"/>
          </ac:spMkLst>
        </pc:spChg>
        <pc:spChg chg="mod">
          <ac:chgData name="Trevoir Williams" userId="6a45007046124a3d" providerId="LiveId" clId="{53D5EA3C-0847-4EC1-9FDC-43DBDAEAF41A}" dt="2026-04-29T20:28:13.734" v="893" actId="26606"/>
          <ac:spMkLst>
            <pc:docMk/>
            <pc:sldMk cId="0" sldId="350"/>
            <ac:spMk id="14" creationId="{00000000-0000-0000-0000-000000000000}"/>
          </ac:spMkLst>
        </pc:spChg>
        <pc:spChg chg="mod">
          <ac:chgData name="Trevoir Williams" userId="6a45007046124a3d" providerId="LiveId" clId="{53D5EA3C-0847-4EC1-9FDC-43DBDAEAF41A}" dt="2026-04-29T20:28:13.734" v="893" actId="26606"/>
          <ac:spMkLst>
            <pc:docMk/>
            <pc:sldMk cId="0" sldId="350"/>
            <ac:spMk id="15" creationId="{00000000-0000-0000-0000-000000000000}"/>
          </ac:spMkLst>
        </pc:spChg>
        <pc:spChg chg="mod">
          <ac:chgData name="Trevoir Williams" userId="6a45007046124a3d" providerId="LiveId" clId="{53D5EA3C-0847-4EC1-9FDC-43DBDAEAF41A}" dt="2026-04-29T18:41:47.865" v="484" actId="26606"/>
          <ac:spMkLst>
            <pc:docMk/>
            <pc:sldMk cId="0" sldId="350"/>
            <ac:spMk id="25" creationId="{00000000-0000-0000-0000-000000000000}"/>
          </ac:spMkLst>
        </pc:spChg>
        <pc:spChg chg="mod">
          <ac:chgData name="Trevoir Williams" userId="6a45007046124a3d" providerId="LiveId" clId="{53D5EA3C-0847-4EC1-9FDC-43DBDAEAF41A}" dt="2026-04-29T18:41:47.865" v="484" actId="26606"/>
          <ac:spMkLst>
            <pc:docMk/>
            <pc:sldMk cId="0" sldId="350"/>
            <ac:spMk id="26" creationId="{00000000-0000-0000-0000-000000000000}"/>
          </ac:spMkLst>
        </pc:spChg>
        <pc:spChg chg="mod">
          <ac:chgData name="Trevoir Williams" userId="6a45007046124a3d" providerId="LiveId" clId="{53D5EA3C-0847-4EC1-9FDC-43DBDAEAF41A}" dt="2026-04-29T18:41:47.865" v="484" actId="26606"/>
          <ac:spMkLst>
            <pc:docMk/>
            <pc:sldMk cId="0" sldId="350"/>
            <ac:spMk id="27"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351"/>
        </pc:sldMkLst>
        <pc:spChg chg="mod">
          <ac:chgData name="Trevoir Williams" userId="6a45007046124a3d" providerId="LiveId" clId="{53D5EA3C-0847-4EC1-9FDC-43DBDAEAF41A}" dt="2026-04-29T18:36:33.074" v="162" actId="26606"/>
          <ac:spMkLst>
            <pc:docMk/>
            <pc:sldMk cId="0" sldId="351"/>
            <ac:spMk id="3" creationId="{00000000-0000-0000-0000-000000000000}"/>
          </ac:spMkLst>
        </pc:spChg>
        <pc:spChg chg="mod">
          <ac:chgData name="Trevoir Williams" userId="6a45007046124a3d" providerId="LiveId" clId="{53D5EA3C-0847-4EC1-9FDC-43DBDAEAF41A}" dt="2026-04-29T18:55:24.927" v="637" actId="27636"/>
          <ac:spMkLst>
            <pc:docMk/>
            <pc:sldMk cId="0" sldId="351"/>
            <ac:spMk id="4" creationId="{00000000-0000-0000-0000-000000000000}"/>
          </ac:spMkLst>
        </pc:spChg>
        <pc:spChg chg="mod">
          <ac:chgData name="Trevoir Williams" userId="6a45007046124a3d" providerId="LiveId" clId="{53D5EA3C-0847-4EC1-9FDC-43DBDAEAF41A}" dt="2026-04-29T18:41:47.865" v="484" actId="26606"/>
          <ac:spMkLst>
            <pc:docMk/>
            <pc:sldMk cId="0" sldId="351"/>
            <ac:spMk id="14" creationId="{00000000-0000-0000-0000-000000000000}"/>
          </ac:spMkLst>
        </pc:spChg>
        <pc:spChg chg="mod">
          <ac:chgData name="Trevoir Williams" userId="6a45007046124a3d" providerId="LiveId" clId="{53D5EA3C-0847-4EC1-9FDC-43DBDAEAF41A}" dt="2026-04-29T18:41:47.865" v="484" actId="26606"/>
          <ac:spMkLst>
            <pc:docMk/>
            <pc:sldMk cId="0" sldId="351"/>
            <ac:spMk id="15" creationId="{00000000-0000-0000-0000-000000000000}"/>
          </ac:spMkLst>
        </pc:spChg>
        <pc:spChg chg="mod">
          <ac:chgData name="Trevoir Williams" userId="6a45007046124a3d" providerId="LiveId" clId="{53D5EA3C-0847-4EC1-9FDC-43DBDAEAF41A}" dt="2026-04-29T20:52:00.045" v="898" actId="26606"/>
          <ac:spMkLst>
            <pc:docMk/>
            <pc:sldMk cId="0" sldId="351"/>
            <ac:spMk id="16" creationId="{00000000-0000-0000-0000-000000000000}"/>
          </ac:spMkLst>
        </pc:spChg>
      </pc:sldChg>
      <pc:sldChg chg="modSp add del mod">
        <pc:chgData name="Trevoir Williams" userId="6a45007046124a3d" providerId="LiveId" clId="{53D5EA3C-0847-4EC1-9FDC-43DBDAEAF41A}" dt="2026-04-29T18:55:26.066" v="639" actId="27636"/>
        <pc:sldMkLst>
          <pc:docMk/>
          <pc:sldMk cId="0" sldId="352"/>
        </pc:sldMkLst>
        <pc:spChg chg="mod">
          <ac:chgData name="Trevoir Williams" userId="6a45007046124a3d" providerId="LiveId" clId="{53D5EA3C-0847-4EC1-9FDC-43DBDAEAF41A}" dt="2026-04-29T18:55:26.066" v="639" actId="27636"/>
          <ac:spMkLst>
            <pc:docMk/>
            <pc:sldMk cId="0" sldId="352"/>
            <ac:spMk id="3" creationId="{00000000-0000-0000-0000-000000000000}"/>
          </ac:spMkLst>
        </pc:spChg>
        <pc:spChg chg="mod">
          <ac:chgData name="Trevoir Williams" userId="6a45007046124a3d" providerId="LiveId" clId="{53D5EA3C-0847-4EC1-9FDC-43DBDAEAF41A}" dt="2026-04-29T18:55:26.064" v="638" actId="27636"/>
          <ac:spMkLst>
            <pc:docMk/>
            <pc:sldMk cId="0" sldId="352"/>
            <ac:spMk id="4" creationId="{00000000-0000-0000-0000-000000000000}"/>
          </ac:spMkLst>
        </pc:spChg>
        <pc:spChg chg="mod">
          <ac:chgData name="Trevoir Williams" userId="6a45007046124a3d" providerId="LiveId" clId="{53D5EA3C-0847-4EC1-9FDC-43DBDAEAF41A}" dt="2026-04-29T18:41:47.865" v="484" actId="26606"/>
          <ac:spMkLst>
            <pc:docMk/>
            <pc:sldMk cId="0" sldId="352"/>
            <ac:spMk id="23" creationId="{00000000-0000-0000-0000-000000000000}"/>
          </ac:spMkLst>
        </pc:spChg>
        <pc:spChg chg="mod">
          <ac:chgData name="Trevoir Williams" userId="6a45007046124a3d" providerId="LiveId" clId="{53D5EA3C-0847-4EC1-9FDC-43DBDAEAF41A}" dt="2026-04-29T18:41:47.865" v="484" actId="26606"/>
          <ac:spMkLst>
            <pc:docMk/>
            <pc:sldMk cId="0" sldId="352"/>
            <ac:spMk id="25" creationId="{00000000-0000-0000-0000-000000000000}"/>
          </ac:spMkLst>
        </pc:spChg>
        <pc:spChg chg="mod">
          <ac:chgData name="Trevoir Williams" userId="6a45007046124a3d" providerId="LiveId" clId="{53D5EA3C-0847-4EC1-9FDC-43DBDAEAF41A}" dt="2026-04-29T18:41:47.865" v="484" actId="26606"/>
          <ac:spMkLst>
            <pc:docMk/>
            <pc:sldMk cId="0" sldId="352"/>
            <ac:spMk id="26" creationId="{00000000-0000-0000-0000-000000000000}"/>
          </ac:spMkLst>
        </pc:spChg>
        <pc:spChg chg="mod">
          <ac:chgData name="Trevoir Williams" userId="6a45007046124a3d" providerId="LiveId" clId="{53D5EA3C-0847-4EC1-9FDC-43DBDAEAF41A}" dt="2026-04-29T18:41:47.865" v="484" actId="26606"/>
          <ac:spMkLst>
            <pc:docMk/>
            <pc:sldMk cId="0" sldId="352"/>
            <ac:spMk id="27" creationId="{00000000-0000-0000-0000-000000000000}"/>
          </ac:spMkLst>
        </pc:spChg>
        <pc:spChg chg="mod">
          <ac:chgData name="Trevoir Williams" userId="6a45007046124a3d" providerId="LiveId" clId="{53D5EA3C-0847-4EC1-9FDC-43DBDAEAF41A}" dt="2026-04-29T18:41:47.865" v="484" actId="26606"/>
          <ac:spMkLst>
            <pc:docMk/>
            <pc:sldMk cId="0" sldId="352"/>
            <ac:spMk id="28"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53"/>
        </pc:sldMkLst>
        <pc:spChg chg="mod">
          <ac:chgData name="Trevoir Williams" userId="6a45007046124a3d" providerId="LiveId" clId="{53D5EA3C-0847-4EC1-9FDC-43DBDAEAF41A}" dt="2026-04-29T18:44:46.079" v="523" actId="27636"/>
          <ac:spMkLst>
            <pc:docMk/>
            <pc:sldMk cId="0" sldId="353"/>
            <ac:spMk id="3" creationId="{00000000-0000-0000-0000-000000000000}"/>
          </ac:spMkLst>
        </pc:spChg>
        <pc:spChg chg="mod">
          <ac:chgData name="Trevoir Williams" userId="6a45007046124a3d" providerId="LiveId" clId="{53D5EA3C-0847-4EC1-9FDC-43DBDAEAF41A}" dt="2026-04-29T18:55:26.935" v="640" actId="27636"/>
          <ac:spMkLst>
            <pc:docMk/>
            <pc:sldMk cId="0" sldId="353"/>
            <ac:spMk id="4" creationId="{00000000-0000-0000-0000-000000000000}"/>
          </ac:spMkLst>
        </pc:spChg>
        <pc:spChg chg="mod">
          <ac:chgData name="Trevoir Williams" userId="6a45007046124a3d" providerId="LiveId" clId="{53D5EA3C-0847-4EC1-9FDC-43DBDAEAF41A}" dt="2026-04-29T18:41:47.865" v="484" actId="26606"/>
          <ac:spMkLst>
            <pc:docMk/>
            <pc:sldMk cId="0" sldId="353"/>
            <ac:spMk id="17" creationId="{00000000-0000-0000-0000-000000000000}"/>
          </ac:spMkLst>
        </pc:spChg>
        <pc:spChg chg="mod">
          <ac:chgData name="Trevoir Williams" userId="6a45007046124a3d" providerId="LiveId" clId="{53D5EA3C-0847-4EC1-9FDC-43DBDAEAF41A}" dt="2026-04-29T18:41:47.865" v="484" actId="26606"/>
          <ac:spMkLst>
            <pc:docMk/>
            <pc:sldMk cId="0" sldId="353"/>
            <ac:spMk id="19" creationId="{00000000-0000-0000-0000-000000000000}"/>
          </ac:spMkLst>
        </pc:spChg>
        <pc:spChg chg="mod">
          <ac:chgData name="Trevoir Williams" userId="6a45007046124a3d" providerId="LiveId" clId="{53D5EA3C-0847-4EC1-9FDC-43DBDAEAF41A}" dt="2026-04-29T18:41:47.865" v="484" actId="26606"/>
          <ac:spMkLst>
            <pc:docMk/>
            <pc:sldMk cId="0" sldId="353"/>
            <ac:spMk id="20" creationId="{00000000-0000-0000-0000-000000000000}"/>
          </ac:spMkLst>
        </pc:spChg>
        <pc:spChg chg="mod">
          <ac:chgData name="Trevoir Williams" userId="6a45007046124a3d" providerId="LiveId" clId="{53D5EA3C-0847-4EC1-9FDC-43DBDAEAF41A}" dt="2026-04-29T18:41:47.865" v="484" actId="26606"/>
          <ac:spMkLst>
            <pc:docMk/>
            <pc:sldMk cId="0" sldId="353"/>
            <ac:spMk id="21" creationId="{00000000-0000-0000-0000-000000000000}"/>
          </ac:spMkLst>
        </pc:spChg>
      </pc:sldChg>
      <pc:sldChg chg="modSp add del mod">
        <pc:chgData name="Trevoir Williams" userId="6a45007046124a3d" providerId="LiveId" clId="{53D5EA3C-0847-4EC1-9FDC-43DBDAEAF41A}" dt="2026-04-29T19:59:00.347" v="820" actId="27636"/>
        <pc:sldMkLst>
          <pc:docMk/>
          <pc:sldMk cId="0" sldId="354"/>
        </pc:sldMkLst>
        <pc:spChg chg="mod">
          <ac:chgData name="Trevoir Williams" userId="6a45007046124a3d" providerId="LiveId" clId="{53D5EA3C-0847-4EC1-9FDC-43DBDAEAF41A}" dt="2026-04-29T19:59:00.333" v="817" actId="27636"/>
          <ac:spMkLst>
            <pc:docMk/>
            <pc:sldMk cId="0" sldId="354"/>
            <ac:spMk id="3" creationId="{00000000-0000-0000-0000-000000000000}"/>
          </ac:spMkLst>
        </pc:spChg>
        <pc:spChg chg="mod">
          <ac:chgData name="Trevoir Williams" userId="6a45007046124a3d" providerId="LiveId" clId="{53D5EA3C-0847-4EC1-9FDC-43DBDAEAF41A}" dt="2026-04-29T19:59:00.339" v="818" actId="27636"/>
          <ac:spMkLst>
            <pc:docMk/>
            <pc:sldMk cId="0" sldId="354"/>
            <ac:spMk id="4" creationId="{00000000-0000-0000-0000-000000000000}"/>
          </ac:spMkLst>
        </pc:spChg>
        <pc:spChg chg="mod">
          <ac:chgData name="Trevoir Williams" userId="6a45007046124a3d" providerId="LiveId" clId="{53D5EA3C-0847-4EC1-9FDC-43DBDAEAF41A}" dt="2026-04-29T19:59:00.344" v="819" actId="27636"/>
          <ac:spMkLst>
            <pc:docMk/>
            <pc:sldMk cId="0" sldId="354"/>
            <ac:spMk id="7" creationId="{00000000-0000-0000-0000-000000000000}"/>
          </ac:spMkLst>
        </pc:spChg>
        <pc:spChg chg="mod">
          <ac:chgData name="Trevoir Williams" userId="6a45007046124a3d" providerId="LiveId" clId="{53D5EA3C-0847-4EC1-9FDC-43DBDAEAF41A}" dt="2026-04-29T19:59:00.347" v="820" actId="27636"/>
          <ac:spMkLst>
            <pc:docMk/>
            <pc:sldMk cId="0" sldId="354"/>
            <ac:spMk id="9" creationId="{00000000-0000-0000-0000-000000000000}"/>
          </ac:spMkLst>
        </pc:spChg>
        <pc:spChg chg="mod">
          <ac:chgData name="Trevoir Williams" userId="6a45007046124a3d" providerId="LiveId" clId="{53D5EA3C-0847-4EC1-9FDC-43DBDAEAF41A}" dt="2026-04-29T18:41:47.865" v="484" actId="26606"/>
          <ac:spMkLst>
            <pc:docMk/>
            <pc:sldMk cId="0" sldId="354"/>
            <ac:spMk id="14" creationId="{00000000-0000-0000-0000-000000000000}"/>
          </ac:spMkLst>
        </pc:spChg>
        <pc:spChg chg="mod">
          <ac:chgData name="Trevoir Williams" userId="6a45007046124a3d" providerId="LiveId" clId="{53D5EA3C-0847-4EC1-9FDC-43DBDAEAF41A}" dt="2026-04-29T18:41:47.865" v="484" actId="26606"/>
          <ac:spMkLst>
            <pc:docMk/>
            <pc:sldMk cId="0" sldId="354"/>
            <ac:spMk id="16" creationId="{00000000-0000-0000-0000-000000000000}"/>
          </ac:spMkLst>
        </pc:spChg>
        <pc:spChg chg="mod">
          <ac:chgData name="Trevoir Williams" userId="6a45007046124a3d" providerId="LiveId" clId="{53D5EA3C-0847-4EC1-9FDC-43DBDAEAF41A}" dt="2026-04-29T18:41:47.865" v="484" actId="26606"/>
          <ac:spMkLst>
            <pc:docMk/>
            <pc:sldMk cId="0" sldId="354"/>
            <ac:spMk id="17" creationId="{00000000-0000-0000-0000-000000000000}"/>
          </ac:spMkLst>
        </pc:spChg>
      </pc:sldChg>
      <pc:sldChg chg="modSp add del mod">
        <pc:chgData name="Trevoir Williams" userId="6a45007046124a3d" providerId="LiveId" clId="{53D5EA3C-0847-4EC1-9FDC-43DBDAEAF41A}" dt="2026-04-29T19:59:01.158" v="824" actId="27636"/>
        <pc:sldMkLst>
          <pc:docMk/>
          <pc:sldMk cId="0" sldId="355"/>
        </pc:sldMkLst>
        <pc:spChg chg="mod">
          <ac:chgData name="Trevoir Williams" userId="6a45007046124a3d" providerId="LiveId" clId="{53D5EA3C-0847-4EC1-9FDC-43DBDAEAF41A}" dt="2026-04-29T19:59:01.158" v="824" actId="27636"/>
          <ac:spMkLst>
            <pc:docMk/>
            <pc:sldMk cId="0" sldId="355"/>
            <ac:spMk id="3" creationId="{00000000-0000-0000-0000-000000000000}"/>
          </ac:spMkLst>
        </pc:spChg>
        <pc:spChg chg="mod">
          <ac:chgData name="Trevoir Williams" userId="6a45007046124a3d" providerId="LiveId" clId="{53D5EA3C-0847-4EC1-9FDC-43DBDAEAF41A}" dt="2026-04-29T19:59:01.152" v="823" actId="27636"/>
          <ac:spMkLst>
            <pc:docMk/>
            <pc:sldMk cId="0" sldId="355"/>
            <ac:spMk id="4" creationId="{00000000-0000-0000-0000-000000000000}"/>
          </ac:spMkLst>
        </pc:spChg>
        <pc:spChg chg="mod">
          <ac:chgData name="Trevoir Williams" userId="6a45007046124a3d" providerId="LiveId" clId="{53D5EA3C-0847-4EC1-9FDC-43DBDAEAF41A}" dt="2026-04-29T19:59:01.147" v="821" actId="27636"/>
          <ac:spMkLst>
            <pc:docMk/>
            <pc:sldMk cId="0" sldId="355"/>
            <ac:spMk id="7" creationId="{00000000-0000-0000-0000-000000000000}"/>
          </ac:spMkLst>
        </pc:spChg>
        <pc:spChg chg="mod">
          <ac:chgData name="Trevoir Williams" userId="6a45007046124a3d" providerId="LiveId" clId="{53D5EA3C-0847-4EC1-9FDC-43DBDAEAF41A}" dt="2026-04-29T19:59:01.150" v="822" actId="27636"/>
          <ac:spMkLst>
            <pc:docMk/>
            <pc:sldMk cId="0" sldId="355"/>
            <ac:spMk id="9" creationId="{00000000-0000-0000-0000-000000000000}"/>
          </ac:spMkLst>
        </pc:spChg>
        <pc:spChg chg="mod">
          <ac:chgData name="Trevoir Williams" userId="6a45007046124a3d" providerId="LiveId" clId="{53D5EA3C-0847-4EC1-9FDC-43DBDAEAF41A}" dt="2026-04-29T18:41:47.865" v="484" actId="26606"/>
          <ac:spMkLst>
            <pc:docMk/>
            <pc:sldMk cId="0" sldId="355"/>
            <ac:spMk id="14" creationId="{00000000-0000-0000-0000-000000000000}"/>
          </ac:spMkLst>
        </pc:spChg>
        <pc:spChg chg="mod">
          <ac:chgData name="Trevoir Williams" userId="6a45007046124a3d" providerId="LiveId" clId="{53D5EA3C-0847-4EC1-9FDC-43DBDAEAF41A}" dt="2026-04-29T18:41:47.865" v="484" actId="26606"/>
          <ac:spMkLst>
            <pc:docMk/>
            <pc:sldMk cId="0" sldId="355"/>
            <ac:spMk id="16" creationId="{00000000-0000-0000-0000-000000000000}"/>
          </ac:spMkLst>
        </pc:spChg>
        <pc:spChg chg="mod">
          <ac:chgData name="Trevoir Williams" userId="6a45007046124a3d" providerId="LiveId" clId="{53D5EA3C-0847-4EC1-9FDC-43DBDAEAF41A}" dt="2026-04-29T18:41:47.865" v="484" actId="26606"/>
          <ac:spMkLst>
            <pc:docMk/>
            <pc:sldMk cId="0" sldId="355"/>
            <ac:spMk id="17" creationId="{00000000-0000-0000-0000-000000000000}"/>
          </ac:spMkLst>
        </pc:spChg>
      </pc:sldChg>
      <pc:sldChg chg="modSp add del mod">
        <pc:chgData name="Trevoir Williams" userId="6a45007046124a3d" providerId="LiveId" clId="{53D5EA3C-0847-4EC1-9FDC-43DBDAEAF41A}" dt="2026-04-29T19:59:01.973" v="828" actId="27636"/>
        <pc:sldMkLst>
          <pc:docMk/>
          <pc:sldMk cId="0" sldId="356"/>
        </pc:sldMkLst>
        <pc:spChg chg="mod">
          <ac:chgData name="Trevoir Williams" userId="6a45007046124a3d" providerId="LiveId" clId="{53D5EA3C-0847-4EC1-9FDC-43DBDAEAF41A}" dt="2026-04-29T19:59:01.973" v="828" actId="27636"/>
          <ac:spMkLst>
            <pc:docMk/>
            <pc:sldMk cId="0" sldId="356"/>
            <ac:spMk id="3" creationId="{00000000-0000-0000-0000-000000000000}"/>
          </ac:spMkLst>
        </pc:spChg>
        <pc:spChg chg="mod">
          <ac:chgData name="Trevoir Williams" userId="6a45007046124a3d" providerId="LiveId" clId="{53D5EA3C-0847-4EC1-9FDC-43DBDAEAF41A}" dt="2026-04-29T19:59:01.960" v="825" actId="27636"/>
          <ac:spMkLst>
            <pc:docMk/>
            <pc:sldMk cId="0" sldId="356"/>
            <ac:spMk id="4" creationId="{00000000-0000-0000-0000-000000000000}"/>
          </ac:spMkLst>
        </pc:spChg>
        <pc:spChg chg="mod">
          <ac:chgData name="Trevoir Williams" userId="6a45007046124a3d" providerId="LiveId" clId="{53D5EA3C-0847-4EC1-9FDC-43DBDAEAF41A}" dt="2026-04-29T19:59:01.973" v="827" actId="27636"/>
          <ac:spMkLst>
            <pc:docMk/>
            <pc:sldMk cId="0" sldId="356"/>
            <ac:spMk id="7" creationId="{00000000-0000-0000-0000-000000000000}"/>
          </ac:spMkLst>
        </pc:spChg>
        <pc:spChg chg="mod">
          <ac:chgData name="Trevoir Williams" userId="6a45007046124a3d" providerId="LiveId" clId="{53D5EA3C-0847-4EC1-9FDC-43DBDAEAF41A}" dt="2026-04-29T19:59:01.960" v="826" actId="27636"/>
          <ac:spMkLst>
            <pc:docMk/>
            <pc:sldMk cId="0" sldId="356"/>
            <ac:spMk id="9" creationId="{00000000-0000-0000-0000-000000000000}"/>
          </ac:spMkLst>
        </pc:spChg>
        <pc:spChg chg="mod">
          <ac:chgData name="Trevoir Williams" userId="6a45007046124a3d" providerId="LiveId" clId="{53D5EA3C-0847-4EC1-9FDC-43DBDAEAF41A}" dt="2026-04-29T18:41:47.865" v="484" actId="26606"/>
          <ac:spMkLst>
            <pc:docMk/>
            <pc:sldMk cId="0" sldId="356"/>
            <ac:spMk id="14" creationId="{00000000-0000-0000-0000-000000000000}"/>
          </ac:spMkLst>
        </pc:spChg>
        <pc:spChg chg="mod">
          <ac:chgData name="Trevoir Williams" userId="6a45007046124a3d" providerId="LiveId" clId="{53D5EA3C-0847-4EC1-9FDC-43DBDAEAF41A}" dt="2026-04-29T18:41:47.865" v="484" actId="26606"/>
          <ac:spMkLst>
            <pc:docMk/>
            <pc:sldMk cId="0" sldId="356"/>
            <ac:spMk id="16" creationId="{00000000-0000-0000-0000-000000000000}"/>
          </ac:spMkLst>
        </pc:spChg>
        <pc:spChg chg="mod">
          <ac:chgData name="Trevoir Williams" userId="6a45007046124a3d" providerId="LiveId" clId="{53D5EA3C-0847-4EC1-9FDC-43DBDAEAF41A}" dt="2026-04-29T18:41:47.865" v="484" actId="26606"/>
          <ac:spMkLst>
            <pc:docMk/>
            <pc:sldMk cId="0" sldId="356"/>
            <ac:spMk id="17" creationId="{00000000-0000-0000-0000-000000000000}"/>
          </ac:spMkLst>
        </pc:spChg>
      </pc:sldChg>
      <pc:sldChg chg="modSp add del mod">
        <pc:chgData name="Trevoir Williams" userId="6a45007046124a3d" providerId="LiveId" clId="{53D5EA3C-0847-4EC1-9FDC-43DBDAEAF41A}" dt="2026-04-29T19:59:03.001" v="831" actId="27636"/>
        <pc:sldMkLst>
          <pc:docMk/>
          <pc:sldMk cId="0" sldId="357"/>
        </pc:sldMkLst>
        <pc:spChg chg="mod">
          <ac:chgData name="Trevoir Williams" userId="6a45007046124a3d" providerId="LiveId" clId="{53D5EA3C-0847-4EC1-9FDC-43DBDAEAF41A}" dt="2026-04-29T18:44:49.780" v="525" actId="27636"/>
          <ac:spMkLst>
            <pc:docMk/>
            <pc:sldMk cId="0" sldId="357"/>
            <ac:spMk id="3" creationId="{00000000-0000-0000-0000-000000000000}"/>
          </ac:spMkLst>
        </pc:spChg>
        <pc:spChg chg="mod">
          <ac:chgData name="Trevoir Williams" userId="6a45007046124a3d" providerId="LiveId" clId="{53D5EA3C-0847-4EC1-9FDC-43DBDAEAF41A}" dt="2026-04-29T19:59:02.993" v="830" actId="27636"/>
          <ac:spMkLst>
            <pc:docMk/>
            <pc:sldMk cId="0" sldId="357"/>
            <ac:spMk id="4" creationId="{00000000-0000-0000-0000-000000000000}"/>
          </ac:spMkLst>
        </pc:spChg>
        <pc:spChg chg="mod">
          <ac:chgData name="Trevoir Williams" userId="6a45007046124a3d" providerId="LiveId" clId="{53D5EA3C-0847-4EC1-9FDC-43DBDAEAF41A}" dt="2026-04-29T19:59:02.988" v="829" actId="27636"/>
          <ac:spMkLst>
            <pc:docMk/>
            <pc:sldMk cId="0" sldId="357"/>
            <ac:spMk id="7" creationId="{00000000-0000-0000-0000-000000000000}"/>
          </ac:spMkLst>
        </pc:spChg>
        <pc:spChg chg="mod">
          <ac:chgData name="Trevoir Williams" userId="6a45007046124a3d" providerId="LiveId" clId="{53D5EA3C-0847-4EC1-9FDC-43DBDAEAF41A}" dt="2026-04-29T19:59:03.001" v="831" actId="27636"/>
          <ac:spMkLst>
            <pc:docMk/>
            <pc:sldMk cId="0" sldId="357"/>
            <ac:spMk id="9" creationId="{00000000-0000-0000-0000-000000000000}"/>
          </ac:spMkLst>
        </pc:spChg>
        <pc:spChg chg="mod">
          <ac:chgData name="Trevoir Williams" userId="6a45007046124a3d" providerId="LiveId" clId="{53D5EA3C-0847-4EC1-9FDC-43DBDAEAF41A}" dt="2026-04-29T18:41:47.865" v="484" actId="26606"/>
          <ac:spMkLst>
            <pc:docMk/>
            <pc:sldMk cId="0" sldId="357"/>
            <ac:spMk id="14" creationId="{00000000-0000-0000-0000-000000000000}"/>
          </ac:spMkLst>
        </pc:spChg>
        <pc:spChg chg="mod">
          <ac:chgData name="Trevoir Williams" userId="6a45007046124a3d" providerId="LiveId" clId="{53D5EA3C-0847-4EC1-9FDC-43DBDAEAF41A}" dt="2026-04-29T18:41:47.865" v="484" actId="26606"/>
          <ac:spMkLst>
            <pc:docMk/>
            <pc:sldMk cId="0" sldId="357"/>
            <ac:spMk id="16" creationId="{00000000-0000-0000-0000-000000000000}"/>
          </ac:spMkLst>
        </pc:spChg>
        <pc:spChg chg="mod">
          <ac:chgData name="Trevoir Williams" userId="6a45007046124a3d" providerId="LiveId" clId="{53D5EA3C-0847-4EC1-9FDC-43DBDAEAF41A}" dt="2026-04-29T18:41:47.865" v="484" actId="26606"/>
          <ac:spMkLst>
            <pc:docMk/>
            <pc:sldMk cId="0" sldId="357"/>
            <ac:spMk id="17" creationId="{00000000-0000-0000-0000-000000000000}"/>
          </ac:spMkLst>
        </pc:spChg>
      </pc:sldChg>
      <pc:sldChg chg="modSp add del mod">
        <pc:chgData name="Trevoir Williams" userId="6a45007046124a3d" providerId="LiveId" clId="{53D5EA3C-0847-4EC1-9FDC-43DBDAEAF41A}" dt="2026-04-29T19:59:04.152" v="834" actId="27636"/>
        <pc:sldMkLst>
          <pc:docMk/>
          <pc:sldMk cId="0" sldId="358"/>
        </pc:sldMkLst>
        <pc:spChg chg="mod">
          <ac:chgData name="Trevoir Williams" userId="6a45007046124a3d" providerId="LiveId" clId="{53D5EA3C-0847-4EC1-9FDC-43DBDAEAF41A}" dt="2026-04-29T18:44:51.071" v="526" actId="27636"/>
          <ac:spMkLst>
            <pc:docMk/>
            <pc:sldMk cId="0" sldId="358"/>
            <ac:spMk id="3" creationId="{00000000-0000-0000-0000-000000000000}"/>
          </ac:spMkLst>
        </pc:spChg>
        <pc:spChg chg="mod">
          <ac:chgData name="Trevoir Williams" userId="6a45007046124a3d" providerId="LiveId" clId="{53D5EA3C-0847-4EC1-9FDC-43DBDAEAF41A}" dt="2026-04-29T19:59:04.148" v="833" actId="27636"/>
          <ac:spMkLst>
            <pc:docMk/>
            <pc:sldMk cId="0" sldId="358"/>
            <ac:spMk id="4" creationId="{00000000-0000-0000-0000-000000000000}"/>
          </ac:spMkLst>
        </pc:spChg>
        <pc:spChg chg="mod">
          <ac:chgData name="Trevoir Williams" userId="6a45007046124a3d" providerId="LiveId" clId="{53D5EA3C-0847-4EC1-9FDC-43DBDAEAF41A}" dt="2026-04-29T19:59:04.144" v="832" actId="27636"/>
          <ac:spMkLst>
            <pc:docMk/>
            <pc:sldMk cId="0" sldId="358"/>
            <ac:spMk id="7" creationId="{00000000-0000-0000-0000-000000000000}"/>
          </ac:spMkLst>
        </pc:spChg>
        <pc:spChg chg="mod">
          <ac:chgData name="Trevoir Williams" userId="6a45007046124a3d" providerId="LiveId" clId="{53D5EA3C-0847-4EC1-9FDC-43DBDAEAF41A}" dt="2026-04-29T19:59:04.152" v="834" actId="27636"/>
          <ac:spMkLst>
            <pc:docMk/>
            <pc:sldMk cId="0" sldId="358"/>
            <ac:spMk id="9" creationId="{00000000-0000-0000-0000-000000000000}"/>
          </ac:spMkLst>
        </pc:spChg>
        <pc:spChg chg="mod">
          <ac:chgData name="Trevoir Williams" userId="6a45007046124a3d" providerId="LiveId" clId="{53D5EA3C-0847-4EC1-9FDC-43DBDAEAF41A}" dt="2026-04-29T18:41:47.865" v="484" actId="26606"/>
          <ac:spMkLst>
            <pc:docMk/>
            <pc:sldMk cId="0" sldId="358"/>
            <ac:spMk id="14" creationId="{00000000-0000-0000-0000-000000000000}"/>
          </ac:spMkLst>
        </pc:spChg>
        <pc:spChg chg="mod">
          <ac:chgData name="Trevoir Williams" userId="6a45007046124a3d" providerId="LiveId" clId="{53D5EA3C-0847-4EC1-9FDC-43DBDAEAF41A}" dt="2026-04-29T18:41:47.865" v="484" actId="26606"/>
          <ac:spMkLst>
            <pc:docMk/>
            <pc:sldMk cId="0" sldId="358"/>
            <ac:spMk id="16" creationId="{00000000-0000-0000-0000-000000000000}"/>
          </ac:spMkLst>
        </pc:spChg>
        <pc:spChg chg="mod">
          <ac:chgData name="Trevoir Williams" userId="6a45007046124a3d" providerId="LiveId" clId="{53D5EA3C-0847-4EC1-9FDC-43DBDAEAF41A}" dt="2026-04-29T18:41:47.865" v="484" actId="26606"/>
          <ac:spMkLst>
            <pc:docMk/>
            <pc:sldMk cId="0" sldId="358"/>
            <ac:spMk id="17" creationId="{00000000-0000-0000-0000-000000000000}"/>
          </ac:spMkLst>
        </pc:spChg>
      </pc:sldChg>
      <pc:sldChg chg="modSp add del mod">
        <pc:chgData name="Trevoir Williams" userId="6a45007046124a3d" providerId="LiveId" clId="{53D5EA3C-0847-4EC1-9FDC-43DBDAEAF41A}" dt="2026-04-29T19:59:05.130" v="837" actId="27636"/>
        <pc:sldMkLst>
          <pc:docMk/>
          <pc:sldMk cId="0" sldId="359"/>
        </pc:sldMkLst>
        <pc:spChg chg="mod">
          <ac:chgData name="Trevoir Williams" userId="6a45007046124a3d" providerId="LiveId" clId="{53D5EA3C-0847-4EC1-9FDC-43DBDAEAF41A}" dt="2026-04-29T18:36:33.074" v="162" actId="26606"/>
          <ac:spMkLst>
            <pc:docMk/>
            <pc:sldMk cId="0" sldId="359"/>
            <ac:spMk id="3" creationId="{00000000-0000-0000-0000-000000000000}"/>
          </ac:spMkLst>
        </pc:spChg>
        <pc:spChg chg="mod">
          <ac:chgData name="Trevoir Williams" userId="6a45007046124a3d" providerId="LiveId" clId="{53D5EA3C-0847-4EC1-9FDC-43DBDAEAF41A}" dt="2026-04-29T19:59:05.130" v="837" actId="27636"/>
          <ac:spMkLst>
            <pc:docMk/>
            <pc:sldMk cId="0" sldId="359"/>
            <ac:spMk id="4" creationId="{00000000-0000-0000-0000-000000000000}"/>
          </ac:spMkLst>
        </pc:spChg>
        <pc:spChg chg="mod">
          <ac:chgData name="Trevoir Williams" userId="6a45007046124a3d" providerId="LiveId" clId="{53D5EA3C-0847-4EC1-9FDC-43DBDAEAF41A}" dt="2026-04-29T19:59:05.120" v="835" actId="27636"/>
          <ac:spMkLst>
            <pc:docMk/>
            <pc:sldMk cId="0" sldId="359"/>
            <ac:spMk id="7" creationId="{00000000-0000-0000-0000-000000000000}"/>
          </ac:spMkLst>
        </pc:spChg>
        <pc:spChg chg="mod">
          <ac:chgData name="Trevoir Williams" userId="6a45007046124a3d" providerId="LiveId" clId="{53D5EA3C-0847-4EC1-9FDC-43DBDAEAF41A}" dt="2026-04-29T19:59:05.125" v="836" actId="27636"/>
          <ac:spMkLst>
            <pc:docMk/>
            <pc:sldMk cId="0" sldId="359"/>
            <ac:spMk id="9" creationId="{00000000-0000-0000-0000-000000000000}"/>
          </ac:spMkLst>
        </pc:spChg>
        <pc:spChg chg="mod">
          <ac:chgData name="Trevoir Williams" userId="6a45007046124a3d" providerId="LiveId" clId="{53D5EA3C-0847-4EC1-9FDC-43DBDAEAF41A}" dt="2026-04-29T18:41:47.865" v="484" actId="26606"/>
          <ac:spMkLst>
            <pc:docMk/>
            <pc:sldMk cId="0" sldId="359"/>
            <ac:spMk id="14" creationId="{00000000-0000-0000-0000-000000000000}"/>
          </ac:spMkLst>
        </pc:spChg>
        <pc:spChg chg="mod">
          <ac:chgData name="Trevoir Williams" userId="6a45007046124a3d" providerId="LiveId" clId="{53D5EA3C-0847-4EC1-9FDC-43DBDAEAF41A}" dt="2026-04-29T18:41:47.865" v="484" actId="26606"/>
          <ac:spMkLst>
            <pc:docMk/>
            <pc:sldMk cId="0" sldId="359"/>
            <ac:spMk id="16" creationId="{00000000-0000-0000-0000-000000000000}"/>
          </ac:spMkLst>
        </pc:spChg>
        <pc:spChg chg="mod">
          <ac:chgData name="Trevoir Williams" userId="6a45007046124a3d" providerId="LiveId" clId="{53D5EA3C-0847-4EC1-9FDC-43DBDAEAF41A}" dt="2026-04-29T18:41:47.865" v="484" actId="26606"/>
          <ac:spMkLst>
            <pc:docMk/>
            <pc:sldMk cId="0" sldId="359"/>
            <ac:spMk id="17" creationId="{00000000-0000-0000-0000-000000000000}"/>
          </ac:spMkLst>
        </pc:spChg>
      </pc:sldChg>
      <pc:sldChg chg="modSp add del mod">
        <pc:chgData name="Trevoir Williams" userId="6a45007046124a3d" providerId="LiveId" clId="{53D5EA3C-0847-4EC1-9FDC-43DBDAEAF41A}" dt="2026-04-29T19:59:05.978" v="840" actId="27636"/>
        <pc:sldMkLst>
          <pc:docMk/>
          <pc:sldMk cId="0" sldId="360"/>
        </pc:sldMkLst>
        <pc:spChg chg="mod">
          <ac:chgData name="Trevoir Williams" userId="6a45007046124a3d" providerId="LiveId" clId="{53D5EA3C-0847-4EC1-9FDC-43DBDAEAF41A}" dt="2026-04-29T18:44:52.734" v="527" actId="27636"/>
          <ac:spMkLst>
            <pc:docMk/>
            <pc:sldMk cId="0" sldId="360"/>
            <ac:spMk id="3" creationId="{00000000-0000-0000-0000-000000000000}"/>
          </ac:spMkLst>
        </pc:spChg>
        <pc:spChg chg="mod">
          <ac:chgData name="Trevoir Williams" userId="6a45007046124a3d" providerId="LiveId" clId="{53D5EA3C-0847-4EC1-9FDC-43DBDAEAF41A}" dt="2026-04-29T19:59:05.969" v="838" actId="27636"/>
          <ac:spMkLst>
            <pc:docMk/>
            <pc:sldMk cId="0" sldId="360"/>
            <ac:spMk id="4" creationId="{00000000-0000-0000-0000-000000000000}"/>
          </ac:spMkLst>
        </pc:spChg>
        <pc:spChg chg="mod">
          <ac:chgData name="Trevoir Williams" userId="6a45007046124a3d" providerId="LiveId" clId="{53D5EA3C-0847-4EC1-9FDC-43DBDAEAF41A}" dt="2026-04-29T19:59:05.978" v="840" actId="27636"/>
          <ac:spMkLst>
            <pc:docMk/>
            <pc:sldMk cId="0" sldId="360"/>
            <ac:spMk id="7" creationId="{00000000-0000-0000-0000-000000000000}"/>
          </ac:spMkLst>
        </pc:spChg>
        <pc:spChg chg="mod">
          <ac:chgData name="Trevoir Williams" userId="6a45007046124a3d" providerId="LiveId" clId="{53D5EA3C-0847-4EC1-9FDC-43DBDAEAF41A}" dt="2026-04-29T19:59:05.973" v="839" actId="27636"/>
          <ac:spMkLst>
            <pc:docMk/>
            <pc:sldMk cId="0" sldId="360"/>
            <ac:spMk id="9" creationId="{00000000-0000-0000-0000-000000000000}"/>
          </ac:spMkLst>
        </pc:spChg>
        <pc:spChg chg="mod">
          <ac:chgData name="Trevoir Williams" userId="6a45007046124a3d" providerId="LiveId" clId="{53D5EA3C-0847-4EC1-9FDC-43DBDAEAF41A}" dt="2026-04-29T18:41:47.865" v="484" actId="26606"/>
          <ac:spMkLst>
            <pc:docMk/>
            <pc:sldMk cId="0" sldId="360"/>
            <ac:spMk id="14" creationId="{00000000-0000-0000-0000-000000000000}"/>
          </ac:spMkLst>
        </pc:spChg>
        <pc:spChg chg="mod">
          <ac:chgData name="Trevoir Williams" userId="6a45007046124a3d" providerId="LiveId" clId="{53D5EA3C-0847-4EC1-9FDC-43DBDAEAF41A}" dt="2026-04-29T18:41:47.865" v="484" actId="26606"/>
          <ac:spMkLst>
            <pc:docMk/>
            <pc:sldMk cId="0" sldId="360"/>
            <ac:spMk id="16" creationId="{00000000-0000-0000-0000-000000000000}"/>
          </ac:spMkLst>
        </pc:spChg>
        <pc:spChg chg="mod">
          <ac:chgData name="Trevoir Williams" userId="6a45007046124a3d" providerId="LiveId" clId="{53D5EA3C-0847-4EC1-9FDC-43DBDAEAF41A}" dt="2026-04-29T18:41:47.865" v="484" actId="26606"/>
          <ac:spMkLst>
            <pc:docMk/>
            <pc:sldMk cId="0" sldId="360"/>
            <ac:spMk id="17"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61"/>
        </pc:sldMkLst>
        <pc:spChg chg="mod">
          <ac:chgData name="Trevoir Williams" userId="6a45007046124a3d" providerId="LiveId" clId="{53D5EA3C-0847-4EC1-9FDC-43DBDAEAF41A}" dt="2026-04-29T18:36:33.074" v="162" actId="26606"/>
          <ac:spMkLst>
            <pc:docMk/>
            <pc:sldMk cId="0" sldId="361"/>
            <ac:spMk id="3" creationId="{00000000-0000-0000-0000-000000000000}"/>
          </ac:spMkLst>
        </pc:spChg>
        <pc:spChg chg="mod">
          <ac:chgData name="Trevoir Williams" userId="6a45007046124a3d" providerId="LiveId" clId="{53D5EA3C-0847-4EC1-9FDC-43DBDAEAF41A}" dt="2026-04-29T18:55:27.860" v="641" actId="27636"/>
          <ac:spMkLst>
            <pc:docMk/>
            <pc:sldMk cId="0" sldId="361"/>
            <ac:spMk id="4" creationId="{00000000-0000-0000-0000-000000000000}"/>
          </ac:spMkLst>
        </pc:spChg>
        <pc:spChg chg="mod">
          <ac:chgData name="Trevoir Williams" userId="6a45007046124a3d" providerId="LiveId" clId="{53D5EA3C-0847-4EC1-9FDC-43DBDAEAF41A}" dt="2026-04-29T18:55:27.860" v="642" actId="27636"/>
          <ac:spMkLst>
            <pc:docMk/>
            <pc:sldMk cId="0" sldId="361"/>
            <ac:spMk id="17" creationId="{00000000-0000-0000-0000-000000000000}"/>
          </ac:spMkLst>
        </pc:spChg>
        <pc:spChg chg="mod">
          <ac:chgData name="Trevoir Williams" userId="6a45007046124a3d" providerId="LiveId" clId="{53D5EA3C-0847-4EC1-9FDC-43DBDAEAF41A}" dt="2026-04-29T18:41:47.865" v="484" actId="26606"/>
          <ac:spMkLst>
            <pc:docMk/>
            <pc:sldMk cId="0" sldId="361"/>
            <ac:spMk id="19" creationId="{00000000-0000-0000-0000-000000000000}"/>
          </ac:spMkLst>
        </pc:spChg>
        <pc:spChg chg="mod">
          <ac:chgData name="Trevoir Williams" userId="6a45007046124a3d" providerId="LiveId" clId="{53D5EA3C-0847-4EC1-9FDC-43DBDAEAF41A}" dt="2026-04-29T18:41:47.865" v="484" actId="26606"/>
          <ac:spMkLst>
            <pc:docMk/>
            <pc:sldMk cId="0" sldId="361"/>
            <ac:spMk id="20" creationId="{00000000-0000-0000-0000-000000000000}"/>
          </ac:spMkLst>
        </pc:spChg>
        <pc:spChg chg="mod">
          <ac:chgData name="Trevoir Williams" userId="6a45007046124a3d" providerId="LiveId" clId="{53D5EA3C-0847-4EC1-9FDC-43DBDAEAF41A}" dt="2026-04-29T18:41:47.865" v="484" actId="26606"/>
          <ac:spMkLst>
            <pc:docMk/>
            <pc:sldMk cId="0" sldId="361"/>
            <ac:spMk id="21" creationId="{00000000-0000-0000-0000-000000000000}"/>
          </ac:spMkLst>
        </pc:spChg>
      </pc:sldChg>
      <pc:sldChg chg="modSp add del mod">
        <pc:chgData name="Trevoir Williams" userId="6a45007046124a3d" providerId="LiveId" clId="{53D5EA3C-0847-4EC1-9FDC-43DBDAEAF41A}" dt="2026-04-29T19:27:40.755" v="686" actId="27636"/>
        <pc:sldMkLst>
          <pc:docMk/>
          <pc:sldMk cId="0" sldId="362"/>
        </pc:sldMkLst>
        <pc:spChg chg="mod">
          <ac:chgData name="Trevoir Williams" userId="6a45007046124a3d" providerId="LiveId" clId="{53D5EA3C-0847-4EC1-9FDC-43DBDAEAF41A}" dt="2026-04-29T18:36:33.074" v="162" actId="26606"/>
          <ac:spMkLst>
            <pc:docMk/>
            <pc:sldMk cId="0" sldId="362"/>
            <ac:spMk id="3" creationId="{00000000-0000-0000-0000-000000000000}"/>
          </ac:spMkLst>
        </pc:spChg>
        <pc:spChg chg="mod">
          <ac:chgData name="Trevoir Williams" userId="6a45007046124a3d" providerId="LiveId" clId="{53D5EA3C-0847-4EC1-9FDC-43DBDAEAF41A}" dt="2026-04-29T19:27:40.746" v="683" actId="27636"/>
          <ac:spMkLst>
            <pc:docMk/>
            <pc:sldMk cId="0" sldId="362"/>
            <ac:spMk id="4" creationId="{00000000-0000-0000-0000-000000000000}"/>
          </ac:spMkLst>
        </pc:spChg>
        <pc:spChg chg="mod">
          <ac:chgData name="Trevoir Williams" userId="6a45007046124a3d" providerId="LiveId" clId="{53D5EA3C-0847-4EC1-9FDC-43DBDAEAF41A}" dt="2026-04-29T19:27:40.746" v="684" actId="27636"/>
          <ac:spMkLst>
            <pc:docMk/>
            <pc:sldMk cId="0" sldId="362"/>
            <ac:spMk id="8" creationId="{00000000-0000-0000-0000-000000000000}"/>
          </ac:spMkLst>
        </pc:spChg>
        <pc:spChg chg="mod">
          <ac:chgData name="Trevoir Williams" userId="6a45007046124a3d" providerId="LiveId" clId="{53D5EA3C-0847-4EC1-9FDC-43DBDAEAF41A}" dt="2026-04-29T19:27:40.755" v="685" actId="27636"/>
          <ac:spMkLst>
            <pc:docMk/>
            <pc:sldMk cId="0" sldId="362"/>
            <ac:spMk id="12" creationId="{00000000-0000-0000-0000-000000000000}"/>
          </ac:spMkLst>
        </pc:spChg>
        <pc:spChg chg="mod">
          <ac:chgData name="Trevoir Williams" userId="6a45007046124a3d" providerId="LiveId" clId="{53D5EA3C-0847-4EC1-9FDC-43DBDAEAF41A}" dt="2026-04-29T19:27:40.755" v="686" actId="27636"/>
          <ac:spMkLst>
            <pc:docMk/>
            <pc:sldMk cId="0" sldId="362"/>
            <ac:spMk id="16" creationId="{00000000-0000-0000-0000-000000000000}"/>
          </ac:spMkLst>
        </pc:spChg>
        <pc:spChg chg="mod">
          <ac:chgData name="Trevoir Williams" userId="6a45007046124a3d" providerId="LiveId" clId="{53D5EA3C-0847-4EC1-9FDC-43DBDAEAF41A}" dt="2026-04-29T18:41:47.865" v="484" actId="26606"/>
          <ac:spMkLst>
            <pc:docMk/>
            <pc:sldMk cId="0" sldId="362"/>
            <ac:spMk id="20" creationId="{00000000-0000-0000-0000-000000000000}"/>
          </ac:spMkLst>
        </pc:spChg>
        <pc:spChg chg="mod">
          <ac:chgData name="Trevoir Williams" userId="6a45007046124a3d" providerId="LiveId" clId="{53D5EA3C-0847-4EC1-9FDC-43DBDAEAF41A}" dt="2026-04-29T18:41:47.865" v="484" actId="26606"/>
          <ac:spMkLst>
            <pc:docMk/>
            <pc:sldMk cId="0" sldId="362"/>
            <ac:spMk id="22" creationId="{00000000-0000-0000-0000-000000000000}"/>
          </ac:spMkLst>
        </pc:spChg>
        <pc:spChg chg="mod">
          <ac:chgData name="Trevoir Williams" userId="6a45007046124a3d" providerId="LiveId" clId="{53D5EA3C-0847-4EC1-9FDC-43DBDAEAF41A}" dt="2026-04-29T18:41:47.865" v="484" actId="26606"/>
          <ac:spMkLst>
            <pc:docMk/>
            <pc:sldMk cId="0" sldId="362"/>
            <ac:spMk id="24" creationId="{00000000-0000-0000-0000-000000000000}"/>
          </ac:spMkLst>
        </pc:spChg>
        <pc:spChg chg="mod">
          <ac:chgData name="Trevoir Williams" userId="6a45007046124a3d" providerId="LiveId" clId="{53D5EA3C-0847-4EC1-9FDC-43DBDAEAF41A}" dt="2026-04-29T18:41:47.865" v="484" actId="26606"/>
          <ac:spMkLst>
            <pc:docMk/>
            <pc:sldMk cId="0" sldId="362"/>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63"/>
        </pc:sldMkLst>
        <pc:spChg chg="mod">
          <ac:chgData name="Trevoir Williams" userId="6a45007046124a3d" providerId="LiveId" clId="{53D5EA3C-0847-4EC1-9FDC-43DBDAEAF41A}" dt="2026-04-29T20:28:13.734" v="893" actId="26606"/>
          <ac:spMkLst>
            <pc:docMk/>
            <pc:sldMk cId="0" sldId="363"/>
            <ac:spMk id="4" creationId="{00000000-0000-0000-0000-000000000000}"/>
          </ac:spMkLst>
        </pc:spChg>
        <pc:spChg chg="mod">
          <ac:chgData name="Trevoir Williams" userId="6a45007046124a3d" providerId="LiveId" clId="{53D5EA3C-0847-4EC1-9FDC-43DBDAEAF41A}" dt="2026-04-29T20:28:13.734" v="893" actId="26606"/>
          <ac:spMkLst>
            <pc:docMk/>
            <pc:sldMk cId="0" sldId="363"/>
            <ac:spMk id="5" creationId="{00000000-0000-0000-0000-000000000000}"/>
          </ac:spMkLst>
        </pc:spChg>
        <pc:spChg chg="mod">
          <ac:chgData name="Trevoir Williams" userId="6a45007046124a3d" providerId="LiveId" clId="{53D5EA3C-0847-4EC1-9FDC-43DBDAEAF41A}" dt="2026-04-29T20:28:13.734" v="893" actId="26606"/>
          <ac:spMkLst>
            <pc:docMk/>
            <pc:sldMk cId="0" sldId="363"/>
            <ac:spMk id="6" creationId="{00000000-0000-0000-0000-000000000000}"/>
          </ac:spMkLst>
        </pc:spChg>
        <pc:spChg chg="mod">
          <ac:chgData name="Trevoir Williams" userId="6a45007046124a3d" providerId="LiveId" clId="{53D5EA3C-0847-4EC1-9FDC-43DBDAEAF41A}" dt="2026-04-29T20:28:13.734" v="893" actId="26606"/>
          <ac:spMkLst>
            <pc:docMk/>
            <pc:sldMk cId="0" sldId="363"/>
            <ac:spMk id="7" creationId="{00000000-0000-0000-0000-000000000000}"/>
          </ac:spMkLst>
        </pc:spChg>
        <pc:spChg chg="mod">
          <ac:chgData name="Trevoir Williams" userId="6a45007046124a3d" providerId="LiveId" clId="{53D5EA3C-0847-4EC1-9FDC-43DBDAEAF41A}" dt="2026-04-29T18:55:28.931" v="643" actId="27636"/>
          <ac:spMkLst>
            <pc:docMk/>
            <pc:sldMk cId="0" sldId="363"/>
            <ac:spMk id="8" creationId="{00000000-0000-0000-0000-000000000000}"/>
          </ac:spMkLst>
        </pc:spChg>
        <pc:spChg chg="mod">
          <ac:chgData name="Trevoir Williams" userId="6a45007046124a3d" providerId="LiveId" clId="{53D5EA3C-0847-4EC1-9FDC-43DBDAEAF41A}" dt="2026-04-29T20:28:13.734" v="893" actId="26606"/>
          <ac:spMkLst>
            <pc:docMk/>
            <pc:sldMk cId="0" sldId="363"/>
            <ac:spMk id="9" creationId="{00000000-0000-0000-0000-000000000000}"/>
          </ac:spMkLst>
        </pc:spChg>
        <pc:spChg chg="mod">
          <ac:chgData name="Trevoir Williams" userId="6a45007046124a3d" providerId="LiveId" clId="{53D5EA3C-0847-4EC1-9FDC-43DBDAEAF41A}" dt="2026-04-29T20:28:13.734" v="893" actId="26606"/>
          <ac:spMkLst>
            <pc:docMk/>
            <pc:sldMk cId="0" sldId="363"/>
            <ac:spMk id="11" creationId="{00000000-0000-0000-0000-000000000000}"/>
          </ac:spMkLst>
        </pc:spChg>
        <pc:spChg chg="mod">
          <ac:chgData name="Trevoir Williams" userId="6a45007046124a3d" providerId="LiveId" clId="{53D5EA3C-0847-4EC1-9FDC-43DBDAEAF41A}" dt="2026-04-29T20:28:13.734" v="893" actId="26606"/>
          <ac:spMkLst>
            <pc:docMk/>
            <pc:sldMk cId="0" sldId="363"/>
            <ac:spMk id="12" creationId="{00000000-0000-0000-0000-000000000000}"/>
          </ac:spMkLst>
        </pc:spChg>
        <pc:spChg chg="mod">
          <ac:chgData name="Trevoir Williams" userId="6a45007046124a3d" providerId="LiveId" clId="{53D5EA3C-0847-4EC1-9FDC-43DBDAEAF41A}" dt="2026-04-29T20:28:13.734" v="893" actId="26606"/>
          <ac:spMkLst>
            <pc:docMk/>
            <pc:sldMk cId="0" sldId="363"/>
            <ac:spMk id="13" creationId="{00000000-0000-0000-0000-000000000000}"/>
          </ac:spMkLst>
        </pc:spChg>
        <pc:spChg chg="mod">
          <ac:chgData name="Trevoir Williams" userId="6a45007046124a3d" providerId="LiveId" clId="{53D5EA3C-0847-4EC1-9FDC-43DBDAEAF41A}" dt="2026-04-29T20:28:13.734" v="893" actId="26606"/>
          <ac:spMkLst>
            <pc:docMk/>
            <pc:sldMk cId="0" sldId="363"/>
            <ac:spMk id="14" creationId="{00000000-0000-0000-0000-000000000000}"/>
          </ac:spMkLst>
        </pc:spChg>
        <pc:spChg chg="mod">
          <ac:chgData name="Trevoir Williams" userId="6a45007046124a3d" providerId="LiveId" clId="{53D5EA3C-0847-4EC1-9FDC-43DBDAEAF41A}" dt="2026-04-29T20:28:13.734" v="893" actId="26606"/>
          <ac:spMkLst>
            <pc:docMk/>
            <pc:sldMk cId="0" sldId="363"/>
            <ac:spMk id="15" creationId="{00000000-0000-0000-0000-000000000000}"/>
          </ac:spMkLst>
        </pc:spChg>
        <pc:spChg chg="mod">
          <ac:chgData name="Trevoir Williams" userId="6a45007046124a3d" providerId="LiveId" clId="{53D5EA3C-0847-4EC1-9FDC-43DBDAEAF41A}" dt="2026-04-29T18:41:47.865" v="484" actId="26606"/>
          <ac:spMkLst>
            <pc:docMk/>
            <pc:sldMk cId="0" sldId="363"/>
            <ac:spMk id="25" creationId="{00000000-0000-0000-0000-000000000000}"/>
          </ac:spMkLst>
        </pc:spChg>
        <pc:spChg chg="mod">
          <ac:chgData name="Trevoir Williams" userId="6a45007046124a3d" providerId="LiveId" clId="{53D5EA3C-0847-4EC1-9FDC-43DBDAEAF41A}" dt="2026-04-29T18:41:47.865" v="484" actId="26606"/>
          <ac:spMkLst>
            <pc:docMk/>
            <pc:sldMk cId="0" sldId="363"/>
            <ac:spMk id="26" creationId="{00000000-0000-0000-0000-000000000000}"/>
          </ac:spMkLst>
        </pc:spChg>
        <pc:spChg chg="mod">
          <ac:chgData name="Trevoir Williams" userId="6a45007046124a3d" providerId="LiveId" clId="{53D5EA3C-0847-4EC1-9FDC-43DBDAEAF41A}" dt="2026-04-29T18:41:47.865" v="484" actId="26606"/>
          <ac:spMkLst>
            <pc:docMk/>
            <pc:sldMk cId="0" sldId="363"/>
            <ac:spMk id="27"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364"/>
        </pc:sldMkLst>
        <pc:spChg chg="mod">
          <ac:chgData name="Trevoir Williams" userId="6a45007046124a3d" providerId="LiveId" clId="{53D5EA3C-0847-4EC1-9FDC-43DBDAEAF41A}" dt="2026-04-29T18:36:33.074" v="162" actId="26606"/>
          <ac:spMkLst>
            <pc:docMk/>
            <pc:sldMk cId="0" sldId="364"/>
            <ac:spMk id="3" creationId="{00000000-0000-0000-0000-000000000000}"/>
          </ac:spMkLst>
        </pc:spChg>
        <pc:spChg chg="mod">
          <ac:chgData name="Trevoir Williams" userId="6a45007046124a3d" providerId="LiveId" clId="{53D5EA3C-0847-4EC1-9FDC-43DBDAEAF41A}" dt="2026-04-29T18:55:29.848" v="644" actId="27636"/>
          <ac:spMkLst>
            <pc:docMk/>
            <pc:sldMk cId="0" sldId="364"/>
            <ac:spMk id="4" creationId="{00000000-0000-0000-0000-000000000000}"/>
          </ac:spMkLst>
        </pc:spChg>
        <pc:spChg chg="mod">
          <ac:chgData name="Trevoir Williams" userId="6a45007046124a3d" providerId="LiveId" clId="{53D5EA3C-0847-4EC1-9FDC-43DBDAEAF41A}" dt="2026-04-29T18:41:47.865" v="484" actId="26606"/>
          <ac:spMkLst>
            <pc:docMk/>
            <pc:sldMk cId="0" sldId="364"/>
            <ac:spMk id="14" creationId="{00000000-0000-0000-0000-000000000000}"/>
          </ac:spMkLst>
        </pc:spChg>
        <pc:spChg chg="mod">
          <ac:chgData name="Trevoir Williams" userId="6a45007046124a3d" providerId="LiveId" clId="{53D5EA3C-0847-4EC1-9FDC-43DBDAEAF41A}" dt="2026-04-29T18:41:47.865" v="484" actId="26606"/>
          <ac:spMkLst>
            <pc:docMk/>
            <pc:sldMk cId="0" sldId="364"/>
            <ac:spMk id="15" creationId="{00000000-0000-0000-0000-000000000000}"/>
          </ac:spMkLst>
        </pc:spChg>
        <pc:spChg chg="mod">
          <ac:chgData name="Trevoir Williams" userId="6a45007046124a3d" providerId="LiveId" clId="{53D5EA3C-0847-4EC1-9FDC-43DBDAEAF41A}" dt="2026-04-29T20:52:00.045" v="898" actId="26606"/>
          <ac:spMkLst>
            <pc:docMk/>
            <pc:sldMk cId="0" sldId="364"/>
            <ac:spMk id="16" creationId="{00000000-0000-0000-0000-000000000000}"/>
          </ac:spMkLst>
        </pc:spChg>
      </pc:sldChg>
      <pc:sldChg chg="modSp add del mod">
        <pc:chgData name="Trevoir Williams" userId="6a45007046124a3d" providerId="LiveId" clId="{53D5EA3C-0847-4EC1-9FDC-43DBDAEAF41A}" dt="2026-04-29T18:55:30.619" v="646" actId="27636"/>
        <pc:sldMkLst>
          <pc:docMk/>
          <pc:sldMk cId="0" sldId="365"/>
        </pc:sldMkLst>
        <pc:spChg chg="mod">
          <ac:chgData name="Trevoir Williams" userId="6a45007046124a3d" providerId="LiveId" clId="{53D5EA3C-0847-4EC1-9FDC-43DBDAEAF41A}" dt="2026-04-29T18:55:30.619" v="646" actId="27636"/>
          <ac:spMkLst>
            <pc:docMk/>
            <pc:sldMk cId="0" sldId="365"/>
            <ac:spMk id="3" creationId="{00000000-0000-0000-0000-000000000000}"/>
          </ac:spMkLst>
        </pc:spChg>
        <pc:spChg chg="mod">
          <ac:chgData name="Trevoir Williams" userId="6a45007046124a3d" providerId="LiveId" clId="{53D5EA3C-0847-4EC1-9FDC-43DBDAEAF41A}" dt="2026-04-29T18:55:30.619" v="645" actId="27636"/>
          <ac:spMkLst>
            <pc:docMk/>
            <pc:sldMk cId="0" sldId="365"/>
            <ac:spMk id="4" creationId="{00000000-0000-0000-0000-000000000000}"/>
          </ac:spMkLst>
        </pc:spChg>
        <pc:spChg chg="mod">
          <ac:chgData name="Trevoir Williams" userId="6a45007046124a3d" providerId="LiveId" clId="{53D5EA3C-0847-4EC1-9FDC-43DBDAEAF41A}" dt="2026-04-29T18:41:47.865" v="484" actId="26606"/>
          <ac:spMkLst>
            <pc:docMk/>
            <pc:sldMk cId="0" sldId="365"/>
            <ac:spMk id="23" creationId="{00000000-0000-0000-0000-000000000000}"/>
          </ac:spMkLst>
        </pc:spChg>
        <pc:spChg chg="mod">
          <ac:chgData name="Trevoir Williams" userId="6a45007046124a3d" providerId="LiveId" clId="{53D5EA3C-0847-4EC1-9FDC-43DBDAEAF41A}" dt="2026-04-29T18:41:47.865" v="484" actId="26606"/>
          <ac:spMkLst>
            <pc:docMk/>
            <pc:sldMk cId="0" sldId="365"/>
            <ac:spMk id="25" creationId="{00000000-0000-0000-0000-000000000000}"/>
          </ac:spMkLst>
        </pc:spChg>
        <pc:spChg chg="mod">
          <ac:chgData name="Trevoir Williams" userId="6a45007046124a3d" providerId="LiveId" clId="{53D5EA3C-0847-4EC1-9FDC-43DBDAEAF41A}" dt="2026-04-29T18:41:47.865" v="484" actId="26606"/>
          <ac:spMkLst>
            <pc:docMk/>
            <pc:sldMk cId="0" sldId="365"/>
            <ac:spMk id="26" creationId="{00000000-0000-0000-0000-000000000000}"/>
          </ac:spMkLst>
        </pc:spChg>
        <pc:spChg chg="mod">
          <ac:chgData name="Trevoir Williams" userId="6a45007046124a3d" providerId="LiveId" clId="{53D5EA3C-0847-4EC1-9FDC-43DBDAEAF41A}" dt="2026-04-29T18:41:47.865" v="484" actId="26606"/>
          <ac:spMkLst>
            <pc:docMk/>
            <pc:sldMk cId="0" sldId="365"/>
            <ac:spMk id="27" creationId="{00000000-0000-0000-0000-000000000000}"/>
          </ac:spMkLst>
        </pc:spChg>
        <pc:spChg chg="mod">
          <ac:chgData name="Trevoir Williams" userId="6a45007046124a3d" providerId="LiveId" clId="{53D5EA3C-0847-4EC1-9FDC-43DBDAEAF41A}" dt="2026-04-29T18:41:47.865" v="484" actId="26606"/>
          <ac:spMkLst>
            <pc:docMk/>
            <pc:sldMk cId="0" sldId="365"/>
            <ac:spMk id="28"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66"/>
        </pc:sldMkLst>
        <pc:spChg chg="mod">
          <ac:chgData name="Trevoir Williams" userId="6a45007046124a3d" providerId="LiveId" clId="{53D5EA3C-0847-4EC1-9FDC-43DBDAEAF41A}" dt="2026-04-29T18:55:31.424" v="648" actId="27636"/>
          <ac:spMkLst>
            <pc:docMk/>
            <pc:sldMk cId="0" sldId="366"/>
            <ac:spMk id="3" creationId="{00000000-0000-0000-0000-000000000000}"/>
          </ac:spMkLst>
        </pc:spChg>
        <pc:spChg chg="mod">
          <ac:chgData name="Trevoir Williams" userId="6a45007046124a3d" providerId="LiveId" clId="{53D5EA3C-0847-4EC1-9FDC-43DBDAEAF41A}" dt="2026-04-29T18:55:31.421" v="647" actId="27636"/>
          <ac:spMkLst>
            <pc:docMk/>
            <pc:sldMk cId="0" sldId="366"/>
            <ac:spMk id="4" creationId="{00000000-0000-0000-0000-000000000000}"/>
          </ac:spMkLst>
        </pc:spChg>
        <pc:spChg chg="mod">
          <ac:chgData name="Trevoir Williams" userId="6a45007046124a3d" providerId="LiveId" clId="{53D5EA3C-0847-4EC1-9FDC-43DBDAEAF41A}" dt="2026-04-29T18:41:47.865" v="484" actId="26606"/>
          <ac:spMkLst>
            <pc:docMk/>
            <pc:sldMk cId="0" sldId="366"/>
            <ac:spMk id="17" creationId="{00000000-0000-0000-0000-000000000000}"/>
          </ac:spMkLst>
        </pc:spChg>
        <pc:spChg chg="mod">
          <ac:chgData name="Trevoir Williams" userId="6a45007046124a3d" providerId="LiveId" clId="{53D5EA3C-0847-4EC1-9FDC-43DBDAEAF41A}" dt="2026-04-29T18:41:47.865" v="484" actId="26606"/>
          <ac:spMkLst>
            <pc:docMk/>
            <pc:sldMk cId="0" sldId="366"/>
            <ac:spMk id="19" creationId="{00000000-0000-0000-0000-000000000000}"/>
          </ac:spMkLst>
        </pc:spChg>
        <pc:spChg chg="mod">
          <ac:chgData name="Trevoir Williams" userId="6a45007046124a3d" providerId="LiveId" clId="{53D5EA3C-0847-4EC1-9FDC-43DBDAEAF41A}" dt="2026-04-29T18:41:47.865" v="484" actId="26606"/>
          <ac:spMkLst>
            <pc:docMk/>
            <pc:sldMk cId="0" sldId="366"/>
            <ac:spMk id="20" creationId="{00000000-0000-0000-0000-000000000000}"/>
          </ac:spMkLst>
        </pc:spChg>
        <pc:spChg chg="mod">
          <ac:chgData name="Trevoir Williams" userId="6a45007046124a3d" providerId="LiveId" clId="{53D5EA3C-0847-4EC1-9FDC-43DBDAEAF41A}" dt="2026-04-29T18:41:47.865" v="484" actId="26606"/>
          <ac:spMkLst>
            <pc:docMk/>
            <pc:sldMk cId="0" sldId="366"/>
            <ac:spMk id="21" creationId="{00000000-0000-0000-0000-000000000000}"/>
          </ac:spMkLst>
        </pc:spChg>
      </pc:sldChg>
      <pc:sldChg chg="modSp add del mod">
        <pc:chgData name="Trevoir Williams" userId="6a45007046124a3d" providerId="LiveId" clId="{53D5EA3C-0847-4EC1-9FDC-43DBDAEAF41A}" dt="2026-04-29T19:59:06.752" v="844" actId="27636"/>
        <pc:sldMkLst>
          <pc:docMk/>
          <pc:sldMk cId="0" sldId="367"/>
        </pc:sldMkLst>
        <pc:spChg chg="mod">
          <ac:chgData name="Trevoir Williams" userId="6a45007046124a3d" providerId="LiveId" clId="{53D5EA3C-0847-4EC1-9FDC-43DBDAEAF41A}" dt="2026-04-29T19:59:06.740" v="841" actId="27636"/>
          <ac:spMkLst>
            <pc:docMk/>
            <pc:sldMk cId="0" sldId="367"/>
            <ac:spMk id="3" creationId="{00000000-0000-0000-0000-000000000000}"/>
          </ac:spMkLst>
        </pc:spChg>
        <pc:spChg chg="mod">
          <ac:chgData name="Trevoir Williams" userId="6a45007046124a3d" providerId="LiveId" clId="{53D5EA3C-0847-4EC1-9FDC-43DBDAEAF41A}" dt="2026-04-29T19:59:06.743" v="842" actId="27636"/>
          <ac:spMkLst>
            <pc:docMk/>
            <pc:sldMk cId="0" sldId="367"/>
            <ac:spMk id="4" creationId="{00000000-0000-0000-0000-000000000000}"/>
          </ac:spMkLst>
        </pc:spChg>
        <pc:spChg chg="mod">
          <ac:chgData name="Trevoir Williams" userId="6a45007046124a3d" providerId="LiveId" clId="{53D5EA3C-0847-4EC1-9FDC-43DBDAEAF41A}" dt="2026-04-29T19:59:06.752" v="844" actId="27636"/>
          <ac:spMkLst>
            <pc:docMk/>
            <pc:sldMk cId="0" sldId="367"/>
            <ac:spMk id="7" creationId="{00000000-0000-0000-0000-000000000000}"/>
          </ac:spMkLst>
        </pc:spChg>
        <pc:spChg chg="mod">
          <ac:chgData name="Trevoir Williams" userId="6a45007046124a3d" providerId="LiveId" clId="{53D5EA3C-0847-4EC1-9FDC-43DBDAEAF41A}" dt="2026-04-29T19:59:06.747" v="843" actId="27636"/>
          <ac:spMkLst>
            <pc:docMk/>
            <pc:sldMk cId="0" sldId="367"/>
            <ac:spMk id="9" creationId="{00000000-0000-0000-0000-000000000000}"/>
          </ac:spMkLst>
        </pc:spChg>
        <pc:spChg chg="mod">
          <ac:chgData name="Trevoir Williams" userId="6a45007046124a3d" providerId="LiveId" clId="{53D5EA3C-0847-4EC1-9FDC-43DBDAEAF41A}" dt="2026-04-29T18:41:47.865" v="484" actId="26606"/>
          <ac:spMkLst>
            <pc:docMk/>
            <pc:sldMk cId="0" sldId="367"/>
            <ac:spMk id="14" creationId="{00000000-0000-0000-0000-000000000000}"/>
          </ac:spMkLst>
        </pc:spChg>
        <pc:spChg chg="mod">
          <ac:chgData name="Trevoir Williams" userId="6a45007046124a3d" providerId="LiveId" clId="{53D5EA3C-0847-4EC1-9FDC-43DBDAEAF41A}" dt="2026-04-29T18:41:47.865" v="484" actId="26606"/>
          <ac:spMkLst>
            <pc:docMk/>
            <pc:sldMk cId="0" sldId="367"/>
            <ac:spMk id="16" creationId="{00000000-0000-0000-0000-000000000000}"/>
          </ac:spMkLst>
        </pc:spChg>
        <pc:spChg chg="mod">
          <ac:chgData name="Trevoir Williams" userId="6a45007046124a3d" providerId="LiveId" clId="{53D5EA3C-0847-4EC1-9FDC-43DBDAEAF41A}" dt="2026-04-29T18:41:47.865" v="484" actId="26606"/>
          <ac:spMkLst>
            <pc:docMk/>
            <pc:sldMk cId="0" sldId="367"/>
            <ac:spMk id="17" creationId="{00000000-0000-0000-0000-000000000000}"/>
          </ac:spMkLst>
        </pc:spChg>
      </pc:sldChg>
      <pc:sldChg chg="modSp add del mod">
        <pc:chgData name="Trevoir Williams" userId="6a45007046124a3d" providerId="LiveId" clId="{53D5EA3C-0847-4EC1-9FDC-43DBDAEAF41A}" dt="2026-04-29T19:59:07.605" v="848" actId="27636"/>
        <pc:sldMkLst>
          <pc:docMk/>
          <pc:sldMk cId="0" sldId="368"/>
        </pc:sldMkLst>
        <pc:spChg chg="mod">
          <ac:chgData name="Trevoir Williams" userId="6a45007046124a3d" providerId="LiveId" clId="{53D5EA3C-0847-4EC1-9FDC-43DBDAEAF41A}" dt="2026-04-29T19:59:07.592" v="846" actId="27636"/>
          <ac:spMkLst>
            <pc:docMk/>
            <pc:sldMk cId="0" sldId="368"/>
            <ac:spMk id="3" creationId="{00000000-0000-0000-0000-000000000000}"/>
          </ac:spMkLst>
        </pc:spChg>
        <pc:spChg chg="mod">
          <ac:chgData name="Trevoir Williams" userId="6a45007046124a3d" providerId="LiveId" clId="{53D5EA3C-0847-4EC1-9FDC-43DBDAEAF41A}" dt="2026-04-29T19:59:07.598" v="847" actId="27636"/>
          <ac:spMkLst>
            <pc:docMk/>
            <pc:sldMk cId="0" sldId="368"/>
            <ac:spMk id="4" creationId="{00000000-0000-0000-0000-000000000000}"/>
          </ac:spMkLst>
        </pc:spChg>
        <pc:spChg chg="mod">
          <ac:chgData name="Trevoir Williams" userId="6a45007046124a3d" providerId="LiveId" clId="{53D5EA3C-0847-4EC1-9FDC-43DBDAEAF41A}" dt="2026-04-29T19:59:07.605" v="848" actId="27636"/>
          <ac:spMkLst>
            <pc:docMk/>
            <pc:sldMk cId="0" sldId="368"/>
            <ac:spMk id="7" creationId="{00000000-0000-0000-0000-000000000000}"/>
          </ac:spMkLst>
        </pc:spChg>
        <pc:spChg chg="mod">
          <ac:chgData name="Trevoir Williams" userId="6a45007046124a3d" providerId="LiveId" clId="{53D5EA3C-0847-4EC1-9FDC-43DBDAEAF41A}" dt="2026-04-29T19:59:07.571" v="845" actId="27636"/>
          <ac:spMkLst>
            <pc:docMk/>
            <pc:sldMk cId="0" sldId="368"/>
            <ac:spMk id="9" creationId="{00000000-0000-0000-0000-000000000000}"/>
          </ac:spMkLst>
        </pc:spChg>
        <pc:spChg chg="mod">
          <ac:chgData name="Trevoir Williams" userId="6a45007046124a3d" providerId="LiveId" clId="{53D5EA3C-0847-4EC1-9FDC-43DBDAEAF41A}" dt="2026-04-29T18:41:47.865" v="484" actId="26606"/>
          <ac:spMkLst>
            <pc:docMk/>
            <pc:sldMk cId="0" sldId="368"/>
            <ac:spMk id="14" creationId="{00000000-0000-0000-0000-000000000000}"/>
          </ac:spMkLst>
        </pc:spChg>
        <pc:spChg chg="mod">
          <ac:chgData name="Trevoir Williams" userId="6a45007046124a3d" providerId="LiveId" clId="{53D5EA3C-0847-4EC1-9FDC-43DBDAEAF41A}" dt="2026-04-29T18:41:47.865" v="484" actId="26606"/>
          <ac:spMkLst>
            <pc:docMk/>
            <pc:sldMk cId="0" sldId="368"/>
            <ac:spMk id="16" creationId="{00000000-0000-0000-0000-000000000000}"/>
          </ac:spMkLst>
        </pc:spChg>
        <pc:spChg chg="mod">
          <ac:chgData name="Trevoir Williams" userId="6a45007046124a3d" providerId="LiveId" clId="{53D5EA3C-0847-4EC1-9FDC-43DBDAEAF41A}" dt="2026-04-29T18:41:47.865" v="484" actId="26606"/>
          <ac:spMkLst>
            <pc:docMk/>
            <pc:sldMk cId="0" sldId="368"/>
            <ac:spMk id="17" creationId="{00000000-0000-0000-0000-000000000000}"/>
          </ac:spMkLst>
        </pc:spChg>
      </pc:sldChg>
      <pc:sldChg chg="modSp add del mod">
        <pc:chgData name="Trevoir Williams" userId="6a45007046124a3d" providerId="LiveId" clId="{53D5EA3C-0847-4EC1-9FDC-43DBDAEAF41A}" dt="2026-04-29T19:59:08.467" v="852" actId="27636"/>
        <pc:sldMkLst>
          <pc:docMk/>
          <pc:sldMk cId="0" sldId="369"/>
        </pc:sldMkLst>
        <pc:spChg chg="mod">
          <ac:chgData name="Trevoir Williams" userId="6a45007046124a3d" providerId="LiveId" clId="{53D5EA3C-0847-4EC1-9FDC-43DBDAEAF41A}" dt="2026-04-29T19:59:08.450" v="850" actId="27636"/>
          <ac:spMkLst>
            <pc:docMk/>
            <pc:sldMk cId="0" sldId="369"/>
            <ac:spMk id="3" creationId="{00000000-0000-0000-0000-000000000000}"/>
          </ac:spMkLst>
        </pc:spChg>
        <pc:spChg chg="mod">
          <ac:chgData name="Trevoir Williams" userId="6a45007046124a3d" providerId="LiveId" clId="{53D5EA3C-0847-4EC1-9FDC-43DBDAEAF41A}" dt="2026-04-29T19:59:08.460" v="851" actId="27636"/>
          <ac:spMkLst>
            <pc:docMk/>
            <pc:sldMk cId="0" sldId="369"/>
            <ac:spMk id="4" creationId="{00000000-0000-0000-0000-000000000000}"/>
          </ac:spMkLst>
        </pc:spChg>
        <pc:spChg chg="mod">
          <ac:chgData name="Trevoir Williams" userId="6a45007046124a3d" providerId="LiveId" clId="{53D5EA3C-0847-4EC1-9FDC-43DBDAEAF41A}" dt="2026-04-29T19:59:08.450" v="849" actId="27636"/>
          <ac:spMkLst>
            <pc:docMk/>
            <pc:sldMk cId="0" sldId="369"/>
            <ac:spMk id="7" creationId="{00000000-0000-0000-0000-000000000000}"/>
          </ac:spMkLst>
        </pc:spChg>
        <pc:spChg chg="mod">
          <ac:chgData name="Trevoir Williams" userId="6a45007046124a3d" providerId="LiveId" clId="{53D5EA3C-0847-4EC1-9FDC-43DBDAEAF41A}" dt="2026-04-29T19:59:08.467" v="852" actId="27636"/>
          <ac:spMkLst>
            <pc:docMk/>
            <pc:sldMk cId="0" sldId="369"/>
            <ac:spMk id="9" creationId="{00000000-0000-0000-0000-000000000000}"/>
          </ac:spMkLst>
        </pc:spChg>
        <pc:spChg chg="mod">
          <ac:chgData name="Trevoir Williams" userId="6a45007046124a3d" providerId="LiveId" clId="{53D5EA3C-0847-4EC1-9FDC-43DBDAEAF41A}" dt="2026-04-29T18:41:47.865" v="484" actId="26606"/>
          <ac:spMkLst>
            <pc:docMk/>
            <pc:sldMk cId="0" sldId="369"/>
            <ac:spMk id="14" creationId="{00000000-0000-0000-0000-000000000000}"/>
          </ac:spMkLst>
        </pc:spChg>
        <pc:spChg chg="mod">
          <ac:chgData name="Trevoir Williams" userId="6a45007046124a3d" providerId="LiveId" clId="{53D5EA3C-0847-4EC1-9FDC-43DBDAEAF41A}" dt="2026-04-29T18:41:47.865" v="484" actId="26606"/>
          <ac:spMkLst>
            <pc:docMk/>
            <pc:sldMk cId="0" sldId="369"/>
            <ac:spMk id="16" creationId="{00000000-0000-0000-0000-000000000000}"/>
          </ac:spMkLst>
        </pc:spChg>
        <pc:spChg chg="mod">
          <ac:chgData name="Trevoir Williams" userId="6a45007046124a3d" providerId="LiveId" clId="{53D5EA3C-0847-4EC1-9FDC-43DBDAEAF41A}" dt="2026-04-29T18:41:47.865" v="484" actId="26606"/>
          <ac:spMkLst>
            <pc:docMk/>
            <pc:sldMk cId="0" sldId="369"/>
            <ac:spMk id="17" creationId="{00000000-0000-0000-0000-000000000000}"/>
          </ac:spMkLst>
        </pc:spChg>
      </pc:sldChg>
      <pc:sldChg chg="modSp add del mod">
        <pc:chgData name="Trevoir Williams" userId="6a45007046124a3d" providerId="LiveId" clId="{53D5EA3C-0847-4EC1-9FDC-43DBDAEAF41A}" dt="2026-04-29T19:59:09.246" v="856" actId="27636"/>
        <pc:sldMkLst>
          <pc:docMk/>
          <pc:sldMk cId="0" sldId="370"/>
        </pc:sldMkLst>
        <pc:spChg chg="mod">
          <ac:chgData name="Trevoir Williams" userId="6a45007046124a3d" providerId="LiveId" clId="{53D5EA3C-0847-4EC1-9FDC-43DBDAEAF41A}" dt="2026-04-29T19:59:09.240" v="854" actId="27636"/>
          <ac:spMkLst>
            <pc:docMk/>
            <pc:sldMk cId="0" sldId="370"/>
            <ac:spMk id="3" creationId="{00000000-0000-0000-0000-000000000000}"/>
          </ac:spMkLst>
        </pc:spChg>
        <pc:spChg chg="mod">
          <ac:chgData name="Trevoir Williams" userId="6a45007046124a3d" providerId="LiveId" clId="{53D5EA3C-0847-4EC1-9FDC-43DBDAEAF41A}" dt="2026-04-29T19:59:09.242" v="855" actId="27636"/>
          <ac:spMkLst>
            <pc:docMk/>
            <pc:sldMk cId="0" sldId="370"/>
            <ac:spMk id="4" creationId="{00000000-0000-0000-0000-000000000000}"/>
          </ac:spMkLst>
        </pc:spChg>
        <pc:spChg chg="mod">
          <ac:chgData name="Trevoir Williams" userId="6a45007046124a3d" providerId="LiveId" clId="{53D5EA3C-0847-4EC1-9FDC-43DBDAEAF41A}" dt="2026-04-29T19:59:09.230" v="853" actId="27636"/>
          <ac:spMkLst>
            <pc:docMk/>
            <pc:sldMk cId="0" sldId="370"/>
            <ac:spMk id="7" creationId="{00000000-0000-0000-0000-000000000000}"/>
          </ac:spMkLst>
        </pc:spChg>
        <pc:spChg chg="mod">
          <ac:chgData name="Trevoir Williams" userId="6a45007046124a3d" providerId="LiveId" clId="{53D5EA3C-0847-4EC1-9FDC-43DBDAEAF41A}" dt="2026-04-29T19:59:09.246" v="856" actId="27636"/>
          <ac:spMkLst>
            <pc:docMk/>
            <pc:sldMk cId="0" sldId="370"/>
            <ac:spMk id="9" creationId="{00000000-0000-0000-0000-000000000000}"/>
          </ac:spMkLst>
        </pc:spChg>
        <pc:spChg chg="mod">
          <ac:chgData name="Trevoir Williams" userId="6a45007046124a3d" providerId="LiveId" clId="{53D5EA3C-0847-4EC1-9FDC-43DBDAEAF41A}" dt="2026-04-29T18:41:47.865" v="484" actId="26606"/>
          <ac:spMkLst>
            <pc:docMk/>
            <pc:sldMk cId="0" sldId="370"/>
            <ac:spMk id="14" creationId="{00000000-0000-0000-0000-000000000000}"/>
          </ac:spMkLst>
        </pc:spChg>
        <pc:spChg chg="mod">
          <ac:chgData name="Trevoir Williams" userId="6a45007046124a3d" providerId="LiveId" clId="{53D5EA3C-0847-4EC1-9FDC-43DBDAEAF41A}" dt="2026-04-29T18:41:47.865" v="484" actId="26606"/>
          <ac:spMkLst>
            <pc:docMk/>
            <pc:sldMk cId="0" sldId="370"/>
            <ac:spMk id="16" creationId="{00000000-0000-0000-0000-000000000000}"/>
          </ac:spMkLst>
        </pc:spChg>
        <pc:spChg chg="mod">
          <ac:chgData name="Trevoir Williams" userId="6a45007046124a3d" providerId="LiveId" clId="{53D5EA3C-0847-4EC1-9FDC-43DBDAEAF41A}" dt="2026-04-29T18:41:47.865" v="484" actId="26606"/>
          <ac:spMkLst>
            <pc:docMk/>
            <pc:sldMk cId="0" sldId="370"/>
            <ac:spMk id="17" creationId="{00000000-0000-0000-0000-000000000000}"/>
          </ac:spMkLst>
        </pc:spChg>
      </pc:sldChg>
      <pc:sldChg chg="modSp add del mod">
        <pc:chgData name="Trevoir Williams" userId="6a45007046124a3d" providerId="LiveId" clId="{53D5EA3C-0847-4EC1-9FDC-43DBDAEAF41A}" dt="2026-04-29T19:59:10.766" v="860" actId="27636"/>
        <pc:sldMkLst>
          <pc:docMk/>
          <pc:sldMk cId="0" sldId="371"/>
        </pc:sldMkLst>
        <pc:spChg chg="mod">
          <ac:chgData name="Trevoir Williams" userId="6a45007046124a3d" providerId="LiveId" clId="{53D5EA3C-0847-4EC1-9FDC-43DBDAEAF41A}" dt="2026-04-29T19:59:10.766" v="860" actId="27636"/>
          <ac:spMkLst>
            <pc:docMk/>
            <pc:sldMk cId="0" sldId="371"/>
            <ac:spMk id="3" creationId="{00000000-0000-0000-0000-000000000000}"/>
          </ac:spMkLst>
        </pc:spChg>
        <pc:spChg chg="mod">
          <ac:chgData name="Trevoir Williams" userId="6a45007046124a3d" providerId="LiveId" clId="{53D5EA3C-0847-4EC1-9FDC-43DBDAEAF41A}" dt="2026-04-29T19:59:10.738" v="857" actId="27636"/>
          <ac:spMkLst>
            <pc:docMk/>
            <pc:sldMk cId="0" sldId="371"/>
            <ac:spMk id="4" creationId="{00000000-0000-0000-0000-000000000000}"/>
          </ac:spMkLst>
        </pc:spChg>
        <pc:spChg chg="mod">
          <ac:chgData name="Trevoir Williams" userId="6a45007046124a3d" providerId="LiveId" clId="{53D5EA3C-0847-4EC1-9FDC-43DBDAEAF41A}" dt="2026-04-29T19:59:10.748" v="858" actId="27636"/>
          <ac:spMkLst>
            <pc:docMk/>
            <pc:sldMk cId="0" sldId="371"/>
            <ac:spMk id="7" creationId="{00000000-0000-0000-0000-000000000000}"/>
          </ac:spMkLst>
        </pc:spChg>
        <pc:spChg chg="mod">
          <ac:chgData name="Trevoir Williams" userId="6a45007046124a3d" providerId="LiveId" clId="{53D5EA3C-0847-4EC1-9FDC-43DBDAEAF41A}" dt="2026-04-29T19:59:10.758" v="859" actId="27636"/>
          <ac:spMkLst>
            <pc:docMk/>
            <pc:sldMk cId="0" sldId="371"/>
            <ac:spMk id="9" creationId="{00000000-0000-0000-0000-000000000000}"/>
          </ac:spMkLst>
        </pc:spChg>
        <pc:spChg chg="mod">
          <ac:chgData name="Trevoir Williams" userId="6a45007046124a3d" providerId="LiveId" clId="{53D5EA3C-0847-4EC1-9FDC-43DBDAEAF41A}" dt="2026-04-29T18:41:47.865" v="484" actId="26606"/>
          <ac:spMkLst>
            <pc:docMk/>
            <pc:sldMk cId="0" sldId="371"/>
            <ac:spMk id="14" creationId="{00000000-0000-0000-0000-000000000000}"/>
          </ac:spMkLst>
        </pc:spChg>
        <pc:spChg chg="mod">
          <ac:chgData name="Trevoir Williams" userId="6a45007046124a3d" providerId="LiveId" clId="{53D5EA3C-0847-4EC1-9FDC-43DBDAEAF41A}" dt="2026-04-29T18:41:47.865" v="484" actId="26606"/>
          <ac:spMkLst>
            <pc:docMk/>
            <pc:sldMk cId="0" sldId="371"/>
            <ac:spMk id="16" creationId="{00000000-0000-0000-0000-000000000000}"/>
          </ac:spMkLst>
        </pc:spChg>
        <pc:spChg chg="mod">
          <ac:chgData name="Trevoir Williams" userId="6a45007046124a3d" providerId="LiveId" clId="{53D5EA3C-0847-4EC1-9FDC-43DBDAEAF41A}" dt="2026-04-29T18:41:47.865" v="484" actId="26606"/>
          <ac:spMkLst>
            <pc:docMk/>
            <pc:sldMk cId="0" sldId="371"/>
            <ac:spMk id="17" creationId="{00000000-0000-0000-0000-000000000000}"/>
          </ac:spMkLst>
        </pc:spChg>
      </pc:sldChg>
      <pc:sldChg chg="modSp add del mod">
        <pc:chgData name="Trevoir Williams" userId="6a45007046124a3d" providerId="LiveId" clId="{53D5EA3C-0847-4EC1-9FDC-43DBDAEAF41A}" dt="2026-04-29T19:27:41.645" v="690" actId="27636"/>
        <pc:sldMkLst>
          <pc:docMk/>
          <pc:sldMk cId="0" sldId="372"/>
        </pc:sldMkLst>
        <pc:spChg chg="mod">
          <ac:chgData name="Trevoir Williams" userId="6a45007046124a3d" providerId="LiveId" clId="{53D5EA3C-0847-4EC1-9FDC-43DBDAEAF41A}" dt="2026-04-29T18:36:45.555" v="185" actId="27636"/>
          <ac:spMkLst>
            <pc:docMk/>
            <pc:sldMk cId="0" sldId="372"/>
            <ac:spMk id="3" creationId="{00000000-0000-0000-0000-000000000000}"/>
          </ac:spMkLst>
        </pc:spChg>
        <pc:spChg chg="mod">
          <ac:chgData name="Trevoir Williams" userId="6a45007046124a3d" providerId="LiveId" clId="{53D5EA3C-0847-4EC1-9FDC-43DBDAEAF41A}" dt="2026-04-29T19:27:41.645" v="689" actId="27636"/>
          <ac:spMkLst>
            <pc:docMk/>
            <pc:sldMk cId="0" sldId="372"/>
            <ac:spMk id="4" creationId="{00000000-0000-0000-0000-000000000000}"/>
          </ac:spMkLst>
        </pc:spChg>
        <pc:spChg chg="mod">
          <ac:chgData name="Trevoir Williams" userId="6a45007046124a3d" providerId="LiveId" clId="{53D5EA3C-0847-4EC1-9FDC-43DBDAEAF41A}" dt="2026-04-29T19:27:41.638" v="687" actId="27636"/>
          <ac:spMkLst>
            <pc:docMk/>
            <pc:sldMk cId="0" sldId="372"/>
            <ac:spMk id="8" creationId="{00000000-0000-0000-0000-000000000000}"/>
          </ac:spMkLst>
        </pc:spChg>
        <pc:spChg chg="mod">
          <ac:chgData name="Trevoir Williams" userId="6a45007046124a3d" providerId="LiveId" clId="{53D5EA3C-0847-4EC1-9FDC-43DBDAEAF41A}" dt="2026-04-29T19:27:41.645" v="690" actId="27636"/>
          <ac:spMkLst>
            <pc:docMk/>
            <pc:sldMk cId="0" sldId="372"/>
            <ac:spMk id="12" creationId="{00000000-0000-0000-0000-000000000000}"/>
          </ac:spMkLst>
        </pc:spChg>
        <pc:spChg chg="mod">
          <ac:chgData name="Trevoir Williams" userId="6a45007046124a3d" providerId="LiveId" clId="{53D5EA3C-0847-4EC1-9FDC-43DBDAEAF41A}" dt="2026-04-29T19:27:41.645" v="688" actId="27636"/>
          <ac:spMkLst>
            <pc:docMk/>
            <pc:sldMk cId="0" sldId="372"/>
            <ac:spMk id="16" creationId="{00000000-0000-0000-0000-000000000000}"/>
          </ac:spMkLst>
        </pc:spChg>
        <pc:spChg chg="mod">
          <ac:chgData name="Trevoir Williams" userId="6a45007046124a3d" providerId="LiveId" clId="{53D5EA3C-0847-4EC1-9FDC-43DBDAEAF41A}" dt="2026-04-29T18:41:47.865" v="484" actId="26606"/>
          <ac:spMkLst>
            <pc:docMk/>
            <pc:sldMk cId="0" sldId="372"/>
            <ac:spMk id="20" creationId="{00000000-0000-0000-0000-000000000000}"/>
          </ac:spMkLst>
        </pc:spChg>
        <pc:spChg chg="mod">
          <ac:chgData name="Trevoir Williams" userId="6a45007046124a3d" providerId="LiveId" clId="{53D5EA3C-0847-4EC1-9FDC-43DBDAEAF41A}" dt="2026-04-29T18:41:47.865" v="484" actId="26606"/>
          <ac:spMkLst>
            <pc:docMk/>
            <pc:sldMk cId="0" sldId="372"/>
            <ac:spMk id="22" creationId="{00000000-0000-0000-0000-000000000000}"/>
          </ac:spMkLst>
        </pc:spChg>
        <pc:spChg chg="mod">
          <ac:chgData name="Trevoir Williams" userId="6a45007046124a3d" providerId="LiveId" clId="{53D5EA3C-0847-4EC1-9FDC-43DBDAEAF41A}" dt="2026-04-29T18:41:47.865" v="484" actId="26606"/>
          <ac:spMkLst>
            <pc:docMk/>
            <pc:sldMk cId="0" sldId="372"/>
            <ac:spMk id="24" creationId="{00000000-0000-0000-0000-000000000000}"/>
          </ac:spMkLst>
        </pc:spChg>
        <pc:spChg chg="mod">
          <ac:chgData name="Trevoir Williams" userId="6a45007046124a3d" providerId="LiveId" clId="{53D5EA3C-0847-4EC1-9FDC-43DBDAEAF41A}" dt="2026-04-29T18:41:47.865" v="484" actId="26606"/>
          <ac:spMkLst>
            <pc:docMk/>
            <pc:sldMk cId="0" sldId="372"/>
            <ac:spMk id="25" creationId="{00000000-0000-0000-0000-000000000000}"/>
          </ac:spMkLst>
        </pc:spChg>
      </pc:sldChg>
      <pc:sldChg chg="modSp add del mod">
        <pc:chgData name="Trevoir Williams" userId="6a45007046124a3d" providerId="LiveId" clId="{53D5EA3C-0847-4EC1-9FDC-43DBDAEAF41A}" dt="2026-04-29T19:59:11.922" v="863" actId="27636"/>
        <pc:sldMkLst>
          <pc:docMk/>
          <pc:sldMk cId="0" sldId="373"/>
        </pc:sldMkLst>
        <pc:spChg chg="mod">
          <ac:chgData name="Trevoir Williams" userId="6a45007046124a3d" providerId="LiveId" clId="{53D5EA3C-0847-4EC1-9FDC-43DBDAEAF41A}" dt="2026-04-29T18:44:54.605" v="528" actId="27636"/>
          <ac:spMkLst>
            <pc:docMk/>
            <pc:sldMk cId="0" sldId="373"/>
            <ac:spMk id="3" creationId="{00000000-0000-0000-0000-000000000000}"/>
          </ac:spMkLst>
        </pc:spChg>
        <pc:spChg chg="mod">
          <ac:chgData name="Trevoir Williams" userId="6a45007046124a3d" providerId="LiveId" clId="{53D5EA3C-0847-4EC1-9FDC-43DBDAEAF41A}" dt="2026-04-29T19:59:11.910" v="861" actId="27636"/>
          <ac:spMkLst>
            <pc:docMk/>
            <pc:sldMk cId="0" sldId="373"/>
            <ac:spMk id="4" creationId="{00000000-0000-0000-0000-000000000000}"/>
          </ac:spMkLst>
        </pc:spChg>
        <pc:spChg chg="mod">
          <ac:chgData name="Trevoir Williams" userId="6a45007046124a3d" providerId="LiveId" clId="{53D5EA3C-0847-4EC1-9FDC-43DBDAEAF41A}" dt="2026-04-29T19:59:11.922" v="863" actId="27636"/>
          <ac:spMkLst>
            <pc:docMk/>
            <pc:sldMk cId="0" sldId="373"/>
            <ac:spMk id="7" creationId="{00000000-0000-0000-0000-000000000000}"/>
          </ac:spMkLst>
        </pc:spChg>
        <pc:spChg chg="mod">
          <ac:chgData name="Trevoir Williams" userId="6a45007046124a3d" providerId="LiveId" clId="{53D5EA3C-0847-4EC1-9FDC-43DBDAEAF41A}" dt="2026-04-29T19:59:11.915" v="862" actId="27636"/>
          <ac:spMkLst>
            <pc:docMk/>
            <pc:sldMk cId="0" sldId="373"/>
            <ac:spMk id="9" creationId="{00000000-0000-0000-0000-000000000000}"/>
          </ac:spMkLst>
        </pc:spChg>
        <pc:spChg chg="mod">
          <ac:chgData name="Trevoir Williams" userId="6a45007046124a3d" providerId="LiveId" clId="{53D5EA3C-0847-4EC1-9FDC-43DBDAEAF41A}" dt="2026-04-29T18:41:47.865" v="484" actId="26606"/>
          <ac:spMkLst>
            <pc:docMk/>
            <pc:sldMk cId="0" sldId="373"/>
            <ac:spMk id="14" creationId="{00000000-0000-0000-0000-000000000000}"/>
          </ac:spMkLst>
        </pc:spChg>
        <pc:spChg chg="mod">
          <ac:chgData name="Trevoir Williams" userId="6a45007046124a3d" providerId="LiveId" clId="{53D5EA3C-0847-4EC1-9FDC-43DBDAEAF41A}" dt="2026-04-29T18:41:47.865" v="484" actId="26606"/>
          <ac:spMkLst>
            <pc:docMk/>
            <pc:sldMk cId="0" sldId="373"/>
            <ac:spMk id="16" creationId="{00000000-0000-0000-0000-000000000000}"/>
          </ac:spMkLst>
        </pc:spChg>
        <pc:spChg chg="mod">
          <ac:chgData name="Trevoir Williams" userId="6a45007046124a3d" providerId="LiveId" clId="{53D5EA3C-0847-4EC1-9FDC-43DBDAEAF41A}" dt="2026-04-29T18:41:47.865" v="484" actId="26606"/>
          <ac:spMkLst>
            <pc:docMk/>
            <pc:sldMk cId="0" sldId="373"/>
            <ac:spMk id="17" creationId="{00000000-0000-0000-0000-000000000000}"/>
          </ac:spMkLst>
        </pc:spChg>
      </pc:sldChg>
      <pc:sldChg chg="modSp add del mod">
        <pc:chgData name="Trevoir Williams" userId="6a45007046124a3d" providerId="LiveId" clId="{53D5EA3C-0847-4EC1-9FDC-43DBDAEAF41A}" dt="2026-04-29T19:59:13.090" v="866" actId="27636"/>
        <pc:sldMkLst>
          <pc:docMk/>
          <pc:sldMk cId="0" sldId="374"/>
        </pc:sldMkLst>
        <pc:spChg chg="mod">
          <ac:chgData name="Trevoir Williams" userId="6a45007046124a3d" providerId="LiveId" clId="{53D5EA3C-0847-4EC1-9FDC-43DBDAEAF41A}" dt="2026-04-29T18:44:56.224" v="529" actId="27636"/>
          <ac:spMkLst>
            <pc:docMk/>
            <pc:sldMk cId="0" sldId="374"/>
            <ac:spMk id="3" creationId="{00000000-0000-0000-0000-000000000000}"/>
          </ac:spMkLst>
        </pc:spChg>
        <pc:spChg chg="mod">
          <ac:chgData name="Trevoir Williams" userId="6a45007046124a3d" providerId="LiveId" clId="{53D5EA3C-0847-4EC1-9FDC-43DBDAEAF41A}" dt="2026-04-29T19:59:13.081" v="864" actId="27636"/>
          <ac:spMkLst>
            <pc:docMk/>
            <pc:sldMk cId="0" sldId="374"/>
            <ac:spMk id="4" creationId="{00000000-0000-0000-0000-000000000000}"/>
          </ac:spMkLst>
        </pc:spChg>
        <pc:spChg chg="mod">
          <ac:chgData name="Trevoir Williams" userId="6a45007046124a3d" providerId="LiveId" clId="{53D5EA3C-0847-4EC1-9FDC-43DBDAEAF41A}" dt="2026-04-29T19:59:13.090" v="866" actId="27636"/>
          <ac:spMkLst>
            <pc:docMk/>
            <pc:sldMk cId="0" sldId="374"/>
            <ac:spMk id="7" creationId="{00000000-0000-0000-0000-000000000000}"/>
          </ac:spMkLst>
        </pc:spChg>
        <pc:spChg chg="mod">
          <ac:chgData name="Trevoir Williams" userId="6a45007046124a3d" providerId="LiveId" clId="{53D5EA3C-0847-4EC1-9FDC-43DBDAEAF41A}" dt="2026-04-29T19:59:13.090" v="865" actId="27636"/>
          <ac:spMkLst>
            <pc:docMk/>
            <pc:sldMk cId="0" sldId="374"/>
            <ac:spMk id="9" creationId="{00000000-0000-0000-0000-000000000000}"/>
          </ac:spMkLst>
        </pc:spChg>
        <pc:spChg chg="mod">
          <ac:chgData name="Trevoir Williams" userId="6a45007046124a3d" providerId="LiveId" clId="{53D5EA3C-0847-4EC1-9FDC-43DBDAEAF41A}" dt="2026-04-29T18:41:47.865" v="484" actId="26606"/>
          <ac:spMkLst>
            <pc:docMk/>
            <pc:sldMk cId="0" sldId="374"/>
            <ac:spMk id="14" creationId="{00000000-0000-0000-0000-000000000000}"/>
          </ac:spMkLst>
        </pc:spChg>
        <pc:spChg chg="mod">
          <ac:chgData name="Trevoir Williams" userId="6a45007046124a3d" providerId="LiveId" clId="{53D5EA3C-0847-4EC1-9FDC-43DBDAEAF41A}" dt="2026-04-29T18:41:47.865" v="484" actId="26606"/>
          <ac:spMkLst>
            <pc:docMk/>
            <pc:sldMk cId="0" sldId="374"/>
            <ac:spMk id="16" creationId="{00000000-0000-0000-0000-000000000000}"/>
          </ac:spMkLst>
        </pc:spChg>
        <pc:spChg chg="mod">
          <ac:chgData name="Trevoir Williams" userId="6a45007046124a3d" providerId="LiveId" clId="{53D5EA3C-0847-4EC1-9FDC-43DBDAEAF41A}" dt="2026-04-29T18:41:47.865" v="484" actId="26606"/>
          <ac:spMkLst>
            <pc:docMk/>
            <pc:sldMk cId="0" sldId="374"/>
            <ac:spMk id="17" creationId="{00000000-0000-0000-0000-000000000000}"/>
          </ac:spMkLst>
        </pc:spChg>
      </pc:sldChg>
      <pc:sldChg chg="modSp add del mod">
        <pc:chgData name="Trevoir Williams" userId="6a45007046124a3d" providerId="LiveId" clId="{53D5EA3C-0847-4EC1-9FDC-43DBDAEAF41A}" dt="2026-04-29T19:27:42.570" v="694" actId="27636"/>
        <pc:sldMkLst>
          <pc:docMk/>
          <pc:sldMk cId="0" sldId="375"/>
        </pc:sldMkLst>
        <pc:spChg chg="mod">
          <ac:chgData name="Trevoir Williams" userId="6a45007046124a3d" providerId="LiveId" clId="{53D5EA3C-0847-4EC1-9FDC-43DBDAEAF41A}" dt="2026-04-29T18:36:33.074" v="162" actId="26606"/>
          <ac:spMkLst>
            <pc:docMk/>
            <pc:sldMk cId="0" sldId="375"/>
            <ac:spMk id="3" creationId="{00000000-0000-0000-0000-000000000000}"/>
          </ac:spMkLst>
        </pc:spChg>
        <pc:spChg chg="mod">
          <ac:chgData name="Trevoir Williams" userId="6a45007046124a3d" providerId="LiveId" clId="{53D5EA3C-0847-4EC1-9FDC-43DBDAEAF41A}" dt="2026-04-29T19:27:42.565" v="693" actId="27636"/>
          <ac:spMkLst>
            <pc:docMk/>
            <pc:sldMk cId="0" sldId="375"/>
            <ac:spMk id="4" creationId="{00000000-0000-0000-0000-000000000000}"/>
          </ac:spMkLst>
        </pc:spChg>
        <pc:spChg chg="mod">
          <ac:chgData name="Trevoir Williams" userId="6a45007046124a3d" providerId="LiveId" clId="{53D5EA3C-0847-4EC1-9FDC-43DBDAEAF41A}" dt="2026-04-29T19:27:42.558" v="692" actId="27636"/>
          <ac:spMkLst>
            <pc:docMk/>
            <pc:sldMk cId="0" sldId="375"/>
            <ac:spMk id="8" creationId="{00000000-0000-0000-0000-000000000000}"/>
          </ac:spMkLst>
        </pc:spChg>
        <pc:spChg chg="mod">
          <ac:chgData name="Trevoir Williams" userId="6a45007046124a3d" providerId="LiveId" clId="{53D5EA3C-0847-4EC1-9FDC-43DBDAEAF41A}" dt="2026-04-29T19:27:42.570" v="694" actId="27636"/>
          <ac:spMkLst>
            <pc:docMk/>
            <pc:sldMk cId="0" sldId="375"/>
            <ac:spMk id="12" creationId="{00000000-0000-0000-0000-000000000000}"/>
          </ac:spMkLst>
        </pc:spChg>
        <pc:spChg chg="mod">
          <ac:chgData name="Trevoir Williams" userId="6a45007046124a3d" providerId="LiveId" clId="{53D5EA3C-0847-4EC1-9FDC-43DBDAEAF41A}" dt="2026-04-29T19:27:42.558" v="691" actId="27636"/>
          <ac:spMkLst>
            <pc:docMk/>
            <pc:sldMk cId="0" sldId="375"/>
            <ac:spMk id="16" creationId="{00000000-0000-0000-0000-000000000000}"/>
          </ac:spMkLst>
        </pc:spChg>
        <pc:spChg chg="mod">
          <ac:chgData name="Trevoir Williams" userId="6a45007046124a3d" providerId="LiveId" clId="{53D5EA3C-0847-4EC1-9FDC-43DBDAEAF41A}" dt="2026-04-29T18:41:47.865" v="484" actId="26606"/>
          <ac:spMkLst>
            <pc:docMk/>
            <pc:sldMk cId="0" sldId="375"/>
            <ac:spMk id="20" creationId="{00000000-0000-0000-0000-000000000000}"/>
          </ac:spMkLst>
        </pc:spChg>
        <pc:spChg chg="mod">
          <ac:chgData name="Trevoir Williams" userId="6a45007046124a3d" providerId="LiveId" clId="{53D5EA3C-0847-4EC1-9FDC-43DBDAEAF41A}" dt="2026-04-29T18:41:47.865" v="484" actId="26606"/>
          <ac:spMkLst>
            <pc:docMk/>
            <pc:sldMk cId="0" sldId="375"/>
            <ac:spMk id="22" creationId="{00000000-0000-0000-0000-000000000000}"/>
          </ac:spMkLst>
        </pc:spChg>
        <pc:spChg chg="mod">
          <ac:chgData name="Trevoir Williams" userId="6a45007046124a3d" providerId="LiveId" clId="{53D5EA3C-0847-4EC1-9FDC-43DBDAEAF41A}" dt="2026-04-29T18:41:47.865" v="484" actId="26606"/>
          <ac:spMkLst>
            <pc:docMk/>
            <pc:sldMk cId="0" sldId="375"/>
            <ac:spMk id="24" creationId="{00000000-0000-0000-0000-000000000000}"/>
          </ac:spMkLst>
        </pc:spChg>
        <pc:spChg chg="mod">
          <ac:chgData name="Trevoir Williams" userId="6a45007046124a3d" providerId="LiveId" clId="{53D5EA3C-0847-4EC1-9FDC-43DBDAEAF41A}" dt="2026-04-29T18:41:47.865" v="484" actId="26606"/>
          <ac:spMkLst>
            <pc:docMk/>
            <pc:sldMk cId="0" sldId="375"/>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76"/>
        </pc:sldMkLst>
        <pc:spChg chg="mod">
          <ac:chgData name="Trevoir Williams" userId="6a45007046124a3d" providerId="LiveId" clId="{53D5EA3C-0847-4EC1-9FDC-43DBDAEAF41A}" dt="2026-04-29T20:28:13.734" v="893" actId="26606"/>
          <ac:spMkLst>
            <pc:docMk/>
            <pc:sldMk cId="0" sldId="376"/>
            <ac:spMk id="4" creationId="{00000000-0000-0000-0000-000000000000}"/>
          </ac:spMkLst>
        </pc:spChg>
        <pc:spChg chg="mod">
          <ac:chgData name="Trevoir Williams" userId="6a45007046124a3d" providerId="LiveId" clId="{53D5EA3C-0847-4EC1-9FDC-43DBDAEAF41A}" dt="2026-04-29T20:28:13.734" v="893" actId="26606"/>
          <ac:spMkLst>
            <pc:docMk/>
            <pc:sldMk cId="0" sldId="376"/>
            <ac:spMk id="5" creationId="{00000000-0000-0000-0000-000000000000}"/>
          </ac:spMkLst>
        </pc:spChg>
        <pc:spChg chg="mod">
          <ac:chgData name="Trevoir Williams" userId="6a45007046124a3d" providerId="LiveId" clId="{53D5EA3C-0847-4EC1-9FDC-43DBDAEAF41A}" dt="2026-04-29T18:41:47.865" v="484" actId="26606"/>
          <ac:spMkLst>
            <pc:docMk/>
            <pc:sldMk cId="0" sldId="376"/>
            <ac:spMk id="6" creationId="{00000000-0000-0000-0000-000000000000}"/>
          </ac:spMkLst>
        </pc:spChg>
        <pc:spChg chg="mod">
          <ac:chgData name="Trevoir Williams" userId="6a45007046124a3d" providerId="LiveId" clId="{53D5EA3C-0847-4EC1-9FDC-43DBDAEAF41A}" dt="2026-04-29T20:28:13.734" v="893" actId="26606"/>
          <ac:spMkLst>
            <pc:docMk/>
            <pc:sldMk cId="0" sldId="376"/>
            <ac:spMk id="7" creationId="{00000000-0000-0000-0000-000000000000}"/>
          </ac:spMkLst>
        </pc:spChg>
        <pc:spChg chg="mod">
          <ac:chgData name="Trevoir Williams" userId="6a45007046124a3d" providerId="LiveId" clId="{53D5EA3C-0847-4EC1-9FDC-43DBDAEAF41A}" dt="2026-04-29T20:28:13.734" v="893" actId="26606"/>
          <ac:spMkLst>
            <pc:docMk/>
            <pc:sldMk cId="0" sldId="376"/>
            <ac:spMk id="8" creationId="{00000000-0000-0000-0000-000000000000}"/>
          </ac:spMkLst>
        </pc:spChg>
        <pc:spChg chg="mod">
          <ac:chgData name="Trevoir Williams" userId="6a45007046124a3d" providerId="LiveId" clId="{53D5EA3C-0847-4EC1-9FDC-43DBDAEAF41A}" dt="2026-04-29T20:28:13.734" v="893" actId="26606"/>
          <ac:spMkLst>
            <pc:docMk/>
            <pc:sldMk cId="0" sldId="376"/>
            <ac:spMk id="10" creationId="{00000000-0000-0000-0000-000000000000}"/>
          </ac:spMkLst>
        </pc:spChg>
        <pc:spChg chg="mod">
          <ac:chgData name="Trevoir Williams" userId="6a45007046124a3d" providerId="LiveId" clId="{53D5EA3C-0847-4EC1-9FDC-43DBDAEAF41A}" dt="2026-04-29T20:28:13.734" v="893" actId="26606"/>
          <ac:spMkLst>
            <pc:docMk/>
            <pc:sldMk cId="0" sldId="376"/>
            <ac:spMk id="11" creationId="{00000000-0000-0000-0000-000000000000}"/>
          </ac:spMkLst>
        </pc:spChg>
        <pc:spChg chg="mod">
          <ac:chgData name="Trevoir Williams" userId="6a45007046124a3d" providerId="LiveId" clId="{53D5EA3C-0847-4EC1-9FDC-43DBDAEAF41A}" dt="2026-04-29T20:28:13.734" v="893" actId="26606"/>
          <ac:spMkLst>
            <pc:docMk/>
            <pc:sldMk cId="0" sldId="376"/>
            <ac:spMk id="12" creationId="{00000000-0000-0000-0000-000000000000}"/>
          </ac:spMkLst>
        </pc:spChg>
        <pc:spChg chg="mod">
          <ac:chgData name="Trevoir Williams" userId="6a45007046124a3d" providerId="LiveId" clId="{53D5EA3C-0847-4EC1-9FDC-43DBDAEAF41A}" dt="2026-04-29T20:28:13.734" v="893" actId="26606"/>
          <ac:spMkLst>
            <pc:docMk/>
            <pc:sldMk cId="0" sldId="376"/>
            <ac:spMk id="13" creationId="{00000000-0000-0000-0000-000000000000}"/>
          </ac:spMkLst>
        </pc:spChg>
        <pc:spChg chg="mod">
          <ac:chgData name="Trevoir Williams" userId="6a45007046124a3d" providerId="LiveId" clId="{53D5EA3C-0847-4EC1-9FDC-43DBDAEAF41A}" dt="2026-04-29T20:28:13.734" v="893" actId="26606"/>
          <ac:spMkLst>
            <pc:docMk/>
            <pc:sldMk cId="0" sldId="376"/>
            <ac:spMk id="14" creationId="{00000000-0000-0000-0000-000000000000}"/>
          </ac:spMkLst>
        </pc:spChg>
        <pc:spChg chg="mod">
          <ac:chgData name="Trevoir Williams" userId="6a45007046124a3d" providerId="LiveId" clId="{53D5EA3C-0847-4EC1-9FDC-43DBDAEAF41A}" dt="2026-04-29T20:28:13.734" v="893" actId="26606"/>
          <ac:spMkLst>
            <pc:docMk/>
            <pc:sldMk cId="0" sldId="376"/>
            <ac:spMk id="15" creationId="{00000000-0000-0000-0000-000000000000}"/>
          </ac:spMkLst>
        </pc:spChg>
        <pc:spChg chg="mod">
          <ac:chgData name="Trevoir Williams" userId="6a45007046124a3d" providerId="LiveId" clId="{53D5EA3C-0847-4EC1-9FDC-43DBDAEAF41A}" dt="2026-04-29T18:41:47.865" v="484" actId="26606"/>
          <ac:spMkLst>
            <pc:docMk/>
            <pc:sldMk cId="0" sldId="376"/>
            <ac:spMk id="25" creationId="{00000000-0000-0000-0000-000000000000}"/>
          </ac:spMkLst>
        </pc:spChg>
        <pc:spChg chg="mod">
          <ac:chgData name="Trevoir Williams" userId="6a45007046124a3d" providerId="LiveId" clId="{53D5EA3C-0847-4EC1-9FDC-43DBDAEAF41A}" dt="2026-04-29T18:41:47.865" v="484" actId="26606"/>
          <ac:spMkLst>
            <pc:docMk/>
            <pc:sldMk cId="0" sldId="376"/>
            <ac:spMk id="26" creationId="{00000000-0000-0000-0000-000000000000}"/>
          </ac:spMkLst>
        </pc:spChg>
        <pc:spChg chg="mod">
          <ac:chgData name="Trevoir Williams" userId="6a45007046124a3d" providerId="LiveId" clId="{53D5EA3C-0847-4EC1-9FDC-43DBDAEAF41A}" dt="2026-04-29T18:41:47.865" v="484" actId="26606"/>
          <ac:spMkLst>
            <pc:docMk/>
            <pc:sldMk cId="0" sldId="376"/>
            <ac:spMk id="27"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77"/>
        </pc:sldMkLst>
        <pc:spChg chg="mod">
          <ac:chgData name="Trevoir Williams" userId="6a45007046124a3d" providerId="LiveId" clId="{53D5EA3C-0847-4EC1-9FDC-43DBDAEAF41A}" dt="2026-04-29T18:36:33.074" v="162" actId="26606"/>
          <ac:spMkLst>
            <pc:docMk/>
            <pc:sldMk cId="0" sldId="377"/>
            <ac:spMk id="3" creationId="{00000000-0000-0000-0000-000000000000}"/>
          </ac:spMkLst>
        </pc:spChg>
        <pc:spChg chg="mod">
          <ac:chgData name="Trevoir Williams" userId="6a45007046124a3d" providerId="LiveId" clId="{53D5EA3C-0847-4EC1-9FDC-43DBDAEAF41A}" dt="2026-04-29T18:55:33.367" v="650" actId="27636"/>
          <ac:spMkLst>
            <pc:docMk/>
            <pc:sldMk cId="0" sldId="377"/>
            <ac:spMk id="4" creationId="{00000000-0000-0000-0000-000000000000}"/>
          </ac:spMkLst>
        </pc:spChg>
        <pc:spChg chg="mod">
          <ac:chgData name="Trevoir Williams" userId="6a45007046124a3d" providerId="LiveId" clId="{53D5EA3C-0847-4EC1-9FDC-43DBDAEAF41A}" dt="2026-04-29T18:41:47.865" v="484" actId="26606"/>
          <ac:spMkLst>
            <pc:docMk/>
            <pc:sldMk cId="0" sldId="377"/>
            <ac:spMk id="17" creationId="{00000000-0000-0000-0000-000000000000}"/>
          </ac:spMkLst>
        </pc:spChg>
        <pc:spChg chg="mod">
          <ac:chgData name="Trevoir Williams" userId="6a45007046124a3d" providerId="LiveId" clId="{53D5EA3C-0847-4EC1-9FDC-43DBDAEAF41A}" dt="2026-04-29T18:41:47.865" v="484" actId="26606"/>
          <ac:spMkLst>
            <pc:docMk/>
            <pc:sldMk cId="0" sldId="377"/>
            <ac:spMk id="19" creationId="{00000000-0000-0000-0000-000000000000}"/>
          </ac:spMkLst>
        </pc:spChg>
        <pc:spChg chg="mod">
          <ac:chgData name="Trevoir Williams" userId="6a45007046124a3d" providerId="LiveId" clId="{53D5EA3C-0847-4EC1-9FDC-43DBDAEAF41A}" dt="2026-04-29T18:41:47.865" v="484" actId="26606"/>
          <ac:spMkLst>
            <pc:docMk/>
            <pc:sldMk cId="0" sldId="377"/>
            <ac:spMk id="20" creationId="{00000000-0000-0000-0000-000000000000}"/>
          </ac:spMkLst>
        </pc:spChg>
        <pc:spChg chg="mod">
          <ac:chgData name="Trevoir Williams" userId="6a45007046124a3d" providerId="LiveId" clId="{53D5EA3C-0847-4EC1-9FDC-43DBDAEAF41A}" dt="2026-04-29T18:41:47.865" v="484" actId="26606"/>
          <ac:spMkLst>
            <pc:docMk/>
            <pc:sldMk cId="0" sldId="377"/>
            <ac:spMk id="21"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78"/>
        </pc:sldMkLst>
        <pc:spChg chg="mod">
          <ac:chgData name="Trevoir Williams" userId="6a45007046124a3d" providerId="LiveId" clId="{53D5EA3C-0847-4EC1-9FDC-43DBDAEAF41A}" dt="2026-04-29T18:36:33.074" v="162" actId="26606"/>
          <ac:spMkLst>
            <pc:docMk/>
            <pc:sldMk cId="0" sldId="378"/>
            <ac:spMk id="3" creationId="{00000000-0000-0000-0000-000000000000}"/>
          </ac:spMkLst>
        </pc:spChg>
        <pc:spChg chg="mod">
          <ac:chgData name="Trevoir Williams" userId="6a45007046124a3d" providerId="LiveId" clId="{53D5EA3C-0847-4EC1-9FDC-43DBDAEAF41A}" dt="2026-04-29T18:55:34.300" v="651" actId="27636"/>
          <ac:spMkLst>
            <pc:docMk/>
            <pc:sldMk cId="0" sldId="378"/>
            <ac:spMk id="4" creationId="{00000000-0000-0000-0000-000000000000}"/>
          </ac:spMkLst>
        </pc:spChg>
        <pc:spChg chg="mod">
          <ac:chgData name="Trevoir Williams" userId="6a45007046124a3d" providerId="LiveId" clId="{53D5EA3C-0847-4EC1-9FDC-43DBDAEAF41A}" dt="2026-04-29T18:41:47.865" v="484" actId="26606"/>
          <ac:spMkLst>
            <pc:docMk/>
            <pc:sldMk cId="0" sldId="378"/>
            <ac:spMk id="17" creationId="{00000000-0000-0000-0000-000000000000}"/>
          </ac:spMkLst>
        </pc:spChg>
        <pc:spChg chg="mod">
          <ac:chgData name="Trevoir Williams" userId="6a45007046124a3d" providerId="LiveId" clId="{53D5EA3C-0847-4EC1-9FDC-43DBDAEAF41A}" dt="2026-04-29T18:41:47.865" v="484" actId="26606"/>
          <ac:spMkLst>
            <pc:docMk/>
            <pc:sldMk cId="0" sldId="378"/>
            <ac:spMk id="19" creationId="{00000000-0000-0000-0000-000000000000}"/>
          </ac:spMkLst>
        </pc:spChg>
        <pc:spChg chg="mod">
          <ac:chgData name="Trevoir Williams" userId="6a45007046124a3d" providerId="LiveId" clId="{53D5EA3C-0847-4EC1-9FDC-43DBDAEAF41A}" dt="2026-04-29T18:41:47.865" v="484" actId="26606"/>
          <ac:spMkLst>
            <pc:docMk/>
            <pc:sldMk cId="0" sldId="378"/>
            <ac:spMk id="20" creationId="{00000000-0000-0000-0000-000000000000}"/>
          </ac:spMkLst>
        </pc:spChg>
        <pc:spChg chg="mod">
          <ac:chgData name="Trevoir Williams" userId="6a45007046124a3d" providerId="LiveId" clId="{53D5EA3C-0847-4EC1-9FDC-43DBDAEAF41A}" dt="2026-04-29T18:41:47.865" v="484" actId="26606"/>
          <ac:spMkLst>
            <pc:docMk/>
            <pc:sldMk cId="0" sldId="378"/>
            <ac:spMk id="21" creationId="{00000000-0000-0000-0000-000000000000}"/>
          </ac:spMkLst>
        </pc:spChg>
      </pc:sldChg>
      <pc:sldChg chg="modSp add del mod">
        <pc:chgData name="Trevoir Williams" userId="6a45007046124a3d" providerId="LiveId" clId="{53D5EA3C-0847-4EC1-9FDC-43DBDAEAF41A}" dt="2026-04-29T18:55:35.567" v="652" actId="27636"/>
        <pc:sldMkLst>
          <pc:docMk/>
          <pc:sldMk cId="0" sldId="379"/>
        </pc:sldMkLst>
        <pc:spChg chg="mod">
          <ac:chgData name="Trevoir Williams" userId="6a45007046124a3d" providerId="LiveId" clId="{53D5EA3C-0847-4EC1-9FDC-43DBDAEAF41A}" dt="2026-04-29T18:36:33.074" v="162" actId="26606"/>
          <ac:spMkLst>
            <pc:docMk/>
            <pc:sldMk cId="0" sldId="379"/>
            <ac:spMk id="3" creationId="{00000000-0000-0000-0000-000000000000}"/>
          </ac:spMkLst>
        </pc:spChg>
        <pc:spChg chg="mod">
          <ac:chgData name="Trevoir Williams" userId="6a45007046124a3d" providerId="LiveId" clId="{53D5EA3C-0847-4EC1-9FDC-43DBDAEAF41A}" dt="2026-04-29T18:55:35.567" v="652" actId="27636"/>
          <ac:spMkLst>
            <pc:docMk/>
            <pc:sldMk cId="0" sldId="379"/>
            <ac:spMk id="4" creationId="{00000000-0000-0000-0000-000000000000}"/>
          </ac:spMkLst>
        </pc:spChg>
        <pc:spChg chg="mod">
          <ac:chgData name="Trevoir Williams" userId="6a45007046124a3d" providerId="LiveId" clId="{53D5EA3C-0847-4EC1-9FDC-43DBDAEAF41A}" dt="2026-04-29T18:41:47.865" v="484" actId="26606"/>
          <ac:spMkLst>
            <pc:docMk/>
            <pc:sldMk cId="0" sldId="379"/>
            <ac:spMk id="16" creationId="{00000000-0000-0000-0000-000000000000}"/>
          </ac:spMkLst>
        </pc:spChg>
        <pc:spChg chg="mod">
          <ac:chgData name="Trevoir Williams" userId="6a45007046124a3d" providerId="LiveId" clId="{53D5EA3C-0847-4EC1-9FDC-43DBDAEAF41A}" dt="2026-04-29T18:41:47.865" v="484" actId="26606"/>
          <ac:spMkLst>
            <pc:docMk/>
            <pc:sldMk cId="0" sldId="379"/>
            <ac:spMk id="17" creationId="{00000000-0000-0000-0000-000000000000}"/>
          </ac:spMkLst>
        </pc:spChg>
        <pc:spChg chg="mod">
          <ac:chgData name="Trevoir Williams" userId="6a45007046124a3d" providerId="LiveId" clId="{53D5EA3C-0847-4EC1-9FDC-43DBDAEAF41A}" dt="2026-04-29T18:41:47.865" v="484" actId="26606"/>
          <ac:spMkLst>
            <pc:docMk/>
            <pc:sldMk cId="0" sldId="379"/>
            <ac:spMk id="18"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80"/>
        </pc:sldMkLst>
        <pc:spChg chg="mod">
          <ac:chgData name="Trevoir Williams" userId="6a45007046124a3d" providerId="LiveId" clId="{53D5EA3C-0847-4EC1-9FDC-43DBDAEAF41A}" dt="2026-04-29T18:36:33.074" v="162" actId="26606"/>
          <ac:spMkLst>
            <pc:docMk/>
            <pc:sldMk cId="0" sldId="380"/>
            <ac:spMk id="3" creationId="{00000000-0000-0000-0000-000000000000}"/>
          </ac:spMkLst>
        </pc:spChg>
        <pc:spChg chg="mod">
          <ac:chgData name="Trevoir Williams" userId="6a45007046124a3d" providerId="LiveId" clId="{53D5EA3C-0847-4EC1-9FDC-43DBDAEAF41A}" dt="2026-04-29T18:55:36.890" v="653" actId="27636"/>
          <ac:spMkLst>
            <pc:docMk/>
            <pc:sldMk cId="0" sldId="380"/>
            <ac:spMk id="4" creationId="{00000000-0000-0000-0000-000000000000}"/>
          </ac:spMkLst>
        </pc:spChg>
        <pc:spChg chg="mod">
          <ac:chgData name="Trevoir Williams" userId="6a45007046124a3d" providerId="LiveId" clId="{53D5EA3C-0847-4EC1-9FDC-43DBDAEAF41A}" dt="2026-04-29T18:41:47.865" v="484" actId="26606"/>
          <ac:spMkLst>
            <pc:docMk/>
            <pc:sldMk cId="0" sldId="380"/>
            <ac:spMk id="17" creationId="{00000000-0000-0000-0000-000000000000}"/>
          </ac:spMkLst>
        </pc:spChg>
        <pc:spChg chg="mod">
          <ac:chgData name="Trevoir Williams" userId="6a45007046124a3d" providerId="LiveId" clId="{53D5EA3C-0847-4EC1-9FDC-43DBDAEAF41A}" dt="2026-04-29T18:41:47.865" v="484" actId="26606"/>
          <ac:spMkLst>
            <pc:docMk/>
            <pc:sldMk cId="0" sldId="380"/>
            <ac:spMk id="19" creationId="{00000000-0000-0000-0000-000000000000}"/>
          </ac:spMkLst>
        </pc:spChg>
        <pc:spChg chg="mod">
          <ac:chgData name="Trevoir Williams" userId="6a45007046124a3d" providerId="LiveId" clId="{53D5EA3C-0847-4EC1-9FDC-43DBDAEAF41A}" dt="2026-04-29T18:41:47.865" v="484" actId="26606"/>
          <ac:spMkLst>
            <pc:docMk/>
            <pc:sldMk cId="0" sldId="380"/>
            <ac:spMk id="20" creationId="{00000000-0000-0000-0000-000000000000}"/>
          </ac:spMkLst>
        </pc:spChg>
        <pc:spChg chg="mod">
          <ac:chgData name="Trevoir Williams" userId="6a45007046124a3d" providerId="LiveId" clId="{53D5EA3C-0847-4EC1-9FDC-43DBDAEAF41A}" dt="2026-04-29T18:41:47.865" v="484" actId="26606"/>
          <ac:spMkLst>
            <pc:docMk/>
            <pc:sldMk cId="0" sldId="380"/>
            <ac:spMk id="21" creationId="{00000000-0000-0000-0000-000000000000}"/>
          </ac:spMkLst>
        </pc:spChg>
      </pc:sldChg>
      <pc:sldChg chg="modSp add del mod">
        <pc:chgData name="Trevoir Williams" userId="6a45007046124a3d" providerId="LiveId" clId="{53D5EA3C-0847-4EC1-9FDC-43DBDAEAF41A}" dt="2026-04-29T18:55:38.008" v="654" actId="27636"/>
        <pc:sldMkLst>
          <pc:docMk/>
          <pc:sldMk cId="0" sldId="381"/>
        </pc:sldMkLst>
        <pc:spChg chg="mod">
          <ac:chgData name="Trevoir Williams" userId="6a45007046124a3d" providerId="LiveId" clId="{53D5EA3C-0847-4EC1-9FDC-43DBDAEAF41A}" dt="2026-04-29T18:36:33.074" v="162" actId="26606"/>
          <ac:spMkLst>
            <pc:docMk/>
            <pc:sldMk cId="0" sldId="381"/>
            <ac:spMk id="3" creationId="{00000000-0000-0000-0000-000000000000}"/>
          </ac:spMkLst>
        </pc:spChg>
        <pc:spChg chg="mod">
          <ac:chgData name="Trevoir Williams" userId="6a45007046124a3d" providerId="LiveId" clId="{53D5EA3C-0847-4EC1-9FDC-43DBDAEAF41A}" dt="2026-04-29T18:55:38.008" v="654" actId="27636"/>
          <ac:spMkLst>
            <pc:docMk/>
            <pc:sldMk cId="0" sldId="381"/>
            <ac:spMk id="4" creationId="{00000000-0000-0000-0000-000000000000}"/>
          </ac:spMkLst>
        </pc:spChg>
        <pc:spChg chg="mod">
          <ac:chgData name="Trevoir Williams" userId="6a45007046124a3d" providerId="LiveId" clId="{53D5EA3C-0847-4EC1-9FDC-43DBDAEAF41A}" dt="2026-04-29T18:41:47.865" v="484" actId="26606"/>
          <ac:spMkLst>
            <pc:docMk/>
            <pc:sldMk cId="0" sldId="381"/>
            <ac:spMk id="16" creationId="{00000000-0000-0000-0000-000000000000}"/>
          </ac:spMkLst>
        </pc:spChg>
        <pc:spChg chg="mod">
          <ac:chgData name="Trevoir Williams" userId="6a45007046124a3d" providerId="LiveId" clId="{53D5EA3C-0847-4EC1-9FDC-43DBDAEAF41A}" dt="2026-04-29T18:41:47.865" v="484" actId="26606"/>
          <ac:spMkLst>
            <pc:docMk/>
            <pc:sldMk cId="0" sldId="381"/>
            <ac:spMk id="17" creationId="{00000000-0000-0000-0000-000000000000}"/>
          </ac:spMkLst>
        </pc:spChg>
        <pc:spChg chg="mod">
          <ac:chgData name="Trevoir Williams" userId="6a45007046124a3d" providerId="LiveId" clId="{53D5EA3C-0847-4EC1-9FDC-43DBDAEAF41A}" dt="2026-04-29T18:41:47.865" v="484" actId="26606"/>
          <ac:spMkLst>
            <pc:docMk/>
            <pc:sldMk cId="0" sldId="381"/>
            <ac:spMk id="18" creationId="{00000000-0000-0000-0000-000000000000}"/>
          </ac:spMkLst>
        </pc:spChg>
      </pc:sldChg>
      <pc:sldChg chg="modSp add del mod">
        <pc:chgData name="Trevoir Williams" userId="6a45007046124a3d" providerId="LiveId" clId="{53D5EA3C-0847-4EC1-9FDC-43DBDAEAF41A}" dt="2026-04-29T18:36:33.074" v="162" actId="26606"/>
        <pc:sldMkLst>
          <pc:docMk/>
          <pc:sldMk cId="2507848002" sldId="652"/>
        </pc:sldMkLst>
        <pc:spChg chg="mod">
          <ac:chgData name="Trevoir Williams" userId="6a45007046124a3d" providerId="LiveId" clId="{53D5EA3C-0847-4EC1-9FDC-43DBDAEAF41A}" dt="2026-04-29T18:36:33.074" v="162" actId="26606"/>
          <ac:spMkLst>
            <pc:docMk/>
            <pc:sldMk cId="2507848002" sldId="652"/>
            <ac:spMk id="594" creationId="{3D8F463B-7BFC-ED43-3BDC-C7C9ECFD84AA}"/>
          </ac:spMkLst>
        </pc:spChg>
        <pc:spChg chg="mod">
          <ac:chgData name="Trevoir Williams" userId="6a45007046124a3d" providerId="LiveId" clId="{53D5EA3C-0847-4EC1-9FDC-43DBDAEAF41A}" dt="2026-04-29T18:30:02.154" v="132" actId="403"/>
          <ac:spMkLst>
            <pc:docMk/>
            <pc:sldMk cId="2507848002" sldId="652"/>
            <ac:spMk id="595" creationId="{19EF68A1-AF8E-9D08-4FC8-997B6AE81443}"/>
          </ac:spMkLst>
        </pc:spChg>
      </pc:sldChg>
      <pc:sldChg chg="modSp add del ord">
        <pc:chgData name="Trevoir Williams" userId="6a45007046124a3d" providerId="LiveId" clId="{53D5EA3C-0847-4EC1-9FDC-43DBDAEAF41A}" dt="2026-04-29T18:40:34.283" v="482"/>
        <pc:sldMkLst>
          <pc:docMk/>
          <pc:sldMk cId="0" sldId="654"/>
        </pc:sldMkLst>
        <pc:spChg chg="mod">
          <ac:chgData name="Trevoir Williams" userId="6a45007046124a3d" providerId="LiveId" clId="{53D5EA3C-0847-4EC1-9FDC-43DBDAEAF41A}" dt="2026-04-29T18:30:11.885" v="133"/>
          <ac:spMkLst>
            <pc:docMk/>
            <pc:sldMk cId="0" sldId="654"/>
            <ac:spMk id="2223" creationId="{00000000-0000-0000-0000-000000000000}"/>
          </ac:spMkLst>
        </pc:spChg>
        <pc:spChg chg="mod">
          <ac:chgData name="Trevoir Williams" userId="6a45007046124a3d" providerId="LiveId" clId="{53D5EA3C-0847-4EC1-9FDC-43DBDAEAF41A}" dt="2026-04-29T18:30:11.885" v="133"/>
          <ac:spMkLst>
            <pc:docMk/>
            <pc:sldMk cId="0" sldId="654"/>
            <ac:spMk id="2224" creationId="{00000000-0000-0000-0000-000000000000}"/>
          </ac:spMkLst>
        </pc:spChg>
      </pc:sldChg>
      <pc:sldChg chg="modSp add del mod">
        <pc:chgData name="Trevoir Williams" userId="6a45007046124a3d" providerId="LiveId" clId="{53D5EA3C-0847-4EC1-9FDC-43DBDAEAF41A}" dt="2026-04-29T18:33:24.054" v="138" actId="26606"/>
        <pc:sldMkLst>
          <pc:docMk/>
          <pc:sldMk cId="0" sldId="664"/>
        </pc:sldMkLst>
        <pc:spChg chg="mod">
          <ac:chgData name="Trevoir Williams" userId="6a45007046124a3d" providerId="LiveId" clId="{53D5EA3C-0847-4EC1-9FDC-43DBDAEAF41A}" dt="2026-04-29T18:14:01.891" v="0"/>
          <ac:spMkLst>
            <pc:docMk/>
            <pc:sldMk cId="0" sldId="664"/>
            <ac:spMk id="379" creationId="{00000000-0000-0000-0000-000000000000}"/>
          </ac:spMkLst>
        </pc:spChg>
        <pc:spChg chg="mod">
          <ac:chgData name="Trevoir Williams" userId="6a45007046124a3d" providerId="LiveId" clId="{53D5EA3C-0847-4EC1-9FDC-43DBDAEAF41A}" dt="2026-04-29T18:14:01.891" v="0"/>
          <ac:spMkLst>
            <pc:docMk/>
            <pc:sldMk cId="0" sldId="664"/>
            <ac:spMk id="380" creationId="{00000000-0000-0000-0000-000000000000}"/>
          </ac:spMkLst>
        </pc:spChg>
        <pc:picChg chg="mod">
          <ac:chgData name="Trevoir Williams" userId="6a45007046124a3d" providerId="LiveId" clId="{53D5EA3C-0847-4EC1-9FDC-43DBDAEAF41A}" dt="2026-04-29T18:33:24.054" v="138" actId="26606"/>
          <ac:picMkLst>
            <pc:docMk/>
            <pc:sldMk cId="0" sldId="664"/>
            <ac:picMk id="3" creationId="{6796419D-C157-7E19-6A0F-0FB44E5B1A88}"/>
          </ac:picMkLst>
        </pc:picChg>
      </pc:sldChg>
      <pc:sldChg chg="modSp add mod setBg">
        <pc:chgData name="Trevoir Williams" userId="6a45007046124a3d" providerId="LiveId" clId="{53D5EA3C-0847-4EC1-9FDC-43DBDAEAF41A}" dt="2026-04-29T18:41:55.063" v="497" actId="27636"/>
        <pc:sldMkLst>
          <pc:docMk/>
          <pc:sldMk cId="0" sldId="665"/>
        </pc:sldMkLst>
        <pc:spChg chg="mod">
          <ac:chgData name="Trevoir Williams" userId="6a45007046124a3d" providerId="LiveId" clId="{53D5EA3C-0847-4EC1-9FDC-43DBDAEAF41A}" dt="2026-04-29T18:36:33.074" v="162" actId="26606"/>
          <ac:spMkLst>
            <pc:docMk/>
            <pc:sldMk cId="0" sldId="665"/>
            <ac:spMk id="3" creationId="{00000000-0000-0000-0000-000000000000}"/>
          </ac:spMkLst>
        </pc:spChg>
        <pc:spChg chg="mod">
          <ac:chgData name="Trevoir Williams" userId="6a45007046124a3d" providerId="LiveId" clId="{53D5EA3C-0847-4EC1-9FDC-43DBDAEAF41A}" dt="2026-04-29T18:41:55.055" v="495" actId="27636"/>
          <ac:spMkLst>
            <pc:docMk/>
            <pc:sldMk cId="0" sldId="665"/>
            <ac:spMk id="4" creationId="{00000000-0000-0000-0000-000000000000}"/>
          </ac:spMkLst>
        </pc:spChg>
        <pc:spChg chg="mod">
          <ac:chgData name="Trevoir Williams" userId="6a45007046124a3d" providerId="LiveId" clId="{53D5EA3C-0847-4EC1-9FDC-43DBDAEAF41A}" dt="2026-04-29T18:41:55.063" v="497" actId="27636"/>
          <ac:spMkLst>
            <pc:docMk/>
            <pc:sldMk cId="0" sldId="665"/>
            <ac:spMk id="23" creationId="{00000000-0000-0000-0000-000000000000}"/>
          </ac:spMkLst>
        </pc:spChg>
        <pc:spChg chg="mod">
          <ac:chgData name="Trevoir Williams" userId="6a45007046124a3d" providerId="LiveId" clId="{53D5EA3C-0847-4EC1-9FDC-43DBDAEAF41A}" dt="2026-04-29T18:41:47.865" v="484" actId="26606"/>
          <ac:spMkLst>
            <pc:docMk/>
            <pc:sldMk cId="0" sldId="665"/>
            <ac:spMk id="28" creationId="{00000000-0000-0000-0000-000000000000}"/>
          </ac:spMkLst>
        </pc:spChg>
        <pc:spChg chg="mod">
          <ac:chgData name="Trevoir Williams" userId="6a45007046124a3d" providerId="LiveId" clId="{53D5EA3C-0847-4EC1-9FDC-43DBDAEAF41A}" dt="2026-04-29T18:41:55.059" v="496" actId="27636"/>
          <ac:spMkLst>
            <pc:docMk/>
            <pc:sldMk cId="0" sldId="665"/>
            <ac:spMk id="33" creationId="{00000000-0000-0000-0000-000000000000}"/>
          </ac:spMkLst>
        </pc:spChg>
        <pc:spChg chg="mod">
          <ac:chgData name="Trevoir Williams" userId="6a45007046124a3d" providerId="LiveId" clId="{53D5EA3C-0847-4EC1-9FDC-43DBDAEAF41A}" dt="2026-04-29T18:41:47.865" v="484" actId="26606"/>
          <ac:spMkLst>
            <pc:docMk/>
            <pc:sldMk cId="0" sldId="665"/>
            <ac:spMk id="35" creationId="{00000000-0000-0000-0000-000000000000}"/>
          </ac:spMkLst>
        </pc:spChg>
        <pc:spChg chg="mod">
          <ac:chgData name="Trevoir Williams" userId="6a45007046124a3d" providerId="LiveId" clId="{53D5EA3C-0847-4EC1-9FDC-43DBDAEAF41A}" dt="2026-04-29T18:41:47.865" v="484" actId="26606"/>
          <ac:spMkLst>
            <pc:docMk/>
            <pc:sldMk cId="0" sldId="665"/>
            <ac:spMk id="36" creationId="{00000000-0000-0000-0000-000000000000}"/>
          </ac:spMkLst>
        </pc:spChg>
      </pc:sldChg>
      <pc:sldChg chg="modSp add mod setBg">
        <pc:chgData name="Trevoir Williams" userId="6a45007046124a3d" providerId="LiveId" clId="{53D5EA3C-0847-4EC1-9FDC-43DBDAEAF41A}" dt="2026-04-29T18:41:51.533" v="494" actId="27636"/>
        <pc:sldMkLst>
          <pc:docMk/>
          <pc:sldMk cId="0" sldId="666"/>
        </pc:sldMkLst>
        <pc:spChg chg="mod">
          <ac:chgData name="Trevoir Williams" userId="6a45007046124a3d" providerId="LiveId" clId="{53D5EA3C-0847-4EC1-9FDC-43DBDAEAF41A}" dt="2026-04-29T18:36:33.074" v="162" actId="26606"/>
          <ac:spMkLst>
            <pc:docMk/>
            <pc:sldMk cId="0" sldId="666"/>
            <ac:spMk id="3" creationId="{00000000-0000-0000-0000-000000000000}"/>
          </ac:spMkLst>
        </pc:spChg>
        <pc:spChg chg="mod">
          <ac:chgData name="Trevoir Williams" userId="6a45007046124a3d" providerId="LiveId" clId="{53D5EA3C-0847-4EC1-9FDC-43DBDAEAF41A}" dt="2026-04-29T18:41:51.517" v="489" actId="27636"/>
          <ac:spMkLst>
            <pc:docMk/>
            <pc:sldMk cId="0" sldId="666"/>
            <ac:spMk id="4" creationId="{00000000-0000-0000-0000-000000000000}"/>
          </ac:spMkLst>
        </pc:spChg>
        <pc:spChg chg="mod">
          <ac:chgData name="Trevoir Williams" userId="6a45007046124a3d" providerId="LiveId" clId="{53D5EA3C-0847-4EC1-9FDC-43DBDAEAF41A}" dt="2026-04-29T18:41:51.521" v="490" actId="27636"/>
          <ac:spMkLst>
            <pc:docMk/>
            <pc:sldMk cId="0" sldId="666"/>
            <ac:spMk id="9" creationId="{00000000-0000-0000-0000-000000000000}"/>
          </ac:spMkLst>
        </pc:spChg>
        <pc:spChg chg="mod">
          <ac:chgData name="Trevoir Williams" userId="6a45007046124a3d" providerId="LiveId" clId="{53D5EA3C-0847-4EC1-9FDC-43DBDAEAF41A}" dt="2026-04-29T18:41:51.524" v="492" actId="27636"/>
          <ac:spMkLst>
            <pc:docMk/>
            <pc:sldMk cId="0" sldId="666"/>
            <ac:spMk id="14" creationId="{00000000-0000-0000-0000-000000000000}"/>
          </ac:spMkLst>
        </pc:spChg>
        <pc:spChg chg="mod">
          <ac:chgData name="Trevoir Williams" userId="6a45007046124a3d" providerId="LiveId" clId="{53D5EA3C-0847-4EC1-9FDC-43DBDAEAF41A}" dt="2026-04-29T18:41:51.524" v="491" actId="27636"/>
          <ac:spMkLst>
            <pc:docMk/>
            <pc:sldMk cId="0" sldId="666"/>
            <ac:spMk id="19" creationId="{00000000-0000-0000-0000-000000000000}"/>
          </ac:spMkLst>
        </pc:spChg>
        <pc:spChg chg="mod">
          <ac:chgData name="Trevoir Williams" userId="6a45007046124a3d" providerId="LiveId" clId="{53D5EA3C-0847-4EC1-9FDC-43DBDAEAF41A}" dt="2026-04-29T18:41:51.515" v="488" actId="27636"/>
          <ac:spMkLst>
            <pc:docMk/>
            <pc:sldMk cId="0" sldId="666"/>
            <ac:spMk id="24" creationId="{00000000-0000-0000-0000-000000000000}"/>
          </ac:spMkLst>
        </pc:spChg>
        <pc:spChg chg="mod">
          <ac:chgData name="Trevoir Williams" userId="6a45007046124a3d" providerId="LiveId" clId="{53D5EA3C-0847-4EC1-9FDC-43DBDAEAF41A}" dt="2026-04-29T18:41:51.533" v="494" actId="27636"/>
          <ac:spMkLst>
            <pc:docMk/>
            <pc:sldMk cId="0" sldId="666"/>
            <ac:spMk id="29" creationId="{00000000-0000-0000-0000-000000000000}"/>
          </ac:spMkLst>
        </pc:spChg>
        <pc:spChg chg="mod">
          <ac:chgData name="Trevoir Williams" userId="6a45007046124a3d" providerId="LiveId" clId="{53D5EA3C-0847-4EC1-9FDC-43DBDAEAF41A}" dt="2026-04-29T18:41:51.530" v="493" actId="27636"/>
          <ac:spMkLst>
            <pc:docMk/>
            <pc:sldMk cId="0" sldId="666"/>
            <ac:spMk id="34" creationId="{00000000-0000-0000-0000-000000000000}"/>
          </ac:spMkLst>
        </pc:spChg>
        <pc:spChg chg="mod">
          <ac:chgData name="Trevoir Williams" userId="6a45007046124a3d" providerId="LiveId" clId="{53D5EA3C-0847-4EC1-9FDC-43DBDAEAF41A}" dt="2026-04-29T18:41:47.865" v="484" actId="26606"/>
          <ac:spMkLst>
            <pc:docMk/>
            <pc:sldMk cId="0" sldId="666"/>
            <ac:spMk id="36" creationId="{00000000-0000-0000-0000-000000000000}"/>
          </ac:spMkLst>
        </pc:spChg>
        <pc:spChg chg="mod">
          <ac:chgData name="Trevoir Williams" userId="6a45007046124a3d" providerId="LiveId" clId="{53D5EA3C-0847-4EC1-9FDC-43DBDAEAF41A}" dt="2026-04-29T18:41:47.865" v="484" actId="26606"/>
          <ac:spMkLst>
            <pc:docMk/>
            <pc:sldMk cId="0" sldId="666"/>
            <ac:spMk id="3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6537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 the updated course. Position this version as a practical, project-based course that starts with Semantic Kernel fundamentals in console applications and progresses into a real ASP.NET Core portal with an embedded copilot. Emphasize that the course is not about building another generic chat app; it is about integrating AI into an enterprise-style application.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the practical standard for the course. Students are not only learning what Semantic Kernel is; they are learning how to integrate it into a serious .NET application with business records, document intelligence, AI actions, and production controls.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project in business terms. The KnowledgeOps Portal is not a tutorial-only chat screen. It represents the kind of internal web application where teams manage documents and requests, and where AI becomes an embedded feature that improves productivity while still respecting application boundaries.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why the course is structured the way it is. Students should appreciate the console-first approach because it isolates Semantic Kernel concepts, and they should also understand why the web application becomes the final delivery context.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a:extLst>
            <a:ext uri="{FF2B5EF4-FFF2-40B4-BE49-F238E27FC236}">
              <a16:creationId xmlns:a16="http://schemas.microsoft.com/office/drawing/2014/main" id="{14A46DAA-5CB8-6165-FB6F-F119D79D6640}"/>
            </a:ext>
          </a:extLst>
        </p:cNvPr>
        <p:cNvGrpSpPr/>
        <p:nvPr/>
      </p:nvGrpSpPr>
      <p:grpSpPr>
        <a:xfrm>
          <a:off x="0" y="0"/>
          <a:ext cx="0" cy="0"/>
          <a:chOff x="0" y="0"/>
          <a:chExt cx="0" cy="0"/>
        </a:xfrm>
      </p:grpSpPr>
      <p:sp>
        <p:nvSpPr>
          <p:cNvPr id="591" name="Google Shape;591;p:notes">
            <a:extLst>
              <a:ext uri="{FF2B5EF4-FFF2-40B4-BE49-F238E27FC236}">
                <a16:creationId xmlns:a16="http://schemas.microsoft.com/office/drawing/2014/main" id="{B1E973A8-0F17-A8D4-FE98-229882785C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p:notes">
            <a:extLst>
              <a:ext uri="{FF2B5EF4-FFF2-40B4-BE49-F238E27FC236}">
                <a16:creationId xmlns:a16="http://schemas.microsoft.com/office/drawing/2014/main" id="{46C4A978-0498-1F12-2780-3D6A07F9AC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9470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2"/>
        <p:cNvGrpSpPr/>
        <p:nvPr/>
      </p:nvGrpSpPr>
      <p:grpSpPr>
        <a:xfrm>
          <a:off x="0" y="0"/>
          <a:ext cx="0" cy="0"/>
          <a:chOff x="0" y="0"/>
          <a:chExt cx="0" cy="0"/>
        </a:xfrm>
      </p:grpSpPr>
      <p:sp>
        <p:nvSpPr>
          <p:cNvPr id="2073" name="Google Shape;2073;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4" name="Google Shape;2074;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t>Together, we’ll unlock the power of Generative AI with .NET and Azure AI Services. From fundamental concepts to hands-on labs, this course will give you the skills to build intelligent, cutting-edge applications. Let’s get to work and make something amazing!"</a:t>
            </a: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Section 2: Introduction to Semantic Kernel. Introduce the key AI concepts and Semantic Kernel fundamentals.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Introduce the key AI concepts and Semantic Kernel fundamentals.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roadmap to orient learners before starting Section 2.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LLMs without overcomplicating the math. The key point for developers is that an LLM is powerful at language reasoning and generation, but it is not a database, a rules engine, or a trustworthy source of current organizational truth by default.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2.3 — What is Generative AI?: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2.4 — What is Semantic Kernel?: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2.5 — Why Use Semantic Kernel Instead of Calling the Model Directly?: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2.6 — Semantic Kernel vs Microsoft Agent Framework: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2.7 — Understanding AI Agents in Business Context: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review slide to close Section 2.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Section 3: Environment Setup and Starter Solution. Prepare the development environment and starter solution.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this section by telling learners what they will know and what they will build. Explain how the section fits into the broader course story: Prepare the development environment and starter solution.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3.3 — Azure OpenAI Prerequisites and Resource Planning: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3.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4: Building Your First Kernel. Create the first working Semantic Kernel console application.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Create the first working Semantic Kernel console application.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roadmap to orient learners before starting Section 4.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4.2 — Understanding the Kernel, Services, and Connectors: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4.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5: Semantic Kernel Plugins. Introduce plugins, prompts, reusable prompt assets, and prompt engineering fundamentals.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Introduce plugins, prompts, reusable prompt assets, and prompt engineering fundamentals.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roadmap to orient learners before starting Section 5.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5.2 — Introduction to Plugins: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5.4 — Prompt Engineering for Application Developers: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5.5 — Prompt Templates, Variables, and Arguments: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5.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6: Plugins and Native Functions. Extend the console app with native functions, local logic, and automatic invocation.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Extend the console app with native functions, local logic, and automatic invocation.</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roadmap to orient learners before starting Section 6.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6.2 — Understanding Plugins, Functions, and Discoverability: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6.8 — Automatically Invoking Functions: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6.10 — Design Rules for Good Plugins: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6.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7: Moving into ASP.NET Core. Translate console concepts into a real ASP.NET Core business portal.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Translate console concepts into a real ASP.NET Core business portal.</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roadmap to orient learners before starting Section 7.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7.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8: Contextual Assistance, History, and Grounding. Add persistence, document intelligence, RAG, citations, and memory to the portal.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Add persistence, document intelligence, RAG, citations, and memory to the portal.</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roadmap to orient learners before starting Section 8.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8.8 — Core RAG Concepts: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8.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9: Enterprise Actions, Guardrails, and Workflow Orchestration. Move beyond answers and support safe business workflows.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Move beyond answers and support safe business workflows.</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roadmap to orient learners before starting Section 9.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9.2 — Reuse Console Plugins in the Web Application: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9.10 — Human-in-the-Loop Workflow Design: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9.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10: Observability, Evaluation, and Production Readiness. Make the solution observable, testable, and deployment-ready.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Make the solution observable, testable, and deployment-ready.</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roadmap to orient learners before starting Section 10.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10.2 — Why Observability Matters for Semantic Kernel Applications: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explain the balancing act in production AI systems. Emphasize that the best solution is not the most elaborate one; it is the one that delivers acceptable quality, latency, cost, and user confidence for the workflow.</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10.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11: Conclusion and Next Steps. Close the course and point learners toward practical next steps.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reconnect the entire journey. Help learners see the course as one progressive build rather than separate topics.</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map the finished portal back to concrete skills. Help learners name what they can now explain, build, and evaluate in a real project.</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11.3 — Where to Go Next with Semantic Kernel: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with confidence and direction. Encourage learners to extend the portal, deploy responsibly, and keep applying Semantic Kernel with production discipline.</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is for instructor grounding and update discipline. Keep the course aligned to current Microsoft and IronPDF guidance when recording demos or updating code. If documentation or packages change, prioritize the current official documentation over earlier transcripts or older sample code.</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7F9F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498107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1447800" y="2708033"/>
            <a:ext cx="6235600" cy="1546400"/>
          </a:xfrm>
          <a:prstGeom prst="rect">
            <a:avLst/>
          </a:prstGeom>
        </p:spPr>
        <p:txBody>
          <a:bodyPr spcFirstLastPara="1" wrap="square" lIns="0" tIns="0" rIns="0" bIns="0" anchor="b"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14" name="Google Shape;14;p3"/>
          <p:cNvSpPr txBox="1">
            <a:spLocks noGrp="1"/>
          </p:cNvSpPr>
          <p:nvPr>
            <p:ph type="subTitle" idx="1"/>
          </p:nvPr>
        </p:nvSpPr>
        <p:spPr>
          <a:xfrm>
            <a:off x="1447800" y="4383635"/>
            <a:ext cx="6235600" cy="511600"/>
          </a:xfrm>
          <a:prstGeom prst="rect">
            <a:avLst/>
          </a:prstGeom>
        </p:spPr>
        <p:txBody>
          <a:bodyPr spcFirstLastPara="1" wrap="square" lIns="0" tIns="0" rIns="0" bIns="0" anchor="t" anchorCtr="0">
            <a:noAutofit/>
          </a:bodyPr>
          <a:lstStyle>
            <a:lvl1pPr lvl="0" rtl="0">
              <a:spcBef>
                <a:spcPts val="0"/>
              </a:spcBef>
              <a:spcAft>
                <a:spcPts val="0"/>
              </a:spcAft>
              <a:buClr>
                <a:schemeClr val="dk2"/>
              </a:buClr>
              <a:buSzPts val="1800"/>
              <a:buNone/>
              <a:defRPr>
                <a:solidFill>
                  <a:schemeClr val="dk2"/>
                </a:solidFill>
              </a:defRPr>
            </a:lvl1pPr>
            <a:lvl2pPr lvl="1" rtl="0">
              <a:spcBef>
                <a:spcPts val="0"/>
              </a:spcBef>
              <a:spcAft>
                <a:spcPts val="0"/>
              </a:spcAft>
              <a:buClr>
                <a:schemeClr val="dk2"/>
              </a:buClr>
              <a:buSzPts val="3000"/>
              <a:buNone/>
              <a:defRPr sz="4000">
                <a:solidFill>
                  <a:schemeClr val="dk2"/>
                </a:solidFill>
              </a:defRPr>
            </a:lvl2pPr>
            <a:lvl3pPr lvl="2" rtl="0">
              <a:spcBef>
                <a:spcPts val="0"/>
              </a:spcBef>
              <a:spcAft>
                <a:spcPts val="0"/>
              </a:spcAft>
              <a:buClr>
                <a:schemeClr val="dk2"/>
              </a:buClr>
              <a:buSzPts val="3000"/>
              <a:buNone/>
              <a:defRPr sz="4000">
                <a:solidFill>
                  <a:schemeClr val="dk2"/>
                </a:solidFill>
              </a:defRPr>
            </a:lvl3pPr>
            <a:lvl4pPr lvl="3" rtl="0">
              <a:spcBef>
                <a:spcPts val="0"/>
              </a:spcBef>
              <a:spcAft>
                <a:spcPts val="0"/>
              </a:spcAft>
              <a:buClr>
                <a:schemeClr val="dk2"/>
              </a:buClr>
              <a:buSzPts val="3000"/>
              <a:buNone/>
              <a:defRPr sz="4000">
                <a:solidFill>
                  <a:schemeClr val="dk2"/>
                </a:solidFill>
              </a:defRPr>
            </a:lvl4pPr>
            <a:lvl5pPr lvl="4" rtl="0">
              <a:spcBef>
                <a:spcPts val="0"/>
              </a:spcBef>
              <a:spcAft>
                <a:spcPts val="0"/>
              </a:spcAft>
              <a:buClr>
                <a:schemeClr val="dk2"/>
              </a:buClr>
              <a:buSzPts val="3000"/>
              <a:buNone/>
              <a:defRPr sz="4000">
                <a:solidFill>
                  <a:schemeClr val="dk2"/>
                </a:solidFill>
              </a:defRPr>
            </a:lvl5pPr>
            <a:lvl6pPr lvl="5" rtl="0">
              <a:spcBef>
                <a:spcPts val="0"/>
              </a:spcBef>
              <a:spcAft>
                <a:spcPts val="0"/>
              </a:spcAft>
              <a:buClr>
                <a:schemeClr val="dk2"/>
              </a:buClr>
              <a:buSzPts val="3000"/>
              <a:buNone/>
              <a:defRPr sz="4000">
                <a:solidFill>
                  <a:schemeClr val="dk2"/>
                </a:solidFill>
              </a:defRPr>
            </a:lvl6pPr>
            <a:lvl7pPr lvl="6" rtl="0">
              <a:spcBef>
                <a:spcPts val="0"/>
              </a:spcBef>
              <a:spcAft>
                <a:spcPts val="0"/>
              </a:spcAft>
              <a:buClr>
                <a:schemeClr val="dk2"/>
              </a:buClr>
              <a:buSzPts val="3000"/>
              <a:buNone/>
              <a:defRPr sz="4000">
                <a:solidFill>
                  <a:schemeClr val="dk2"/>
                </a:solidFill>
              </a:defRPr>
            </a:lvl7pPr>
            <a:lvl8pPr lvl="7" rtl="0">
              <a:spcBef>
                <a:spcPts val="0"/>
              </a:spcBef>
              <a:spcAft>
                <a:spcPts val="0"/>
              </a:spcAft>
              <a:buClr>
                <a:schemeClr val="dk2"/>
              </a:buClr>
              <a:buSzPts val="3000"/>
              <a:buNone/>
              <a:defRPr sz="4000">
                <a:solidFill>
                  <a:schemeClr val="dk2"/>
                </a:solidFill>
              </a:defRPr>
            </a:lvl8pPr>
            <a:lvl9pPr lvl="8" rtl="0">
              <a:spcBef>
                <a:spcPts val="0"/>
              </a:spcBef>
              <a:spcAft>
                <a:spcPts val="0"/>
              </a:spcAft>
              <a:buClr>
                <a:schemeClr val="dk2"/>
              </a:buClr>
              <a:buSzPts val="3000"/>
              <a:buNone/>
              <a:defRPr sz="4000">
                <a:solidFill>
                  <a:schemeClr val="dk2"/>
                </a:solidFill>
              </a:defRPr>
            </a:lvl9pPr>
          </a:lstStyle>
          <a:p>
            <a:endParaRPr/>
          </a:p>
        </p:txBody>
      </p:sp>
      <p:sp>
        <p:nvSpPr>
          <p:cNvPr id="15" name="Google Shape;15;p3"/>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01401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28"/>
        <p:cNvGrpSpPr/>
        <p:nvPr/>
      </p:nvGrpSpPr>
      <p:grpSpPr>
        <a:xfrm>
          <a:off x="0" y="0"/>
          <a:ext cx="0" cy="0"/>
          <a:chOff x="0" y="0"/>
          <a:chExt cx="0" cy="0"/>
        </a:xfrm>
      </p:grpSpPr>
      <p:sp>
        <p:nvSpPr>
          <p:cNvPr id="29" name="Google Shape;29;p6"/>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6"/>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6"/>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2" name="Google Shape;32;p6"/>
          <p:cNvSpPr txBox="1">
            <a:spLocks noGrp="1"/>
          </p:cNvSpPr>
          <p:nvPr>
            <p:ph type="body" idx="1"/>
          </p:nvPr>
        </p:nvSpPr>
        <p:spPr>
          <a:xfrm>
            <a:off x="609600"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3" name="Google Shape;33;p6"/>
          <p:cNvSpPr txBox="1">
            <a:spLocks noGrp="1"/>
          </p:cNvSpPr>
          <p:nvPr>
            <p:ph type="body" idx="2"/>
          </p:nvPr>
        </p:nvSpPr>
        <p:spPr>
          <a:xfrm>
            <a:off x="4554104"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4" name="Google Shape;34;p6"/>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51917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 name="Google Shape;55;p10"/>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89171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Quote">
    <p:bg>
      <p:bgPr>
        <a:gradFill>
          <a:gsLst>
            <a:gs pos="0">
              <a:schemeClr val="accent1"/>
            </a:gs>
            <a:gs pos="50000">
              <a:schemeClr val="accent1"/>
            </a:gs>
            <a:gs pos="100000">
              <a:schemeClr val="accent2"/>
            </a:gs>
          </a:gsLst>
          <a:lin ang="16200038" scaled="0"/>
        </a:gradFill>
        <a:effectLst/>
      </p:bgPr>
    </p:bg>
    <p:spTree>
      <p:nvGrpSpPr>
        <p:cNvPr id="1" name="Shape 16"/>
        <p:cNvGrpSpPr/>
        <p:nvPr/>
      </p:nvGrpSpPr>
      <p:grpSpPr>
        <a:xfrm>
          <a:off x="0" y="0"/>
          <a:ext cx="0" cy="0"/>
          <a:chOff x="0" y="0"/>
          <a:chExt cx="0" cy="0"/>
        </a:xfrm>
      </p:grpSpPr>
      <p:sp>
        <p:nvSpPr>
          <p:cNvPr id="17" name="Google Shape;17;p4"/>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 name="Google Shape;18;p4"/>
          <p:cNvSpPr/>
          <p:nvPr/>
        </p:nvSpPr>
        <p:spPr>
          <a:xfrm rot="5400000">
            <a:off x="-404500" y="1236540"/>
            <a:ext cx="1888400" cy="1079600"/>
          </a:xfrm>
          <a:prstGeom prst="triangle">
            <a:avLst>
              <a:gd name="adj" fmla="val 50000"/>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 name="Google Shape;19;p4"/>
          <p:cNvSpPr txBox="1">
            <a:spLocks noGrp="1"/>
          </p:cNvSpPr>
          <p:nvPr>
            <p:ph type="body" idx="1"/>
          </p:nvPr>
        </p:nvSpPr>
        <p:spPr>
          <a:xfrm>
            <a:off x="1385400" y="1371100"/>
            <a:ext cx="6323600" cy="4773200"/>
          </a:xfrm>
          <a:prstGeom prst="rect">
            <a:avLst/>
          </a:prstGeom>
        </p:spPr>
        <p:txBody>
          <a:bodyPr spcFirstLastPara="1" wrap="square" lIns="0" tIns="0" rIns="0" bIns="0" anchor="t" anchorCtr="0">
            <a:noAutofit/>
          </a:bodyPr>
          <a:lstStyle>
            <a:lvl1pPr marL="609585" lvl="0" indent="-575719" rtl="0">
              <a:spcBef>
                <a:spcPts val="800"/>
              </a:spcBef>
              <a:spcAft>
                <a:spcPts val="0"/>
              </a:spcAft>
              <a:buClr>
                <a:schemeClr val="lt1"/>
              </a:buClr>
              <a:buSzPts val="3200"/>
              <a:buChar char="▸"/>
              <a:defRPr sz="4267">
                <a:solidFill>
                  <a:schemeClr val="lt1"/>
                </a:solidFill>
              </a:defRPr>
            </a:lvl1pPr>
            <a:lvl2pPr marL="1219170" lvl="1" indent="-575719" rtl="0">
              <a:spcBef>
                <a:spcPts val="800"/>
              </a:spcBef>
              <a:spcAft>
                <a:spcPts val="0"/>
              </a:spcAft>
              <a:buClr>
                <a:schemeClr val="lt1"/>
              </a:buClr>
              <a:buSzPts val="3200"/>
              <a:buChar char="▹"/>
              <a:defRPr sz="4267">
                <a:solidFill>
                  <a:schemeClr val="lt1"/>
                </a:solidFill>
              </a:defRPr>
            </a:lvl2pPr>
            <a:lvl3pPr marL="1828754" lvl="2" indent="-575719" rtl="0">
              <a:spcBef>
                <a:spcPts val="800"/>
              </a:spcBef>
              <a:spcAft>
                <a:spcPts val="0"/>
              </a:spcAft>
              <a:buClr>
                <a:schemeClr val="lt1"/>
              </a:buClr>
              <a:buSzPts val="3200"/>
              <a:buChar char="▹"/>
              <a:defRPr sz="4267">
                <a:solidFill>
                  <a:schemeClr val="lt1"/>
                </a:solidFill>
              </a:defRPr>
            </a:lvl3pPr>
            <a:lvl4pPr marL="2438339" lvl="3" indent="-575719" rtl="0">
              <a:spcBef>
                <a:spcPts val="800"/>
              </a:spcBef>
              <a:spcAft>
                <a:spcPts val="0"/>
              </a:spcAft>
              <a:buClr>
                <a:schemeClr val="lt1"/>
              </a:buClr>
              <a:buSzPts val="3200"/>
              <a:buChar char="▹"/>
              <a:defRPr sz="4267">
                <a:solidFill>
                  <a:schemeClr val="lt1"/>
                </a:solidFill>
              </a:defRPr>
            </a:lvl4pPr>
            <a:lvl5pPr marL="3047924" lvl="4" indent="-575719" rtl="0">
              <a:spcBef>
                <a:spcPts val="800"/>
              </a:spcBef>
              <a:spcAft>
                <a:spcPts val="0"/>
              </a:spcAft>
              <a:buClr>
                <a:schemeClr val="lt1"/>
              </a:buClr>
              <a:buSzPts val="3200"/>
              <a:buChar char="▹"/>
              <a:defRPr sz="4267">
                <a:solidFill>
                  <a:schemeClr val="lt1"/>
                </a:solidFill>
              </a:defRPr>
            </a:lvl5pPr>
            <a:lvl6pPr marL="3657509" lvl="5" indent="-575719" rtl="0">
              <a:spcBef>
                <a:spcPts val="800"/>
              </a:spcBef>
              <a:spcAft>
                <a:spcPts val="0"/>
              </a:spcAft>
              <a:buClr>
                <a:schemeClr val="lt1"/>
              </a:buClr>
              <a:buSzPts val="3200"/>
              <a:buChar char="▹"/>
              <a:defRPr sz="4267">
                <a:solidFill>
                  <a:schemeClr val="lt1"/>
                </a:solidFill>
              </a:defRPr>
            </a:lvl6pPr>
            <a:lvl7pPr marL="4267093" lvl="6" indent="-575719" rtl="0">
              <a:spcBef>
                <a:spcPts val="800"/>
              </a:spcBef>
              <a:spcAft>
                <a:spcPts val="0"/>
              </a:spcAft>
              <a:buClr>
                <a:schemeClr val="lt1"/>
              </a:buClr>
              <a:buSzPts val="3200"/>
              <a:buChar char="▹"/>
              <a:defRPr sz="4267">
                <a:solidFill>
                  <a:schemeClr val="lt1"/>
                </a:solidFill>
              </a:defRPr>
            </a:lvl7pPr>
            <a:lvl8pPr marL="4876678" lvl="7" indent="-575719" rtl="0">
              <a:spcBef>
                <a:spcPts val="800"/>
              </a:spcBef>
              <a:spcAft>
                <a:spcPts val="0"/>
              </a:spcAft>
              <a:buClr>
                <a:schemeClr val="lt1"/>
              </a:buClr>
              <a:buSzPts val="3200"/>
              <a:buChar char="▹"/>
              <a:defRPr sz="4267">
                <a:solidFill>
                  <a:schemeClr val="lt1"/>
                </a:solidFill>
              </a:defRPr>
            </a:lvl8pPr>
            <a:lvl9pPr marL="5486263" lvl="8" indent="-575719">
              <a:spcBef>
                <a:spcPts val="800"/>
              </a:spcBef>
              <a:spcAft>
                <a:spcPts val="0"/>
              </a:spcAft>
              <a:buClr>
                <a:schemeClr val="lt1"/>
              </a:buClr>
              <a:buSzPts val="3200"/>
              <a:buChar char="▹"/>
              <a:defRPr sz="4267">
                <a:solidFill>
                  <a:schemeClr val="lt1"/>
                </a:solidFill>
              </a:defRPr>
            </a:lvl9pPr>
          </a:lstStyle>
          <a:p>
            <a:endParaRPr/>
          </a:p>
        </p:txBody>
      </p:sp>
      <p:sp>
        <p:nvSpPr>
          <p:cNvPr id="20" name="Google Shape;20;p4"/>
          <p:cNvSpPr txBox="1"/>
          <p:nvPr/>
        </p:nvSpPr>
        <p:spPr>
          <a:xfrm>
            <a:off x="25400" y="1245033"/>
            <a:ext cx="708000" cy="8716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1466" b="1">
                <a:solidFill>
                  <a:schemeClr val="accent2"/>
                </a:solidFill>
                <a:latin typeface="Raleway"/>
                <a:ea typeface="Raleway"/>
                <a:cs typeface="Raleway"/>
                <a:sym typeface="Raleway"/>
              </a:rPr>
              <a:t>“</a:t>
            </a:r>
            <a:endParaRPr sz="11466" b="1">
              <a:solidFill>
                <a:schemeClr val="accent2"/>
              </a:solidFill>
              <a:latin typeface="Raleway"/>
              <a:ea typeface="Raleway"/>
              <a:cs typeface="Raleway"/>
              <a:sym typeface="Raleway"/>
            </a:endParaRPr>
          </a:p>
        </p:txBody>
      </p:sp>
      <p:sp>
        <p:nvSpPr>
          <p:cNvPr id="21" name="Google Shape;21;p4"/>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47232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sp>
        <p:nvSpPr>
          <p:cNvPr id="23" name="Google Shape;23;p5"/>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6" name="Google Shape;26;p5"/>
          <p:cNvSpPr txBox="1">
            <a:spLocks noGrp="1"/>
          </p:cNvSpPr>
          <p:nvPr>
            <p:ph type="body" idx="1"/>
          </p:nvPr>
        </p:nvSpPr>
        <p:spPr>
          <a:xfrm>
            <a:off x="609600" y="2661000"/>
            <a:ext cx="7521200" cy="35212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a:lvl1pPr>
            <a:lvl2pPr marL="1219170" lvl="1" indent="-457189">
              <a:spcBef>
                <a:spcPts val="800"/>
              </a:spcBef>
              <a:spcAft>
                <a:spcPts val="0"/>
              </a:spcAft>
              <a:buSzPts val="1800"/>
              <a:buChar char="▹"/>
              <a:defRPr/>
            </a:lvl2pPr>
            <a:lvl3pPr marL="1828754" lvl="2" indent="-457189">
              <a:spcBef>
                <a:spcPts val="800"/>
              </a:spcBef>
              <a:spcAft>
                <a:spcPts val="0"/>
              </a:spcAft>
              <a:buSzPts val="1800"/>
              <a:buChar char="▹"/>
              <a:defRPr/>
            </a:lvl3pPr>
            <a:lvl4pPr marL="2438339" lvl="3" indent="-474121">
              <a:spcBef>
                <a:spcPts val="800"/>
              </a:spcBef>
              <a:spcAft>
                <a:spcPts val="0"/>
              </a:spcAft>
              <a:buSzPts val="2000"/>
              <a:buChar char="▹"/>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endParaRPr/>
          </a:p>
        </p:txBody>
      </p:sp>
      <p:sp>
        <p:nvSpPr>
          <p:cNvPr id="27" name="Google Shape;27;p5"/>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8688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35"/>
        <p:cNvGrpSpPr/>
        <p:nvPr/>
      </p:nvGrpSpPr>
      <p:grpSpPr>
        <a:xfrm>
          <a:off x="0" y="0"/>
          <a:ext cx="0" cy="0"/>
          <a:chOff x="0" y="0"/>
          <a:chExt cx="0" cy="0"/>
        </a:xfrm>
      </p:grpSpPr>
      <p:sp>
        <p:nvSpPr>
          <p:cNvPr id="36" name="Google Shape;36;p7"/>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7"/>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9" name="Google Shape;39;p7"/>
          <p:cNvSpPr txBox="1">
            <a:spLocks noGrp="1"/>
          </p:cNvSpPr>
          <p:nvPr>
            <p:ph type="body" idx="1"/>
          </p:nvPr>
        </p:nvSpPr>
        <p:spPr>
          <a:xfrm>
            <a:off x="6096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0" name="Google Shape;40;p7"/>
          <p:cNvSpPr txBox="1">
            <a:spLocks noGrp="1"/>
          </p:cNvSpPr>
          <p:nvPr>
            <p:ph type="body" idx="2"/>
          </p:nvPr>
        </p:nvSpPr>
        <p:spPr>
          <a:xfrm>
            <a:off x="43870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1" name="Google Shape;41;p7"/>
          <p:cNvSpPr txBox="1">
            <a:spLocks noGrp="1"/>
          </p:cNvSpPr>
          <p:nvPr>
            <p:ph type="body" idx="3"/>
          </p:nvPr>
        </p:nvSpPr>
        <p:spPr>
          <a:xfrm>
            <a:off x="81644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2" name="Google Shape;42;p7"/>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71083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dark">
  <p:cSld name="Blank dark">
    <p:bg>
      <p:bgPr>
        <a:gradFill>
          <a:gsLst>
            <a:gs pos="0">
              <a:schemeClr val="accent1"/>
            </a:gs>
            <a:gs pos="50000">
              <a:schemeClr val="accent1"/>
            </a:gs>
            <a:gs pos="100000">
              <a:schemeClr val="accent2"/>
            </a:gs>
          </a:gsLst>
          <a:lin ang="16200038" scaled="0"/>
        </a:gradFill>
        <a:effectLst/>
      </p:bgPr>
    </p:bg>
    <p:spTree>
      <p:nvGrpSpPr>
        <p:cNvPr id="1" name="Shape 56"/>
        <p:cNvGrpSpPr/>
        <p:nvPr/>
      </p:nvGrpSpPr>
      <p:grpSpPr>
        <a:xfrm>
          <a:off x="0" y="0"/>
          <a:ext cx="0" cy="0"/>
          <a:chOff x="0" y="0"/>
          <a:chExt cx="0" cy="0"/>
        </a:xfrm>
      </p:grpSpPr>
      <p:sp>
        <p:nvSpPr>
          <p:cNvPr id="57" name="Google Shape;57;p11"/>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 name="Google Shape;58;p11"/>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12202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8"/>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 name="Google Shape;45;p8"/>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 name="Google Shape;46;p8"/>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47" name="Google Shape;47;p8"/>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194983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8"/>
        <p:cNvGrpSpPr/>
        <p:nvPr/>
      </p:nvGrpSpPr>
      <p:grpSpPr>
        <a:xfrm>
          <a:off x="0" y="0"/>
          <a:ext cx="0" cy="0"/>
          <a:chOff x="0" y="0"/>
          <a:chExt cx="0" cy="0"/>
        </a:xfrm>
      </p:grpSpPr>
      <p:sp>
        <p:nvSpPr>
          <p:cNvPr id="49" name="Google Shape;49;p9"/>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0" name="Google Shape;50;p9"/>
          <p:cNvSpPr/>
          <p:nvPr/>
        </p:nvSpPr>
        <p:spPr>
          <a:xfrm rot="5400000">
            <a:off x="-133800" y="59316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9"/>
          <p:cNvSpPr txBox="1">
            <a:spLocks noGrp="1"/>
          </p:cNvSpPr>
          <p:nvPr>
            <p:ph type="body" idx="1"/>
          </p:nvPr>
        </p:nvSpPr>
        <p:spPr>
          <a:xfrm>
            <a:off x="609600" y="5875079"/>
            <a:ext cx="10972800" cy="692800"/>
          </a:xfrm>
          <a:prstGeom prst="rect">
            <a:avLst/>
          </a:prstGeom>
        </p:spPr>
        <p:txBody>
          <a:bodyPr spcFirstLastPara="1" wrap="square" lIns="0" tIns="0" rIns="0" bIns="0" anchor="t" anchorCtr="0">
            <a:noAutofit/>
          </a:bodyPr>
          <a:lstStyle>
            <a:lvl1pPr marL="609585" lvl="0" indent="-304792">
              <a:spcBef>
                <a:spcPts val="480"/>
              </a:spcBef>
              <a:spcAft>
                <a:spcPts val="0"/>
              </a:spcAft>
              <a:buSzPts val="1800"/>
              <a:buNone/>
              <a:defRPr sz="2400"/>
            </a:lvl1pPr>
          </a:lstStyle>
          <a:p>
            <a:endParaRPr/>
          </a:p>
        </p:txBody>
      </p:sp>
      <p:sp>
        <p:nvSpPr>
          <p:cNvPr id="52" name="Google Shape;52;p9"/>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364217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50000">
              <a:schemeClr val="lt1"/>
            </a:gs>
            <a:gs pos="100000">
              <a:schemeClr val="lt2"/>
            </a:gs>
          </a:gsLst>
          <a:lin ang="16200038"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807467"/>
            <a:ext cx="7521200" cy="14436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1pPr>
            <a:lvl2pPr lvl="1">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2pPr>
            <a:lvl3pPr lvl="2">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3pPr>
            <a:lvl4pPr lvl="3">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4pPr>
            <a:lvl5pPr lvl="4">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5pPr>
            <a:lvl6pPr lvl="5">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6pPr>
            <a:lvl7pPr lvl="6">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7pPr>
            <a:lvl8pPr lvl="7">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8pPr>
            <a:lvl9pPr lvl="8">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9pPr>
          </a:lstStyle>
          <a:p>
            <a:endParaRPr/>
          </a:p>
        </p:txBody>
      </p:sp>
      <p:sp>
        <p:nvSpPr>
          <p:cNvPr id="7" name="Google Shape;7;p1"/>
          <p:cNvSpPr txBox="1">
            <a:spLocks noGrp="1"/>
          </p:cNvSpPr>
          <p:nvPr>
            <p:ph type="body" idx="1"/>
          </p:nvPr>
        </p:nvSpPr>
        <p:spPr>
          <a:xfrm>
            <a:off x="609600" y="2661000"/>
            <a:ext cx="7521200" cy="3572000"/>
          </a:xfrm>
          <a:prstGeom prst="rect">
            <a:avLst/>
          </a:prstGeom>
          <a:noFill/>
          <a:ln>
            <a:noFill/>
          </a:ln>
        </p:spPr>
        <p:txBody>
          <a:bodyPr spcFirstLastPara="1" wrap="square" lIns="0" tIns="0" rIns="0" bIns="0" anchor="t" anchorCtr="0">
            <a:noAutofit/>
          </a:bodyPr>
          <a:lstStyle>
            <a:lvl1pPr marL="457200" lvl="0"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1pPr>
            <a:lvl2pPr marL="914400" lvl="1"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2pPr>
            <a:lvl3pPr marL="1371600" lvl="2"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3pPr>
            <a:lvl4pPr marL="1828800" lvl="3"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4pPr>
            <a:lvl5pPr marL="2286000" lvl="4"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5pPr>
            <a:lvl6pPr marL="2743200" lvl="5"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6pPr>
            <a:lvl7pPr marL="3200400" lvl="6"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7pPr>
            <a:lvl8pPr marL="3657600" lvl="7"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8pPr>
            <a:lvl9pPr marL="4114800" lvl="8"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9pPr>
          </a:lstStyle>
          <a:p>
            <a:endParaRPr/>
          </a:p>
        </p:txBody>
      </p:sp>
      <p:sp>
        <p:nvSpPr>
          <p:cNvPr id="8" name="Google Shape;8;p1"/>
          <p:cNvSpPr txBox="1">
            <a:spLocks noGrp="1"/>
          </p:cNvSpPr>
          <p:nvPr>
            <p:ph type="sldNum" idx="12"/>
          </p:nvPr>
        </p:nvSpPr>
        <p:spPr>
          <a:xfrm>
            <a:off x="11532033" y="6182333"/>
            <a:ext cx="609200" cy="624800"/>
          </a:xfrm>
          <a:prstGeom prst="rect">
            <a:avLst/>
          </a:prstGeom>
          <a:noFill/>
          <a:ln>
            <a:noFill/>
          </a:ln>
        </p:spPr>
        <p:txBody>
          <a:bodyPr spcFirstLastPara="1" wrap="square" lIns="0" tIns="0" rIns="0" bIns="0" anchor="b" anchorCtr="0">
            <a:noAutofit/>
          </a:bodyPr>
          <a:lstStyle>
            <a:lvl1pPr lvl="0" algn="r">
              <a:buNone/>
              <a:defRPr sz="1600">
                <a:solidFill>
                  <a:schemeClr val="lt1"/>
                </a:solidFill>
                <a:latin typeface="Barlow Light"/>
                <a:ea typeface="Barlow Light"/>
                <a:cs typeface="Barlow Light"/>
                <a:sym typeface="Barlow Light"/>
              </a:defRPr>
            </a:lvl1pPr>
            <a:lvl2pPr lvl="1" algn="r">
              <a:buNone/>
              <a:defRPr sz="1600">
                <a:solidFill>
                  <a:schemeClr val="lt1"/>
                </a:solidFill>
                <a:latin typeface="Barlow Light"/>
                <a:ea typeface="Barlow Light"/>
                <a:cs typeface="Barlow Light"/>
                <a:sym typeface="Barlow Light"/>
              </a:defRPr>
            </a:lvl2pPr>
            <a:lvl3pPr lvl="2" algn="r">
              <a:buNone/>
              <a:defRPr sz="1600">
                <a:solidFill>
                  <a:schemeClr val="lt1"/>
                </a:solidFill>
                <a:latin typeface="Barlow Light"/>
                <a:ea typeface="Barlow Light"/>
                <a:cs typeface="Barlow Light"/>
                <a:sym typeface="Barlow Light"/>
              </a:defRPr>
            </a:lvl3pPr>
            <a:lvl4pPr lvl="3" algn="r">
              <a:buNone/>
              <a:defRPr sz="1600">
                <a:solidFill>
                  <a:schemeClr val="lt1"/>
                </a:solidFill>
                <a:latin typeface="Barlow Light"/>
                <a:ea typeface="Barlow Light"/>
                <a:cs typeface="Barlow Light"/>
                <a:sym typeface="Barlow Light"/>
              </a:defRPr>
            </a:lvl4pPr>
            <a:lvl5pPr lvl="4" algn="r">
              <a:buNone/>
              <a:defRPr sz="1600">
                <a:solidFill>
                  <a:schemeClr val="lt1"/>
                </a:solidFill>
                <a:latin typeface="Barlow Light"/>
                <a:ea typeface="Barlow Light"/>
                <a:cs typeface="Barlow Light"/>
                <a:sym typeface="Barlow Light"/>
              </a:defRPr>
            </a:lvl5pPr>
            <a:lvl6pPr lvl="5" algn="r">
              <a:buNone/>
              <a:defRPr sz="1600">
                <a:solidFill>
                  <a:schemeClr val="lt1"/>
                </a:solidFill>
                <a:latin typeface="Barlow Light"/>
                <a:ea typeface="Barlow Light"/>
                <a:cs typeface="Barlow Light"/>
                <a:sym typeface="Barlow Light"/>
              </a:defRPr>
            </a:lvl6pPr>
            <a:lvl7pPr lvl="6" algn="r">
              <a:buNone/>
              <a:defRPr sz="1600">
                <a:solidFill>
                  <a:schemeClr val="lt1"/>
                </a:solidFill>
                <a:latin typeface="Barlow Light"/>
                <a:ea typeface="Barlow Light"/>
                <a:cs typeface="Barlow Light"/>
                <a:sym typeface="Barlow Light"/>
              </a:defRPr>
            </a:lvl7pPr>
            <a:lvl8pPr lvl="7" algn="r">
              <a:buNone/>
              <a:defRPr sz="1600">
                <a:solidFill>
                  <a:schemeClr val="lt1"/>
                </a:solidFill>
                <a:latin typeface="Barlow Light"/>
                <a:ea typeface="Barlow Light"/>
                <a:cs typeface="Barlow Light"/>
                <a:sym typeface="Barlow Light"/>
              </a:defRPr>
            </a:lvl8pPr>
            <a:lvl9pPr lvl="8" algn="r">
              <a:buNone/>
              <a:defRPr sz="1600">
                <a:solidFill>
                  <a:schemeClr val="lt1"/>
                </a:solidFill>
                <a:latin typeface="Barlow Light"/>
                <a:ea typeface="Barlow Light"/>
                <a:cs typeface="Barlow Light"/>
                <a:sym typeface="Barlow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63774119"/>
      </p:ext>
    </p:extLst>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91440"/>
            <a:ext cx="1143000" cy="201168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1325880" y="1005840"/>
            <a:ext cx="7040880" cy="1554480"/>
          </a:xfrm>
          <a:prstGeom prst="rect">
            <a:avLst/>
          </a:prstGeom>
          <a:noFill/>
          <a:ln/>
        </p:spPr>
        <p:txBody>
          <a:bodyPr wrap="square" lIns="254" tIns="254" rIns="254" bIns="254" rtlCol="0" anchor="ctr">
            <a:normAutofit fontScale="92500"/>
          </a:bodyPr>
          <a:lstStyle/>
          <a:p>
            <a:pPr marL="0" indent="0">
              <a:buNone/>
            </a:pPr>
            <a:r>
              <a:rPr lang="it-IT" sz="4200" b="1" dirty="0">
                <a:solidFill>
                  <a:srgbClr val="007DB8"/>
                </a:solidFill>
                <a:latin typeface="Raleway" pitchFamily="34" charset="0"/>
                <a:ea typeface="Raleway" pitchFamily="34" charset="-122"/>
                <a:cs typeface="Raleway" pitchFamily="34" charset="-120"/>
              </a:rPr>
              <a:t>Semantic Kernel SDK - Integrating AI in Applications</a:t>
            </a:r>
          </a:p>
        </p:txBody>
      </p:sp>
      <p:sp>
        <p:nvSpPr>
          <p:cNvPr id="6" name="Text 4"/>
          <p:cNvSpPr/>
          <p:nvPr/>
        </p:nvSpPr>
        <p:spPr>
          <a:xfrm>
            <a:off x="1353312" y="2788920"/>
            <a:ext cx="7498080" cy="320040"/>
          </a:xfrm>
          <a:prstGeom prst="rect">
            <a:avLst/>
          </a:prstGeom>
          <a:noFill/>
          <a:ln/>
        </p:spPr>
        <p:txBody>
          <a:bodyPr wrap="square" lIns="0" tIns="0" rIns="0" bIns="0" rtlCol="0" anchor="ctr"/>
          <a:lstStyle/>
          <a:p>
            <a:pPr marL="0" indent="0">
              <a:buNone/>
            </a:pPr>
            <a:r>
              <a:rPr lang="en-US" sz="2200" dirty="0">
                <a:solidFill>
                  <a:srgbClr val="697586"/>
                </a:solidFill>
                <a:latin typeface="Barlow" pitchFamily="34" charset="0"/>
                <a:ea typeface="Barlow" pitchFamily="34" charset="-122"/>
                <a:cs typeface="Barlow" pitchFamily="34" charset="-120"/>
              </a:rPr>
              <a:t>Azure OpenAI + .NET 10 | Full instructor slide deck</a:t>
            </a:r>
            <a:endParaRPr lang="en-US" sz="1700" dirty="0"/>
          </a:p>
        </p:txBody>
      </p:sp>
      <p:sp>
        <p:nvSpPr>
          <p:cNvPr id="7" name="Shape 5"/>
          <p:cNvSpPr/>
          <p:nvPr/>
        </p:nvSpPr>
        <p:spPr>
          <a:xfrm>
            <a:off x="8138160" y="1097280"/>
            <a:ext cx="2103120" cy="2103120"/>
          </a:xfrm>
          <a:prstGeom prst="arc">
            <a:avLst/>
          </a:prstGeom>
          <a:solidFill>
            <a:srgbClr val="E8EEF5">
              <a:alpha val="0"/>
            </a:srgbClr>
          </a:solidFill>
          <a:ln w="50800">
            <a:solidFill>
              <a:srgbClr val="00AED6"/>
            </a:solidFill>
            <a:prstDash val="solid"/>
          </a:ln>
        </p:spPr>
        <p:txBody>
          <a:bodyPr/>
          <a:lstStyle/>
          <a:p>
            <a:endParaRPr/>
          </a:p>
        </p:txBody>
      </p:sp>
      <p:sp>
        <p:nvSpPr>
          <p:cNvPr id="13" name="Text 11"/>
          <p:cNvSpPr/>
          <p:nvPr/>
        </p:nvSpPr>
        <p:spPr>
          <a:xfrm>
            <a:off x="1353312" y="5577840"/>
            <a:ext cx="5029200" cy="292608"/>
          </a:xfrm>
          <a:prstGeom prst="rect">
            <a:avLst/>
          </a:prstGeom>
          <a:noFill/>
          <a:ln/>
        </p:spPr>
        <p:txBody>
          <a:bodyPr wrap="square" lIns="0" tIns="0" rIns="0" bIns="0" rtlCol="0" anchor="ctr"/>
          <a:lstStyle/>
          <a:p>
            <a:pPr marL="0" indent="0">
              <a:buNone/>
            </a:pPr>
            <a:r>
              <a:rPr lang="en-US" sz="1600" b="1" dirty="0">
                <a:solidFill>
                  <a:srgbClr val="0A2F4D"/>
                </a:solidFill>
                <a:latin typeface="Raleway" pitchFamily="34" charset="0"/>
                <a:ea typeface="Raleway" pitchFamily="34" charset="-122"/>
                <a:cs typeface="Raleway" pitchFamily="34" charset="-120"/>
              </a:rPr>
              <a:t>Trevoir Williams</a:t>
            </a:r>
            <a:endParaRPr lang="en-US" sz="1600" dirty="0"/>
          </a:p>
        </p:txBody>
      </p:sp>
      <p:sp>
        <p:nvSpPr>
          <p:cNvPr id="14" name="Text 12"/>
          <p:cNvSpPr/>
          <p:nvPr/>
        </p:nvSpPr>
        <p:spPr>
          <a:xfrm>
            <a:off x="1353312" y="5897880"/>
            <a:ext cx="5669280" cy="219456"/>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Software Engineer | Certified Trainer | Author</a:t>
            </a:r>
            <a:endParaRPr lang="en-US" sz="1150" dirty="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a:t>
            </a:r>
            <a:endParaRPr lang="en-US" sz="900" dirty="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Introduction</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14"/>
          <p:cNvSpPr txBox="1">
            <a:spLocks noGrp="1"/>
          </p:cNvSpPr>
          <p:nvPr>
            <p:ph type="ctrTitle" idx="4294967295"/>
          </p:nvPr>
        </p:nvSpPr>
        <p:spPr>
          <a:xfrm>
            <a:off x="914400" y="1603251"/>
            <a:ext cx="5791600" cy="1110400"/>
          </a:xfrm>
          <a:prstGeom prst="rect">
            <a:avLst/>
          </a:prstGeom>
        </p:spPr>
        <p:txBody>
          <a:bodyPr spcFirstLastPara="1" wrap="square" lIns="0" tIns="0" rIns="0" bIns="0" anchor="t" anchorCtr="0">
            <a:noAutofit/>
          </a:bodyPr>
          <a:lstStyle/>
          <a:p>
            <a:r>
              <a:rPr lang="en" sz="9600" dirty="0"/>
              <a:t>HELLO!</a:t>
            </a:r>
            <a:endParaRPr sz="9600" dirty="0"/>
          </a:p>
        </p:txBody>
      </p:sp>
      <p:sp>
        <p:nvSpPr>
          <p:cNvPr id="380" name="Google Shape;380;p14"/>
          <p:cNvSpPr txBox="1">
            <a:spLocks noGrp="1"/>
          </p:cNvSpPr>
          <p:nvPr>
            <p:ph type="subTitle" idx="4294967295"/>
          </p:nvPr>
        </p:nvSpPr>
        <p:spPr>
          <a:xfrm>
            <a:off x="914400" y="2694745"/>
            <a:ext cx="6954981" cy="2560000"/>
          </a:xfrm>
          <a:prstGeom prst="rect">
            <a:avLst/>
          </a:prstGeom>
        </p:spPr>
        <p:txBody>
          <a:bodyPr spcFirstLastPara="1" wrap="square" lIns="0" tIns="0" rIns="0" bIns="0" anchor="t" anchorCtr="0">
            <a:noAutofit/>
          </a:bodyPr>
          <a:lstStyle/>
          <a:p>
            <a:pPr marL="0" indent="0">
              <a:spcBef>
                <a:spcPts val="800"/>
              </a:spcBef>
              <a:buNone/>
            </a:pPr>
            <a:r>
              <a:rPr lang="en" sz="4800" b="1" dirty="0">
                <a:solidFill>
                  <a:schemeClr val="accent1"/>
                </a:solidFill>
                <a:latin typeface="Barlow"/>
                <a:ea typeface="Barlow"/>
                <a:cs typeface="Barlow"/>
                <a:sym typeface="Barlow"/>
              </a:rPr>
              <a:t>I am Trevoir Williams</a:t>
            </a:r>
            <a:endParaRPr sz="4800" b="1" dirty="0">
              <a:solidFill>
                <a:schemeClr val="accent1"/>
              </a:solidFill>
              <a:latin typeface="Barlow"/>
              <a:ea typeface="Barlow"/>
              <a:cs typeface="Barlow"/>
              <a:sym typeface="Barlow"/>
            </a:endParaRPr>
          </a:p>
          <a:p>
            <a:pPr marL="0" indent="0">
              <a:spcBef>
                <a:spcPts val="800"/>
              </a:spcBef>
              <a:buClr>
                <a:schemeClr val="dk1"/>
              </a:buClr>
              <a:buSzPts val="1100"/>
              <a:buNone/>
            </a:pPr>
            <a:r>
              <a:rPr lang="en-US" dirty="0"/>
              <a:t>Software Engineer | Certified Trainer</a:t>
            </a:r>
            <a:br>
              <a:rPr lang="en-US" dirty="0"/>
            </a:br>
            <a:r>
              <a:rPr lang="en-US" dirty="0"/>
              <a:t>Over 15 years of experience</a:t>
            </a:r>
          </a:p>
          <a:p>
            <a:pPr marL="0" indent="0">
              <a:spcBef>
                <a:spcPts val="800"/>
              </a:spcBef>
              <a:buClr>
                <a:schemeClr val="dk1"/>
              </a:buClr>
              <a:buSzPts val="1100"/>
              <a:buNone/>
            </a:pPr>
            <a:r>
              <a:rPr lang="en-US" dirty="0"/>
              <a:t>MSc. Computer Science</a:t>
            </a:r>
            <a:br>
              <a:rPr lang="en-US" dirty="0"/>
            </a:br>
            <a:r>
              <a:rPr lang="en-US" dirty="0"/>
              <a:t>DP-900 | AZ-900 | AZ-204 | AZ-400 | MCT</a:t>
            </a:r>
          </a:p>
          <a:p>
            <a:pPr marL="0" indent="0">
              <a:spcBef>
                <a:spcPts val="800"/>
              </a:spcBef>
              <a:buClr>
                <a:schemeClr val="dk1"/>
              </a:buClr>
              <a:buSzPts val="1100"/>
              <a:buNone/>
            </a:pPr>
            <a:endParaRPr sz="4800" b="1" dirty="0"/>
          </a:p>
        </p:txBody>
      </p:sp>
      <p:sp>
        <p:nvSpPr>
          <p:cNvPr id="381" name="Google Shape;381;p14"/>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600" b="0" i="0" u="none" strike="noStrike" kern="0" cap="none" spc="0" normalizeH="0" baseline="0" noProof="0">
                <a:ln>
                  <a:noFill/>
                </a:ln>
                <a:solidFill>
                  <a:srgbClr val="FFFFFF"/>
                </a:solidFill>
                <a:effectLst/>
                <a:uLnTx/>
                <a:uFillTx/>
                <a:latin typeface="Barlow Light"/>
                <a:sym typeface="Barlow Light"/>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a:t>
            </a:fld>
            <a:endParaRPr kumimoji="0" sz="1600" b="0" i="0" u="none" strike="noStrike" kern="0" cap="none" spc="0" normalizeH="0" baseline="0" noProof="0">
              <a:ln>
                <a:noFill/>
              </a:ln>
              <a:solidFill>
                <a:srgbClr val="FFFFFF"/>
              </a:solidFill>
              <a:effectLst/>
              <a:uLnTx/>
              <a:uFillTx/>
              <a:latin typeface="Barlow Light"/>
              <a:sym typeface="Barlow Light"/>
            </a:endParaRPr>
          </a:p>
        </p:txBody>
      </p:sp>
      <p:pic>
        <p:nvPicPr>
          <p:cNvPr id="3" name="Picture 2" descr="A person in a suit and tie  AI-generated content may be incorrect.">
            <a:extLst>
              <a:ext uri="{FF2B5EF4-FFF2-40B4-BE49-F238E27FC236}">
                <a16:creationId xmlns:a16="http://schemas.microsoft.com/office/drawing/2014/main" id="{6796419D-C157-7E19-6A0F-0FB44E5B1A88}"/>
              </a:ext>
            </a:extLst>
          </p:cNvPr>
          <p:cNvPicPr>
            <a:picLocks noChangeAspect="1"/>
          </p:cNvPicPr>
          <p:nvPr/>
        </p:nvPicPr>
        <p:blipFill>
          <a:blip r:embed="rId3"/>
          <a:stretch>
            <a:fillRect/>
          </a:stretch>
        </p:blipFill>
        <p:spPr>
          <a:xfrm>
            <a:off x="8568504" y="1690530"/>
            <a:ext cx="3303776" cy="29385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lang="en-US"/>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Course Objectives</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What students should be able to do by the end of the course.</a:t>
            </a:r>
            <a:endParaRPr lang="en-US" sz="1250" dirty="0"/>
          </a:p>
        </p:txBody>
      </p:sp>
      <p:sp>
        <p:nvSpPr>
          <p:cNvPr id="5" name="Shape 3"/>
          <p:cNvSpPr/>
          <p:nvPr/>
        </p:nvSpPr>
        <p:spPr>
          <a:xfrm>
            <a:off x="685800" y="14630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6" name="Text 4"/>
          <p:cNvSpPr/>
          <p:nvPr/>
        </p:nvSpPr>
        <p:spPr>
          <a:xfrm>
            <a:off x="850392" y="162763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7" name="Shape 5"/>
          <p:cNvSpPr/>
          <p:nvPr/>
        </p:nvSpPr>
        <p:spPr>
          <a:xfrm>
            <a:off x="685800" y="1463040"/>
            <a:ext cx="73152" cy="1417320"/>
          </a:xfrm>
          <a:prstGeom prst="rect">
            <a:avLst/>
          </a:prstGeom>
          <a:solidFill>
            <a:srgbClr val="007DB8"/>
          </a:solidFill>
          <a:ln w="12700">
            <a:solidFill>
              <a:srgbClr val="007DB8"/>
            </a:solidFill>
            <a:prstDash val="solid"/>
          </a:ln>
        </p:spPr>
        <p:txBody>
          <a:bodyPr/>
          <a:lstStyle/>
          <a:p>
            <a:endParaRPr lang="en-US"/>
          </a:p>
        </p:txBody>
      </p:sp>
      <p:sp>
        <p:nvSpPr>
          <p:cNvPr id="8" name="Text 6"/>
          <p:cNvSpPr/>
          <p:nvPr/>
        </p:nvSpPr>
        <p:spPr>
          <a:xfrm>
            <a:off x="1261872" y="1609344"/>
            <a:ext cx="292608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Understand SK deeply</a:t>
            </a:r>
            <a:endParaRPr lang="en-US" sz="1350" dirty="0"/>
          </a:p>
        </p:txBody>
      </p:sp>
      <p:sp>
        <p:nvSpPr>
          <p:cNvPr id="9" name="Text 7"/>
          <p:cNvSpPr/>
          <p:nvPr/>
        </p:nvSpPr>
        <p:spPr>
          <a:xfrm>
            <a:off x="941832" y="19751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Explain kernels, services, connectors, plugins, prompts, functions, and orchestration in .NET applications.</a:t>
            </a:r>
            <a:endParaRPr lang="en-US" sz="1020" dirty="0"/>
          </a:p>
        </p:txBody>
      </p:sp>
      <p:sp>
        <p:nvSpPr>
          <p:cNvPr id="10" name="Shape 8"/>
          <p:cNvSpPr/>
          <p:nvPr/>
        </p:nvSpPr>
        <p:spPr>
          <a:xfrm>
            <a:off x="4434840" y="14630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11" name="Text 9"/>
          <p:cNvSpPr/>
          <p:nvPr/>
        </p:nvSpPr>
        <p:spPr>
          <a:xfrm>
            <a:off x="4599432" y="162763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12" name="Shape 10"/>
          <p:cNvSpPr/>
          <p:nvPr/>
        </p:nvSpPr>
        <p:spPr>
          <a:xfrm>
            <a:off x="4434840" y="1463040"/>
            <a:ext cx="73152" cy="1417320"/>
          </a:xfrm>
          <a:prstGeom prst="rect">
            <a:avLst/>
          </a:prstGeom>
          <a:solidFill>
            <a:srgbClr val="00AED6"/>
          </a:solidFill>
          <a:ln w="12700">
            <a:solidFill>
              <a:srgbClr val="00AED6"/>
            </a:solidFill>
            <a:prstDash val="solid"/>
          </a:ln>
        </p:spPr>
        <p:txBody>
          <a:bodyPr/>
          <a:lstStyle/>
          <a:p>
            <a:endParaRPr lang="en-US"/>
          </a:p>
        </p:txBody>
      </p:sp>
      <p:sp>
        <p:nvSpPr>
          <p:cNvPr id="13" name="Text 11"/>
          <p:cNvSpPr/>
          <p:nvPr/>
        </p:nvSpPr>
        <p:spPr>
          <a:xfrm>
            <a:off x="5010912" y="1609344"/>
            <a:ext cx="292608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Build with Azure OpenAI</a:t>
            </a:r>
            <a:endParaRPr lang="en-US" sz="1350" dirty="0"/>
          </a:p>
        </p:txBody>
      </p:sp>
      <p:sp>
        <p:nvSpPr>
          <p:cNvPr id="14" name="Text 12"/>
          <p:cNvSpPr/>
          <p:nvPr/>
        </p:nvSpPr>
        <p:spPr>
          <a:xfrm>
            <a:off x="4690872" y="19751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Connect Semantic Kernel to Azure OpenAI and configure model-backed application workflows.</a:t>
            </a:r>
            <a:endParaRPr lang="en-US" sz="1020" dirty="0"/>
          </a:p>
        </p:txBody>
      </p:sp>
      <p:sp>
        <p:nvSpPr>
          <p:cNvPr id="15" name="Shape 13"/>
          <p:cNvSpPr/>
          <p:nvPr/>
        </p:nvSpPr>
        <p:spPr>
          <a:xfrm>
            <a:off x="8183880" y="14630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16" name="Text 14"/>
          <p:cNvSpPr/>
          <p:nvPr/>
        </p:nvSpPr>
        <p:spPr>
          <a:xfrm>
            <a:off x="8348472" y="162763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17" name="Shape 15"/>
          <p:cNvSpPr/>
          <p:nvPr/>
        </p:nvSpPr>
        <p:spPr>
          <a:xfrm>
            <a:off x="8183880" y="1463040"/>
            <a:ext cx="73152" cy="1417320"/>
          </a:xfrm>
          <a:prstGeom prst="rect">
            <a:avLst/>
          </a:prstGeom>
          <a:solidFill>
            <a:srgbClr val="6251BD"/>
          </a:solidFill>
          <a:ln w="12700">
            <a:solidFill>
              <a:srgbClr val="6251BD"/>
            </a:solidFill>
            <a:prstDash val="solid"/>
          </a:ln>
        </p:spPr>
        <p:txBody>
          <a:bodyPr/>
          <a:lstStyle/>
          <a:p>
            <a:endParaRPr lang="en-US"/>
          </a:p>
        </p:txBody>
      </p:sp>
      <p:sp>
        <p:nvSpPr>
          <p:cNvPr id="18" name="Text 16"/>
          <p:cNvSpPr/>
          <p:nvPr/>
        </p:nvSpPr>
        <p:spPr>
          <a:xfrm>
            <a:off x="8759952" y="1609344"/>
            <a:ext cx="292608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Create business plugins</a:t>
            </a:r>
            <a:endParaRPr lang="en-US" sz="1350" dirty="0"/>
          </a:p>
        </p:txBody>
      </p:sp>
      <p:sp>
        <p:nvSpPr>
          <p:cNvPr id="19" name="Text 17"/>
          <p:cNvSpPr/>
          <p:nvPr/>
        </p:nvSpPr>
        <p:spPr>
          <a:xfrm>
            <a:off x="8439912" y="1975104"/>
            <a:ext cx="2953512" cy="75895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Expose reusable application capabilities to AI through well-described plugin functions.</a:t>
            </a:r>
            <a:endParaRPr lang="en-US" sz="1020" dirty="0"/>
          </a:p>
        </p:txBody>
      </p:sp>
      <p:sp>
        <p:nvSpPr>
          <p:cNvPr id="20" name="Shape 18"/>
          <p:cNvSpPr/>
          <p:nvPr/>
        </p:nvSpPr>
        <p:spPr>
          <a:xfrm>
            <a:off x="685800" y="32918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21" name="Text 19"/>
          <p:cNvSpPr/>
          <p:nvPr/>
        </p:nvSpPr>
        <p:spPr>
          <a:xfrm>
            <a:off x="850392" y="345643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22" name="Shape 20"/>
          <p:cNvSpPr/>
          <p:nvPr/>
        </p:nvSpPr>
        <p:spPr>
          <a:xfrm>
            <a:off x="685800" y="3291840"/>
            <a:ext cx="73152" cy="1417320"/>
          </a:xfrm>
          <a:prstGeom prst="rect">
            <a:avLst/>
          </a:prstGeom>
          <a:solidFill>
            <a:srgbClr val="00AED6"/>
          </a:solidFill>
          <a:ln w="12700">
            <a:solidFill>
              <a:srgbClr val="00AED6"/>
            </a:solidFill>
            <a:prstDash val="solid"/>
          </a:ln>
        </p:spPr>
        <p:txBody>
          <a:bodyPr/>
          <a:lstStyle/>
          <a:p>
            <a:endParaRPr lang="en-US"/>
          </a:p>
        </p:txBody>
      </p:sp>
      <p:sp>
        <p:nvSpPr>
          <p:cNvPr id="23" name="Text 21"/>
          <p:cNvSpPr/>
          <p:nvPr/>
        </p:nvSpPr>
        <p:spPr>
          <a:xfrm>
            <a:off x="1261872" y="3438144"/>
            <a:ext cx="292608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Move into ASP.NET Core</a:t>
            </a:r>
            <a:endParaRPr lang="en-US" sz="1350" dirty="0"/>
          </a:p>
        </p:txBody>
      </p:sp>
      <p:sp>
        <p:nvSpPr>
          <p:cNvPr id="24" name="Text 22"/>
          <p:cNvSpPr/>
          <p:nvPr/>
        </p:nvSpPr>
        <p:spPr>
          <a:xfrm>
            <a:off x="941832" y="38039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Translate console patterns into a real web portal with dependency injection and service boundaries.</a:t>
            </a:r>
            <a:endParaRPr lang="en-US" sz="1020" dirty="0"/>
          </a:p>
        </p:txBody>
      </p:sp>
      <p:sp>
        <p:nvSpPr>
          <p:cNvPr id="25" name="Shape 23"/>
          <p:cNvSpPr/>
          <p:nvPr/>
        </p:nvSpPr>
        <p:spPr>
          <a:xfrm>
            <a:off x="4434840" y="32918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26" name="Text 24"/>
          <p:cNvSpPr/>
          <p:nvPr/>
        </p:nvSpPr>
        <p:spPr>
          <a:xfrm>
            <a:off x="4599432" y="345643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27" name="Shape 25"/>
          <p:cNvSpPr/>
          <p:nvPr/>
        </p:nvSpPr>
        <p:spPr>
          <a:xfrm>
            <a:off x="4434840" y="3291840"/>
            <a:ext cx="73152" cy="1417320"/>
          </a:xfrm>
          <a:prstGeom prst="rect">
            <a:avLst/>
          </a:prstGeom>
          <a:solidFill>
            <a:srgbClr val="F6C344"/>
          </a:solidFill>
          <a:ln w="12700">
            <a:solidFill>
              <a:srgbClr val="F6C344"/>
            </a:solidFill>
            <a:prstDash val="solid"/>
          </a:ln>
        </p:spPr>
        <p:txBody>
          <a:bodyPr/>
          <a:lstStyle/>
          <a:p>
            <a:endParaRPr lang="en-US"/>
          </a:p>
        </p:txBody>
      </p:sp>
      <p:sp>
        <p:nvSpPr>
          <p:cNvPr id="28" name="Text 26"/>
          <p:cNvSpPr/>
          <p:nvPr/>
        </p:nvSpPr>
        <p:spPr>
          <a:xfrm>
            <a:off x="5010912" y="3438144"/>
            <a:ext cx="292608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Ground with documents</a:t>
            </a:r>
            <a:endParaRPr lang="en-US" sz="1350" dirty="0"/>
          </a:p>
        </p:txBody>
      </p:sp>
      <p:sp>
        <p:nvSpPr>
          <p:cNvPr id="29" name="Text 27"/>
          <p:cNvSpPr/>
          <p:nvPr/>
        </p:nvSpPr>
        <p:spPr>
          <a:xfrm>
            <a:off x="4690872" y="38039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Use document processing, RAG, citations, and context management for trustworthy answers.</a:t>
            </a:r>
            <a:endParaRPr lang="en-US" sz="1020" dirty="0"/>
          </a:p>
        </p:txBody>
      </p:sp>
      <p:sp>
        <p:nvSpPr>
          <p:cNvPr id="30" name="Shape 28"/>
          <p:cNvSpPr/>
          <p:nvPr/>
        </p:nvSpPr>
        <p:spPr>
          <a:xfrm>
            <a:off x="8183880" y="32918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31" name="Text 29"/>
          <p:cNvSpPr/>
          <p:nvPr/>
        </p:nvSpPr>
        <p:spPr>
          <a:xfrm>
            <a:off x="8348472" y="345643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32" name="Shape 30"/>
          <p:cNvSpPr/>
          <p:nvPr/>
        </p:nvSpPr>
        <p:spPr>
          <a:xfrm>
            <a:off x="8183880" y="3291840"/>
            <a:ext cx="73152" cy="1417320"/>
          </a:xfrm>
          <a:prstGeom prst="rect">
            <a:avLst/>
          </a:prstGeom>
          <a:solidFill>
            <a:srgbClr val="2E7D32"/>
          </a:solidFill>
          <a:ln w="12700">
            <a:solidFill>
              <a:srgbClr val="2E7D32"/>
            </a:solidFill>
            <a:prstDash val="solid"/>
          </a:ln>
        </p:spPr>
        <p:txBody>
          <a:bodyPr/>
          <a:lstStyle/>
          <a:p>
            <a:endParaRPr lang="en-US"/>
          </a:p>
        </p:txBody>
      </p:sp>
      <p:sp>
        <p:nvSpPr>
          <p:cNvPr id="33" name="Text 31"/>
          <p:cNvSpPr/>
          <p:nvPr/>
        </p:nvSpPr>
        <p:spPr>
          <a:xfrm>
            <a:off x="8759952" y="3438144"/>
            <a:ext cx="292608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Harden for enterprise</a:t>
            </a:r>
            <a:endParaRPr lang="en-US" sz="1350" dirty="0"/>
          </a:p>
        </p:txBody>
      </p:sp>
      <p:sp>
        <p:nvSpPr>
          <p:cNvPr id="34" name="Text 32"/>
          <p:cNvSpPr/>
          <p:nvPr/>
        </p:nvSpPr>
        <p:spPr>
          <a:xfrm>
            <a:off x="8439912" y="38039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Add guardrails, workflow orchestration, observability, evaluation, and production readiness.</a:t>
            </a:r>
            <a:endParaRPr lang="en-US" sz="1020" dirty="0"/>
          </a:p>
        </p:txBody>
      </p:sp>
      <p:sp>
        <p:nvSpPr>
          <p:cNvPr id="35" name="Shape 3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lang="en-US"/>
          </a:p>
        </p:txBody>
      </p:sp>
      <p:sp>
        <p:nvSpPr>
          <p:cNvPr id="36" name="Text 3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a:t>
            </a:r>
            <a:endParaRPr lang="en-US" sz="900" dirty="0"/>
          </a:p>
        </p:txBody>
      </p:sp>
      <p:sp>
        <p:nvSpPr>
          <p:cNvPr id="37" name="Text 3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Introduction</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lang="en-US"/>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Course Project: KnowledgeOps Portal</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A real ASP.NET Core business portal with an embedded Semantic Kernel copilot.</a:t>
            </a:r>
            <a:endParaRPr lang="en-US" sz="1250" dirty="0"/>
          </a:p>
        </p:txBody>
      </p:sp>
      <p:sp>
        <p:nvSpPr>
          <p:cNvPr id="5" name="Shape 3"/>
          <p:cNvSpPr/>
          <p:nvPr/>
        </p:nvSpPr>
        <p:spPr>
          <a:xfrm>
            <a:off x="777240" y="1874520"/>
            <a:ext cx="2011680" cy="822960"/>
          </a:xfrm>
          <a:prstGeom prst="roundRect">
            <a:avLst>
              <a:gd name="adj" fmla="val 5556"/>
            </a:avLst>
          </a:prstGeom>
          <a:solidFill>
            <a:srgbClr val="FFFFFF"/>
          </a:solidFill>
          <a:ln w="12700">
            <a:solidFill>
              <a:srgbClr val="C9D4E2"/>
            </a:solidFill>
            <a:prstDash val="solid"/>
          </a:ln>
        </p:spPr>
        <p:txBody>
          <a:bodyPr/>
          <a:lstStyle/>
          <a:p>
            <a:endParaRPr lang="en-US"/>
          </a:p>
        </p:txBody>
      </p:sp>
      <p:sp>
        <p:nvSpPr>
          <p:cNvPr id="6" name="Text 4"/>
          <p:cNvSpPr/>
          <p:nvPr/>
        </p:nvSpPr>
        <p:spPr>
          <a:xfrm>
            <a:off x="850392" y="2139696"/>
            <a:ext cx="1865376" cy="228600"/>
          </a:xfrm>
          <a:prstGeom prst="rect">
            <a:avLst/>
          </a:prstGeom>
          <a:noFill/>
          <a:ln/>
        </p:spPr>
        <p:txBody>
          <a:bodyPr wrap="square" lIns="0" tIns="0" rIns="0" bIns="0" rtlCol="0" anchor="ctr">
            <a:normAutofit/>
          </a:bodyPr>
          <a:lstStyle/>
          <a:p>
            <a:pPr marL="0" indent="0" algn="ctr">
              <a:buNone/>
            </a:pPr>
            <a:r>
              <a:rPr lang="en-US" sz="1150" b="1" dirty="0">
                <a:solidFill>
                  <a:srgbClr val="0A2F4D"/>
                </a:solidFill>
                <a:latin typeface="Raleway" pitchFamily="34" charset="0"/>
                <a:ea typeface="Raleway" pitchFamily="34" charset="-122"/>
                <a:cs typeface="Raleway" pitchFamily="34" charset="-120"/>
              </a:rPr>
              <a:t>Console SK fundamentals</a:t>
            </a:r>
            <a:endParaRPr lang="en-US" sz="1150" dirty="0"/>
          </a:p>
        </p:txBody>
      </p:sp>
      <p:sp>
        <p:nvSpPr>
          <p:cNvPr id="7" name="Shape 5"/>
          <p:cNvSpPr/>
          <p:nvPr/>
        </p:nvSpPr>
        <p:spPr>
          <a:xfrm>
            <a:off x="2807208" y="2286000"/>
            <a:ext cx="100584" cy="0"/>
          </a:xfrm>
          <a:prstGeom prst="line">
            <a:avLst/>
          </a:prstGeom>
          <a:noFill/>
          <a:ln w="25400">
            <a:solidFill>
              <a:srgbClr val="00AED6"/>
            </a:solidFill>
            <a:prstDash val="solid"/>
            <a:headEnd type="none"/>
            <a:tailEnd type="triangle"/>
          </a:ln>
        </p:spPr>
        <p:txBody>
          <a:bodyPr/>
          <a:lstStyle/>
          <a:p>
            <a:endParaRPr lang="en-US"/>
          </a:p>
        </p:txBody>
      </p:sp>
      <p:sp>
        <p:nvSpPr>
          <p:cNvPr id="8" name="Shape 6"/>
          <p:cNvSpPr/>
          <p:nvPr/>
        </p:nvSpPr>
        <p:spPr>
          <a:xfrm>
            <a:off x="2926080" y="1874520"/>
            <a:ext cx="2011680" cy="822960"/>
          </a:xfrm>
          <a:prstGeom prst="roundRect">
            <a:avLst>
              <a:gd name="adj" fmla="val 5556"/>
            </a:avLst>
          </a:prstGeom>
          <a:solidFill>
            <a:srgbClr val="E6F7FB"/>
          </a:solidFill>
          <a:ln w="12700">
            <a:solidFill>
              <a:srgbClr val="C9D4E2"/>
            </a:solidFill>
            <a:prstDash val="solid"/>
          </a:ln>
        </p:spPr>
        <p:txBody>
          <a:bodyPr/>
          <a:lstStyle/>
          <a:p>
            <a:endParaRPr lang="en-US"/>
          </a:p>
        </p:txBody>
      </p:sp>
      <p:sp>
        <p:nvSpPr>
          <p:cNvPr id="9" name="Text 7"/>
          <p:cNvSpPr/>
          <p:nvPr/>
        </p:nvSpPr>
        <p:spPr>
          <a:xfrm>
            <a:off x="2999232" y="2139696"/>
            <a:ext cx="1865376" cy="228600"/>
          </a:xfrm>
          <a:prstGeom prst="rect">
            <a:avLst/>
          </a:prstGeom>
          <a:noFill/>
          <a:ln/>
        </p:spPr>
        <p:txBody>
          <a:bodyPr wrap="square" lIns="0" tIns="0" rIns="0" bIns="0" rtlCol="0" anchor="ctr">
            <a:normAutofit/>
          </a:bodyPr>
          <a:lstStyle/>
          <a:p>
            <a:pPr marL="0" indent="0" algn="ctr">
              <a:buNone/>
            </a:pPr>
            <a:r>
              <a:rPr lang="en-US" sz="1150" b="1" dirty="0">
                <a:solidFill>
                  <a:srgbClr val="007DB8"/>
                </a:solidFill>
                <a:latin typeface="Raleway" pitchFamily="34" charset="0"/>
                <a:ea typeface="Raleway" pitchFamily="34" charset="-122"/>
                <a:cs typeface="Raleway" pitchFamily="34" charset="-120"/>
              </a:rPr>
              <a:t>ASP.NET Core portal</a:t>
            </a:r>
            <a:endParaRPr lang="en-US" sz="1150" dirty="0"/>
          </a:p>
        </p:txBody>
      </p:sp>
      <p:sp>
        <p:nvSpPr>
          <p:cNvPr id="10" name="Shape 8"/>
          <p:cNvSpPr/>
          <p:nvPr/>
        </p:nvSpPr>
        <p:spPr>
          <a:xfrm>
            <a:off x="4956048" y="2286000"/>
            <a:ext cx="100584" cy="0"/>
          </a:xfrm>
          <a:prstGeom prst="line">
            <a:avLst/>
          </a:prstGeom>
          <a:noFill/>
          <a:ln w="25400">
            <a:solidFill>
              <a:srgbClr val="00AED6"/>
            </a:solidFill>
            <a:prstDash val="solid"/>
            <a:headEnd type="none"/>
            <a:tailEnd type="triangle"/>
          </a:ln>
        </p:spPr>
        <p:txBody>
          <a:bodyPr/>
          <a:lstStyle/>
          <a:p>
            <a:endParaRPr lang="en-US"/>
          </a:p>
        </p:txBody>
      </p:sp>
      <p:sp>
        <p:nvSpPr>
          <p:cNvPr id="11" name="Shape 9"/>
          <p:cNvSpPr/>
          <p:nvPr/>
        </p:nvSpPr>
        <p:spPr>
          <a:xfrm>
            <a:off x="5074920" y="1874520"/>
            <a:ext cx="2011680" cy="822960"/>
          </a:xfrm>
          <a:prstGeom prst="roundRect">
            <a:avLst>
              <a:gd name="adj" fmla="val 5556"/>
            </a:avLst>
          </a:prstGeom>
          <a:solidFill>
            <a:srgbClr val="FFFFFF"/>
          </a:solidFill>
          <a:ln w="12700">
            <a:solidFill>
              <a:srgbClr val="C9D4E2"/>
            </a:solidFill>
            <a:prstDash val="solid"/>
          </a:ln>
        </p:spPr>
        <p:txBody>
          <a:bodyPr/>
          <a:lstStyle/>
          <a:p>
            <a:endParaRPr lang="en-US"/>
          </a:p>
        </p:txBody>
      </p:sp>
      <p:sp>
        <p:nvSpPr>
          <p:cNvPr id="12" name="Text 10"/>
          <p:cNvSpPr/>
          <p:nvPr/>
        </p:nvSpPr>
        <p:spPr>
          <a:xfrm>
            <a:off x="5148072" y="2139696"/>
            <a:ext cx="1865376" cy="228600"/>
          </a:xfrm>
          <a:prstGeom prst="rect">
            <a:avLst/>
          </a:prstGeom>
          <a:noFill/>
          <a:ln/>
        </p:spPr>
        <p:txBody>
          <a:bodyPr wrap="square" lIns="0" tIns="0" rIns="0" bIns="0" rtlCol="0" anchor="ctr">
            <a:normAutofit/>
          </a:bodyPr>
          <a:lstStyle/>
          <a:p>
            <a:pPr marL="0" indent="0" algn="ctr">
              <a:buNone/>
            </a:pPr>
            <a:r>
              <a:rPr lang="en-US" sz="1150" b="1" dirty="0">
                <a:solidFill>
                  <a:srgbClr val="0A2F4D"/>
                </a:solidFill>
                <a:latin typeface="Raleway" pitchFamily="34" charset="0"/>
                <a:ea typeface="Raleway" pitchFamily="34" charset="-122"/>
                <a:cs typeface="Raleway" pitchFamily="34" charset="-120"/>
              </a:rPr>
              <a:t>Contextual copilot</a:t>
            </a:r>
            <a:endParaRPr lang="en-US" sz="1150" dirty="0"/>
          </a:p>
        </p:txBody>
      </p:sp>
      <p:sp>
        <p:nvSpPr>
          <p:cNvPr id="13" name="Shape 11"/>
          <p:cNvSpPr/>
          <p:nvPr/>
        </p:nvSpPr>
        <p:spPr>
          <a:xfrm>
            <a:off x="7104888" y="2286000"/>
            <a:ext cx="100584" cy="0"/>
          </a:xfrm>
          <a:prstGeom prst="line">
            <a:avLst/>
          </a:prstGeom>
          <a:noFill/>
          <a:ln w="25400">
            <a:solidFill>
              <a:srgbClr val="00AED6"/>
            </a:solidFill>
            <a:prstDash val="solid"/>
            <a:headEnd type="none"/>
            <a:tailEnd type="triangle"/>
          </a:ln>
        </p:spPr>
        <p:txBody>
          <a:bodyPr/>
          <a:lstStyle/>
          <a:p>
            <a:endParaRPr lang="en-US"/>
          </a:p>
        </p:txBody>
      </p:sp>
      <p:sp>
        <p:nvSpPr>
          <p:cNvPr id="14" name="Shape 12"/>
          <p:cNvSpPr/>
          <p:nvPr/>
        </p:nvSpPr>
        <p:spPr>
          <a:xfrm>
            <a:off x="7223760" y="1874520"/>
            <a:ext cx="2011680" cy="822960"/>
          </a:xfrm>
          <a:prstGeom prst="roundRect">
            <a:avLst>
              <a:gd name="adj" fmla="val 5556"/>
            </a:avLst>
          </a:prstGeom>
          <a:solidFill>
            <a:srgbClr val="FFFFFF"/>
          </a:solidFill>
          <a:ln w="12700">
            <a:solidFill>
              <a:srgbClr val="C9D4E2"/>
            </a:solidFill>
            <a:prstDash val="solid"/>
          </a:ln>
        </p:spPr>
        <p:txBody>
          <a:bodyPr/>
          <a:lstStyle/>
          <a:p>
            <a:endParaRPr lang="en-US" dirty="0"/>
          </a:p>
        </p:txBody>
      </p:sp>
      <p:sp>
        <p:nvSpPr>
          <p:cNvPr id="15" name="Text 13"/>
          <p:cNvSpPr/>
          <p:nvPr/>
        </p:nvSpPr>
        <p:spPr>
          <a:xfrm>
            <a:off x="7296912" y="2139696"/>
            <a:ext cx="1865376" cy="228600"/>
          </a:xfrm>
          <a:prstGeom prst="rect">
            <a:avLst/>
          </a:prstGeom>
          <a:noFill/>
          <a:ln/>
        </p:spPr>
        <p:txBody>
          <a:bodyPr wrap="square" lIns="0" tIns="0" rIns="0" bIns="0" rtlCol="0" anchor="ctr">
            <a:normAutofit/>
          </a:bodyPr>
          <a:lstStyle/>
          <a:p>
            <a:pPr marL="0" indent="0" algn="ctr">
              <a:buNone/>
            </a:pPr>
            <a:r>
              <a:rPr lang="en-US" sz="1150" b="1" dirty="0">
                <a:solidFill>
                  <a:srgbClr val="0A2F4D"/>
                </a:solidFill>
                <a:latin typeface="Raleway" pitchFamily="34" charset="0"/>
                <a:ea typeface="Raleway" pitchFamily="34" charset="-122"/>
                <a:cs typeface="Raleway" pitchFamily="34" charset="-120"/>
              </a:rPr>
              <a:t>Document RAG</a:t>
            </a:r>
            <a:endParaRPr lang="en-US" sz="1150" dirty="0"/>
          </a:p>
        </p:txBody>
      </p:sp>
      <p:sp>
        <p:nvSpPr>
          <p:cNvPr id="16" name="Shape 14"/>
          <p:cNvSpPr/>
          <p:nvPr/>
        </p:nvSpPr>
        <p:spPr>
          <a:xfrm>
            <a:off x="9253728" y="2286000"/>
            <a:ext cx="100584" cy="0"/>
          </a:xfrm>
          <a:prstGeom prst="line">
            <a:avLst/>
          </a:prstGeom>
          <a:noFill/>
          <a:ln w="25400">
            <a:solidFill>
              <a:srgbClr val="00AED6"/>
            </a:solidFill>
            <a:prstDash val="solid"/>
            <a:headEnd type="none"/>
            <a:tailEnd type="triangle"/>
          </a:ln>
        </p:spPr>
        <p:txBody>
          <a:bodyPr/>
          <a:lstStyle/>
          <a:p>
            <a:endParaRPr lang="en-US"/>
          </a:p>
        </p:txBody>
      </p:sp>
      <p:sp>
        <p:nvSpPr>
          <p:cNvPr id="17" name="Shape 15"/>
          <p:cNvSpPr/>
          <p:nvPr/>
        </p:nvSpPr>
        <p:spPr>
          <a:xfrm>
            <a:off x="9372600" y="1874520"/>
            <a:ext cx="2011680" cy="822960"/>
          </a:xfrm>
          <a:prstGeom prst="roundRect">
            <a:avLst>
              <a:gd name="adj" fmla="val 5556"/>
            </a:avLst>
          </a:prstGeom>
          <a:solidFill>
            <a:srgbClr val="FFFFFF"/>
          </a:solidFill>
          <a:ln w="12700">
            <a:solidFill>
              <a:srgbClr val="C9D4E2"/>
            </a:solidFill>
            <a:prstDash val="solid"/>
          </a:ln>
        </p:spPr>
        <p:txBody>
          <a:bodyPr/>
          <a:lstStyle/>
          <a:p>
            <a:endParaRPr lang="en-US"/>
          </a:p>
        </p:txBody>
      </p:sp>
      <p:sp>
        <p:nvSpPr>
          <p:cNvPr id="18" name="Text 16"/>
          <p:cNvSpPr/>
          <p:nvPr/>
        </p:nvSpPr>
        <p:spPr>
          <a:xfrm>
            <a:off x="9445752" y="2139696"/>
            <a:ext cx="1865376" cy="228600"/>
          </a:xfrm>
          <a:prstGeom prst="rect">
            <a:avLst/>
          </a:prstGeom>
          <a:noFill/>
          <a:ln/>
        </p:spPr>
        <p:txBody>
          <a:bodyPr wrap="square" lIns="0" tIns="0" rIns="0" bIns="0" rtlCol="0" anchor="ctr">
            <a:normAutofit/>
          </a:bodyPr>
          <a:lstStyle/>
          <a:p>
            <a:pPr marL="0" indent="0" algn="ctr">
              <a:buNone/>
            </a:pPr>
            <a:r>
              <a:rPr lang="en-US" sz="1150" b="1" dirty="0">
                <a:solidFill>
                  <a:srgbClr val="0A2F4D"/>
                </a:solidFill>
                <a:latin typeface="Raleway" pitchFamily="34" charset="0"/>
                <a:ea typeface="Raleway" pitchFamily="34" charset="-122"/>
                <a:cs typeface="Raleway" pitchFamily="34" charset="-120"/>
              </a:rPr>
              <a:t>Enterprise readiness</a:t>
            </a:r>
            <a:endParaRPr lang="en-US" sz="1150" dirty="0"/>
          </a:p>
        </p:txBody>
      </p:sp>
      <p:sp>
        <p:nvSpPr>
          <p:cNvPr id="19" name="Shape 17"/>
          <p:cNvSpPr/>
          <p:nvPr/>
        </p:nvSpPr>
        <p:spPr>
          <a:xfrm>
            <a:off x="822960" y="3246120"/>
            <a:ext cx="3291840" cy="1645920"/>
          </a:xfrm>
          <a:prstGeom prst="roundRect">
            <a:avLst>
              <a:gd name="adj" fmla="val 3333"/>
            </a:avLst>
          </a:prstGeom>
          <a:solidFill>
            <a:srgbClr val="FFFFFF">
              <a:alpha val="0"/>
            </a:srgbClr>
          </a:solidFill>
          <a:ln w="12700">
            <a:solidFill>
              <a:srgbClr val="C9D4E2">
                <a:alpha val="95000"/>
              </a:srgbClr>
            </a:solidFill>
            <a:prstDash val="solid"/>
          </a:ln>
        </p:spPr>
        <p:txBody>
          <a:bodyPr/>
          <a:lstStyle/>
          <a:p>
            <a:endParaRPr lang="en-US"/>
          </a:p>
        </p:txBody>
      </p:sp>
      <p:sp>
        <p:nvSpPr>
          <p:cNvPr id="20" name="Text 18"/>
          <p:cNvSpPr/>
          <p:nvPr/>
        </p:nvSpPr>
        <p:spPr>
          <a:xfrm>
            <a:off x="987552" y="341071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21" name="Shape 19"/>
          <p:cNvSpPr/>
          <p:nvPr/>
        </p:nvSpPr>
        <p:spPr>
          <a:xfrm>
            <a:off x="822960" y="3246120"/>
            <a:ext cx="73152" cy="1645920"/>
          </a:xfrm>
          <a:prstGeom prst="rect">
            <a:avLst/>
          </a:prstGeom>
          <a:solidFill>
            <a:srgbClr val="00AED6"/>
          </a:solidFill>
          <a:ln w="12700">
            <a:solidFill>
              <a:srgbClr val="00AED6"/>
            </a:solidFill>
            <a:prstDash val="solid"/>
          </a:ln>
        </p:spPr>
        <p:txBody>
          <a:bodyPr/>
          <a:lstStyle/>
          <a:p>
            <a:endParaRPr lang="en-US"/>
          </a:p>
        </p:txBody>
      </p:sp>
      <p:sp>
        <p:nvSpPr>
          <p:cNvPr id="22" name="Text 20"/>
          <p:cNvSpPr/>
          <p:nvPr/>
        </p:nvSpPr>
        <p:spPr>
          <a:xfrm>
            <a:off x="1399032" y="3392424"/>
            <a:ext cx="278892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Portal areas</a:t>
            </a:r>
            <a:endParaRPr lang="en-US" sz="1350" dirty="0"/>
          </a:p>
        </p:txBody>
      </p:sp>
      <p:sp>
        <p:nvSpPr>
          <p:cNvPr id="23" name="Text 21"/>
          <p:cNvSpPr/>
          <p:nvPr/>
        </p:nvSpPr>
        <p:spPr>
          <a:xfrm>
            <a:off x="1078992" y="3758184"/>
            <a:ext cx="2816352" cy="9875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Dashboard</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Documents</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Requests</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Approvals</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Audit history</a:t>
            </a:r>
            <a:endParaRPr lang="en-US" sz="1200" dirty="0"/>
          </a:p>
        </p:txBody>
      </p:sp>
      <p:sp>
        <p:nvSpPr>
          <p:cNvPr id="24" name="Shape 22"/>
          <p:cNvSpPr/>
          <p:nvPr/>
        </p:nvSpPr>
        <p:spPr>
          <a:xfrm>
            <a:off x="4480560" y="3246120"/>
            <a:ext cx="3291840" cy="1645920"/>
          </a:xfrm>
          <a:prstGeom prst="roundRect">
            <a:avLst>
              <a:gd name="adj" fmla="val 3333"/>
            </a:avLst>
          </a:prstGeom>
          <a:solidFill>
            <a:srgbClr val="FFFFFF">
              <a:alpha val="0"/>
            </a:srgbClr>
          </a:solidFill>
          <a:ln w="12700">
            <a:solidFill>
              <a:srgbClr val="C9D4E2">
                <a:alpha val="95000"/>
              </a:srgbClr>
            </a:solidFill>
            <a:prstDash val="solid"/>
          </a:ln>
        </p:spPr>
        <p:txBody>
          <a:bodyPr/>
          <a:lstStyle/>
          <a:p>
            <a:endParaRPr lang="en-US"/>
          </a:p>
        </p:txBody>
      </p:sp>
      <p:sp>
        <p:nvSpPr>
          <p:cNvPr id="25" name="Text 23"/>
          <p:cNvSpPr/>
          <p:nvPr/>
        </p:nvSpPr>
        <p:spPr>
          <a:xfrm>
            <a:off x="4645152" y="341071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26" name="Shape 24"/>
          <p:cNvSpPr/>
          <p:nvPr/>
        </p:nvSpPr>
        <p:spPr>
          <a:xfrm>
            <a:off x="4480560" y="3246120"/>
            <a:ext cx="73152" cy="1645920"/>
          </a:xfrm>
          <a:prstGeom prst="rect">
            <a:avLst/>
          </a:prstGeom>
          <a:solidFill>
            <a:srgbClr val="007DB8"/>
          </a:solidFill>
          <a:ln w="12700">
            <a:solidFill>
              <a:srgbClr val="007DB8"/>
            </a:solidFill>
            <a:prstDash val="solid"/>
          </a:ln>
        </p:spPr>
        <p:txBody>
          <a:bodyPr/>
          <a:lstStyle/>
          <a:p>
            <a:endParaRPr lang="en-US"/>
          </a:p>
        </p:txBody>
      </p:sp>
      <p:sp>
        <p:nvSpPr>
          <p:cNvPr id="27" name="Text 25"/>
          <p:cNvSpPr/>
          <p:nvPr/>
        </p:nvSpPr>
        <p:spPr>
          <a:xfrm>
            <a:off x="5056632" y="3392424"/>
            <a:ext cx="278892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Copilot capabilities</a:t>
            </a:r>
            <a:endParaRPr lang="en-US" sz="1350" dirty="0"/>
          </a:p>
        </p:txBody>
      </p:sp>
      <p:sp>
        <p:nvSpPr>
          <p:cNvPr id="28" name="Text 26"/>
          <p:cNvSpPr/>
          <p:nvPr/>
        </p:nvSpPr>
        <p:spPr>
          <a:xfrm>
            <a:off x="4736592" y="3758184"/>
            <a:ext cx="2816352" cy="987552"/>
          </a:xfrm>
          <a:prstGeom prst="rect">
            <a:avLst/>
          </a:prstGeom>
          <a:noFill/>
          <a:ln/>
        </p:spPr>
        <p:txBody>
          <a:bodyPr wrap="square" lIns="508" tIns="508" rIns="508" bIns="508" rtlCol="0" anchor="t">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Summarize records</a:t>
            </a:r>
            <a:endParaRPr lang="en-US" sz="1400" dirty="0"/>
          </a:p>
          <a:p>
            <a:pPr marL="0" indent="0">
              <a:buNone/>
            </a:pPr>
            <a:r>
              <a:rPr lang="en-US" sz="2200">
                <a:solidFill>
                  <a:srgbClr val="374151"/>
                </a:solidFill>
                <a:latin typeface="Barlow" pitchFamily="34" charset="0"/>
                <a:ea typeface="Barlow" pitchFamily="34" charset="-122"/>
                <a:cs typeface="Barlow" pitchFamily="34" charset="-120"/>
              </a:rPr>
              <a:t>Answer from documents</a:t>
            </a:r>
            <a:endParaRPr lang="en-US" sz="1400" dirty="0"/>
          </a:p>
          <a:p>
            <a:pPr marL="0" indent="0">
              <a:buNone/>
            </a:pPr>
            <a:r>
              <a:rPr lang="en-US" sz="2200">
                <a:solidFill>
                  <a:srgbClr val="374151"/>
                </a:solidFill>
                <a:latin typeface="Barlow" pitchFamily="34" charset="0"/>
                <a:ea typeface="Barlow" pitchFamily="34" charset="-122"/>
                <a:cs typeface="Barlow" pitchFamily="34" charset="-120"/>
              </a:rPr>
              <a:t>Prepare actions</a:t>
            </a:r>
            <a:endParaRPr lang="en-US" sz="1400" dirty="0"/>
          </a:p>
          <a:p>
            <a:pPr marL="0" indent="0">
              <a:buNone/>
            </a:pPr>
            <a:r>
              <a:rPr lang="en-US" sz="2200">
                <a:solidFill>
                  <a:srgbClr val="374151"/>
                </a:solidFill>
                <a:latin typeface="Barlow" pitchFamily="34" charset="0"/>
                <a:ea typeface="Barlow" pitchFamily="34" charset="-122"/>
                <a:cs typeface="Barlow" pitchFamily="34" charset="-120"/>
              </a:rPr>
              <a:t>Guide workflows</a:t>
            </a:r>
            <a:endParaRPr lang="en-US" sz="1400" dirty="0"/>
          </a:p>
        </p:txBody>
      </p:sp>
      <p:sp>
        <p:nvSpPr>
          <p:cNvPr id="29" name="Shape 27"/>
          <p:cNvSpPr/>
          <p:nvPr/>
        </p:nvSpPr>
        <p:spPr>
          <a:xfrm>
            <a:off x="8138160" y="3246120"/>
            <a:ext cx="3291840" cy="1645920"/>
          </a:xfrm>
          <a:prstGeom prst="roundRect">
            <a:avLst>
              <a:gd name="adj" fmla="val 3333"/>
            </a:avLst>
          </a:prstGeom>
          <a:solidFill>
            <a:srgbClr val="FFFFFF">
              <a:alpha val="0"/>
            </a:srgbClr>
          </a:solidFill>
          <a:ln w="12700">
            <a:solidFill>
              <a:srgbClr val="C9D4E2">
                <a:alpha val="95000"/>
              </a:srgbClr>
            </a:solidFill>
            <a:prstDash val="solid"/>
          </a:ln>
        </p:spPr>
        <p:txBody>
          <a:bodyPr/>
          <a:lstStyle/>
          <a:p>
            <a:endParaRPr lang="en-US"/>
          </a:p>
        </p:txBody>
      </p:sp>
      <p:sp>
        <p:nvSpPr>
          <p:cNvPr id="30" name="Text 28"/>
          <p:cNvSpPr/>
          <p:nvPr/>
        </p:nvSpPr>
        <p:spPr>
          <a:xfrm>
            <a:off x="8302752" y="341071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31" name="Shape 29"/>
          <p:cNvSpPr/>
          <p:nvPr/>
        </p:nvSpPr>
        <p:spPr>
          <a:xfrm>
            <a:off x="8138160" y="3246120"/>
            <a:ext cx="73152" cy="1645920"/>
          </a:xfrm>
          <a:prstGeom prst="rect">
            <a:avLst/>
          </a:prstGeom>
          <a:solidFill>
            <a:srgbClr val="6251BD"/>
          </a:solidFill>
          <a:ln w="12700">
            <a:solidFill>
              <a:srgbClr val="6251BD"/>
            </a:solidFill>
            <a:prstDash val="solid"/>
          </a:ln>
        </p:spPr>
        <p:txBody>
          <a:bodyPr/>
          <a:lstStyle/>
          <a:p>
            <a:endParaRPr lang="en-US"/>
          </a:p>
        </p:txBody>
      </p:sp>
      <p:sp>
        <p:nvSpPr>
          <p:cNvPr id="32" name="Text 30"/>
          <p:cNvSpPr/>
          <p:nvPr/>
        </p:nvSpPr>
        <p:spPr>
          <a:xfrm>
            <a:off x="8714232" y="3392424"/>
            <a:ext cx="278892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Enterprise controls</a:t>
            </a:r>
            <a:endParaRPr lang="en-US" sz="1350" dirty="0"/>
          </a:p>
        </p:txBody>
      </p:sp>
      <p:sp>
        <p:nvSpPr>
          <p:cNvPr id="33" name="Text 31"/>
          <p:cNvSpPr/>
          <p:nvPr/>
        </p:nvSpPr>
        <p:spPr>
          <a:xfrm>
            <a:off x="8394192" y="3758184"/>
            <a:ext cx="2816352" cy="9875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Authorization</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Confirmation gates</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Guardrails</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Telemetry</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Evaluation</a:t>
            </a:r>
            <a:endParaRPr lang="en-US" sz="1200" dirty="0"/>
          </a:p>
        </p:txBody>
      </p:sp>
      <p:sp>
        <p:nvSpPr>
          <p:cNvPr id="34" name="Shape 3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lang="en-US"/>
          </a:p>
        </p:txBody>
      </p:sp>
      <p:sp>
        <p:nvSpPr>
          <p:cNvPr id="35" name="Text 3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a:t>
            </a:r>
            <a:endParaRPr lang="en-US" sz="900" dirty="0"/>
          </a:p>
        </p:txBody>
      </p:sp>
      <p:sp>
        <p:nvSpPr>
          <p:cNvPr id="36" name="Text 3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Introduction</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50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500"/>
                                        <p:tgtEl>
                                          <p:spTgt spid="2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Lea</a:t>
            </a:r>
            <a:r>
              <a:rPr lang="en-US" sz="3200" b="1">
                <a:solidFill>
                  <a:srgbClr val="007DB8"/>
                </a:solidFill>
                <a:latin typeface="Raleway" pitchFamily="34" charset="0"/>
              </a:rPr>
              <a:t>r</a:t>
            </a:r>
            <a:r>
              <a:rPr lang="en-US" sz="3200" b="1">
                <a:solidFill>
                  <a:srgbClr val="007DB8"/>
                </a:solidFill>
                <a:latin typeface="Raleway" pitchFamily="34" charset="0"/>
                <a:ea typeface="Raleway" pitchFamily="34" charset="-122"/>
                <a:cs typeface="Raleway" pitchFamily="34" charset="-120"/>
              </a:rPr>
              <a:t>ning Path</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The course intentionally moves from low-friction console demos to a real web context.</a:t>
            </a:r>
            <a:endParaRPr lang="en-US" sz="1250" dirty="0"/>
          </a:p>
        </p:txBody>
      </p:sp>
      <p:sp>
        <p:nvSpPr>
          <p:cNvPr id="13" name="Shape 11"/>
          <p:cNvSpPr/>
          <p:nvPr/>
        </p:nvSpPr>
        <p:spPr>
          <a:xfrm>
            <a:off x="842802" y="5437229"/>
            <a:ext cx="73152" cy="594360"/>
          </a:xfrm>
          <a:prstGeom prst="rect">
            <a:avLst/>
          </a:prstGeom>
          <a:solidFill>
            <a:srgbClr val="00AED6"/>
          </a:solidFill>
          <a:ln w="12700">
            <a:solidFill>
              <a:srgbClr val="00AED6"/>
            </a:solidFill>
            <a:prstDash val="solid"/>
          </a:ln>
        </p:spPr>
        <p:txBody>
          <a:bodyPr/>
          <a:lstStyle/>
          <a:p>
            <a:endParaRPr/>
          </a:p>
        </p:txBody>
      </p:sp>
      <p:sp>
        <p:nvSpPr>
          <p:cNvPr id="14" name="Text 12"/>
          <p:cNvSpPr/>
          <p:nvPr/>
        </p:nvSpPr>
        <p:spPr>
          <a:xfrm>
            <a:off x="1043970" y="5437229"/>
            <a:ext cx="10314432" cy="594360"/>
          </a:xfrm>
          <a:prstGeom prst="rect">
            <a:avLst/>
          </a:prstGeom>
          <a:noFill/>
          <a:ln/>
        </p:spPr>
        <p:txBody>
          <a:bodyPr wrap="square" lIns="254" tIns="254" rIns="254" bIns="254" rtlCol="0" anchor="ctr">
            <a:normAutofit fontScale="92500"/>
          </a:bodyPr>
          <a:lstStyle/>
          <a:p>
            <a:pPr marL="0" indent="0">
              <a:buNone/>
            </a:pPr>
            <a:r>
              <a:rPr lang="en-US" sz="2200" i="1">
                <a:solidFill>
                  <a:srgbClr val="374151"/>
                </a:solidFill>
                <a:latin typeface="Barlow" pitchFamily="34" charset="0"/>
                <a:ea typeface="Barlow" pitchFamily="34" charset="-122"/>
                <a:cs typeface="Barlow" pitchFamily="34" charset="-120"/>
              </a:rPr>
              <a:t>The goal is not “I built a chat app.” The goal is “I can add AI capabilities to a real .NET system.”</a:t>
            </a:r>
            <a:endParaRPr lang="en-US" sz="1300" dirty="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a:t>
            </a:r>
            <a:endParaRPr lang="en-US" sz="900" dirty="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Introduction</a:t>
            </a:r>
            <a:endParaRPr lang="en-US" sz="750" dirty="0"/>
          </a:p>
        </p:txBody>
      </p:sp>
      <p:sp>
        <p:nvSpPr>
          <p:cNvPr id="18" name="TextBox 17"/>
          <p:cNvSpPr txBox="1"/>
          <p:nvPr/>
        </p:nvSpPr>
        <p:spPr>
          <a:xfrm>
            <a:off x="822960" y="1636776"/>
            <a:ext cx="10863072" cy="2970044"/>
          </a:xfrm>
          <a:prstGeom prst="rect">
            <a:avLst/>
          </a:prstGeom>
          <a:noFill/>
        </p:spPr>
        <p:txBody>
          <a:bodyPr wrap="square" lIns="0" tIns="0" rIns="0" bIns="0" anchor="t">
            <a:spAutoFit/>
          </a:bodyPr>
          <a:lstStyle/>
          <a:p>
            <a:pPr algn="l">
              <a:spcBef>
                <a:spcPts val="0"/>
              </a:spcBef>
              <a:spcAft>
                <a:spcPts val="600"/>
              </a:spcAft>
            </a:pPr>
            <a:r>
              <a:rPr sz="2800" b="0" dirty="0">
                <a:solidFill>
                  <a:srgbClr val="00AED6"/>
                </a:solidFill>
                <a:latin typeface="Barlow"/>
              </a:rPr>
              <a:t>▸ </a:t>
            </a:r>
            <a:r>
              <a:rPr lang="en-US" sz="2200" b="0" i="0">
                <a:solidFill>
                  <a:srgbClr val="374151"/>
                </a:solidFill>
                <a:latin typeface="Barlow"/>
              </a:rPr>
              <a:t>Start in the console to learn kernels, prompts, plugins, and functions without UI noise.</a:t>
            </a:r>
          </a:p>
          <a:p>
            <a:pPr algn="l">
              <a:spcBef>
                <a:spcPts val="0"/>
              </a:spcBef>
              <a:spcAft>
                <a:spcPts val="600"/>
              </a:spcAft>
            </a:pPr>
            <a:r>
              <a:rPr sz="2800" b="0" dirty="0">
                <a:solidFill>
                  <a:srgbClr val="00AED6"/>
                </a:solidFill>
                <a:latin typeface="Barlow"/>
              </a:rPr>
              <a:t>▸ </a:t>
            </a:r>
            <a:r>
              <a:rPr lang="en-US" sz="2200" b="0" i="0">
                <a:solidFill>
                  <a:srgbClr val="374151"/>
                </a:solidFill>
                <a:latin typeface="Barlow"/>
              </a:rPr>
              <a:t>Move into ASP.NET Core only after the learner understands the Semantic Kernel primitives.</a:t>
            </a:r>
          </a:p>
          <a:p>
            <a:pPr algn="l">
              <a:spcBef>
                <a:spcPts val="0"/>
              </a:spcBef>
              <a:spcAft>
                <a:spcPts val="600"/>
              </a:spcAft>
            </a:pPr>
            <a:r>
              <a:rPr sz="2800" b="0" dirty="0">
                <a:solidFill>
                  <a:srgbClr val="00AED6"/>
                </a:solidFill>
                <a:latin typeface="Barlow"/>
              </a:rPr>
              <a:t>▸ </a:t>
            </a:r>
            <a:r>
              <a:rPr lang="en-US" sz="2200" b="0" i="0">
                <a:solidFill>
                  <a:srgbClr val="374151"/>
                </a:solidFill>
                <a:latin typeface="Barlow"/>
              </a:rPr>
              <a:t>Embed the copilot inside a business portal rather than building a redundant generic chat app.</a:t>
            </a:r>
          </a:p>
          <a:p>
            <a:pPr algn="l">
              <a:spcBef>
                <a:spcPts val="0"/>
              </a:spcBef>
              <a:spcAft>
                <a:spcPts val="600"/>
              </a:spcAft>
            </a:pPr>
            <a:r>
              <a:rPr sz="2800" b="0" dirty="0">
                <a:solidFill>
                  <a:srgbClr val="00AED6"/>
                </a:solidFill>
                <a:latin typeface="Barlow"/>
              </a:rPr>
              <a:t>▸ </a:t>
            </a:r>
            <a:r>
              <a:rPr lang="en-US" sz="2200" b="0" i="0">
                <a:solidFill>
                  <a:srgbClr val="374151"/>
                </a:solidFill>
                <a:latin typeface="Barlow"/>
              </a:rPr>
              <a:t>Finish with RAG, guardrails, workflows, observability, evaluation, and deployment readiness.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3">
          <a:extLst>
            <a:ext uri="{FF2B5EF4-FFF2-40B4-BE49-F238E27FC236}">
              <a16:creationId xmlns:a16="http://schemas.microsoft.com/office/drawing/2014/main" id="{CB82CDF2-652E-4498-B161-D48D342051E2}"/>
            </a:ext>
          </a:extLst>
        </p:cNvPr>
        <p:cNvGrpSpPr/>
        <p:nvPr/>
      </p:nvGrpSpPr>
      <p:grpSpPr>
        <a:xfrm>
          <a:off x="0" y="0"/>
          <a:ext cx="0" cy="0"/>
          <a:chOff x="0" y="0"/>
          <a:chExt cx="0" cy="0"/>
        </a:xfrm>
      </p:grpSpPr>
      <p:sp>
        <p:nvSpPr>
          <p:cNvPr id="594" name="Google Shape;594;p17">
            <a:extLst>
              <a:ext uri="{FF2B5EF4-FFF2-40B4-BE49-F238E27FC236}">
                <a16:creationId xmlns:a16="http://schemas.microsoft.com/office/drawing/2014/main" id="{3D8F463B-7BFC-ED43-3BDC-C7C9ECFD84AA}"/>
              </a:ext>
            </a:extLst>
          </p:cNvPr>
          <p:cNvSpPr txBox="1">
            <a:spLocks noGrp="1"/>
          </p:cNvSpPr>
          <p:nvPr>
            <p:ph type="title"/>
          </p:nvPr>
        </p:nvSpPr>
        <p:spPr>
          <a:xfrm>
            <a:off x="609600" y="1009793"/>
            <a:ext cx="7521200" cy="711431"/>
          </a:xfrm>
          <a:prstGeom prst="rect">
            <a:avLst/>
          </a:prstGeom>
        </p:spPr>
        <p:txBody>
          <a:bodyPr spcFirstLastPara="1" wrap="square" lIns="0" tIns="0" rIns="0" bIns="0" anchor="t" anchorCtr="0">
            <a:noAutofit/>
          </a:bodyPr>
          <a:lstStyle/>
          <a:p>
            <a:r>
              <a:rPr lang="en-US" sz="3200" b="1" kern="1200">
                <a:solidFill>
                  <a:srgbClr val="007DB8"/>
                </a:solidFill>
                <a:latin typeface="Raleway" pitchFamily="34" charset="0"/>
              </a:rPr>
              <a:t>Pre-requisites</a:t>
            </a:r>
          </a:p>
        </p:txBody>
      </p:sp>
      <p:sp>
        <p:nvSpPr>
          <p:cNvPr id="595" name="Google Shape;595;p17">
            <a:extLst>
              <a:ext uri="{FF2B5EF4-FFF2-40B4-BE49-F238E27FC236}">
                <a16:creationId xmlns:a16="http://schemas.microsoft.com/office/drawing/2014/main" id="{19EF68A1-AF8E-9D08-4FC8-997B6AE81443}"/>
              </a:ext>
            </a:extLst>
          </p:cNvPr>
          <p:cNvSpPr txBox="1">
            <a:spLocks noGrp="1"/>
          </p:cNvSpPr>
          <p:nvPr>
            <p:ph type="body" idx="1"/>
          </p:nvPr>
        </p:nvSpPr>
        <p:spPr>
          <a:xfrm>
            <a:off x="609600" y="1967805"/>
            <a:ext cx="11187953" cy="4214396"/>
          </a:xfrm>
          <a:prstGeom prst="rect">
            <a:avLst/>
          </a:prstGeom>
        </p:spPr>
        <p:txBody>
          <a:bodyPr spcFirstLastPara="1" wrap="square" lIns="0" tIns="0" rIns="0" bIns="0" anchor="t" anchorCtr="0">
            <a:noAutofit/>
          </a:bodyPr>
          <a:lstStyle/>
          <a:p>
            <a:r>
              <a:rPr lang="en-US" sz="2800" dirty="0"/>
              <a:t>Familiarity with .NET and C# programming, including foundational concepts such as object-oriented programming, libraries, and API usage.</a:t>
            </a:r>
          </a:p>
          <a:p>
            <a:r>
              <a:rPr lang="en-US" sz="2800" dirty="0"/>
              <a:t>Understanding Azure services at a high level is helpful, but deep Azure experience isn’t required, as this will be covered in context.</a:t>
            </a:r>
          </a:p>
          <a:p>
            <a:r>
              <a:rPr lang="en-US" sz="2800" dirty="0"/>
              <a:t>Basic understanding of AI and AI concepts and keywords.</a:t>
            </a:r>
          </a:p>
          <a:p>
            <a:r>
              <a:rPr lang="en-US" sz="2800" dirty="0"/>
              <a:t>Optional – Complete </a:t>
            </a:r>
            <a:r>
              <a:rPr lang="en-US" sz="2800" b="1" dirty="0"/>
              <a:t>Generative AI for .NET Developers with Azure AI Services.</a:t>
            </a:r>
          </a:p>
        </p:txBody>
      </p:sp>
      <p:sp>
        <p:nvSpPr>
          <p:cNvPr id="596" name="Google Shape;596;p17">
            <a:extLst>
              <a:ext uri="{FF2B5EF4-FFF2-40B4-BE49-F238E27FC236}">
                <a16:creationId xmlns:a16="http://schemas.microsoft.com/office/drawing/2014/main" id="{C14FD443-217A-7A1C-49D5-26AAF41E5717}"/>
              </a:ext>
            </a:extLst>
          </p:cNvPr>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600" b="0" i="0" u="none" strike="noStrike" kern="0" cap="none" spc="0" normalizeH="0" baseline="0" noProof="0">
                <a:ln>
                  <a:noFill/>
                </a:ln>
                <a:solidFill>
                  <a:srgbClr val="FFFFFF"/>
                </a:solidFill>
                <a:effectLst/>
                <a:uLnTx/>
                <a:uFillTx/>
                <a:latin typeface="Barlow Light"/>
                <a:sym typeface="Barlow Light"/>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6</a:t>
            </a:fld>
            <a:endParaRPr kumimoji="0" sz="1600" b="0" i="0" u="none" strike="noStrike" kern="0" cap="none" spc="0" normalizeH="0" baseline="0" noProof="0">
              <a:ln>
                <a:noFill/>
              </a:ln>
              <a:solidFill>
                <a:srgbClr val="FFFFFF"/>
              </a:solidFill>
              <a:effectLst/>
              <a:uLnTx/>
              <a:uFillTx/>
              <a:latin typeface="Barlow Light"/>
              <a:sym typeface="Barlow Light"/>
            </a:endParaRPr>
          </a:p>
        </p:txBody>
      </p:sp>
      <p:grpSp>
        <p:nvGrpSpPr>
          <p:cNvPr id="2" name="Google Shape;348;p13">
            <a:extLst>
              <a:ext uri="{FF2B5EF4-FFF2-40B4-BE49-F238E27FC236}">
                <a16:creationId xmlns:a16="http://schemas.microsoft.com/office/drawing/2014/main" id="{76A51F48-A3C4-24DD-EB73-D94547659237}"/>
              </a:ext>
            </a:extLst>
          </p:cNvPr>
          <p:cNvGrpSpPr/>
          <p:nvPr/>
        </p:nvGrpSpPr>
        <p:grpSpPr>
          <a:xfrm>
            <a:off x="8857129" y="507984"/>
            <a:ext cx="2826872" cy="1443600"/>
            <a:chOff x="6986665" y="3298709"/>
            <a:chExt cx="1817809" cy="1077669"/>
          </a:xfrm>
        </p:grpSpPr>
        <p:sp>
          <p:nvSpPr>
            <p:cNvPr id="3" name="Google Shape;349;p13">
              <a:extLst>
                <a:ext uri="{FF2B5EF4-FFF2-40B4-BE49-F238E27FC236}">
                  <a16:creationId xmlns:a16="http://schemas.microsoft.com/office/drawing/2014/main" id="{099833FF-FC13-20F8-DD86-E63A4290E41A}"/>
                </a:ext>
              </a:extLst>
            </p:cNvPr>
            <p:cNvSpPr/>
            <p:nvPr/>
          </p:nvSpPr>
          <p:spPr>
            <a:xfrm>
              <a:off x="6986665" y="3342725"/>
              <a:ext cx="1790318" cy="1033653"/>
            </a:xfrm>
            <a:custGeom>
              <a:avLst/>
              <a:gdLst/>
              <a:ahLst/>
              <a:cxnLst/>
              <a:rect l="l" t="t" r="r" b="b"/>
              <a:pathLst>
                <a:path w="2237898" h="1292066" extrusionOk="0">
                  <a:moveTo>
                    <a:pt x="942784" y="1292066"/>
                  </a:moveTo>
                  <a:lnTo>
                    <a:pt x="0" y="747713"/>
                  </a:lnTo>
                  <a:lnTo>
                    <a:pt x="1295114" y="0"/>
                  </a:lnTo>
                  <a:lnTo>
                    <a:pt x="2237899" y="544259"/>
                  </a:lnTo>
                  <a:lnTo>
                    <a:pt x="942784" y="1292066"/>
                  </a:lnTo>
                  <a:close/>
                </a:path>
              </a:pathLst>
            </a:custGeom>
            <a:solidFill>
              <a:srgbClr val="D6D8E5">
                <a:alpha val="400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 name="Google Shape;350;p13">
              <a:extLst>
                <a:ext uri="{FF2B5EF4-FFF2-40B4-BE49-F238E27FC236}">
                  <a16:creationId xmlns:a16="http://schemas.microsoft.com/office/drawing/2014/main" id="{DA54B6FE-B698-CAB8-44BE-D53A146DBFAE}"/>
                </a:ext>
              </a:extLst>
            </p:cNvPr>
            <p:cNvSpPr/>
            <p:nvPr/>
          </p:nvSpPr>
          <p:spPr>
            <a:xfrm>
              <a:off x="7014156" y="3327342"/>
              <a:ext cx="1790318" cy="1033653"/>
            </a:xfrm>
            <a:custGeom>
              <a:avLst/>
              <a:gdLst/>
              <a:ahLst/>
              <a:cxnLst/>
              <a:rect l="l" t="t" r="r" b="b"/>
              <a:pathLst>
                <a:path w="2237898" h="1292066" extrusionOk="0">
                  <a:moveTo>
                    <a:pt x="2206847" y="526447"/>
                  </a:moveTo>
                  <a:lnTo>
                    <a:pt x="1295210" y="0"/>
                  </a:lnTo>
                  <a:lnTo>
                    <a:pt x="31052" y="729901"/>
                  </a:lnTo>
                  <a:lnTo>
                    <a:pt x="0" y="711994"/>
                  </a:lnTo>
                  <a:lnTo>
                    <a:pt x="0" y="747808"/>
                  </a:lnTo>
                  <a:lnTo>
                    <a:pt x="942785" y="1292066"/>
                  </a:lnTo>
                  <a:lnTo>
                    <a:pt x="2237899" y="544354"/>
                  </a:lnTo>
                  <a:lnTo>
                    <a:pt x="2237899" y="508540"/>
                  </a:lnTo>
                  <a:lnTo>
                    <a:pt x="2206847" y="526447"/>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 name="Google Shape;351;p13">
              <a:extLst>
                <a:ext uri="{FF2B5EF4-FFF2-40B4-BE49-F238E27FC236}">
                  <a16:creationId xmlns:a16="http://schemas.microsoft.com/office/drawing/2014/main" id="{8B2D2C6E-9271-9FED-E867-5872FABCAE01}"/>
                </a:ext>
              </a:extLst>
            </p:cNvPr>
            <p:cNvSpPr/>
            <p:nvPr/>
          </p:nvSpPr>
          <p:spPr>
            <a:xfrm>
              <a:off x="7014156" y="3298709"/>
              <a:ext cx="1790318" cy="1033653"/>
            </a:xfrm>
            <a:custGeom>
              <a:avLst/>
              <a:gdLst/>
              <a:ahLst/>
              <a:cxnLst/>
              <a:rect l="l" t="t" r="r" b="b"/>
              <a:pathLst>
                <a:path w="2237898" h="1292066" extrusionOk="0">
                  <a:moveTo>
                    <a:pt x="942785" y="1292066"/>
                  </a:moveTo>
                  <a:lnTo>
                    <a:pt x="0" y="747808"/>
                  </a:lnTo>
                  <a:lnTo>
                    <a:pt x="1295210" y="0"/>
                  </a:lnTo>
                  <a:lnTo>
                    <a:pt x="2237899" y="544354"/>
                  </a:lnTo>
                  <a:lnTo>
                    <a:pt x="942785" y="1292066"/>
                  </a:lnTo>
                  <a:close/>
                </a:path>
              </a:pathLst>
            </a:custGeom>
            <a:solidFill>
              <a:srgbClr val="FAFBF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 name="Google Shape;352;p13">
              <a:extLst>
                <a:ext uri="{FF2B5EF4-FFF2-40B4-BE49-F238E27FC236}">
                  <a16:creationId xmlns:a16="http://schemas.microsoft.com/office/drawing/2014/main" id="{6468C0E1-086C-E4CD-A7D1-0E00B78CEFD3}"/>
                </a:ext>
              </a:extLst>
            </p:cNvPr>
            <p:cNvSpPr/>
            <p:nvPr/>
          </p:nvSpPr>
          <p:spPr>
            <a:xfrm>
              <a:off x="7976493" y="3396565"/>
              <a:ext cx="664692" cy="383742"/>
            </a:xfrm>
            <a:custGeom>
              <a:avLst/>
              <a:gdLst/>
              <a:ahLst/>
              <a:cxnLst/>
              <a:rect l="l" t="t" r="r" b="b"/>
              <a:pathLst>
                <a:path w="830865" h="479678" extrusionOk="0">
                  <a:moveTo>
                    <a:pt x="755904" y="479679"/>
                  </a:moveTo>
                  <a:lnTo>
                    <a:pt x="0" y="43243"/>
                  </a:lnTo>
                  <a:lnTo>
                    <a:pt x="74867" y="0"/>
                  </a:lnTo>
                  <a:lnTo>
                    <a:pt x="830866" y="436436"/>
                  </a:lnTo>
                  <a:lnTo>
                    <a:pt x="755904" y="479679"/>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 name="Google Shape;353;p13">
              <a:extLst>
                <a:ext uri="{FF2B5EF4-FFF2-40B4-BE49-F238E27FC236}">
                  <a16:creationId xmlns:a16="http://schemas.microsoft.com/office/drawing/2014/main" id="{FBC9D002-6216-2A62-D6F3-93A241F4802A}"/>
                </a:ext>
              </a:extLst>
            </p:cNvPr>
            <p:cNvSpPr/>
            <p:nvPr/>
          </p:nvSpPr>
          <p:spPr>
            <a:xfrm>
              <a:off x="7912754" y="3450709"/>
              <a:ext cx="634670" cy="366446"/>
            </a:xfrm>
            <a:custGeom>
              <a:avLst/>
              <a:gdLst/>
              <a:ahLst/>
              <a:cxnLst/>
              <a:rect l="l" t="t" r="r" b="b"/>
              <a:pathLst>
                <a:path w="793337" h="458057" extrusionOk="0">
                  <a:moveTo>
                    <a:pt x="755904" y="458057"/>
                  </a:moveTo>
                  <a:lnTo>
                    <a:pt x="0" y="21622"/>
                  </a:lnTo>
                  <a:lnTo>
                    <a:pt x="37433" y="0"/>
                  </a:lnTo>
                  <a:lnTo>
                    <a:pt x="793337" y="436436"/>
                  </a:lnTo>
                  <a:lnTo>
                    <a:pt x="755904" y="458057"/>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 name="Google Shape;354;p13">
              <a:extLst>
                <a:ext uri="{FF2B5EF4-FFF2-40B4-BE49-F238E27FC236}">
                  <a16:creationId xmlns:a16="http://schemas.microsoft.com/office/drawing/2014/main" id="{F15B1A0A-CD2E-4306-B869-7205CE57B568}"/>
                </a:ext>
              </a:extLst>
            </p:cNvPr>
            <p:cNvSpPr/>
            <p:nvPr/>
          </p:nvSpPr>
          <p:spPr>
            <a:xfrm>
              <a:off x="7863331" y="3479190"/>
              <a:ext cx="634670" cy="366446"/>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 name="Google Shape;355;p13">
              <a:extLst>
                <a:ext uri="{FF2B5EF4-FFF2-40B4-BE49-F238E27FC236}">
                  <a16:creationId xmlns:a16="http://schemas.microsoft.com/office/drawing/2014/main" id="{CF0F3146-BFD6-164C-04E1-BA50087348DA}"/>
                </a:ext>
              </a:extLst>
            </p:cNvPr>
            <p:cNvSpPr/>
            <p:nvPr/>
          </p:nvSpPr>
          <p:spPr>
            <a:xfrm>
              <a:off x="7813984" y="3507747"/>
              <a:ext cx="634670" cy="366446"/>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 name="Google Shape;356;p13">
              <a:extLst>
                <a:ext uri="{FF2B5EF4-FFF2-40B4-BE49-F238E27FC236}">
                  <a16:creationId xmlns:a16="http://schemas.microsoft.com/office/drawing/2014/main" id="{95AE5168-5E00-2D39-E8F9-2BE025C3545E}"/>
                </a:ext>
              </a:extLst>
            </p:cNvPr>
            <p:cNvSpPr/>
            <p:nvPr/>
          </p:nvSpPr>
          <p:spPr>
            <a:xfrm>
              <a:off x="7451727" y="3699575"/>
              <a:ext cx="664616" cy="383743"/>
            </a:xfrm>
            <a:custGeom>
              <a:avLst/>
              <a:gdLst/>
              <a:ahLst/>
              <a:cxnLst/>
              <a:rect l="l" t="t" r="r" b="b"/>
              <a:pathLst>
                <a:path w="830770" h="479679" extrusionOk="0">
                  <a:moveTo>
                    <a:pt x="756000" y="479679"/>
                  </a:moveTo>
                  <a:lnTo>
                    <a:pt x="0" y="43244"/>
                  </a:lnTo>
                  <a:lnTo>
                    <a:pt x="74962" y="0"/>
                  </a:lnTo>
                  <a:lnTo>
                    <a:pt x="830771" y="436436"/>
                  </a:lnTo>
                  <a:lnTo>
                    <a:pt x="756000" y="479679"/>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 name="Google Shape;357;p13">
              <a:extLst>
                <a:ext uri="{FF2B5EF4-FFF2-40B4-BE49-F238E27FC236}">
                  <a16:creationId xmlns:a16="http://schemas.microsoft.com/office/drawing/2014/main" id="{9E7F23A0-F440-5059-8929-0E4F256D566F}"/>
                </a:ext>
              </a:extLst>
            </p:cNvPr>
            <p:cNvSpPr/>
            <p:nvPr/>
          </p:nvSpPr>
          <p:spPr>
            <a:xfrm>
              <a:off x="7387988" y="3753643"/>
              <a:ext cx="593293" cy="342595"/>
            </a:xfrm>
            <a:custGeom>
              <a:avLst/>
              <a:gdLst/>
              <a:ahLst/>
              <a:cxnLst/>
              <a:rect l="l" t="t" r="r" b="b"/>
              <a:pathLst>
                <a:path w="741616" h="428244" extrusionOk="0">
                  <a:moveTo>
                    <a:pt x="704184" y="428244"/>
                  </a:moveTo>
                  <a:lnTo>
                    <a:pt x="0" y="21622"/>
                  </a:lnTo>
                  <a:lnTo>
                    <a:pt x="37433" y="0"/>
                  </a:lnTo>
                  <a:lnTo>
                    <a:pt x="741617" y="406622"/>
                  </a:lnTo>
                  <a:lnTo>
                    <a:pt x="704184" y="428244"/>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 name="Google Shape;358;p13">
              <a:extLst>
                <a:ext uri="{FF2B5EF4-FFF2-40B4-BE49-F238E27FC236}">
                  <a16:creationId xmlns:a16="http://schemas.microsoft.com/office/drawing/2014/main" id="{1F471CCA-AAEF-BAE9-0C6A-AF39EFBC18C5}"/>
                </a:ext>
              </a:extLst>
            </p:cNvPr>
            <p:cNvSpPr/>
            <p:nvPr/>
          </p:nvSpPr>
          <p:spPr>
            <a:xfrm>
              <a:off x="7338565" y="3782200"/>
              <a:ext cx="582091" cy="336042"/>
            </a:xfrm>
            <a:custGeom>
              <a:avLst/>
              <a:gdLst/>
              <a:ahLst/>
              <a:cxnLst/>
              <a:rect l="l" t="t" r="r" b="b"/>
              <a:pathLst>
                <a:path w="727614" h="420052" extrusionOk="0">
                  <a:moveTo>
                    <a:pt x="690181" y="420053"/>
                  </a:moveTo>
                  <a:lnTo>
                    <a:pt x="0" y="21622"/>
                  </a:lnTo>
                  <a:lnTo>
                    <a:pt x="37433" y="0"/>
                  </a:lnTo>
                  <a:lnTo>
                    <a:pt x="727615" y="398431"/>
                  </a:lnTo>
                  <a:lnTo>
                    <a:pt x="690181" y="420053"/>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 name="Google Shape;359;p13">
              <a:extLst>
                <a:ext uri="{FF2B5EF4-FFF2-40B4-BE49-F238E27FC236}">
                  <a16:creationId xmlns:a16="http://schemas.microsoft.com/office/drawing/2014/main" id="{4D3B8394-9115-6E09-8D1E-676834733F05}"/>
                </a:ext>
              </a:extLst>
            </p:cNvPr>
            <p:cNvSpPr/>
            <p:nvPr/>
          </p:nvSpPr>
          <p:spPr>
            <a:xfrm>
              <a:off x="7289218" y="3810681"/>
              <a:ext cx="496671" cy="286816"/>
            </a:xfrm>
            <a:custGeom>
              <a:avLst/>
              <a:gdLst/>
              <a:ahLst/>
              <a:cxnLst/>
              <a:rect l="l" t="t" r="r" b="b"/>
              <a:pathLst>
                <a:path w="620839" h="358520" extrusionOk="0">
                  <a:moveTo>
                    <a:pt x="583406" y="358521"/>
                  </a:moveTo>
                  <a:lnTo>
                    <a:pt x="0" y="21622"/>
                  </a:lnTo>
                  <a:lnTo>
                    <a:pt x="37433" y="0"/>
                  </a:lnTo>
                  <a:lnTo>
                    <a:pt x="620840" y="336899"/>
                  </a:lnTo>
                  <a:lnTo>
                    <a:pt x="583406" y="358521"/>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 name="Google Shape;360;p13">
              <a:extLst>
                <a:ext uri="{FF2B5EF4-FFF2-40B4-BE49-F238E27FC236}">
                  <a16:creationId xmlns:a16="http://schemas.microsoft.com/office/drawing/2014/main" id="{31461FCD-98FE-B0BB-3AF4-247A854922C8}"/>
                </a:ext>
              </a:extLst>
            </p:cNvPr>
            <p:cNvSpPr/>
            <p:nvPr/>
          </p:nvSpPr>
          <p:spPr>
            <a:xfrm>
              <a:off x="7582329" y="3561435"/>
              <a:ext cx="337413" cy="194766"/>
            </a:xfrm>
            <a:custGeom>
              <a:avLst/>
              <a:gdLst/>
              <a:ahLst/>
              <a:cxnLst/>
              <a:rect l="l" t="t" r="r" b="b"/>
              <a:pathLst>
                <a:path w="421766" h="243458" extrusionOk="0">
                  <a:moveTo>
                    <a:pt x="210883" y="243459"/>
                  </a:moveTo>
                  <a:lnTo>
                    <a:pt x="0" y="121729"/>
                  </a:lnTo>
                  <a:lnTo>
                    <a:pt x="210883" y="0"/>
                  </a:lnTo>
                  <a:lnTo>
                    <a:pt x="421767" y="121729"/>
                  </a:lnTo>
                  <a:lnTo>
                    <a:pt x="210883" y="243459"/>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 name="Google Shape;361;p13">
              <a:extLst>
                <a:ext uri="{FF2B5EF4-FFF2-40B4-BE49-F238E27FC236}">
                  <a16:creationId xmlns:a16="http://schemas.microsoft.com/office/drawing/2014/main" id="{B2288E4C-2353-39C5-9D74-E7312BE45A03}"/>
                </a:ext>
              </a:extLst>
            </p:cNvPr>
            <p:cNvSpPr/>
            <p:nvPr/>
          </p:nvSpPr>
          <p:spPr>
            <a:xfrm>
              <a:off x="7800200" y="3687162"/>
              <a:ext cx="337413" cy="194843"/>
            </a:xfrm>
            <a:custGeom>
              <a:avLst/>
              <a:gdLst/>
              <a:ahLst/>
              <a:cxnLst/>
              <a:rect l="l" t="t" r="r" b="b"/>
              <a:pathLst>
                <a:path w="421766" h="243554" extrusionOk="0">
                  <a:moveTo>
                    <a:pt x="210884" y="243554"/>
                  </a:moveTo>
                  <a:lnTo>
                    <a:pt x="0" y="121825"/>
                  </a:lnTo>
                  <a:lnTo>
                    <a:pt x="210884" y="0"/>
                  </a:lnTo>
                  <a:lnTo>
                    <a:pt x="421767" y="121825"/>
                  </a:lnTo>
                  <a:lnTo>
                    <a:pt x="210884" y="243554"/>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 name="Google Shape;362;p13">
              <a:extLst>
                <a:ext uri="{FF2B5EF4-FFF2-40B4-BE49-F238E27FC236}">
                  <a16:creationId xmlns:a16="http://schemas.microsoft.com/office/drawing/2014/main" id="{6A4F53FD-D6FF-0E9A-07C2-AF5233CFC1FD}"/>
                </a:ext>
              </a:extLst>
            </p:cNvPr>
            <p:cNvSpPr/>
            <p:nvPr/>
          </p:nvSpPr>
          <p:spPr>
            <a:xfrm>
              <a:off x="8018073" y="3812966"/>
              <a:ext cx="337413" cy="194843"/>
            </a:xfrm>
            <a:custGeom>
              <a:avLst/>
              <a:gdLst/>
              <a:ahLst/>
              <a:cxnLst/>
              <a:rect l="l" t="t" r="r" b="b"/>
              <a:pathLst>
                <a:path w="421766" h="243554" extrusionOk="0">
                  <a:moveTo>
                    <a:pt x="210883" y="243554"/>
                  </a:moveTo>
                  <a:lnTo>
                    <a:pt x="0" y="121729"/>
                  </a:lnTo>
                  <a:lnTo>
                    <a:pt x="210883" y="0"/>
                  </a:lnTo>
                  <a:lnTo>
                    <a:pt x="421767" y="121825"/>
                  </a:lnTo>
                  <a:lnTo>
                    <a:pt x="210883" y="243554"/>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 name="Google Shape;363;p13">
              <a:extLst>
                <a:ext uri="{FF2B5EF4-FFF2-40B4-BE49-F238E27FC236}">
                  <a16:creationId xmlns:a16="http://schemas.microsoft.com/office/drawing/2014/main" id="{718479E6-FA61-0F95-37A9-CE05D56CCBA0}"/>
                </a:ext>
              </a:extLst>
            </p:cNvPr>
            <p:cNvSpPr/>
            <p:nvPr/>
          </p:nvSpPr>
          <p:spPr>
            <a:xfrm>
              <a:off x="7794459" y="3551002"/>
              <a:ext cx="540846" cy="312343"/>
            </a:xfrm>
            <a:custGeom>
              <a:avLst/>
              <a:gdLst/>
              <a:ahLst/>
              <a:cxnLst/>
              <a:rect l="l" t="t" r="r" b="b"/>
              <a:pathLst>
                <a:path w="676058" h="390429" extrusionOk="0">
                  <a:moveTo>
                    <a:pt x="625735" y="92488"/>
                  </a:moveTo>
                  <a:cubicBezTo>
                    <a:pt x="610904" y="78943"/>
                    <a:pt x="594607" y="67094"/>
                    <a:pt x="577157" y="57150"/>
                  </a:cubicBezTo>
                  <a:cubicBezTo>
                    <a:pt x="445236" y="-19050"/>
                    <a:pt x="230733" y="-19050"/>
                    <a:pt x="98907" y="57150"/>
                  </a:cubicBezTo>
                  <a:cubicBezTo>
                    <a:pt x="78543" y="68666"/>
                    <a:pt x="59826" y="82896"/>
                    <a:pt x="43281" y="99441"/>
                  </a:cubicBezTo>
                  <a:cubicBezTo>
                    <a:pt x="-29204" y="173831"/>
                    <a:pt x="-10630" y="270034"/>
                    <a:pt x="98907" y="333280"/>
                  </a:cubicBezTo>
                  <a:cubicBezTo>
                    <a:pt x="230733" y="409480"/>
                    <a:pt x="445331" y="409480"/>
                    <a:pt x="577157" y="333280"/>
                  </a:cubicBezTo>
                  <a:cubicBezTo>
                    <a:pt x="690124" y="268033"/>
                    <a:pt x="706316" y="167735"/>
                    <a:pt x="625735" y="92488"/>
                  </a:cubicBezTo>
                  <a:close/>
                  <a:moveTo>
                    <a:pt x="535152" y="308610"/>
                  </a:moveTo>
                  <a:cubicBezTo>
                    <a:pt x="426472" y="371380"/>
                    <a:pt x="249402" y="371380"/>
                    <a:pt x="141008" y="308610"/>
                  </a:cubicBezTo>
                  <a:cubicBezTo>
                    <a:pt x="64808" y="264605"/>
                    <a:pt x="41948" y="201168"/>
                    <a:pt x="72713" y="145542"/>
                  </a:cubicBezTo>
                  <a:cubicBezTo>
                    <a:pt x="89277" y="118310"/>
                    <a:pt x="112871" y="96031"/>
                    <a:pt x="141008" y="81058"/>
                  </a:cubicBezTo>
                  <a:cubicBezTo>
                    <a:pt x="249688" y="18383"/>
                    <a:pt x="426758" y="18383"/>
                    <a:pt x="535152" y="81058"/>
                  </a:cubicBezTo>
                  <a:cubicBezTo>
                    <a:pt x="563260" y="96002"/>
                    <a:pt x="586797" y="118291"/>
                    <a:pt x="603256" y="145542"/>
                  </a:cubicBezTo>
                  <a:lnTo>
                    <a:pt x="603256" y="145542"/>
                  </a:lnTo>
                  <a:cubicBezTo>
                    <a:pt x="634117" y="201549"/>
                    <a:pt x="611352" y="264890"/>
                    <a:pt x="535152" y="308610"/>
                  </a:cubicBez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8" name="Google Shape;364;p13">
              <a:extLst>
                <a:ext uri="{FF2B5EF4-FFF2-40B4-BE49-F238E27FC236}">
                  <a16:creationId xmlns:a16="http://schemas.microsoft.com/office/drawing/2014/main" id="{C47A0818-CBEC-94A2-3552-97C096983040}"/>
                </a:ext>
              </a:extLst>
            </p:cNvPr>
            <p:cNvSpPr/>
            <p:nvPr/>
          </p:nvSpPr>
          <p:spPr>
            <a:xfrm>
              <a:off x="7824798" y="3491907"/>
              <a:ext cx="470058" cy="181410"/>
            </a:xfrm>
            <a:custGeom>
              <a:avLst/>
              <a:gdLst/>
              <a:ahLst/>
              <a:cxnLst/>
              <a:rect l="l" t="t" r="r" b="b"/>
              <a:pathLst>
                <a:path w="587572" h="226763" extrusionOk="0">
                  <a:moveTo>
                    <a:pt x="565309" y="219837"/>
                  </a:moveTo>
                  <a:lnTo>
                    <a:pt x="565309" y="219837"/>
                  </a:lnTo>
                  <a:cubicBezTo>
                    <a:pt x="548849" y="192586"/>
                    <a:pt x="525313" y="170297"/>
                    <a:pt x="497205" y="155353"/>
                  </a:cubicBezTo>
                  <a:cubicBezTo>
                    <a:pt x="388525" y="92678"/>
                    <a:pt x="211455" y="92678"/>
                    <a:pt x="103061" y="155353"/>
                  </a:cubicBezTo>
                  <a:cubicBezTo>
                    <a:pt x="74924" y="170326"/>
                    <a:pt x="51330" y="192605"/>
                    <a:pt x="34766" y="219837"/>
                  </a:cubicBezTo>
                  <a:lnTo>
                    <a:pt x="5334" y="172974"/>
                  </a:lnTo>
                  <a:lnTo>
                    <a:pt x="0" y="164497"/>
                  </a:lnTo>
                  <a:lnTo>
                    <a:pt x="38100" y="73533"/>
                  </a:lnTo>
                  <a:lnTo>
                    <a:pt x="170402" y="0"/>
                  </a:lnTo>
                  <a:lnTo>
                    <a:pt x="416719" y="4286"/>
                  </a:lnTo>
                  <a:lnTo>
                    <a:pt x="584073" y="103537"/>
                  </a:lnTo>
                  <a:cubicBezTo>
                    <a:pt x="584073" y="103537"/>
                    <a:pt x="587121" y="134969"/>
                    <a:pt x="587502" y="166021"/>
                  </a:cubicBezTo>
                  <a:cubicBezTo>
                    <a:pt x="588169" y="204883"/>
                    <a:pt x="584359" y="242697"/>
                    <a:pt x="565309" y="219837"/>
                  </a:cubicBezTo>
                  <a:close/>
                </a:path>
              </a:pathLst>
            </a:custGeom>
            <a:solidFill>
              <a:srgbClr val="A1A5B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9" name="Google Shape;365;p13">
              <a:extLst>
                <a:ext uri="{FF2B5EF4-FFF2-40B4-BE49-F238E27FC236}">
                  <a16:creationId xmlns:a16="http://schemas.microsoft.com/office/drawing/2014/main" id="{07FB9E88-7956-B912-5E53-D83BD856B938}"/>
                </a:ext>
              </a:extLst>
            </p:cNvPr>
            <p:cNvSpPr/>
            <p:nvPr/>
          </p:nvSpPr>
          <p:spPr>
            <a:xfrm>
              <a:off x="7794490" y="3623727"/>
              <a:ext cx="41071" cy="82677"/>
            </a:xfrm>
            <a:custGeom>
              <a:avLst/>
              <a:gdLst/>
              <a:ahLst/>
              <a:cxnLst/>
              <a:rect l="l" t="t" r="r" b="b"/>
              <a:pathLst>
                <a:path w="51339" h="103346" extrusionOk="0">
                  <a:moveTo>
                    <a:pt x="0" y="103346"/>
                  </a:moveTo>
                  <a:lnTo>
                    <a:pt x="95" y="0"/>
                  </a:lnTo>
                  <a:lnTo>
                    <a:pt x="51340" y="86773"/>
                  </a:lnTo>
                  <a:lnTo>
                    <a:pt x="0" y="103346"/>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 name="Google Shape;366;p13">
              <a:extLst>
                <a:ext uri="{FF2B5EF4-FFF2-40B4-BE49-F238E27FC236}">
                  <a16:creationId xmlns:a16="http://schemas.microsoft.com/office/drawing/2014/main" id="{4482A533-A88E-53D7-2AD8-18098AAFE7EC}"/>
                </a:ext>
              </a:extLst>
            </p:cNvPr>
            <p:cNvSpPr/>
            <p:nvPr/>
          </p:nvSpPr>
          <p:spPr>
            <a:xfrm>
              <a:off x="8298847" y="3624184"/>
              <a:ext cx="36118" cy="82219"/>
            </a:xfrm>
            <a:custGeom>
              <a:avLst/>
              <a:gdLst/>
              <a:ahLst/>
              <a:cxnLst/>
              <a:rect l="l" t="t" r="r" b="b"/>
              <a:pathLst>
                <a:path w="45148" h="102774" extrusionOk="0">
                  <a:moveTo>
                    <a:pt x="45148" y="102775"/>
                  </a:moveTo>
                  <a:lnTo>
                    <a:pt x="45148" y="0"/>
                  </a:lnTo>
                  <a:lnTo>
                    <a:pt x="0" y="51149"/>
                  </a:lnTo>
                  <a:lnTo>
                    <a:pt x="45148" y="102775"/>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1" name="Google Shape;367;p13">
              <a:extLst>
                <a:ext uri="{FF2B5EF4-FFF2-40B4-BE49-F238E27FC236}">
                  <a16:creationId xmlns:a16="http://schemas.microsoft.com/office/drawing/2014/main" id="{EDD77167-390F-2229-1B08-D4046BCB0F4C}"/>
                </a:ext>
              </a:extLst>
            </p:cNvPr>
            <p:cNvSpPr/>
            <p:nvPr/>
          </p:nvSpPr>
          <p:spPr>
            <a:xfrm>
              <a:off x="7842237" y="3535238"/>
              <a:ext cx="450190" cy="259842"/>
            </a:xfrm>
            <a:custGeom>
              <a:avLst/>
              <a:gdLst/>
              <a:ahLst/>
              <a:cxnLst/>
              <a:rect l="l" t="t" r="r" b="b"/>
              <a:pathLst>
                <a:path w="562737" h="324802" extrusionOk="0">
                  <a:moveTo>
                    <a:pt x="562737" y="162401"/>
                  </a:moveTo>
                  <a:cubicBezTo>
                    <a:pt x="562737" y="252093"/>
                    <a:pt x="436764" y="324802"/>
                    <a:pt x="281368" y="324802"/>
                  </a:cubicBezTo>
                  <a:cubicBezTo>
                    <a:pt x="125973" y="324802"/>
                    <a:pt x="0" y="252093"/>
                    <a:pt x="0" y="162401"/>
                  </a:cubicBezTo>
                  <a:cubicBezTo>
                    <a:pt x="0" y="72710"/>
                    <a:pt x="125973" y="0"/>
                    <a:pt x="281368" y="0"/>
                  </a:cubicBezTo>
                  <a:cubicBezTo>
                    <a:pt x="436764" y="0"/>
                    <a:pt x="562737" y="72710"/>
                    <a:pt x="562737" y="162401"/>
                  </a:cubicBezTo>
                  <a:close/>
                </a:path>
              </a:pathLst>
            </a:custGeom>
            <a:solidFill>
              <a:srgbClr val="3E7EFF">
                <a:alpha val="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 name="Google Shape;368;p13">
              <a:extLst>
                <a:ext uri="{FF2B5EF4-FFF2-40B4-BE49-F238E27FC236}">
                  <a16:creationId xmlns:a16="http://schemas.microsoft.com/office/drawing/2014/main" id="{706611FB-89AB-F02F-D67B-E7D5FB33546C}"/>
                </a:ext>
              </a:extLst>
            </p:cNvPr>
            <p:cNvSpPr/>
            <p:nvPr/>
          </p:nvSpPr>
          <p:spPr>
            <a:xfrm>
              <a:off x="7815050" y="3673683"/>
              <a:ext cx="491790" cy="176435"/>
            </a:xfrm>
            <a:custGeom>
              <a:avLst/>
              <a:gdLst/>
              <a:ahLst/>
              <a:cxnLst/>
              <a:rect l="l" t="t" r="r" b="b"/>
              <a:pathLst>
                <a:path w="614737" h="220544" extrusionOk="0">
                  <a:moveTo>
                    <a:pt x="0" y="58293"/>
                  </a:moveTo>
                  <a:cubicBezTo>
                    <a:pt x="0" y="58293"/>
                    <a:pt x="43339" y="228981"/>
                    <a:pt x="366522" y="220218"/>
                  </a:cubicBezTo>
                  <a:cubicBezTo>
                    <a:pt x="590836" y="220218"/>
                    <a:pt x="619506" y="27432"/>
                    <a:pt x="614172" y="0"/>
                  </a:cubicBezTo>
                  <a:cubicBezTo>
                    <a:pt x="567595" y="64189"/>
                    <a:pt x="495062" y="104556"/>
                    <a:pt x="415957" y="110300"/>
                  </a:cubicBezTo>
                  <a:cubicBezTo>
                    <a:pt x="279463" y="122206"/>
                    <a:pt x="178689" y="120682"/>
                    <a:pt x="124778" y="94583"/>
                  </a:cubicBezTo>
                  <a:cubicBezTo>
                    <a:pt x="70866" y="68485"/>
                    <a:pt x="95" y="0"/>
                    <a:pt x="95" y="0"/>
                  </a:cubicBez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 name="Google Shape;369;p13">
              <a:extLst>
                <a:ext uri="{FF2B5EF4-FFF2-40B4-BE49-F238E27FC236}">
                  <a16:creationId xmlns:a16="http://schemas.microsoft.com/office/drawing/2014/main" id="{E6E2555D-01ED-0803-61D2-9E20D015A514}"/>
                </a:ext>
              </a:extLst>
            </p:cNvPr>
            <p:cNvSpPr/>
            <p:nvPr/>
          </p:nvSpPr>
          <p:spPr>
            <a:xfrm>
              <a:off x="7794490" y="3472184"/>
              <a:ext cx="540791" cy="312391"/>
            </a:xfrm>
            <a:custGeom>
              <a:avLst/>
              <a:gdLst/>
              <a:ahLst/>
              <a:cxnLst/>
              <a:rect l="l" t="t" r="r" b="b"/>
              <a:pathLst>
                <a:path w="675989" h="390489" extrusionOk="0">
                  <a:moveTo>
                    <a:pt x="98869" y="333375"/>
                  </a:moveTo>
                  <a:cubicBezTo>
                    <a:pt x="-32956" y="257175"/>
                    <a:pt x="-32956" y="133350"/>
                    <a:pt x="98869" y="57150"/>
                  </a:cubicBezTo>
                  <a:cubicBezTo>
                    <a:pt x="230695" y="-19050"/>
                    <a:pt x="445294" y="-19050"/>
                    <a:pt x="577120" y="57150"/>
                  </a:cubicBezTo>
                  <a:cubicBezTo>
                    <a:pt x="708946" y="133350"/>
                    <a:pt x="708946" y="257175"/>
                    <a:pt x="577120" y="333375"/>
                  </a:cubicBezTo>
                  <a:cubicBezTo>
                    <a:pt x="445294" y="409575"/>
                    <a:pt x="230695" y="409480"/>
                    <a:pt x="98869" y="333375"/>
                  </a:cubicBezTo>
                  <a:close/>
                  <a:moveTo>
                    <a:pt x="535019" y="81534"/>
                  </a:moveTo>
                  <a:cubicBezTo>
                    <a:pt x="426339" y="18860"/>
                    <a:pt x="249269" y="18764"/>
                    <a:pt x="140970" y="81534"/>
                  </a:cubicBezTo>
                  <a:cubicBezTo>
                    <a:pt x="32671" y="144304"/>
                    <a:pt x="32290" y="246316"/>
                    <a:pt x="140970" y="309086"/>
                  </a:cubicBezTo>
                  <a:cubicBezTo>
                    <a:pt x="249650" y="371856"/>
                    <a:pt x="426720" y="371856"/>
                    <a:pt x="535019" y="309086"/>
                  </a:cubicBezTo>
                  <a:cubicBezTo>
                    <a:pt x="643319" y="246316"/>
                    <a:pt x="644176" y="144304"/>
                    <a:pt x="535019" y="81534"/>
                  </a:cubicBezTo>
                  <a:close/>
                </a:path>
              </a:pathLst>
            </a:custGeom>
            <a:solidFill>
              <a:srgbClr val="D6D8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 name="Google Shape;370;p13">
              <a:extLst>
                <a:ext uri="{FF2B5EF4-FFF2-40B4-BE49-F238E27FC236}">
                  <a16:creationId xmlns:a16="http://schemas.microsoft.com/office/drawing/2014/main" id="{333312FD-B4C9-502E-E041-4C9D39D735A4}"/>
                </a:ext>
              </a:extLst>
            </p:cNvPr>
            <p:cNvSpPr/>
            <p:nvPr/>
          </p:nvSpPr>
          <p:spPr>
            <a:xfrm rot="-1800688">
              <a:off x="7461681" y="3958751"/>
              <a:ext cx="59415" cy="10283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rgbClr val="000000">
                <a:alpha val="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5" name="Google Shape;371;p13">
              <a:extLst>
                <a:ext uri="{FF2B5EF4-FFF2-40B4-BE49-F238E27FC236}">
                  <a16:creationId xmlns:a16="http://schemas.microsoft.com/office/drawing/2014/main" id="{A3876A18-9050-BF09-0A77-B28FFFBEEF5C}"/>
                </a:ext>
              </a:extLst>
            </p:cNvPr>
            <p:cNvSpPr/>
            <p:nvPr/>
          </p:nvSpPr>
          <p:spPr>
            <a:xfrm>
              <a:off x="7752377" y="3752957"/>
              <a:ext cx="148970" cy="86030"/>
            </a:xfrm>
            <a:custGeom>
              <a:avLst/>
              <a:gdLst/>
              <a:ahLst/>
              <a:cxnLst/>
              <a:rect l="l" t="t" r="r" b="b"/>
              <a:pathLst>
                <a:path w="186213" h="107537" extrusionOk="0">
                  <a:moveTo>
                    <a:pt x="186214" y="25337"/>
                  </a:moveTo>
                  <a:lnTo>
                    <a:pt x="43910" y="107537"/>
                  </a:lnTo>
                  <a:lnTo>
                    <a:pt x="0" y="82105"/>
                  </a:lnTo>
                  <a:lnTo>
                    <a:pt x="142304" y="0"/>
                  </a:lnTo>
                  <a:lnTo>
                    <a:pt x="186214" y="25337"/>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6" name="Google Shape;372;p13">
              <a:extLst>
                <a:ext uri="{FF2B5EF4-FFF2-40B4-BE49-F238E27FC236}">
                  <a16:creationId xmlns:a16="http://schemas.microsoft.com/office/drawing/2014/main" id="{B84F00C4-F42B-1ED2-B83F-61A1EEF89B09}"/>
                </a:ext>
              </a:extLst>
            </p:cNvPr>
            <p:cNvSpPr/>
            <p:nvPr/>
          </p:nvSpPr>
          <p:spPr>
            <a:xfrm>
              <a:off x="7787483" y="3773138"/>
              <a:ext cx="113842" cy="106298"/>
            </a:xfrm>
            <a:custGeom>
              <a:avLst/>
              <a:gdLst/>
              <a:ahLst/>
              <a:cxnLst/>
              <a:rect l="l" t="t" r="r" b="b"/>
              <a:pathLst>
                <a:path w="142303" h="132873" extrusionOk="0">
                  <a:moveTo>
                    <a:pt x="142304" y="50768"/>
                  </a:moveTo>
                  <a:lnTo>
                    <a:pt x="0" y="132874"/>
                  </a:lnTo>
                  <a:lnTo>
                    <a:pt x="0" y="82201"/>
                  </a:lnTo>
                  <a:lnTo>
                    <a:pt x="142304" y="0"/>
                  </a:lnTo>
                  <a:lnTo>
                    <a:pt x="142304" y="50768"/>
                  </a:lnTo>
                  <a:close/>
                </a:path>
              </a:pathLst>
            </a:custGeom>
            <a:solidFill>
              <a:srgbClr val="A1A5B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7" name="Google Shape;373;p13">
              <a:extLst>
                <a:ext uri="{FF2B5EF4-FFF2-40B4-BE49-F238E27FC236}">
                  <a16:creationId xmlns:a16="http://schemas.microsoft.com/office/drawing/2014/main" id="{254A03CE-11C4-5E79-5093-E6CB8B0EFC33}"/>
                </a:ext>
              </a:extLst>
            </p:cNvPr>
            <p:cNvSpPr/>
            <p:nvPr/>
          </p:nvSpPr>
          <p:spPr>
            <a:xfrm>
              <a:off x="7465892" y="3799784"/>
              <a:ext cx="345033" cy="254286"/>
            </a:xfrm>
            <a:custGeom>
              <a:avLst/>
              <a:gdLst/>
              <a:ahLst/>
              <a:cxnLst/>
              <a:rect l="l" t="t" r="r" b="b"/>
              <a:pathLst>
                <a:path w="431291" h="317858" extrusionOk="0">
                  <a:moveTo>
                    <a:pt x="431292" y="84877"/>
                  </a:moveTo>
                  <a:cubicBezTo>
                    <a:pt x="429558" y="52883"/>
                    <a:pt x="412680" y="23631"/>
                    <a:pt x="385858" y="6106"/>
                  </a:cubicBezTo>
                  <a:cubicBezTo>
                    <a:pt x="376637" y="-562"/>
                    <a:pt x="364579" y="-1867"/>
                    <a:pt x="354139" y="2676"/>
                  </a:cubicBezTo>
                  <a:lnTo>
                    <a:pt x="354139" y="2676"/>
                  </a:lnTo>
                  <a:lnTo>
                    <a:pt x="0" y="206988"/>
                  </a:lnTo>
                  <a:lnTo>
                    <a:pt x="64579" y="317859"/>
                  </a:lnTo>
                  <a:lnTo>
                    <a:pt x="414338" y="115929"/>
                  </a:lnTo>
                  <a:cubicBezTo>
                    <a:pt x="424720" y="112214"/>
                    <a:pt x="431292" y="101356"/>
                    <a:pt x="431292" y="84877"/>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8" name="Google Shape;374;p13">
              <a:extLst>
                <a:ext uri="{FF2B5EF4-FFF2-40B4-BE49-F238E27FC236}">
                  <a16:creationId xmlns:a16="http://schemas.microsoft.com/office/drawing/2014/main" id="{D9F39ACE-DE3D-92BF-8159-5153B4602026}"/>
                </a:ext>
              </a:extLst>
            </p:cNvPr>
            <p:cNvSpPr/>
            <p:nvPr/>
          </p:nvSpPr>
          <p:spPr>
            <a:xfrm rot="-1800688">
              <a:off x="7461681" y="3958751"/>
              <a:ext cx="59415" cy="10283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chemeClr val="accent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Tree>
    <p:extLst>
      <p:ext uri="{BB962C8B-B14F-4D97-AF65-F5344CB8AC3E}">
        <p14:creationId xmlns:p14="http://schemas.microsoft.com/office/powerpoint/2010/main" val="2507848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5">
                                            <p:txEl>
                                              <p:pRg st="0" end="0"/>
                                            </p:txEl>
                                          </p:spTgt>
                                        </p:tgtEl>
                                        <p:attrNameLst>
                                          <p:attrName>style.visibility</p:attrName>
                                        </p:attrNameLst>
                                      </p:cBhvr>
                                      <p:to>
                                        <p:strVal val="visible"/>
                                      </p:to>
                                    </p:set>
                                    <p:animEffect transition="in" filter="fade">
                                      <p:cBhvr>
                                        <p:cTn id="7" dur="500"/>
                                        <p:tgtEl>
                                          <p:spTgt spid="5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95">
                                            <p:txEl>
                                              <p:pRg st="1" end="1"/>
                                            </p:txEl>
                                          </p:spTgt>
                                        </p:tgtEl>
                                        <p:attrNameLst>
                                          <p:attrName>style.visibility</p:attrName>
                                        </p:attrNameLst>
                                      </p:cBhvr>
                                      <p:to>
                                        <p:strVal val="visible"/>
                                      </p:to>
                                    </p:set>
                                    <p:animEffect transition="in" filter="fade">
                                      <p:cBhvr>
                                        <p:cTn id="12" dur="500"/>
                                        <p:tgtEl>
                                          <p:spTgt spid="5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95">
                                            <p:txEl>
                                              <p:pRg st="2" end="2"/>
                                            </p:txEl>
                                          </p:spTgt>
                                        </p:tgtEl>
                                        <p:attrNameLst>
                                          <p:attrName>style.visibility</p:attrName>
                                        </p:attrNameLst>
                                      </p:cBhvr>
                                      <p:to>
                                        <p:strVal val="visible"/>
                                      </p:to>
                                    </p:set>
                                    <p:animEffect transition="in" filter="fade">
                                      <p:cBhvr>
                                        <p:cTn id="17" dur="500"/>
                                        <p:tgtEl>
                                          <p:spTgt spid="5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95">
                                            <p:txEl>
                                              <p:pRg st="3" end="3"/>
                                            </p:txEl>
                                          </p:spTgt>
                                        </p:tgtEl>
                                        <p:attrNameLst>
                                          <p:attrName>style.visibility</p:attrName>
                                        </p:attrNameLst>
                                      </p:cBhvr>
                                      <p:to>
                                        <p:strVal val="visible"/>
                                      </p:to>
                                    </p:set>
                                    <p:animEffect transition="in" filter="fade">
                                      <p:cBhvr>
                                        <p:cTn id="22" dur="500"/>
                                        <p:tgtEl>
                                          <p:spTgt spid="5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75"/>
        <p:cNvGrpSpPr/>
        <p:nvPr/>
      </p:nvGrpSpPr>
      <p:grpSpPr>
        <a:xfrm>
          <a:off x="0" y="0"/>
          <a:ext cx="0" cy="0"/>
          <a:chOff x="0" y="0"/>
          <a:chExt cx="0" cy="0"/>
        </a:xfrm>
      </p:grpSpPr>
      <p:sp>
        <p:nvSpPr>
          <p:cNvPr id="2076" name="Google Shape;2076;p34"/>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p>
            <a:pPr defTabSz="1219170">
              <a:buClr>
                <a:srgbClr val="000000"/>
              </a:buClr>
            </a:pPr>
            <a:fld id="{00000000-1234-1234-1234-123412341234}" type="slidenum">
              <a:rPr lang="en" kern="0">
                <a:solidFill>
                  <a:srgbClr val="FFFFFF"/>
                </a:solidFill>
              </a:rPr>
              <a:pPr defTabSz="1219170">
                <a:buClr>
                  <a:srgbClr val="000000"/>
                </a:buClr>
              </a:pPr>
              <a:t>7</a:t>
            </a:fld>
            <a:endParaRPr kern="0">
              <a:solidFill>
                <a:srgbClr val="FFFFFF"/>
              </a:solidFill>
            </a:endParaRPr>
          </a:p>
        </p:txBody>
      </p:sp>
      <p:sp>
        <p:nvSpPr>
          <p:cNvPr id="2223" name="Google Shape;2223;p34"/>
          <p:cNvSpPr txBox="1">
            <a:spLocks noGrp="1"/>
          </p:cNvSpPr>
          <p:nvPr>
            <p:ph type="ctrTitle" idx="4294967295"/>
          </p:nvPr>
        </p:nvSpPr>
        <p:spPr>
          <a:xfrm>
            <a:off x="914400" y="1603251"/>
            <a:ext cx="5791600" cy="1110400"/>
          </a:xfrm>
          <a:prstGeom prst="rect">
            <a:avLst/>
          </a:prstGeom>
        </p:spPr>
        <p:txBody>
          <a:bodyPr spcFirstLastPara="1" wrap="square" lIns="0" tIns="0" rIns="0" bIns="0" anchor="t" anchorCtr="0">
            <a:noAutofit/>
          </a:bodyPr>
          <a:lstStyle/>
          <a:p>
            <a:r>
              <a:rPr lang="en" sz="9600" dirty="0"/>
              <a:t>Welcome!</a:t>
            </a:r>
            <a:endParaRPr sz="9600" dirty="0"/>
          </a:p>
        </p:txBody>
      </p:sp>
      <p:sp>
        <p:nvSpPr>
          <p:cNvPr id="2224" name="Google Shape;2224;p34"/>
          <p:cNvSpPr txBox="1">
            <a:spLocks noGrp="1"/>
          </p:cNvSpPr>
          <p:nvPr>
            <p:ph type="subTitle" idx="4294967295"/>
          </p:nvPr>
        </p:nvSpPr>
        <p:spPr>
          <a:xfrm>
            <a:off x="1646244" y="3837896"/>
            <a:ext cx="5791600" cy="2560000"/>
          </a:xfrm>
          <a:prstGeom prst="rect">
            <a:avLst/>
          </a:prstGeom>
        </p:spPr>
        <p:txBody>
          <a:bodyPr spcFirstLastPara="1" wrap="square" lIns="0" tIns="0" rIns="0" bIns="0" anchor="t" anchorCtr="0">
            <a:noAutofit/>
          </a:bodyPr>
          <a:lstStyle/>
          <a:p>
            <a:pPr marL="0" indent="0">
              <a:spcBef>
                <a:spcPts val="800"/>
              </a:spcBef>
              <a:buNone/>
            </a:pPr>
            <a:r>
              <a:rPr lang="en-US" sz="4800" b="1" dirty="0">
                <a:solidFill>
                  <a:schemeClr val="accent1"/>
                </a:solidFill>
                <a:latin typeface="Barlow"/>
                <a:ea typeface="Barlow"/>
                <a:cs typeface="Barlow"/>
                <a:sym typeface="Barlow"/>
              </a:rPr>
              <a:t>Let’s get Started</a:t>
            </a:r>
            <a:endParaRPr sz="4800" b="1" dirty="0">
              <a:solidFill>
                <a:schemeClr val="accent1"/>
              </a:solidFill>
              <a:latin typeface="Barlow"/>
              <a:ea typeface="Barlow"/>
              <a:cs typeface="Barlow"/>
              <a:sym typeface="Barlow"/>
            </a:endParaRPr>
          </a:p>
        </p:txBody>
      </p:sp>
      <p:grpSp>
        <p:nvGrpSpPr>
          <p:cNvPr id="2" name="Google Shape;3050;p47">
            <a:extLst>
              <a:ext uri="{FF2B5EF4-FFF2-40B4-BE49-F238E27FC236}">
                <a16:creationId xmlns:a16="http://schemas.microsoft.com/office/drawing/2014/main" id="{3FBD49CC-92F0-9B33-0B93-ECE29DD5AFB9}"/>
              </a:ext>
            </a:extLst>
          </p:cNvPr>
          <p:cNvGrpSpPr/>
          <p:nvPr/>
        </p:nvGrpSpPr>
        <p:grpSpPr>
          <a:xfrm>
            <a:off x="7711620" y="1660223"/>
            <a:ext cx="3180667" cy="3537555"/>
            <a:chOff x="2152750" y="190500"/>
            <a:chExt cx="4293756" cy="4762499"/>
          </a:xfrm>
        </p:grpSpPr>
        <p:sp>
          <p:nvSpPr>
            <p:cNvPr id="3" name="Google Shape;3051;p47">
              <a:extLst>
                <a:ext uri="{FF2B5EF4-FFF2-40B4-BE49-F238E27FC236}">
                  <a16:creationId xmlns:a16="http://schemas.microsoft.com/office/drawing/2014/main" id="{F43F88AC-FDBB-82EE-0751-1E20638ED6CB}"/>
                </a:ext>
              </a:extLst>
            </p:cNvPr>
            <p:cNvSpPr/>
            <p:nvPr/>
          </p:nvSpPr>
          <p:spPr>
            <a:xfrm>
              <a:off x="2152750" y="2957607"/>
              <a:ext cx="756691" cy="437959"/>
            </a:xfrm>
            <a:custGeom>
              <a:avLst/>
              <a:gdLst/>
              <a:ahLst/>
              <a:cxnLst/>
              <a:rect l="l" t="t" r="r" b="b"/>
              <a:pathLst>
                <a:path w="756691" h="437959" extrusionOk="0">
                  <a:moveTo>
                    <a:pt x="756692" y="218980"/>
                  </a:moveTo>
                  <a:cubicBezTo>
                    <a:pt x="756692" y="339919"/>
                    <a:pt x="587300" y="437959"/>
                    <a:pt x="378346" y="437959"/>
                  </a:cubicBezTo>
                  <a:cubicBezTo>
                    <a:pt x="169391" y="437959"/>
                    <a:pt x="0" y="339919"/>
                    <a:pt x="0" y="218980"/>
                  </a:cubicBezTo>
                  <a:cubicBezTo>
                    <a:pt x="0" y="98041"/>
                    <a:pt x="169391" y="0"/>
                    <a:pt x="378346" y="0"/>
                  </a:cubicBezTo>
                  <a:cubicBezTo>
                    <a:pt x="587300" y="0"/>
                    <a:pt x="756692" y="98041"/>
                    <a:pt x="756692" y="218980"/>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 name="Google Shape;3052;p47">
              <a:extLst>
                <a:ext uri="{FF2B5EF4-FFF2-40B4-BE49-F238E27FC236}">
                  <a16:creationId xmlns:a16="http://schemas.microsoft.com/office/drawing/2014/main" id="{8F36FB7D-74F2-60EA-5A00-B92698251FB6}"/>
                </a:ext>
              </a:extLst>
            </p:cNvPr>
            <p:cNvSpPr/>
            <p:nvPr/>
          </p:nvSpPr>
          <p:spPr>
            <a:xfrm>
              <a:off x="2318956" y="3109336"/>
              <a:ext cx="225716" cy="175248"/>
            </a:xfrm>
            <a:custGeom>
              <a:avLst/>
              <a:gdLst/>
              <a:ahLst/>
              <a:cxnLst/>
              <a:rect l="l" t="t" r="r" b="b"/>
              <a:pathLst>
                <a:path w="225716" h="175248" extrusionOk="0">
                  <a:moveTo>
                    <a:pt x="18072" y="5"/>
                  </a:moveTo>
                  <a:cubicBezTo>
                    <a:pt x="45158" y="22103"/>
                    <a:pt x="85074" y="1910"/>
                    <a:pt x="87070" y="3910"/>
                  </a:cubicBezTo>
                  <a:cubicBezTo>
                    <a:pt x="118886" y="33494"/>
                    <a:pt x="152260" y="61346"/>
                    <a:pt x="187050" y="87349"/>
                  </a:cubicBezTo>
                  <a:cubicBezTo>
                    <a:pt x="203871" y="100684"/>
                    <a:pt x="230197" y="118400"/>
                    <a:pt x="225065" y="144023"/>
                  </a:cubicBezTo>
                  <a:cubicBezTo>
                    <a:pt x="216511" y="189742"/>
                    <a:pt x="143522" y="175646"/>
                    <a:pt x="115961" y="161644"/>
                  </a:cubicBezTo>
                  <a:cubicBezTo>
                    <a:pt x="88400" y="147642"/>
                    <a:pt x="65876" y="124496"/>
                    <a:pt x="39931" y="108304"/>
                  </a:cubicBezTo>
                  <a:cubicBezTo>
                    <a:pt x="20924" y="96683"/>
                    <a:pt x="2961" y="90682"/>
                    <a:pt x="110" y="67156"/>
                  </a:cubicBezTo>
                  <a:cubicBezTo>
                    <a:pt x="-1410" y="52964"/>
                    <a:pt x="13225" y="-567"/>
                    <a:pt x="18072" y="5"/>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 name="Google Shape;3053;p47">
              <a:extLst>
                <a:ext uri="{FF2B5EF4-FFF2-40B4-BE49-F238E27FC236}">
                  <a16:creationId xmlns:a16="http://schemas.microsoft.com/office/drawing/2014/main" id="{18FE3545-4AD6-24BA-9F38-4FD73ED03E3D}"/>
                </a:ext>
              </a:extLst>
            </p:cNvPr>
            <p:cNvSpPr/>
            <p:nvPr/>
          </p:nvSpPr>
          <p:spPr>
            <a:xfrm>
              <a:off x="2319304" y="3166967"/>
              <a:ext cx="224715" cy="117585"/>
            </a:xfrm>
            <a:custGeom>
              <a:avLst/>
              <a:gdLst/>
              <a:ahLst/>
              <a:cxnLst/>
              <a:rect l="l" t="t" r="r" b="b"/>
              <a:pathLst>
                <a:path w="224715" h="117585" extrusionOk="0">
                  <a:moveTo>
                    <a:pt x="427" y="0"/>
                  </a:moveTo>
                  <a:cubicBezTo>
                    <a:pt x="3943" y="22574"/>
                    <a:pt x="22000" y="28575"/>
                    <a:pt x="40533" y="40291"/>
                  </a:cubicBezTo>
                  <a:cubicBezTo>
                    <a:pt x="66953" y="56769"/>
                    <a:pt x="90332" y="80582"/>
                    <a:pt x="117893" y="94583"/>
                  </a:cubicBezTo>
                  <a:cubicBezTo>
                    <a:pt x="143364" y="107442"/>
                    <a:pt x="206849" y="120301"/>
                    <a:pt x="224716" y="87630"/>
                  </a:cubicBezTo>
                  <a:cubicBezTo>
                    <a:pt x="215212" y="131731"/>
                    <a:pt x="143269" y="117920"/>
                    <a:pt x="115993" y="104013"/>
                  </a:cubicBezTo>
                  <a:cubicBezTo>
                    <a:pt x="88717" y="90107"/>
                    <a:pt x="65908" y="66866"/>
                    <a:pt x="39962" y="50673"/>
                  </a:cubicBezTo>
                  <a:cubicBezTo>
                    <a:pt x="20955" y="39053"/>
                    <a:pt x="2993" y="33052"/>
                    <a:pt x="142" y="9525"/>
                  </a:cubicBezTo>
                  <a:cubicBezTo>
                    <a:pt x="-117" y="6353"/>
                    <a:pt x="-21" y="3153"/>
                    <a:pt x="427" y="0"/>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6" name="Google Shape;3054;p47">
              <a:extLst>
                <a:ext uri="{FF2B5EF4-FFF2-40B4-BE49-F238E27FC236}">
                  <a16:creationId xmlns:a16="http://schemas.microsoft.com/office/drawing/2014/main" id="{934B2764-52F0-945A-D20B-563F7CCD027C}"/>
                </a:ext>
              </a:extLst>
            </p:cNvPr>
            <p:cNvSpPr/>
            <p:nvPr/>
          </p:nvSpPr>
          <p:spPr>
            <a:xfrm>
              <a:off x="2550431" y="3021675"/>
              <a:ext cx="225586" cy="168802"/>
            </a:xfrm>
            <a:custGeom>
              <a:avLst/>
              <a:gdLst/>
              <a:ahLst/>
              <a:cxnLst/>
              <a:rect l="l" t="t" r="r" b="b"/>
              <a:pathLst>
                <a:path w="225586" h="168802" extrusionOk="0">
                  <a:moveTo>
                    <a:pt x="21626" y="130"/>
                  </a:moveTo>
                  <a:cubicBezTo>
                    <a:pt x="48617" y="22228"/>
                    <a:pt x="96040" y="-1965"/>
                    <a:pt x="97656" y="130"/>
                  </a:cubicBezTo>
                  <a:cubicBezTo>
                    <a:pt x="125867" y="28715"/>
                    <a:pt x="155661" y="55680"/>
                    <a:pt x="186897" y="80902"/>
                  </a:cubicBezTo>
                  <a:cubicBezTo>
                    <a:pt x="203813" y="94237"/>
                    <a:pt x="230139" y="111954"/>
                    <a:pt x="224912" y="137576"/>
                  </a:cubicBezTo>
                  <a:cubicBezTo>
                    <a:pt x="216358" y="183296"/>
                    <a:pt x="143369" y="169199"/>
                    <a:pt x="115808" y="155197"/>
                  </a:cubicBezTo>
                  <a:cubicBezTo>
                    <a:pt x="88247" y="141196"/>
                    <a:pt x="65723" y="118050"/>
                    <a:pt x="39778" y="101857"/>
                  </a:cubicBezTo>
                  <a:cubicBezTo>
                    <a:pt x="20770" y="90237"/>
                    <a:pt x="2903" y="84236"/>
                    <a:pt x="52" y="60709"/>
                  </a:cubicBezTo>
                  <a:cubicBezTo>
                    <a:pt x="-1088" y="46517"/>
                    <a:pt x="16779" y="-441"/>
                    <a:pt x="21626" y="130"/>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7" name="Google Shape;3055;p47">
              <a:extLst>
                <a:ext uri="{FF2B5EF4-FFF2-40B4-BE49-F238E27FC236}">
                  <a16:creationId xmlns:a16="http://schemas.microsoft.com/office/drawing/2014/main" id="{12F632D3-8DF2-39E6-6535-9B46E1991400}"/>
                </a:ext>
              </a:extLst>
            </p:cNvPr>
            <p:cNvSpPr/>
            <p:nvPr/>
          </p:nvSpPr>
          <p:spPr>
            <a:xfrm>
              <a:off x="2551534" y="3076575"/>
              <a:ext cx="224758" cy="117584"/>
            </a:xfrm>
            <a:custGeom>
              <a:avLst/>
              <a:gdLst/>
              <a:ahLst/>
              <a:cxnLst/>
              <a:rect l="l" t="t" r="r" b="b"/>
              <a:pathLst>
                <a:path w="224758" h="117584" extrusionOk="0">
                  <a:moveTo>
                    <a:pt x="375" y="0"/>
                  </a:moveTo>
                  <a:cubicBezTo>
                    <a:pt x="3986" y="22574"/>
                    <a:pt x="22043" y="28575"/>
                    <a:pt x="40481" y="40291"/>
                  </a:cubicBezTo>
                  <a:cubicBezTo>
                    <a:pt x="66996" y="56769"/>
                    <a:pt x="90375" y="80581"/>
                    <a:pt x="117841" y="94583"/>
                  </a:cubicBezTo>
                  <a:cubicBezTo>
                    <a:pt x="143312" y="107442"/>
                    <a:pt x="206892" y="120301"/>
                    <a:pt x="224759" y="87630"/>
                  </a:cubicBezTo>
                  <a:cubicBezTo>
                    <a:pt x="215255" y="131731"/>
                    <a:pt x="143217" y="117920"/>
                    <a:pt x="115941" y="104013"/>
                  </a:cubicBezTo>
                  <a:cubicBezTo>
                    <a:pt x="88665" y="90106"/>
                    <a:pt x="65951" y="66865"/>
                    <a:pt x="39910" y="50673"/>
                  </a:cubicBezTo>
                  <a:cubicBezTo>
                    <a:pt x="21378" y="39053"/>
                    <a:pt x="3036" y="33052"/>
                    <a:pt x="185" y="9525"/>
                  </a:cubicBezTo>
                  <a:cubicBezTo>
                    <a:pt x="-114" y="6353"/>
                    <a:pt x="-50" y="3153"/>
                    <a:pt x="375" y="0"/>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8" name="Google Shape;3056;p47">
              <a:extLst>
                <a:ext uri="{FF2B5EF4-FFF2-40B4-BE49-F238E27FC236}">
                  <a16:creationId xmlns:a16="http://schemas.microsoft.com/office/drawing/2014/main" id="{5075AEB9-813F-1636-2975-70A4FBD3DE7A}"/>
                </a:ext>
              </a:extLst>
            </p:cNvPr>
            <p:cNvSpPr/>
            <p:nvPr/>
          </p:nvSpPr>
          <p:spPr>
            <a:xfrm>
              <a:off x="2330724" y="2010537"/>
              <a:ext cx="387976" cy="1115665"/>
            </a:xfrm>
            <a:custGeom>
              <a:avLst/>
              <a:gdLst/>
              <a:ahLst/>
              <a:cxnLst/>
              <a:rect l="l" t="t" r="r" b="b"/>
              <a:pathLst>
                <a:path w="387976" h="1115665" extrusionOk="0">
                  <a:moveTo>
                    <a:pt x="4689" y="96964"/>
                  </a:moveTo>
                  <a:cubicBezTo>
                    <a:pt x="6019" y="138017"/>
                    <a:pt x="18754" y="316039"/>
                    <a:pt x="24456" y="410623"/>
                  </a:cubicBezTo>
                  <a:cubicBezTo>
                    <a:pt x="30159" y="505206"/>
                    <a:pt x="31489" y="620173"/>
                    <a:pt x="31489" y="620173"/>
                  </a:cubicBezTo>
                  <a:cubicBezTo>
                    <a:pt x="31489" y="620173"/>
                    <a:pt x="15238" y="688943"/>
                    <a:pt x="4689" y="769715"/>
                  </a:cubicBezTo>
                  <a:cubicBezTo>
                    <a:pt x="-5861" y="850487"/>
                    <a:pt x="4689" y="1105472"/>
                    <a:pt x="4689" y="1105472"/>
                  </a:cubicBezTo>
                  <a:cubicBezTo>
                    <a:pt x="25827" y="1119064"/>
                    <a:pt x="52928" y="1119064"/>
                    <a:pt x="74066" y="1105472"/>
                  </a:cubicBezTo>
                  <a:cubicBezTo>
                    <a:pt x="74066" y="1105472"/>
                    <a:pt x="117403" y="901446"/>
                    <a:pt x="137456" y="809530"/>
                  </a:cubicBezTo>
                  <a:cubicBezTo>
                    <a:pt x="157509" y="717614"/>
                    <a:pt x="161026" y="664559"/>
                    <a:pt x="171480" y="607600"/>
                  </a:cubicBezTo>
                  <a:cubicBezTo>
                    <a:pt x="184025" y="538639"/>
                    <a:pt x="211206" y="217075"/>
                    <a:pt x="211206" y="217075"/>
                  </a:cubicBezTo>
                  <a:lnTo>
                    <a:pt x="222040" y="217742"/>
                  </a:lnTo>
                  <a:lnTo>
                    <a:pt x="250551" y="580930"/>
                  </a:lnTo>
                  <a:cubicBezTo>
                    <a:pt x="241642" y="607685"/>
                    <a:pt x="235526" y="635299"/>
                    <a:pt x="232304" y="663321"/>
                  </a:cubicBezTo>
                  <a:cubicBezTo>
                    <a:pt x="224416" y="722471"/>
                    <a:pt x="240573" y="1020127"/>
                    <a:pt x="240573" y="1020127"/>
                  </a:cubicBezTo>
                  <a:cubicBezTo>
                    <a:pt x="264164" y="1033272"/>
                    <a:pt x="293106" y="1032091"/>
                    <a:pt x="315557" y="1017079"/>
                  </a:cubicBezTo>
                  <a:cubicBezTo>
                    <a:pt x="315557" y="1017079"/>
                    <a:pt x="387976" y="622840"/>
                    <a:pt x="387976" y="562832"/>
                  </a:cubicBezTo>
                  <a:cubicBezTo>
                    <a:pt x="387976" y="523208"/>
                    <a:pt x="381229" y="0"/>
                    <a:pt x="381229" y="0"/>
                  </a:cubicBezTo>
                  <a:close/>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9" name="Google Shape;3057;p47">
              <a:extLst>
                <a:ext uri="{FF2B5EF4-FFF2-40B4-BE49-F238E27FC236}">
                  <a16:creationId xmlns:a16="http://schemas.microsoft.com/office/drawing/2014/main" id="{3BF87F84-53C9-936A-6DA7-7A3525931129}"/>
                </a:ext>
              </a:extLst>
            </p:cNvPr>
            <p:cNvSpPr/>
            <p:nvPr/>
          </p:nvSpPr>
          <p:spPr>
            <a:xfrm>
              <a:off x="2382705" y="1314450"/>
              <a:ext cx="248692" cy="242377"/>
            </a:xfrm>
            <a:custGeom>
              <a:avLst/>
              <a:gdLst/>
              <a:ahLst/>
              <a:cxnLst/>
              <a:rect l="l" t="t" r="r" b="b"/>
              <a:pathLst>
                <a:path w="248692" h="242377" extrusionOk="0">
                  <a:moveTo>
                    <a:pt x="50881" y="0"/>
                  </a:moveTo>
                  <a:cubicBezTo>
                    <a:pt x="50881" y="0"/>
                    <a:pt x="55538" y="89440"/>
                    <a:pt x="53542" y="97346"/>
                  </a:cubicBezTo>
                  <a:cubicBezTo>
                    <a:pt x="51546" y="105251"/>
                    <a:pt x="12486" y="131540"/>
                    <a:pt x="1176" y="140970"/>
                  </a:cubicBezTo>
                  <a:cubicBezTo>
                    <a:pt x="-10133" y="150400"/>
                    <a:pt x="62951" y="222599"/>
                    <a:pt x="98400" y="238887"/>
                  </a:cubicBezTo>
                  <a:cubicBezTo>
                    <a:pt x="133849" y="255175"/>
                    <a:pt x="246564" y="212217"/>
                    <a:pt x="248560" y="156782"/>
                  </a:cubicBezTo>
                  <a:cubicBezTo>
                    <a:pt x="250556" y="101346"/>
                    <a:pt x="229552" y="54769"/>
                    <a:pt x="211970" y="52006"/>
                  </a:cubicBezTo>
                  <a:cubicBezTo>
                    <a:pt x="194388" y="49244"/>
                    <a:pt x="50881" y="0"/>
                    <a:pt x="50881" y="0"/>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 name="Google Shape;3058;p47">
              <a:extLst>
                <a:ext uri="{FF2B5EF4-FFF2-40B4-BE49-F238E27FC236}">
                  <a16:creationId xmlns:a16="http://schemas.microsoft.com/office/drawing/2014/main" id="{4DD5667D-161E-02FB-DD03-D3B7F8562FA4}"/>
                </a:ext>
              </a:extLst>
            </p:cNvPr>
            <p:cNvSpPr/>
            <p:nvPr/>
          </p:nvSpPr>
          <p:spPr>
            <a:xfrm>
              <a:off x="2671394" y="1371981"/>
              <a:ext cx="353519" cy="695039"/>
            </a:xfrm>
            <a:custGeom>
              <a:avLst/>
              <a:gdLst/>
              <a:ahLst/>
              <a:cxnLst/>
              <a:rect l="l" t="t" r="r" b="b"/>
              <a:pathLst>
                <a:path w="353519" h="695039" extrusionOk="0">
                  <a:moveTo>
                    <a:pt x="6725" y="108394"/>
                  </a:moveTo>
                  <a:cubicBezTo>
                    <a:pt x="11952" y="68961"/>
                    <a:pt x="-13993" y="31432"/>
                    <a:pt x="11192" y="0"/>
                  </a:cubicBezTo>
                  <a:cubicBezTo>
                    <a:pt x="99292" y="86582"/>
                    <a:pt x="88077" y="315754"/>
                    <a:pt x="108130" y="462344"/>
                  </a:cubicBezTo>
                  <a:cubicBezTo>
                    <a:pt x="173516" y="530924"/>
                    <a:pt x="305049" y="598456"/>
                    <a:pt x="342114" y="614744"/>
                  </a:cubicBezTo>
                  <a:cubicBezTo>
                    <a:pt x="348861" y="617791"/>
                    <a:pt x="354659" y="621030"/>
                    <a:pt x="353328" y="628364"/>
                  </a:cubicBezTo>
                  <a:cubicBezTo>
                    <a:pt x="348006" y="656939"/>
                    <a:pt x="339738" y="667798"/>
                    <a:pt x="322726" y="695039"/>
                  </a:cubicBezTo>
                  <a:cubicBezTo>
                    <a:pt x="235671" y="657415"/>
                    <a:pt x="172946" y="635794"/>
                    <a:pt x="64223" y="532257"/>
                  </a:cubicBezTo>
                  <a:cubicBezTo>
                    <a:pt x="53909" y="521094"/>
                    <a:pt x="44680" y="508978"/>
                    <a:pt x="36662" y="496062"/>
                  </a:cubicBezTo>
                  <a:cubicBezTo>
                    <a:pt x="5584" y="403479"/>
                    <a:pt x="-2209" y="176498"/>
                    <a:pt x="6725" y="108394"/>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1" name="Google Shape;3059;p47">
              <a:extLst>
                <a:ext uri="{FF2B5EF4-FFF2-40B4-BE49-F238E27FC236}">
                  <a16:creationId xmlns:a16="http://schemas.microsoft.com/office/drawing/2014/main" id="{E96C7003-7F61-A56A-4A7B-1954511073D1}"/>
                </a:ext>
              </a:extLst>
            </p:cNvPr>
            <p:cNvSpPr/>
            <p:nvPr/>
          </p:nvSpPr>
          <p:spPr>
            <a:xfrm>
              <a:off x="2315965" y="1348763"/>
              <a:ext cx="403432" cy="814679"/>
            </a:xfrm>
            <a:custGeom>
              <a:avLst/>
              <a:gdLst/>
              <a:ahLst/>
              <a:cxnLst/>
              <a:rect l="l" t="t" r="r" b="b"/>
              <a:pathLst>
                <a:path w="403432" h="814679" extrusionOk="0">
                  <a:moveTo>
                    <a:pt x="107642" y="78462"/>
                  </a:moveTo>
                  <a:cubicBezTo>
                    <a:pt x="107642" y="78462"/>
                    <a:pt x="172458" y="175236"/>
                    <a:pt x="262839" y="184761"/>
                  </a:cubicBezTo>
                  <a:cubicBezTo>
                    <a:pt x="291351" y="156186"/>
                    <a:pt x="293917" y="56364"/>
                    <a:pt x="254476" y="24360"/>
                  </a:cubicBezTo>
                  <a:cubicBezTo>
                    <a:pt x="254476" y="24360"/>
                    <a:pt x="290780" y="-4977"/>
                    <a:pt x="315585" y="738"/>
                  </a:cubicBezTo>
                  <a:cubicBezTo>
                    <a:pt x="342222" y="16921"/>
                    <a:pt x="362057" y="42286"/>
                    <a:pt x="371373" y="72081"/>
                  </a:cubicBezTo>
                  <a:cubicBezTo>
                    <a:pt x="394367" y="138651"/>
                    <a:pt x="405154" y="208831"/>
                    <a:pt x="403210" y="279249"/>
                  </a:cubicBezTo>
                  <a:cubicBezTo>
                    <a:pt x="401690" y="374499"/>
                    <a:pt x="403210" y="664250"/>
                    <a:pt x="403210" y="664250"/>
                  </a:cubicBezTo>
                  <a:cubicBezTo>
                    <a:pt x="403210" y="664250"/>
                    <a:pt x="390570" y="725591"/>
                    <a:pt x="308838" y="771216"/>
                  </a:cubicBezTo>
                  <a:cubicBezTo>
                    <a:pt x="227105" y="816840"/>
                    <a:pt x="166281" y="821317"/>
                    <a:pt x="110874" y="808363"/>
                  </a:cubicBezTo>
                  <a:cubicBezTo>
                    <a:pt x="65065" y="797695"/>
                    <a:pt x="27240" y="781503"/>
                    <a:pt x="11559" y="748260"/>
                  </a:cubicBezTo>
                  <a:cubicBezTo>
                    <a:pt x="15646" y="681585"/>
                    <a:pt x="45298" y="508040"/>
                    <a:pt x="34178" y="424410"/>
                  </a:cubicBezTo>
                  <a:cubicBezTo>
                    <a:pt x="23059" y="340781"/>
                    <a:pt x="5667" y="278202"/>
                    <a:pt x="915" y="210574"/>
                  </a:cubicBezTo>
                  <a:cubicBezTo>
                    <a:pt x="-3837" y="142947"/>
                    <a:pt x="9848" y="143899"/>
                    <a:pt x="43682" y="120182"/>
                  </a:cubicBezTo>
                  <a:cubicBezTo>
                    <a:pt x="63986" y="104770"/>
                    <a:pt x="85361" y="90826"/>
                    <a:pt x="107642" y="78462"/>
                  </a:cubicBez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2" name="Google Shape;3060;p47">
              <a:extLst>
                <a:ext uri="{FF2B5EF4-FFF2-40B4-BE49-F238E27FC236}">
                  <a16:creationId xmlns:a16="http://schemas.microsoft.com/office/drawing/2014/main" id="{5C05E906-71DA-96C0-1FBA-91F9727DD34E}"/>
                </a:ext>
              </a:extLst>
            </p:cNvPr>
            <p:cNvSpPr/>
            <p:nvPr/>
          </p:nvSpPr>
          <p:spPr>
            <a:xfrm>
              <a:off x="2373403" y="1062776"/>
              <a:ext cx="268166" cy="327122"/>
            </a:xfrm>
            <a:custGeom>
              <a:avLst/>
              <a:gdLst/>
              <a:ahLst/>
              <a:cxnLst/>
              <a:rect l="l" t="t" r="r" b="b"/>
              <a:pathLst>
                <a:path w="268166" h="327122" extrusionOk="0">
                  <a:moveTo>
                    <a:pt x="262234" y="118324"/>
                  </a:moveTo>
                  <a:lnTo>
                    <a:pt x="262234" y="118324"/>
                  </a:lnTo>
                  <a:cubicBezTo>
                    <a:pt x="251590" y="48886"/>
                    <a:pt x="201695" y="-3787"/>
                    <a:pt x="130227" y="214"/>
                  </a:cubicBezTo>
                  <a:cubicBezTo>
                    <a:pt x="54204" y="4462"/>
                    <a:pt x="-3996" y="69658"/>
                    <a:pt x="215" y="145851"/>
                  </a:cubicBezTo>
                  <a:cubicBezTo>
                    <a:pt x="2583" y="188590"/>
                    <a:pt x="24775" y="227747"/>
                    <a:pt x="60184" y="251674"/>
                  </a:cubicBezTo>
                  <a:cubicBezTo>
                    <a:pt x="62685" y="262208"/>
                    <a:pt x="66417" y="272400"/>
                    <a:pt x="71303" y="282058"/>
                  </a:cubicBezTo>
                  <a:cubicBezTo>
                    <a:pt x="96488" y="311681"/>
                    <a:pt x="172994" y="329683"/>
                    <a:pt x="194852" y="326826"/>
                  </a:cubicBezTo>
                  <a:cubicBezTo>
                    <a:pt x="223364" y="322825"/>
                    <a:pt x="238380" y="311014"/>
                    <a:pt x="251875" y="280153"/>
                  </a:cubicBezTo>
                  <a:cubicBezTo>
                    <a:pt x="275540" y="225385"/>
                    <a:pt x="268127" y="152518"/>
                    <a:pt x="262234" y="118324"/>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3" name="Google Shape;3061;p47">
              <a:extLst>
                <a:ext uri="{FF2B5EF4-FFF2-40B4-BE49-F238E27FC236}">
                  <a16:creationId xmlns:a16="http://schemas.microsoft.com/office/drawing/2014/main" id="{CB6338C9-4026-17FE-DE24-E1A689991942}"/>
                </a:ext>
              </a:extLst>
            </p:cNvPr>
            <p:cNvSpPr/>
            <p:nvPr/>
          </p:nvSpPr>
          <p:spPr>
            <a:xfrm>
              <a:off x="2348404" y="1033740"/>
              <a:ext cx="282986" cy="280709"/>
            </a:xfrm>
            <a:custGeom>
              <a:avLst/>
              <a:gdLst/>
              <a:ahLst/>
              <a:cxnLst/>
              <a:rect l="l" t="t" r="r" b="b"/>
              <a:pathLst>
                <a:path w="282986" h="280709" extrusionOk="0">
                  <a:moveTo>
                    <a:pt x="85182" y="280709"/>
                  </a:moveTo>
                  <a:lnTo>
                    <a:pt x="85182" y="280709"/>
                  </a:lnTo>
                  <a:lnTo>
                    <a:pt x="91740" y="220130"/>
                  </a:lnTo>
                  <a:cubicBezTo>
                    <a:pt x="91740" y="220130"/>
                    <a:pt x="41940" y="91733"/>
                    <a:pt x="159122" y="116403"/>
                  </a:cubicBezTo>
                  <a:cubicBezTo>
                    <a:pt x="236102" y="132595"/>
                    <a:pt x="255490" y="139644"/>
                    <a:pt x="278964" y="87828"/>
                  </a:cubicBezTo>
                  <a:cubicBezTo>
                    <a:pt x="302439" y="36012"/>
                    <a:pt x="219661" y="-10565"/>
                    <a:pt x="121487" y="2103"/>
                  </a:cubicBezTo>
                  <a:cubicBezTo>
                    <a:pt x="51379" y="9511"/>
                    <a:pt x="-1397" y="69481"/>
                    <a:pt x="28" y="140120"/>
                  </a:cubicBezTo>
                  <a:cubicBezTo>
                    <a:pt x="2594" y="178506"/>
                    <a:pt x="12763" y="255658"/>
                    <a:pt x="85182" y="280709"/>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4" name="Google Shape;3062;p47">
              <a:extLst>
                <a:ext uri="{FF2B5EF4-FFF2-40B4-BE49-F238E27FC236}">
                  <a16:creationId xmlns:a16="http://schemas.microsoft.com/office/drawing/2014/main" id="{D3F249DC-6CAC-957F-CB8C-06F15F14C77B}"/>
                </a:ext>
              </a:extLst>
            </p:cNvPr>
            <p:cNvSpPr/>
            <p:nvPr/>
          </p:nvSpPr>
          <p:spPr>
            <a:xfrm>
              <a:off x="2295460" y="1509426"/>
              <a:ext cx="362138" cy="623316"/>
            </a:xfrm>
            <a:custGeom>
              <a:avLst/>
              <a:gdLst/>
              <a:ahLst/>
              <a:cxnLst/>
              <a:rect l="l" t="t" r="r" b="b"/>
              <a:pathLst>
                <a:path w="362138" h="623316" extrusionOk="0">
                  <a:moveTo>
                    <a:pt x="1462" y="9525"/>
                  </a:moveTo>
                  <a:cubicBezTo>
                    <a:pt x="35295" y="0"/>
                    <a:pt x="9540" y="7906"/>
                    <a:pt x="35295" y="0"/>
                  </a:cubicBezTo>
                  <a:cubicBezTo>
                    <a:pt x="123395" y="86678"/>
                    <a:pt x="112466" y="235077"/>
                    <a:pt x="132424" y="381762"/>
                  </a:cubicBezTo>
                  <a:cubicBezTo>
                    <a:pt x="181083" y="462343"/>
                    <a:pt x="361655" y="571595"/>
                    <a:pt x="361655" y="571595"/>
                  </a:cubicBezTo>
                  <a:cubicBezTo>
                    <a:pt x="363936" y="587216"/>
                    <a:pt x="358424" y="591788"/>
                    <a:pt x="338941" y="623316"/>
                  </a:cubicBezTo>
                  <a:cubicBezTo>
                    <a:pt x="251982" y="585692"/>
                    <a:pt x="179088" y="553212"/>
                    <a:pt x="70364" y="449771"/>
                  </a:cubicBezTo>
                  <a:cubicBezTo>
                    <a:pt x="66088" y="445675"/>
                    <a:pt x="59815" y="444627"/>
                    <a:pt x="58009" y="439007"/>
                  </a:cubicBezTo>
                  <a:cubicBezTo>
                    <a:pt x="26932" y="345376"/>
                    <a:pt x="-7567" y="77724"/>
                    <a:pt x="1462" y="9525"/>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5" name="Google Shape;3063;p47">
              <a:extLst>
                <a:ext uri="{FF2B5EF4-FFF2-40B4-BE49-F238E27FC236}">
                  <a16:creationId xmlns:a16="http://schemas.microsoft.com/office/drawing/2014/main" id="{FBC99FAD-0360-9445-AAF7-FC99FF7A8813}"/>
                </a:ext>
              </a:extLst>
            </p:cNvPr>
            <p:cNvSpPr/>
            <p:nvPr/>
          </p:nvSpPr>
          <p:spPr>
            <a:xfrm>
              <a:off x="2681160" y="1699641"/>
              <a:ext cx="419212" cy="565118"/>
            </a:xfrm>
            <a:custGeom>
              <a:avLst/>
              <a:gdLst/>
              <a:ahLst/>
              <a:cxnLst/>
              <a:rect l="l" t="t" r="r" b="b"/>
              <a:pathLst>
                <a:path w="419212" h="565118" extrusionOk="0">
                  <a:moveTo>
                    <a:pt x="419212" y="0"/>
                  </a:moveTo>
                  <a:lnTo>
                    <a:pt x="287965" y="449771"/>
                  </a:lnTo>
                  <a:lnTo>
                    <a:pt x="0" y="565118"/>
                  </a:lnTo>
                  <a:lnTo>
                    <a:pt x="105017" y="126968"/>
                  </a:lnTo>
                  <a:lnTo>
                    <a:pt x="419212" y="0"/>
                  </a:ln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6" name="Google Shape;3064;p47">
              <a:extLst>
                <a:ext uri="{FF2B5EF4-FFF2-40B4-BE49-F238E27FC236}">
                  <a16:creationId xmlns:a16="http://schemas.microsoft.com/office/drawing/2014/main" id="{91D115FE-0B05-35D9-5782-E2EE4E62B5B0}"/>
                </a:ext>
              </a:extLst>
            </p:cNvPr>
            <p:cNvSpPr/>
            <p:nvPr/>
          </p:nvSpPr>
          <p:spPr>
            <a:xfrm>
              <a:off x="2608827" y="2053875"/>
              <a:ext cx="212446" cy="104783"/>
            </a:xfrm>
            <a:custGeom>
              <a:avLst/>
              <a:gdLst/>
              <a:ahLst/>
              <a:cxnLst/>
              <a:rect l="l" t="t" r="r" b="b"/>
              <a:pathLst>
                <a:path w="212446" h="104783" extrusionOk="0">
                  <a:moveTo>
                    <a:pt x="2861" y="30194"/>
                  </a:moveTo>
                  <a:cubicBezTo>
                    <a:pt x="7137" y="14859"/>
                    <a:pt x="18257" y="18669"/>
                    <a:pt x="30707" y="22479"/>
                  </a:cubicBezTo>
                  <a:cubicBezTo>
                    <a:pt x="44209" y="27956"/>
                    <a:pt x="59041" y="29251"/>
                    <a:pt x="73284" y="26194"/>
                  </a:cubicBezTo>
                  <a:cubicBezTo>
                    <a:pt x="85164" y="22479"/>
                    <a:pt x="93717" y="12287"/>
                    <a:pt x="103791" y="5525"/>
                  </a:cubicBezTo>
                  <a:cubicBezTo>
                    <a:pt x="109552" y="2086"/>
                    <a:pt x="116096" y="181"/>
                    <a:pt x="122799" y="0"/>
                  </a:cubicBezTo>
                  <a:cubicBezTo>
                    <a:pt x="122228" y="3905"/>
                    <a:pt x="116241" y="26765"/>
                    <a:pt x="116241" y="26765"/>
                  </a:cubicBezTo>
                  <a:cubicBezTo>
                    <a:pt x="116241" y="26765"/>
                    <a:pt x="179346" y="27432"/>
                    <a:pt x="185809" y="26098"/>
                  </a:cubicBezTo>
                  <a:cubicBezTo>
                    <a:pt x="191634" y="25308"/>
                    <a:pt x="196997" y="29394"/>
                    <a:pt x="197789" y="35233"/>
                  </a:cubicBezTo>
                  <a:cubicBezTo>
                    <a:pt x="198199" y="38252"/>
                    <a:pt x="197297" y="41310"/>
                    <a:pt x="195312" y="43625"/>
                  </a:cubicBezTo>
                  <a:lnTo>
                    <a:pt x="199589" y="42958"/>
                  </a:lnTo>
                  <a:cubicBezTo>
                    <a:pt x="212514" y="40100"/>
                    <a:pt x="218027" y="59912"/>
                    <a:pt x="205006" y="62865"/>
                  </a:cubicBezTo>
                  <a:cubicBezTo>
                    <a:pt x="201585" y="63627"/>
                    <a:pt x="198069" y="64008"/>
                    <a:pt x="194457" y="64484"/>
                  </a:cubicBezTo>
                  <a:cubicBezTo>
                    <a:pt x="202915" y="67723"/>
                    <a:pt x="205006" y="81725"/>
                    <a:pt x="194457" y="83534"/>
                  </a:cubicBezTo>
                  <a:lnTo>
                    <a:pt x="191226" y="84106"/>
                  </a:lnTo>
                  <a:cubicBezTo>
                    <a:pt x="189741" y="84668"/>
                    <a:pt x="188151" y="84896"/>
                    <a:pt x="186569" y="84772"/>
                  </a:cubicBezTo>
                  <a:lnTo>
                    <a:pt x="184573" y="84772"/>
                  </a:lnTo>
                  <a:cubicBezTo>
                    <a:pt x="185790" y="90916"/>
                    <a:pt x="181809" y="96879"/>
                    <a:pt x="175683" y="98098"/>
                  </a:cubicBezTo>
                  <a:cubicBezTo>
                    <a:pt x="175480" y="98136"/>
                    <a:pt x="175275" y="98174"/>
                    <a:pt x="175069" y="98203"/>
                  </a:cubicBezTo>
                  <a:cubicBezTo>
                    <a:pt x="144277" y="102298"/>
                    <a:pt x="99039" y="114586"/>
                    <a:pt x="71098" y="89154"/>
                  </a:cubicBezTo>
                  <a:cubicBezTo>
                    <a:pt x="51763" y="87239"/>
                    <a:pt x="32878" y="82124"/>
                    <a:pt x="15216" y="74009"/>
                  </a:cubicBezTo>
                  <a:cubicBezTo>
                    <a:pt x="-1796" y="65913"/>
                    <a:pt x="-2271" y="48577"/>
                    <a:pt x="2861" y="30194"/>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7" name="Google Shape;3065;p47">
              <a:extLst>
                <a:ext uri="{FF2B5EF4-FFF2-40B4-BE49-F238E27FC236}">
                  <a16:creationId xmlns:a16="http://schemas.microsoft.com/office/drawing/2014/main" id="{F3882F3B-B040-3BF1-EB4C-F1F0F3127DE7}"/>
                </a:ext>
              </a:extLst>
            </p:cNvPr>
            <p:cNvSpPr/>
            <p:nvPr/>
          </p:nvSpPr>
          <p:spPr>
            <a:xfrm>
              <a:off x="2916099" y="1987646"/>
              <a:ext cx="131568" cy="109091"/>
            </a:xfrm>
            <a:custGeom>
              <a:avLst/>
              <a:gdLst/>
              <a:ahLst/>
              <a:cxnLst/>
              <a:rect l="l" t="t" r="r" b="b"/>
              <a:pathLst>
                <a:path w="131568" h="109091" extrusionOk="0">
                  <a:moveTo>
                    <a:pt x="10639" y="59657"/>
                  </a:moveTo>
                  <a:lnTo>
                    <a:pt x="14916" y="59657"/>
                  </a:lnTo>
                  <a:cubicBezTo>
                    <a:pt x="10289" y="56028"/>
                    <a:pt x="9476" y="49322"/>
                    <a:pt x="13102" y="44683"/>
                  </a:cubicBezTo>
                  <a:cubicBezTo>
                    <a:pt x="14995" y="42255"/>
                    <a:pt x="17838" y="40778"/>
                    <a:pt x="20903" y="40607"/>
                  </a:cubicBezTo>
                  <a:cubicBezTo>
                    <a:pt x="27556" y="40607"/>
                    <a:pt x="92467" y="26986"/>
                    <a:pt x="92467" y="26986"/>
                  </a:cubicBezTo>
                  <a:lnTo>
                    <a:pt x="100260" y="221"/>
                  </a:lnTo>
                  <a:cubicBezTo>
                    <a:pt x="100260" y="-1303"/>
                    <a:pt x="111569" y="5555"/>
                    <a:pt x="111950" y="5840"/>
                  </a:cubicBezTo>
                  <a:cubicBezTo>
                    <a:pt x="123082" y="13146"/>
                    <a:pt x="130288" y="25138"/>
                    <a:pt x="131527" y="38416"/>
                  </a:cubicBezTo>
                  <a:cubicBezTo>
                    <a:pt x="132163" y="57028"/>
                    <a:pt x="125315" y="75116"/>
                    <a:pt x="112520" y="88613"/>
                  </a:cubicBezTo>
                  <a:cubicBezTo>
                    <a:pt x="100854" y="100414"/>
                    <a:pt x="85087" y="107244"/>
                    <a:pt x="68517" y="107663"/>
                  </a:cubicBezTo>
                  <a:cubicBezTo>
                    <a:pt x="60629" y="108139"/>
                    <a:pt x="53026" y="108520"/>
                    <a:pt x="46279" y="109092"/>
                  </a:cubicBezTo>
                  <a:cubicBezTo>
                    <a:pt x="40033" y="109092"/>
                    <a:pt x="34969" y="104015"/>
                    <a:pt x="34969" y="97757"/>
                  </a:cubicBezTo>
                  <a:cubicBezTo>
                    <a:pt x="34969" y="97728"/>
                    <a:pt x="34969" y="97690"/>
                    <a:pt x="34969" y="97661"/>
                  </a:cubicBezTo>
                  <a:lnTo>
                    <a:pt x="32973" y="97661"/>
                  </a:lnTo>
                  <a:cubicBezTo>
                    <a:pt x="31442" y="98023"/>
                    <a:pt x="29847" y="98023"/>
                    <a:pt x="28316" y="97661"/>
                  </a:cubicBezTo>
                  <a:lnTo>
                    <a:pt x="24990" y="97661"/>
                  </a:lnTo>
                  <a:cubicBezTo>
                    <a:pt x="13966" y="97661"/>
                    <a:pt x="13110" y="83946"/>
                    <a:pt x="20618" y="78611"/>
                  </a:cubicBezTo>
                  <a:cubicBezTo>
                    <a:pt x="17102" y="78611"/>
                    <a:pt x="13490" y="79278"/>
                    <a:pt x="9974" y="79278"/>
                  </a:cubicBezTo>
                  <a:cubicBezTo>
                    <a:pt x="-3806" y="80135"/>
                    <a:pt x="-3046" y="59561"/>
                    <a:pt x="10639" y="59657"/>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8" name="Google Shape;3066;p47">
              <a:extLst>
                <a:ext uri="{FF2B5EF4-FFF2-40B4-BE49-F238E27FC236}">
                  <a16:creationId xmlns:a16="http://schemas.microsoft.com/office/drawing/2014/main" id="{92A69C7D-FE91-8D41-8E5F-934DAAF0F721}"/>
                </a:ext>
              </a:extLst>
            </p:cNvPr>
            <p:cNvSpPr/>
            <p:nvPr/>
          </p:nvSpPr>
          <p:spPr>
            <a:xfrm>
              <a:off x="2631550" y="1349025"/>
              <a:ext cx="130391" cy="190023"/>
            </a:xfrm>
            <a:custGeom>
              <a:avLst/>
              <a:gdLst/>
              <a:ahLst/>
              <a:cxnLst/>
              <a:rect l="l" t="t" r="r" b="b"/>
              <a:pathLst>
                <a:path w="130391" h="190023" extrusionOk="0">
                  <a:moveTo>
                    <a:pt x="83348" y="190024"/>
                  </a:moveTo>
                  <a:cubicBezTo>
                    <a:pt x="83348" y="190024"/>
                    <a:pt x="116611" y="188309"/>
                    <a:pt x="130392" y="168878"/>
                  </a:cubicBezTo>
                  <a:cubicBezTo>
                    <a:pt x="127826" y="135636"/>
                    <a:pt x="85344" y="9430"/>
                    <a:pt x="0" y="0"/>
                  </a:cubicBezTo>
                  <a:cubicBezTo>
                    <a:pt x="23264" y="16335"/>
                    <a:pt x="41713" y="38643"/>
                    <a:pt x="53411" y="64580"/>
                  </a:cubicBezTo>
                  <a:cubicBezTo>
                    <a:pt x="68902" y="102584"/>
                    <a:pt x="83348" y="190024"/>
                    <a:pt x="83348" y="190024"/>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9" name="Google Shape;3067;p47">
              <a:extLst>
                <a:ext uri="{FF2B5EF4-FFF2-40B4-BE49-F238E27FC236}">
                  <a16:creationId xmlns:a16="http://schemas.microsoft.com/office/drawing/2014/main" id="{389AB0D1-1B55-240C-8AC7-C4419613D247}"/>
                </a:ext>
              </a:extLst>
            </p:cNvPr>
            <p:cNvSpPr/>
            <p:nvPr/>
          </p:nvSpPr>
          <p:spPr>
            <a:xfrm>
              <a:off x="2269458" y="1478036"/>
              <a:ext cx="157611" cy="236452"/>
            </a:xfrm>
            <a:custGeom>
              <a:avLst/>
              <a:gdLst/>
              <a:ahLst/>
              <a:cxnLst/>
              <a:rect l="l" t="t" r="r" b="b"/>
              <a:pathLst>
                <a:path w="157611" h="236452" extrusionOk="0">
                  <a:moveTo>
                    <a:pt x="12067" y="227795"/>
                  </a:moveTo>
                  <a:cubicBezTo>
                    <a:pt x="12067" y="227795"/>
                    <a:pt x="97031" y="257132"/>
                    <a:pt x="156905" y="207793"/>
                  </a:cubicBezTo>
                  <a:cubicBezTo>
                    <a:pt x="163463" y="196458"/>
                    <a:pt x="122216" y="51583"/>
                    <a:pt x="122216" y="51583"/>
                  </a:cubicBezTo>
                  <a:cubicBezTo>
                    <a:pt x="122216" y="51583"/>
                    <a:pt x="86577" y="-22522"/>
                    <a:pt x="30790" y="6911"/>
                  </a:cubicBezTo>
                  <a:cubicBezTo>
                    <a:pt x="-24997" y="36343"/>
                    <a:pt x="12067" y="227795"/>
                    <a:pt x="12067" y="227795"/>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 name="Google Shape;3068;p47">
              <a:extLst>
                <a:ext uri="{FF2B5EF4-FFF2-40B4-BE49-F238E27FC236}">
                  <a16:creationId xmlns:a16="http://schemas.microsoft.com/office/drawing/2014/main" id="{81E6A506-FE42-99EF-BC9F-B5A697464D4B}"/>
                </a:ext>
              </a:extLst>
            </p:cNvPr>
            <p:cNvSpPr/>
            <p:nvPr/>
          </p:nvSpPr>
          <p:spPr>
            <a:xfrm>
              <a:off x="3098756" y="3983831"/>
              <a:ext cx="98079" cy="56769"/>
            </a:xfrm>
            <a:custGeom>
              <a:avLst/>
              <a:gdLst/>
              <a:ahLst/>
              <a:cxnLst/>
              <a:rect l="l" t="t" r="r" b="b"/>
              <a:pathLst>
                <a:path w="98079" h="56769" extrusionOk="0">
                  <a:moveTo>
                    <a:pt x="98079" y="28385"/>
                  </a:moveTo>
                  <a:cubicBezTo>
                    <a:pt x="98079" y="44061"/>
                    <a:pt x="76123" y="56769"/>
                    <a:pt x="49040" y="56769"/>
                  </a:cubicBezTo>
                  <a:cubicBezTo>
                    <a:pt x="21956" y="56769"/>
                    <a:pt x="0" y="44061"/>
                    <a:pt x="0" y="28385"/>
                  </a:cubicBezTo>
                  <a:cubicBezTo>
                    <a:pt x="0" y="12708"/>
                    <a:pt x="21956" y="0"/>
                    <a:pt x="49040" y="0"/>
                  </a:cubicBezTo>
                  <a:cubicBezTo>
                    <a:pt x="76123" y="0"/>
                    <a:pt x="98079" y="12708"/>
                    <a:pt x="98079" y="28385"/>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1" name="Google Shape;3069;p47">
              <a:extLst>
                <a:ext uri="{FF2B5EF4-FFF2-40B4-BE49-F238E27FC236}">
                  <a16:creationId xmlns:a16="http://schemas.microsoft.com/office/drawing/2014/main" id="{D9221C27-329E-F5C5-2211-95497ABFAAC8}"/>
                </a:ext>
              </a:extLst>
            </p:cNvPr>
            <p:cNvSpPr/>
            <p:nvPr/>
          </p:nvSpPr>
          <p:spPr>
            <a:xfrm>
              <a:off x="4017202" y="4508754"/>
              <a:ext cx="98079" cy="56769"/>
            </a:xfrm>
            <a:custGeom>
              <a:avLst/>
              <a:gdLst/>
              <a:ahLst/>
              <a:cxnLst/>
              <a:rect l="l" t="t" r="r" b="b"/>
              <a:pathLst>
                <a:path w="98079" h="56769" extrusionOk="0">
                  <a:moveTo>
                    <a:pt x="98079" y="28384"/>
                  </a:moveTo>
                  <a:cubicBezTo>
                    <a:pt x="98079" y="44061"/>
                    <a:pt x="76123" y="56769"/>
                    <a:pt x="49040" y="56769"/>
                  </a:cubicBezTo>
                  <a:cubicBezTo>
                    <a:pt x="21956" y="56769"/>
                    <a:pt x="0" y="44061"/>
                    <a:pt x="0" y="28384"/>
                  </a:cubicBezTo>
                  <a:cubicBezTo>
                    <a:pt x="0" y="12708"/>
                    <a:pt x="21956" y="0"/>
                    <a:pt x="49040" y="0"/>
                  </a:cubicBezTo>
                  <a:cubicBezTo>
                    <a:pt x="76123" y="0"/>
                    <a:pt x="98079" y="12708"/>
                    <a:pt x="98079" y="28384"/>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 name="Google Shape;3070;p47">
              <a:extLst>
                <a:ext uri="{FF2B5EF4-FFF2-40B4-BE49-F238E27FC236}">
                  <a16:creationId xmlns:a16="http://schemas.microsoft.com/office/drawing/2014/main" id="{6CB16281-9428-5DFC-9CFD-545A72FEC8CA}"/>
                </a:ext>
              </a:extLst>
            </p:cNvPr>
            <p:cNvSpPr/>
            <p:nvPr/>
          </p:nvSpPr>
          <p:spPr>
            <a:xfrm>
              <a:off x="5609182" y="3535680"/>
              <a:ext cx="98079" cy="56769"/>
            </a:xfrm>
            <a:custGeom>
              <a:avLst/>
              <a:gdLst/>
              <a:ahLst/>
              <a:cxnLst/>
              <a:rect l="l" t="t" r="r" b="b"/>
              <a:pathLst>
                <a:path w="98079" h="56769" extrusionOk="0">
                  <a:moveTo>
                    <a:pt x="98079" y="28384"/>
                  </a:moveTo>
                  <a:cubicBezTo>
                    <a:pt x="98079" y="44061"/>
                    <a:pt x="76123" y="56769"/>
                    <a:pt x="49040" y="56769"/>
                  </a:cubicBezTo>
                  <a:cubicBezTo>
                    <a:pt x="21956" y="56769"/>
                    <a:pt x="0" y="44061"/>
                    <a:pt x="0" y="28384"/>
                  </a:cubicBezTo>
                  <a:cubicBezTo>
                    <a:pt x="0" y="12708"/>
                    <a:pt x="21956" y="0"/>
                    <a:pt x="49040" y="0"/>
                  </a:cubicBezTo>
                  <a:cubicBezTo>
                    <a:pt x="76123" y="0"/>
                    <a:pt x="98079" y="12708"/>
                    <a:pt x="98079" y="28384"/>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3" name="Google Shape;3071;p47">
              <a:extLst>
                <a:ext uri="{FF2B5EF4-FFF2-40B4-BE49-F238E27FC236}">
                  <a16:creationId xmlns:a16="http://schemas.microsoft.com/office/drawing/2014/main" id="{75F86115-707A-195F-C3BB-1F5CF941D6F9}"/>
                </a:ext>
              </a:extLst>
            </p:cNvPr>
            <p:cNvSpPr/>
            <p:nvPr/>
          </p:nvSpPr>
          <p:spPr>
            <a:xfrm>
              <a:off x="3115863" y="3050952"/>
              <a:ext cx="67191" cy="975240"/>
            </a:xfrm>
            <a:custGeom>
              <a:avLst/>
              <a:gdLst/>
              <a:ahLst/>
              <a:cxnLst/>
              <a:rect l="l" t="t" r="r" b="b"/>
              <a:pathLst>
                <a:path w="67191" h="975240" extrusionOk="0">
                  <a:moveTo>
                    <a:pt x="0" y="0"/>
                  </a:moveTo>
                  <a:lnTo>
                    <a:pt x="0" y="955548"/>
                  </a:lnTo>
                  <a:cubicBezTo>
                    <a:pt x="447" y="961558"/>
                    <a:pt x="4068" y="966864"/>
                    <a:pt x="9504" y="969455"/>
                  </a:cubicBezTo>
                  <a:cubicBezTo>
                    <a:pt x="24643" y="977170"/>
                    <a:pt x="42549" y="977170"/>
                    <a:pt x="57688" y="969455"/>
                  </a:cubicBezTo>
                  <a:cubicBezTo>
                    <a:pt x="63105" y="966854"/>
                    <a:pt x="66726" y="961549"/>
                    <a:pt x="67192" y="955548"/>
                  </a:cubicBezTo>
                  <a:lnTo>
                    <a:pt x="67192" y="955548"/>
                  </a:lnTo>
                  <a:lnTo>
                    <a:pt x="67192" y="0"/>
                  </a:lnTo>
                  <a:close/>
                </a:path>
              </a:pathLst>
            </a:custGeom>
            <a:solidFill>
              <a:srgbClr val="C1C4D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4" name="Google Shape;3072;p47">
              <a:extLst>
                <a:ext uri="{FF2B5EF4-FFF2-40B4-BE49-F238E27FC236}">
                  <a16:creationId xmlns:a16="http://schemas.microsoft.com/office/drawing/2014/main" id="{A96BD5D1-63F5-E701-B8B5-8C8D8A26941B}"/>
                </a:ext>
              </a:extLst>
            </p:cNvPr>
            <p:cNvSpPr/>
            <p:nvPr/>
          </p:nvSpPr>
          <p:spPr>
            <a:xfrm>
              <a:off x="4036495" y="3422808"/>
              <a:ext cx="59588" cy="1128783"/>
            </a:xfrm>
            <a:custGeom>
              <a:avLst/>
              <a:gdLst/>
              <a:ahLst/>
              <a:cxnLst/>
              <a:rect l="l" t="t" r="r" b="b"/>
              <a:pathLst>
                <a:path w="59588" h="1128783" extrusionOk="0">
                  <a:moveTo>
                    <a:pt x="0" y="0"/>
                  </a:moveTo>
                  <a:lnTo>
                    <a:pt x="0" y="1108996"/>
                  </a:lnTo>
                  <a:cubicBezTo>
                    <a:pt x="333" y="1114835"/>
                    <a:pt x="3583" y="1120102"/>
                    <a:pt x="8648" y="1122998"/>
                  </a:cubicBezTo>
                  <a:cubicBezTo>
                    <a:pt x="21659" y="1130713"/>
                    <a:pt x="37834" y="1130713"/>
                    <a:pt x="50845" y="1122998"/>
                  </a:cubicBezTo>
                  <a:cubicBezTo>
                    <a:pt x="55930" y="1120111"/>
                    <a:pt x="59218" y="1114844"/>
                    <a:pt x="59589" y="1108996"/>
                  </a:cubicBezTo>
                  <a:lnTo>
                    <a:pt x="59589" y="1108996"/>
                  </a:lnTo>
                  <a:lnTo>
                    <a:pt x="59589" y="0"/>
                  </a:lnTo>
                  <a:close/>
                </a:path>
              </a:pathLst>
            </a:custGeom>
            <a:solidFill>
              <a:srgbClr val="C1C4D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5" name="Google Shape;3073;p47">
              <a:extLst>
                <a:ext uri="{FF2B5EF4-FFF2-40B4-BE49-F238E27FC236}">
                  <a16:creationId xmlns:a16="http://schemas.microsoft.com/office/drawing/2014/main" id="{4F5E6D89-5BC6-B6C0-1238-7E6EE8311A1E}"/>
                </a:ext>
              </a:extLst>
            </p:cNvPr>
            <p:cNvSpPr/>
            <p:nvPr/>
          </p:nvSpPr>
          <p:spPr>
            <a:xfrm>
              <a:off x="5628379" y="2652522"/>
              <a:ext cx="59588" cy="923996"/>
            </a:xfrm>
            <a:custGeom>
              <a:avLst/>
              <a:gdLst/>
              <a:ahLst/>
              <a:cxnLst/>
              <a:rect l="l" t="t" r="r" b="b"/>
              <a:pathLst>
                <a:path w="59588" h="923996" extrusionOk="0">
                  <a:moveTo>
                    <a:pt x="0" y="0"/>
                  </a:moveTo>
                  <a:lnTo>
                    <a:pt x="0" y="904304"/>
                  </a:lnTo>
                  <a:cubicBezTo>
                    <a:pt x="342" y="910133"/>
                    <a:pt x="3649" y="915381"/>
                    <a:pt x="8744" y="918210"/>
                  </a:cubicBezTo>
                  <a:cubicBezTo>
                    <a:pt x="21716" y="925925"/>
                    <a:pt x="37873" y="925925"/>
                    <a:pt x="50845" y="918210"/>
                  </a:cubicBezTo>
                  <a:cubicBezTo>
                    <a:pt x="55939" y="915381"/>
                    <a:pt x="59247" y="910133"/>
                    <a:pt x="59589" y="904304"/>
                  </a:cubicBezTo>
                  <a:lnTo>
                    <a:pt x="59589" y="904304"/>
                  </a:lnTo>
                  <a:lnTo>
                    <a:pt x="59589" y="0"/>
                  </a:lnTo>
                  <a:close/>
                </a:path>
              </a:pathLst>
            </a:custGeom>
            <a:solidFill>
              <a:srgbClr val="C1C4D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6" name="Google Shape;3074;p47">
              <a:extLst>
                <a:ext uri="{FF2B5EF4-FFF2-40B4-BE49-F238E27FC236}">
                  <a16:creationId xmlns:a16="http://schemas.microsoft.com/office/drawing/2014/main" id="{DB1A7009-3F6C-CBA5-0375-30F05997C904}"/>
                </a:ext>
              </a:extLst>
            </p:cNvPr>
            <p:cNvSpPr/>
            <p:nvPr/>
          </p:nvSpPr>
          <p:spPr>
            <a:xfrm>
              <a:off x="3056370" y="3054762"/>
              <a:ext cx="1009872" cy="652653"/>
            </a:xfrm>
            <a:custGeom>
              <a:avLst/>
              <a:gdLst/>
              <a:ahLst/>
              <a:cxnLst/>
              <a:rect l="l" t="t" r="r" b="b"/>
              <a:pathLst>
                <a:path w="1009872" h="652653" extrusionOk="0">
                  <a:moveTo>
                    <a:pt x="1009872" y="652653"/>
                  </a:moveTo>
                  <a:lnTo>
                    <a:pt x="0" y="68294"/>
                  </a:lnTo>
                  <a:lnTo>
                    <a:pt x="0" y="0"/>
                  </a:lnTo>
                  <a:lnTo>
                    <a:pt x="1009872" y="584454"/>
                  </a:lnTo>
                  <a:lnTo>
                    <a:pt x="1009872" y="652653"/>
                  </a:lnTo>
                  <a:close/>
                </a:path>
              </a:pathLst>
            </a:custGeom>
            <a:solidFill>
              <a:srgbClr val="B1B4C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7" name="Google Shape;3075;p47">
              <a:extLst>
                <a:ext uri="{FF2B5EF4-FFF2-40B4-BE49-F238E27FC236}">
                  <a16:creationId xmlns:a16="http://schemas.microsoft.com/office/drawing/2014/main" id="{4D84245F-ACD2-6273-53E4-01F05F7CF1B5}"/>
                </a:ext>
              </a:extLst>
            </p:cNvPr>
            <p:cNvSpPr/>
            <p:nvPr/>
          </p:nvSpPr>
          <p:spPr>
            <a:xfrm>
              <a:off x="3056084" y="2071592"/>
              <a:ext cx="2712855" cy="1569720"/>
            </a:xfrm>
            <a:custGeom>
              <a:avLst/>
              <a:gdLst/>
              <a:ahLst/>
              <a:cxnLst/>
              <a:rect l="l" t="t" r="r" b="b"/>
              <a:pathLst>
                <a:path w="2712855" h="1569720" extrusionOk="0">
                  <a:moveTo>
                    <a:pt x="2712856" y="584359"/>
                  </a:moveTo>
                  <a:lnTo>
                    <a:pt x="1009967" y="1569720"/>
                  </a:lnTo>
                  <a:lnTo>
                    <a:pt x="0" y="985361"/>
                  </a:lnTo>
                  <a:lnTo>
                    <a:pt x="1702889" y="0"/>
                  </a:lnTo>
                  <a:lnTo>
                    <a:pt x="2712856" y="584359"/>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8" name="Google Shape;3076;p47">
              <a:extLst>
                <a:ext uri="{FF2B5EF4-FFF2-40B4-BE49-F238E27FC236}">
                  <a16:creationId xmlns:a16="http://schemas.microsoft.com/office/drawing/2014/main" id="{6C418791-4D2B-C1E8-D3C3-2F8F0486878A}"/>
                </a:ext>
              </a:extLst>
            </p:cNvPr>
            <p:cNvSpPr/>
            <p:nvPr/>
          </p:nvSpPr>
          <p:spPr>
            <a:xfrm>
              <a:off x="4066242" y="2653855"/>
              <a:ext cx="1702888" cy="1053560"/>
            </a:xfrm>
            <a:custGeom>
              <a:avLst/>
              <a:gdLst/>
              <a:ahLst/>
              <a:cxnLst/>
              <a:rect l="l" t="t" r="r" b="b"/>
              <a:pathLst>
                <a:path w="1702888" h="1053560" extrusionOk="0">
                  <a:moveTo>
                    <a:pt x="1702888" y="68199"/>
                  </a:moveTo>
                  <a:lnTo>
                    <a:pt x="0" y="1053560"/>
                  </a:lnTo>
                  <a:lnTo>
                    <a:pt x="0" y="985361"/>
                  </a:lnTo>
                  <a:lnTo>
                    <a:pt x="1702888" y="0"/>
                  </a:lnTo>
                  <a:lnTo>
                    <a:pt x="1702888" y="68199"/>
                  </a:lnTo>
                  <a:close/>
                </a:path>
              </a:pathLst>
            </a:custGeom>
            <a:solidFill>
              <a:srgbClr val="9EA1A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9" name="Google Shape;3077;p47">
              <a:extLst>
                <a:ext uri="{FF2B5EF4-FFF2-40B4-BE49-F238E27FC236}">
                  <a16:creationId xmlns:a16="http://schemas.microsoft.com/office/drawing/2014/main" id="{A753EE2F-7879-2446-6751-48C3F81BF249}"/>
                </a:ext>
              </a:extLst>
            </p:cNvPr>
            <p:cNvSpPr/>
            <p:nvPr/>
          </p:nvSpPr>
          <p:spPr>
            <a:xfrm>
              <a:off x="4763535" y="2360390"/>
              <a:ext cx="519572" cy="326898"/>
            </a:xfrm>
            <a:custGeom>
              <a:avLst/>
              <a:gdLst/>
              <a:ahLst/>
              <a:cxnLst/>
              <a:rect l="l" t="t" r="r" b="b"/>
              <a:pathLst>
                <a:path w="519572" h="326898" extrusionOk="0">
                  <a:moveTo>
                    <a:pt x="519572" y="98965"/>
                  </a:moveTo>
                  <a:lnTo>
                    <a:pt x="248049" y="326898"/>
                  </a:lnTo>
                  <a:lnTo>
                    <a:pt x="0" y="227933"/>
                  </a:lnTo>
                  <a:lnTo>
                    <a:pt x="271523" y="0"/>
                  </a:lnTo>
                  <a:lnTo>
                    <a:pt x="519572" y="98965"/>
                  </a:ln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0" name="Google Shape;3078;p47">
              <a:extLst>
                <a:ext uri="{FF2B5EF4-FFF2-40B4-BE49-F238E27FC236}">
                  <a16:creationId xmlns:a16="http://schemas.microsoft.com/office/drawing/2014/main" id="{7480A6C3-2FB3-D499-40F5-43FCA93ECD74}"/>
                </a:ext>
              </a:extLst>
            </p:cNvPr>
            <p:cNvSpPr/>
            <p:nvPr/>
          </p:nvSpPr>
          <p:spPr>
            <a:xfrm>
              <a:off x="4668877" y="2346674"/>
              <a:ext cx="551219" cy="318992"/>
            </a:xfrm>
            <a:custGeom>
              <a:avLst/>
              <a:gdLst/>
              <a:ahLst/>
              <a:cxnLst/>
              <a:rect l="l" t="t" r="r" b="b"/>
              <a:pathLst>
                <a:path w="551219" h="318992" extrusionOk="0">
                  <a:moveTo>
                    <a:pt x="551220" y="123254"/>
                  </a:moveTo>
                  <a:lnTo>
                    <a:pt x="212980" y="318992"/>
                  </a:lnTo>
                  <a:lnTo>
                    <a:pt x="0" y="195739"/>
                  </a:lnTo>
                  <a:lnTo>
                    <a:pt x="338240" y="0"/>
                  </a:lnTo>
                  <a:lnTo>
                    <a:pt x="551220" y="123254"/>
                  </a:ln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1" name="Google Shape;3079;p47">
              <a:extLst>
                <a:ext uri="{FF2B5EF4-FFF2-40B4-BE49-F238E27FC236}">
                  <a16:creationId xmlns:a16="http://schemas.microsoft.com/office/drawing/2014/main" id="{CDCB4658-CAFE-270C-DA59-2616A93CA43B}"/>
                </a:ext>
              </a:extLst>
            </p:cNvPr>
            <p:cNvSpPr/>
            <p:nvPr/>
          </p:nvSpPr>
          <p:spPr>
            <a:xfrm>
              <a:off x="4743291" y="2531554"/>
              <a:ext cx="161184" cy="93249"/>
            </a:xfrm>
            <a:custGeom>
              <a:avLst/>
              <a:gdLst/>
              <a:ahLst/>
              <a:cxnLst/>
              <a:rect l="l" t="t" r="r" b="b"/>
              <a:pathLst>
                <a:path w="161184" h="93249" extrusionOk="0">
                  <a:moveTo>
                    <a:pt x="161184" y="81248"/>
                  </a:moveTo>
                  <a:lnTo>
                    <a:pt x="140466" y="93250"/>
                  </a:lnTo>
                  <a:lnTo>
                    <a:pt x="0" y="12001"/>
                  </a:lnTo>
                  <a:lnTo>
                    <a:pt x="20718" y="0"/>
                  </a:lnTo>
                  <a:lnTo>
                    <a:pt x="161184" y="81248"/>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495" name="Google Shape;3080;p47">
              <a:extLst>
                <a:ext uri="{FF2B5EF4-FFF2-40B4-BE49-F238E27FC236}">
                  <a16:creationId xmlns:a16="http://schemas.microsoft.com/office/drawing/2014/main" id="{0908DF83-4989-1AEF-8AC7-9F6F30DF9E1F}"/>
                </a:ext>
              </a:extLst>
            </p:cNvPr>
            <p:cNvSpPr/>
            <p:nvPr/>
          </p:nvSpPr>
          <p:spPr>
            <a:xfrm>
              <a:off x="4789955" y="2504598"/>
              <a:ext cx="161089" cy="93249"/>
            </a:xfrm>
            <a:custGeom>
              <a:avLst/>
              <a:gdLst/>
              <a:ahLst/>
              <a:cxnLst/>
              <a:rect l="l" t="t" r="r" b="b"/>
              <a:pathLst>
                <a:path w="161089" h="93249" extrusionOk="0">
                  <a:moveTo>
                    <a:pt x="161089" y="81248"/>
                  </a:moveTo>
                  <a:lnTo>
                    <a:pt x="140371" y="93250"/>
                  </a:lnTo>
                  <a:lnTo>
                    <a:pt x="0" y="12002"/>
                  </a:lnTo>
                  <a:lnTo>
                    <a:pt x="20718" y="0"/>
                  </a:lnTo>
                  <a:lnTo>
                    <a:pt x="161089" y="81248"/>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48" name="Google Shape;3081;p47">
              <a:extLst>
                <a:ext uri="{FF2B5EF4-FFF2-40B4-BE49-F238E27FC236}">
                  <a16:creationId xmlns:a16="http://schemas.microsoft.com/office/drawing/2014/main" id="{71A79D57-7366-B1B3-DF80-66736E702313}"/>
                </a:ext>
              </a:extLst>
            </p:cNvPr>
            <p:cNvSpPr/>
            <p:nvPr/>
          </p:nvSpPr>
          <p:spPr>
            <a:xfrm>
              <a:off x="4834813" y="2478690"/>
              <a:ext cx="161089" cy="93154"/>
            </a:xfrm>
            <a:custGeom>
              <a:avLst/>
              <a:gdLst/>
              <a:ahLst/>
              <a:cxnLst/>
              <a:rect l="l" t="t" r="r" b="b"/>
              <a:pathLst>
                <a:path w="161089" h="93154" extrusionOk="0">
                  <a:moveTo>
                    <a:pt x="161089" y="81248"/>
                  </a:moveTo>
                  <a:lnTo>
                    <a:pt x="140371" y="93154"/>
                  </a:lnTo>
                  <a:lnTo>
                    <a:pt x="0" y="12002"/>
                  </a:lnTo>
                  <a:lnTo>
                    <a:pt x="20718" y="0"/>
                  </a:lnTo>
                  <a:lnTo>
                    <a:pt x="161089" y="81248"/>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49" name="Google Shape;3082;p47">
              <a:extLst>
                <a:ext uri="{FF2B5EF4-FFF2-40B4-BE49-F238E27FC236}">
                  <a16:creationId xmlns:a16="http://schemas.microsoft.com/office/drawing/2014/main" id="{D31B6B8C-16B7-24E2-D87E-231F14214182}"/>
                </a:ext>
              </a:extLst>
            </p:cNvPr>
            <p:cNvSpPr/>
            <p:nvPr/>
          </p:nvSpPr>
          <p:spPr>
            <a:xfrm>
              <a:off x="4998753" y="2451734"/>
              <a:ext cx="102450" cy="59245"/>
            </a:xfrm>
            <a:custGeom>
              <a:avLst/>
              <a:gdLst/>
              <a:ahLst/>
              <a:cxnLst/>
              <a:rect l="l" t="t" r="r" b="b"/>
              <a:pathLst>
                <a:path w="102450" h="59245" extrusionOk="0">
                  <a:moveTo>
                    <a:pt x="102451" y="47244"/>
                  </a:moveTo>
                  <a:lnTo>
                    <a:pt x="81733" y="59246"/>
                  </a:lnTo>
                  <a:lnTo>
                    <a:pt x="0" y="12002"/>
                  </a:lnTo>
                  <a:lnTo>
                    <a:pt x="20718" y="0"/>
                  </a:lnTo>
                  <a:lnTo>
                    <a:pt x="102451" y="47244"/>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0" name="Google Shape;3083;p47">
              <a:extLst>
                <a:ext uri="{FF2B5EF4-FFF2-40B4-BE49-F238E27FC236}">
                  <a16:creationId xmlns:a16="http://schemas.microsoft.com/office/drawing/2014/main" id="{B6AD22D8-58AC-C1D6-A34E-8A223B008028}"/>
                </a:ext>
              </a:extLst>
            </p:cNvPr>
            <p:cNvSpPr/>
            <p:nvPr/>
          </p:nvSpPr>
          <p:spPr>
            <a:xfrm>
              <a:off x="5043611" y="2425731"/>
              <a:ext cx="102450" cy="59245"/>
            </a:xfrm>
            <a:custGeom>
              <a:avLst/>
              <a:gdLst/>
              <a:ahLst/>
              <a:cxnLst/>
              <a:rect l="l" t="t" r="r" b="b"/>
              <a:pathLst>
                <a:path w="102450" h="59245" extrusionOk="0">
                  <a:moveTo>
                    <a:pt x="102451" y="47339"/>
                  </a:moveTo>
                  <a:lnTo>
                    <a:pt x="81733" y="59246"/>
                  </a:lnTo>
                  <a:lnTo>
                    <a:pt x="0" y="12001"/>
                  </a:lnTo>
                  <a:lnTo>
                    <a:pt x="20718" y="0"/>
                  </a:lnTo>
                  <a:lnTo>
                    <a:pt x="102451" y="47339"/>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1" name="Google Shape;3084;p47">
              <a:extLst>
                <a:ext uri="{FF2B5EF4-FFF2-40B4-BE49-F238E27FC236}">
                  <a16:creationId xmlns:a16="http://schemas.microsoft.com/office/drawing/2014/main" id="{A15BC92F-4B8F-EEAE-CE6B-F3AD4D96A318}"/>
                </a:ext>
              </a:extLst>
            </p:cNvPr>
            <p:cNvSpPr/>
            <p:nvPr/>
          </p:nvSpPr>
          <p:spPr>
            <a:xfrm>
              <a:off x="4912649" y="2469832"/>
              <a:ext cx="307447" cy="180974"/>
            </a:xfrm>
            <a:custGeom>
              <a:avLst/>
              <a:gdLst/>
              <a:ahLst/>
              <a:cxnLst/>
              <a:rect l="l" t="t" r="r" b="b"/>
              <a:pathLst>
                <a:path w="307447" h="180974" extrusionOk="0">
                  <a:moveTo>
                    <a:pt x="7508" y="180975"/>
                  </a:moveTo>
                  <a:cubicBezTo>
                    <a:pt x="13115" y="178594"/>
                    <a:pt x="307448" y="0"/>
                    <a:pt x="307448" y="0"/>
                  </a:cubicBezTo>
                  <a:lnTo>
                    <a:pt x="0" y="178117"/>
                  </a:lnTo>
                  <a:close/>
                </a:path>
              </a:pathLst>
            </a:custGeom>
            <a:solidFill>
              <a:srgbClr val="D6D6D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2" name="Google Shape;3085;p47">
              <a:extLst>
                <a:ext uri="{FF2B5EF4-FFF2-40B4-BE49-F238E27FC236}">
                  <a16:creationId xmlns:a16="http://schemas.microsoft.com/office/drawing/2014/main" id="{10ED6D37-04EE-F0B8-AF05-955894229109}"/>
                </a:ext>
              </a:extLst>
            </p:cNvPr>
            <p:cNvSpPr/>
            <p:nvPr/>
          </p:nvSpPr>
          <p:spPr>
            <a:xfrm>
              <a:off x="4894497" y="2841212"/>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000000">
                <a:alpha val="2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3" name="Google Shape;3086;p47">
              <a:extLst>
                <a:ext uri="{FF2B5EF4-FFF2-40B4-BE49-F238E27FC236}">
                  <a16:creationId xmlns:a16="http://schemas.microsoft.com/office/drawing/2014/main" id="{56577B53-CFE4-908B-D5D3-2BF3B45ED825}"/>
                </a:ext>
              </a:extLst>
            </p:cNvPr>
            <p:cNvSpPr/>
            <p:nvPr/>
          </p:nvSpPr>
          <p:spPr>
            <a:xfrm>
              <a:off x="4901418" y="2763964"/>
              <a:ext cx="147800" cy="156591"/>
            </a:xfrm>
            <a:custGeom>
              <a:avLst/>
              <a:gdLst/>
              <a:ahLst/>
              <a:cxnLst/>
              <a:rect l="l" t="t" r="r" b="b"/>
              <a:pathLst>
                <a:path w="147800" h="156591" extrusionOk="0">
                  <a:moveTo>
                    <a:pt x="147801" y="113824"/>
                  </a:moveTo>
                  <a:lnTo>
                    <a:pt x="147801" y="0"/>
                  </a:lnTo>
                  <a:lnTo>
                    <a:pt x="587" y="3715"/>
                  </a:lnTo>
                  <a:lnTo>
                    <a:pt x="587" y="108490"/>
                  </a:lnTo>
                  <a:cubicBezTo>
                    <a:pt x="-2169" y="121063"/>
                    <a:pt x="4769" y="134303"/>
                    <a:pt x="21590" y="144018"/>
                  </a:cubicBezTo>
                  <a:cubicBezTo>
                    <a:pt x="54436" y="160782"/>
                    <a:pt x="93287" y="160782"/>
                    <a:pt x="126132" y="144018"/>
                  </a:cubicBezTo>
                  <a:cubicBezTo>
                    <a:pt x="138288" y="138646"/>
                    <a:pt x="146584" y="127083"/>
                    <a:pt x="147801" y="113824"/>
                  </a:cubicBezTo>
                  <a:close/>
                </a:path>
              </a:pathLst>
            </a:custGeom>
            <a:solidFill>
              <a:srgbClr val="A6CE2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4" name="Google Shape;3087;p47">
              <a:extLst>
                <a:ext uri="{FF2B5EF4-FFF2-40B4-BE49-F238E27FC236}">
                  <a16:creationId xmlns:a16="http://schemas.microsoft.com/office/drawing/2014/main" id="{9FFDB12A-A545-5B30-A50E-835E6AF9506A}"/>
                </a:ext>
              </a:extLst>
            </p:cNvPr>
            <p:cNvSpPr/>
            <p:nvPr/>
          </p:nvSpPr>
          <p:spPr>
            <a:xfrm>
              <a:off x="4901720" y="2721292"/>
              <a:ext cx="147498" cy="85344"/>
            </a:xfrm>
            <a:custGeom>
              <a:avLst/>
              <a:gdLst/>
              <a:ahLst/>
              <a:cxnLst/>
              <a:rect l="l" t="t" r="r" b="b"/>
              <a:pathLst>
                <a:path w="147498" h="85344" extrusionOk="0">
                  <a:moveTo>
                    <a:pt x="147499" y="42672"/>
                  </a:moveTo>
                  <a:cubicBezTo>
                    <a:pt x="147499" y="66239"/>
                    <a:pt x="114480" y="85344"/>
                    <a:pt x="73749" y="85344"/>
                  </a:cubicBezTo>
                  <a:cubicBezTo>
                    <a:pt x="33018" y="85344"/>
                    <a:pt x="0" y="66239"/>
                    <a:pt x="0" y="42672"/>
                  </a:cubicBezTo>
                  <a:cubicBezTo>
                    <a:pt x="0" y="19105"/>
                    <a:pt x="33018" y="0"/>
                    <a:pt x="73749" y="0"/>
                  </a:cubicBezTo>
                  <a:cubicBezTo>
                    <a:pt x="114480" y="0"/>
                    <a:pt x="147499" y="19105"/>
                    <a:pt x="147499" y="42672"/>
                  </a:cubicBezTo>
                  <a:close/>
                </a:path>
              </a:pathLst>
            </a:custGeom>
            <a:solidFill>
              <a:srgbClr val="BCD64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5" name="Google Shape;3088;p47">
              <a:extLst>
                <a:ext uri="{FF2B5EF4-FFF2-40B4-BE49-F238E27FC236}">
                  <a16:creationId xmlns:a16="http://schemas.microsoft.com/office/drawing/2014/main" id="{727FB101-1319-C8A5-6B4B-BB815CCBAEFA}"/>
                </a:ext>
              </a:extLst>
            </p:cNvPr>
            <p:cNvSpPr/>
            <p:nvPr/>
          </p:nvSpPr>
          <p:spPr>
            <a:xfrm>
              <a:off x="4913314" y="2732891"/>
              <a:ext cx="124214" cy="61955"/>
            </a:xfrm>
            <a:custGeom>
              <a:avLst/>
              <a:gdLst/>
              <a:ahLst/>
              <a:cxnLst/>
              <a:rect l="l" t="t" r="r" b="b"/>
              <a:pathLst>
                <a:path w="124214" h="61955" extrusionOk="0">
                  <a:moveTo>
                    <a:pt x="124215" y="31073"/>
                  </a:moveTo>
                  <a:cubicBezTo>
                    <a:pt x="124215" y="38026"/>
                    <a:pt x="118512" y="45360"/>
                    <a:pt x="108438" y="51075"/>
                  </a:cubicBezTo>
                  <a:cubicBezTo>
                    <a:pt x="95636" y="57924"/>
                    <a:pt x="81410" y="61639"/>
                    <a:pt x="66907" y="61934"/>
                  </a:cubicBezTo>
                  <a:lnTo>
                    <a:pt x="62060" y="61934"/>
                  </a:lnTo>
                  <a:cubicBezTo>
                    <a:pt x="45951" y="62277"/>
                    <a:pt x="30032" y="58505"/>
                    <a:pt x="15776" y="50980"/>
                  </a:cubicBezTo>
                  <a:cubicBezTo>
                    <a:pt x="5797" y="45265"/>
                    <a:pt x="0" y="37931"/>
                    <a:pt x="0" y="30978"/>
                  </a:cubicBezTo>
                  <a:cubicBezTo>
                    <a:pt x="0" y="24024"/>
                    <a:pt x="5797" y="16785"/>
                    <a:pt x="15776" y="10975"/>
                  </a:cubicBezTo>
                  <a:cubicBezTo>
                    <a:pt x="30032" y="3450"/>
                    <a:pt x="45951" y="-322"/>
                    <a:pt x="62060" y="21"/>
                  </a:cubicBezTo>
                  <a:lnTo>
                    <a:pt x="66812" y="21"/>
                  </a:lnTo>
                  <a:cubicBezTo>
                    <a:pt x="81314" y="317"/>
                    <a:pt x="95542" y="4031"/>
                    <a:pt x="108343" y="10880"/>
                  </a:cubicBezTo>
                  <a:cubicBezTo>
                    <a:pt x="118512" y="16881"/>
                    <a:pt x="124215" y="24120"/>
                    <a:pt x="124215" y="31073"/>
                  </a:cubicBezTo>
                  <a:close/>
                </a:path>
              </a:pathLst>
            </a:custGeom>
            <a:solidFill>
              <a:srgbClr val="28221C"/>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6" name="Google Shape;3089;p47">
              <a:extLst>
                <a:ext uri="{FF2B5EF4-FFF2-40B4-BE49-F238E27FC236}">
                  <a16:creationId xmlns:a16="http://schemas.microsoft.com/office/drawing/2014/main" id="{BFE42CF2-9E5F-5312-A562-F42EF1806B95}"/>
                </a:ext>
              </a:extLst>
            </p:cNvPr>
            <p:cNvSpPr/>
            <p:nvPr/>
          </p:nvSpPr>
          <p:spPr>
            <a:xfrm>
              <a:off x="4922818" y="2733153"/>
              <a:ext cx="114710" cy="61622"/>
            </a:xfrm>
            <a:custGeom>
              <a:avLst/>
              <a:gdLst/>
              <a:ahLst/>
              <a:cxnLst/>
              <a:rect l="l" t="t" r="r" b="b"/>
              <a:pathLst>
                <a:path w="114710" h="61622" extrusionOk="0">
                  <a:moveTo>
                    <a:pt x="114711" y="30811"/>
                  </a:moveTo>
                  <a:cubicBezTo>
                    <a:pt x="114711" y="37764"/>
                    <a:pt x="109008" y="45099"/>
                    <a:pt x="98934" y="50814"/>
                  </a:cubicBezTo>
                  <a:cubicBezTo>
                    <a:pt x="73084" y="65225"/>
                    <a:pt x="41627" y="65225"/>
                    <a:pt x="15776" y="50814"/>
                  </a:cubicBezTo>
                  <a:cubicBezTo>
                    <a:pt x="5797" y="45099"/>
                    <a:pt x="0" y="37764"/>
                    <a:pt x="0" y="30811"/>
                  </a:cubicBezTo>
                  <a:cubicBezTo>
                    <a:pt x="0" y="23858"/>
                    <a:pt x="5797" y="16619"/>
                    <a:pt x="15776" y="10808"/>
                  </a:cubicBezTo>
                  <a:cubicBezTo>
                    <a:pt x="41627" y="-3603"/>
                    <a:pt x="73084" y="-3603"/>
                    <a:pt x="98934" y="10808"/>
                  </a:cubicBezTo>
                  <a:cubicBezTo>
                    <a:pt x="109008" y="16619"/>
                    <a:pt x="114711" y="23858"/>
                    <a:pt x="114711" y="30811"/>
                  </a:cubicBezTo>
                  <a:close/>
                </a:path>
              </a:pathLst>
            </a:custGeom>
            <a:solidFill>
              <a:srgbClr val="FFFFFF">
                <a:alpha val="6669"/>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7" name="Google Shape;3090;p47">
              <a:extLst>
                <a:ext uri="{FF2B5EF4-FFF2-40B4-BE49-F238E27FC236}">
                  <a16:creationId xmlns:a16="http://schemas.microsoft.com/office/drawing/2014/main" id="{F17322F3-6062-C1F7-1523-EBCC23141148}"/>
                </a:ext>
              </a:extLst>
            </p:cNvPr>
            <p:cNvSpPr/>
            <p:nvPr/>
          </p:nvSpPr>
          <p:spPr>
            <a:xfrm>
              <a:off x="5015195" y="2807589"/>
              <a:ext cx="42215" cy="98678"/>
            </a:xfrm>
            <a:custGeom>
              <a:avLst/>
              <a:gdLst/>
              <a:ahLst/>
              <a:cxnLst/>
              <a:rect l="l" t="t" r="r" b="b"/>
              <a:pathLst>
                <a:path w="42215" h="98678" extrusionOk="0">
                  <a:moveTo>
                    <a:pt x="23284" y="9049"/>
                  </a:moveTo>
                  <a:lnTo>
                    <a:pt x="7603" y="0"/>
                  </a:lnTo>
                  <a:lnTo>
                    <a:pt x="0" y="4477"/>
                  </a:lnTo>
                  <a:lnTo>
                    <a:pt x="7603" y="8858"/>
                  </a:lnTo>
                  <a:lnTo>
                    <a:pt x="7603" y="11716"/>
                  </a:lnTo>
                  <a:lnTo>
                    <a:pt x="22239" y="20193"/>
                  </a:lnTo>
                  <a:lnTo>
                    <a:pt x="22239" y="22955"/>
                  </a:lnTo>
                  <a:cubicBezTo>
                    <a:pt x="25765" y="28004"/>
                    <a:pt x="28939" y="33290"/>
                    <a:pt x="31743" y="38767"/>
                  </a:cubicBezTo>
                  <a:lnTo>
                    <a:pt x="32313" y="38290"/>
                  </a:lnTo>
                  <a:lnTo>
                    <a:pt x="32313" y="74962"/>
                  </a:lnTo>
                  <a:cubicBezTo>
                    <a:pt x="32313" y="84487"/>
                    <a:pt x="26706" y="81343"/>
                    <a:pt x="24235" y="79915"/>
                  </a:cubicBezTo>
                  <a:lnTo>
                    <a:pt x="7793" y="70390"/>
                  </a:lnTo>
                  <a:lnTo>
                    <a:pt x="190" y="74866"/>
                  </a:lnTo>
                  <a:lnTo>
                    <a:pt x="7793" y="79248"/>
                  </a:lnTo>
                  <a:lnTo>
                    <a:pt x="7793" y="82105"/>
                  </a:lnTo>
                  <a:lnTo>
                    <a:pt x="24235" y="91630"/>
                  </a:lnTo>
                  <a:cubicBezTo>
                    <a:pt x="25945" y="92630"/>
                    <a:pt x="27760" y="93431"/>
                    <a:pt x="29652" y="94012"/>
                  </a:cubicBezTo>
                  <a:lnTo>
                    <a:pt x="28606" y="98679"/>
                  </a:lnTo>
                  <a:lnTo>
                    <a:pt x="37160" y="93821"/>
                  </a:lnTo>
                  <a:lnTo>
                    <a:pt x="37160" y="93821"/>
                  </a:lnTo>
                  <a:cubicBezTo>
                    <a:pt x="40847" y="90678"/>
                    <a:pt x="42710" y="85877"/>
                    <a:pt x="42102" y="81058"/>
                  </a:cubicBezTo>
                  <a:lnTo>
                    <a:pt x="42102" y="42958"/>
                  </a:lnTo>
                  <a:cubicBezTo>
                    <a:pt x="41370" y="29356"/>
                    <a:pt x="34423" y="16850"/>
                    <a:pt x="23284" y="9049"/>
                  </a:cubicBezTo>
                  <a:close/>
                </a:path>
              </a:pathLst>
            </a:custGeom>
            <a:solidFill>
              <a:srgbClr val="8DA01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8" name="Google Shape;3091;p47">
              <a:extLst>
                <a:ext uri="{FF2B5EF4-FFF2-40B4-BE49-F238E27FC236}">
                  <a16:creationId xmlns:a16="http://schemas.microsoft.com/office/drawing/2014/main" id="{208D7062-79F9-5F67-0CC4-ADDC788951C4}"/>
                </a:ext>
              </a:extLst>
            </p:cNvPr>
            <p:cNvSpPr/>
            <p:nvPr/>
          </p:nvSpPr>
          <p:spPr>
            <a:xfrm>
              <a:off x="5015195" y="2812256"/>
              <a:ext cx="34783" cy="94465"/>
            </a:xfrm>
            <a:custGeom>
              <a:avLst/>
              <a:gdLst/>
              <a:ahLst/>
              <a:cxnLst/>
              <a:rect l="l" t="t" r="r" b="b"/>
              <a:pathLst>
                <a:path w="34783" h="94465" extrusionOk="0">
                  <a:moveTo>
                    <a:pt x="16442" y="91440"/>
                  </a:moveTo>
                  <a:lnTo>
                    <a:pt x="0" y="81915"/>
                  </a:lnTo>
                  <a:lnTo>
                    <a:pt x="0" y="70199"/>
                  </a:lnTo>
                  <a:lnTo>
                    <a:pt x="16442" y="79724"/>
                  </a:lnTo>
                  <a:cubicBezTo>
                    <a:pt x="18818" y="81058"/>
                    <a:pt x="24520" y="84296"/>
                    <a:pt x="24520" y="74676"/>
                  </a:cubicBezTo>
                  <a:lnTo>
                    <a:pt x="24520" y="36576"/>
                  </a:lnTo>
                  <a:cubicBezTo>
                    <a:pt x="23949" y="30013"/>
                    <a:pt x="20462" y="24070"/>
                    <a:pt x="15016" y="20384"/>
                  </a:cubicBezTo>
                  <a:lnTo>
                    <a:pt x="95" y="11716"/>
                  </a:lnTo>
                  <a:lnTo>
                    <a:pt x="95" y="0"/>
                  </a:lnTo>
                  <a:lnTo>
                    <a:pt x="15776" y="9049"/>
                  </a:lnTo>
                  <a:cubicBezTo>
                    <a:pt x="26867" y="16707"/>
                    <a:pt x="33862" y="29013"/>
                    <a:pt x="34784" y="42481"/>
                  </a:cubicBezTo>
                  <a:lnTo>
                    <a:pt x="34784" y="80581"/>
                  </a:lnTo>
                  <a:cubicBezTo>
                    <a:pt x="34594" y="90869"/>
                    <a:pt x="29842" y="99155"/>
                    <a:pt x="16442" y="91440"/>
                  </a:cubicBezTo>
                  <a:close/>
                </a:path>
              </a:pathLst>
            </a:custGeom>
            <a:solidFill>
              <a:srgbClr val="99B52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9" name="Google Shape;3092;p47">
              <a:extLst>
                <a:ext uri="{FF2B5EF4-FFF2-40B4-BE49-F238E27FC236}">
                  <a16:creationId xmlns:a16="http://schemas.microsoft.com/office/drawing/2014/main" id="{47F4BD63-BF61-C2FE-9D87-40501E3B0CD5}"/>
                </a:ext>
              </a:extLst>
            </p:cNvPr>
            <p:cNvSpPr/>
            <p:nvPr/>
          </p:nvSpPr>
          <p:spPr>
            <a:xfrm>
              <a:off x="3439562" y="2994755"/>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000000">
                <a:alpha val="2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0" name="Google Shape;3093;p47">
              <a:extLst>
                <a:ext uri="{FF2B5EF4-FFF2-40B4-BE49-F238E27FC236}">
                  <a16:creationId xmlns:a16="http://schemas.microsoft.com/office/drawing/2014/main" id="{6F74BD3F-F5E0-9A66-7AA3-C7A5A6C6AD10}"/>
                </a:ext>
              </a:extLst>
            </p:cNvPr>
            <p:cNvSpPr/>
            <p:nvPr/>
          </p:nvSpPr>
          <p:spPr>
            <a:xfrm>
              <a:off x="3446488" y="2917507"/>
              <a:ext cx="147795" cy="156591"/>
            </a:xfrm>
            <a:custGeom>
              <a:avLst/>
              <a:gdLst/>
              <a:ahLst/>
              <a:cxnLst/>
              <a:rect l="l" t="t" r="r" b="b"/>
              <a:pathLst>
                <a:path w="147795" h="156591" extrusionOk="0">
                  <a:moveTo>
                    <a:pt x="147796" y="113824"/>
                  </a:moveTo>
                  <a:lnTo>
                    <a:pt x="147796" y="0"/>
                  </a:lnTo>
                  <a:lnTo>
                    <a:pt x="582" y="3715"/>
                  </a:lnTo>
                  <a:lnTo>
                    <a:pt x="582" y="108490"/>
                  </a:lnTo>
                  <a:cubicBezTo>
                    <a:pt x="-2174" y="121158"/>
                    <a:pt x="4859" y="134398"/>
                    <a:pt x="21586" y="144018"/>
                  </a:cubicBezTo>
                  <a:cubicBezTo>
                    <a:pt x="54431" y="160782"/>
                    <a:pt x="93282" y="160782"/>
                    <a:pt x="126127" y="144018"/>
                  </a:cubicBezTo>
                  <a:cubicBezTo>
                    <a:pt x="138302" y="138655"/>
                    <a:pt x="146598" y="127092"/>
                    <a:pt x="147796" y="113824"/>
                  </a:cubicBezTo>
                  <a:close/>
                </a:path>
              </a:pathLst>
            </a:custGeom>
            <a:solidFill>
              <a:srgbClr val="F7B03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1" name="Google Shape;3094;p47">
              <a:extLst>
                <a:ext uri="{FF2B5EF4-FFF2-40B4-BE49-F238E27FC236}">
                  <a16:creationId xmlns:a16="http://schemas.microsoft.com/office/drawing/2014/main" id="{B39C311A-2D20-78FF-BA17-655626DC71C4}"/>
                </a:ext>
              </a:extLst>
            </p:cNvPr>
            <p:cNvSpPr/>
            <p:nvPr/>
          </p:nvSpPr>
          <p:spPr>
            <a:xfrm>
              <a:off x="3446785" y="2874835"/>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FCC06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2" name="Google Shape;3095;p47">
              <a:extLst>
                <a:ext uri="{FF2B5EF4-FFF2-40B4-BE49-F238E27FC236}">
                  <a16:creationId xmlns:a16="http://schemas.microsoft.com/office/drawing/2014/main" id="{50E8AB06-26B5-D277-1099-18E01B8F1E73}"/>
                </a:ext>
              </a:extLst>
            </p:cNvPr>
            <p:cNvSpPr/>
            <p:nvPr/>
          </p:nvSpPr>
          <p:spPr>
            <a:xfrm>
              <a:off x="3458475" y="2886430"/>
              <a:ext cx="124119" cy="61959"/>
            </a:xfrm>
            <a:custGeom>
              <a:avLst/>
              <a:gdLst/>
              <a:ahLst/>
              <a:cxnLst/>
              <a:rect l="l" t="t" r="r" b="b"/>
              <a:pathLst>
                <a:path w="124119" h="61959" extrusionOk="0">
                  <a:moveTo>
                    <a:pt x="124119" y="31076"/>
                  </a:moveTo>
                  <a:cubicBezTo>
                    <a:pt x="124119" y="38030"/>
                    <a:pt x="118322" y="45269"/>
                    <a:pt x="108343" y="51079"/>
                  </a:cubicBezTo>
                  <a:cubicBezTo>
                    <a:pt x="95523" y="57870"/>
                    <a:pt x="81305" y="61595"/>
                    <a:pt x="66812" y="61938"/>
                  </a:cubicBezTo>
                  <a:lnTo>
                    <a:pt x="62060" y="61938"/>
                  </a:lnTo>
                  <a:cubicBezTo>
                    <a:pt x="45951" y="62280"/>
                    <a:pt x="30032" y="58509"/>
                    <a:pt x="15776" y="50984"/>
                  </a:cubicBezTo>
                  <a:cubicBezTo>
                    <a:pt x="5702" y="45174"/>
                    <a:pt x="0" y="37935"/>
                    <a:pt x="0" y="30981"/>
                  </a:cubicBezTo>
                  <a:cubicBezTo>
                    <a:pt x="0" y="24028"/>
                    <a:pt x="5702" y="16694"/>
                    <a:pt x="15776" y="10884"/>
                  </a:cubicBezTo>
                  <a:cubicBezTo>
                    <a:pt x="30041" y="3397"/>
                    <a:pt x="45960" y="-346"/>
                    <a:pt x="62060" y="25"/>
                  </a:cubicBezTo>
                  <a:lnTo>
                    <a:pt x="66812" y="25"/>
                  </a:lnTo>
                  <a:cubicBezTo>
                    <a:pt x="81305" y="301"/>
                    <a:pt x="95532" y="3987"/>
                    <a:pt x="108343" y="10788"/>
                  </a:cubicBezTo>
                  <a:cubicBezTo>
                    <a:pt x="118322" y="16789"/>
                    <a:pt x="124119" y="24123"/>
                    <a:pt x="124119" y="31076"/>
                  </a:cubicBezTo>
                  <a:close/>
                </a:path>
              </a:pathLst>
            </a:custGeom>
            <a:solidFill>
              <a:srgbClr val="28221C"/>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3" name="Google Shape;3096;p47">
              <a:extLst>
                <a:ext uri="{FF2B5EF4-FFF2-40B4-BE49-F238E27FC236}">
                  <a16:creationId xmlns:a16="http://schemas.microsoft.com/office/drawing/2014/main" id="{42BE5D66-199B-A897-1056-7AACF2BE4880}"/>
                </a:ext>
              </a:extLst>
            </p:cNvPr>
            <p:cNvSpPr/>
            <p:nvPr/>
          </p:nvSpPr>
          <p:spPr>
            <a:xfrm>
              <a:off x="3467883" y="2886601"/>
              <a:ext cx="114710" cy="61717"/>
            </a:xfrm>
            <a:custGeom>
              <a:avLst/>
              <a:gdLst/>
              <a:ahLst/>
              <a:cxnLst/>
              <a:rect l="l" t="t" r="r" b="b"/>
              <a:pathLst>
                <a:path w="114710" h="61717" extrusionOk="0">
                  <a:moveTo>
                    <a:pt x="114711" y="30906"/>
                  </a:moveTo>
                  <a:cubicBezTo>
                    <a:pt x="114711" y="37859"/>
                    <a:pt x="108913" y="45099"/>
                    <a:pt x="98934" y="50909"/>
                  </a:cubicBezTo>
                  <a:cubicBezTo>
                    <a:pt x="73084" y="65320"/>
                    <a:pt x="41626" y="65320"/>
                    <a:pt x="15776" y="50909"/>
                  </a:cubicBezTo>
                  <a:cubicBezTo>
                    <a:pt x="6272" y="45099"/>
                    <a:pt x="0" y="37859"/>
                    <a:pt x="0" y="30906"/>
                  </a:cubicBezTo>
                  <a:cubicBezTo>
                    <a:pt x="0" y="23953"/>
                    <a:pt x="5797" y="16619"/>
                    <a:pt x="15776" y="10808"/>
                  </a:cubicBezTo>
                  <a:cubicBezTo>
                    <a:pt x="41626" y="-3603"/>
                    <a:pt x="73084" y="-3603"/>
                    <a:pt x="98934" y="10808"/>
                  </a:cubicBezTo>
                  <a:cubicBezTo>
                    <a:pt x="108913" y="16619"/>
                    <a:pt x="114711" y="23953"/>
                    <a:pt x="114711" y="30906"/>
                  </a:cubicBezTo>
                  <a:close/>
                </a:path>
              </a:pathLst>
            </a:custGeom>
            <a:solidFill>
              <a:srgbClr val="FFFFFF">
                <a:alpha val="6669"/>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4" name="Google Shape;3097;p47">
              <a:extLst>
                <a:ext uri="{FF2B5EF4-FFF2-40B4-BE49-F238E27FC236}">
                  <a16:creationId xmlns:a16="http://schemas.microsoft.com/office/drawing/2014/main" id="{AE82C8C4-F9D9-EF4A-4EF9-8118392106C1}"/>
                </a:ext>
              </a:extLst>
            </p:cNvPr>
            <p:cNvSpPr/>
            <p:nvPr/>
          </p:nvSpPr>
          <p:spPr>
            <a:xfrm>
              <a:off x="3559880" y="2961132"/>
              <a:ext cx="42223" cy="98678"/>
            </a:xfrm>
            <a:custGeom>
              <a:avLst/>
              <a:gdLst/>
              <a:ahLst/>
              <a:cxnLst/>
              <a:rect l="l" t="t" r="r" b="b"/>
              <a:pathLst>
                <a:path w="42223" h="98678" extrusionOk="0">
                  <a:moveTo>
                    <a:pt x="23569" y="9049"/>
                  </a:moveTo>
                  <a:lnTo>
                    <a:pt x="7983" y="0"/>
                  </a:lnTo>
                  <a:lnTo>
                    <a:pt x="285" y="4381"/>
                  </a:lnTo>
                  <a:lnTo>
                    <a:pt x="7983" y="8858"/>
                  </a:lnTo>
                  <a:lnTo>
                    <a:pt x="7983" y="11716"/>
                  </a:lnTo>
                  <a:lnTo>
                    <a:pt x="22619" y="20193"/>
                  </a:lnTo>
                  <a:lnTo>
                    <a:pt x="22144" y="22955"/>
                  </a:lnTo>
                  <a:cubicBezTo>
                    <a:pt x="25689" y="27984"/>
                    <a:pt x="28873" y="33271"/>
                    <a:pt x="31648" y="38767"/>
                  </a:cubicBezTo>
                  <a:lnTo>
                    <a:pt x="32123" y="38290"/>
                  </a:lnTo>
                  <a:lnTo>
                    <a:pt x="32123" y="74962"/>
                  </a:lnTo>
                  <a:cubicBezTo>
                    <a:pt x="32123" y="84487"/>
                    <a:pt x="26516" y="81344"/>
                    <a:pt x="24140" y="79915"/>
                  </a:cubicBezTo>
                  <a:lnTo>
                    <a:pt x="7698" y="70390"/>
                  </a:lnTo>
                  <a:lnTo>
                    <a:pt x="0" y="74771"/>
                  </a:lnTo>
                  <a:lnTo>
                    <a:pt x="7698" y="79248"/>
                  </a:lnTo>
                  <a:lnTo>
                    <a:pt x="7698" y="82105"/>
                  </a:lnTo>
                  <a:lnTo>
                    <a:pt x="24140" y="91630"/>
                  </a:lnTo>
                  <a:cubicBezTo>
                    <a:pt x="25812" y="92631"/>
                    <a:pt x="27599" y="93431"/>
                    <a:pt x="29462" y="94012"/>
                  </a:cubicBezTo>
                  <a:lnTo>
                    <a:pt x="28511" y="98679"/>
                  </a:lnTo>
                  <a:lnTo>
                    <a:pt x="37065" y="93821"/>
                  </a:lnTo>
                  <a:lnTo>
                    <a:pt x="37065" y="93821"/>
                  </a:lnTo>
                  <a:cubicBezTo>
                    <a:pt x="40838" y="90687"/>
                    <a:pt x="42739" y="85830"/>
                    <a:pt x="42102" y="80963"/>
                  </a:cubicBezTo>
                  <a:lnTo>
                    <a:pt x="42102" y="42863"/>
                  </a:lnTo>
                  <a:cubicBezTo>
                    <a:pt x="41408" y="29346"/>
                    <a:pt x="34575" y="16888"/>
                    <a:pt x="23569" y="9049"/>
                  </a:cubicBezTo>
                  <a:close/>
                </a:path>
              </a:pathLst>
            </a:custGeom>
            <a:solidFill>
              <a:srgbClr val="C9883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5" name="Google Shape;3098;p47">
              <a:extLst>
                <a:ext uri="{FF2B5EF4-FFF2-40B4-BE49-F238E27FC236}">
                  <a16:creationId xmlns:a16="http://schemas.microsoft.com/office/drawing/2014/main" id="{FCF2A495-C113-13C6-1B0B-E6987FBB4128}"/>
                </a:ext>
              </a:extLst>
            </p:cNvPr>
            <p:cNvSpPr/>
            <p:nvPr/>
          </p:nvSpPr>
          <p:spPr>
            <a:xfrm>
              <a:off x="3560165" y="2965989"/>
              <a:ext cx="34688" cy="94398"/>
            </a:xfrm>
            <a:custGeom>
              <a:avLst/>
              <a:gdLst/>
              <a:ahLst/>
              <a:cxnLst/>
              <a:rect l="l" t="t" r="r" b="b"/>
              <a:pathLst>
                <a:path w="34688" h="94398" extrusionOk="0">
                  <a:moveTo>
                    <a:pt x="16537" y="91535"/>
                  </a:moveTo>
                  <a:lnTo>
                    <a:pt x="0" y="82010"/>
                  </a:lnTo>
                  <a:lnTo>
                    <a:pt x="0" y="70199"/>
                  </a:lnTo>
                  <a:lnTo>
                    <a:pt x="16537" y="79724"/>
                  </a:lnTo>
                  <a:cubicBezTo>
                    <a:pt x="18913" y="81153"/>
                    <a:pt x="24520" y="84391"/>
                    <a:pt x="24520" y="74771"/>
                  </a:cubicBezTo>
                  <a:lnTo>
                    <a:pt x="24520" y="36671"/>
                  </a:lnTo>
                  <a:cubicBezTo>
                    <a:pt x="23874" y="30108"/>
                    <a:pt x="20405" y="24165"/>
                    <a:pt x="15016" y="20383"/>
                  </a:cubicBezTo>
                  <a:lnTo>
                    <a:pt x="0" y="11811"/>
                  </a:lnTo>
                  <a:lnTo>
                    <a:pt x="0" y="0"/>
                  </a:lnTo>
                  <a:lnTo>
                    <a:pt x="15681" y="9525"/>
                  </a:lnTo>
                  <a:cubicBezTo>
                    <a:pt x="26782" y="17173"/>
                    <a:pt x="33776" y="29489"/>
                    <a:pt x="34689" y="42958"/>
                  </a:cubicBezTo>
                  <a:lnTo>
                    <a:pt x="34689" y="81058"/>
                  </a:lnTo>
                  <a:cubicBezTo>
                    <a:pt x="34689" y="90678"/>
                    <a:pt x="29937" y="98965"/>
                    <a:pt x="16537" y="91535"/>
                  </a:cubicBezTo>
                  <a:close/>
                </a:path>
              </a:pathLst>
            </a:custGeom>
            <a:solidFill>
              <a:srgbClr val="E09C3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6" name="Google Shape;3099;p47">
              <a:extLst>
                <a:ext uri="{FF2B5EF4-FFF2-40B4-BE49-F238E27FC236}">
                  <a16:creationId xmlns:a16="http://schemas.microsoft.com/office/drawing/2014/main" id="{37A196A3-548A-3EAE-1C50-E7F919618814}"/>
                </a:ext>
              </a:extLst>
            </p:cNvPr>
            <p:cNvSpPr/>
            <p:nvPr/>
          </p:nvSpPr>
          <p:spPr>
            <a:xfrm>
              <a:off x="5618400" y="4515040"/>
              <a:ext cx="756691" cy="437959"/>
            </a:xfrm>
            <a:custGeom>
              <a:avLst/>
              <a:gdLst/>
              <a:ahLst/>
              <a:cxnLst/>
              <a:rect l="l" t="t" r="r" b="b"/>
              <a:pathLst>
                <a:path w="756691" h="437959" extrusionOk="0">
                  <a:moveTo>
                    <a:pt x="756691" y="218980"/>
                  </a:moveTo>
                  <a:cubicBezTo>
                    <a:pt x="756691" y="339919"/>
                    <a:pt x="587300" y="437960"/>
                    <a:pt x="378346" y="437960"/>
                  </a:cubicBezTo>
                  <a:cubicBezTo>
                    <a:pt x="169391" y="437960"/>
                    <a:pt x="0" y="339919"/>
                    <a:pt x="0" y="218980"/>
                  </a:cubicBezTo>
                  <a:cubicBezTo>
                    <a:pt x="0" y="98041"/>
                    <a:pt x="169391" y="0"/>
                    <a:pt x="378346" y="0"/>
                  </a:cubicBezTo>
                  <a:cubicBezTo>
                    <a:pt x="587300" y="0"/>
                    <a:pt x="756691" y="98041"/>
                    <a:pt x="756691" y="218980"/>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7" name="Google Shape;3100;p47">
              <a:extLst>
                <a:ext uri="{FF2B5EF4-FFF2-40B4-BE49-F238E27FC236}">
                  <a16:creationId xmlns:a16="http://schemas.microsoft.com/office/drawing/2014/main" id="{FDE0F6A7-B4DA-2931-403B-08D4153E208F}"/>
                </a:ext>
              </a:extLst>
            </p:cNvPr>
            <p:cNvSpPr/>
            <p:nvPr/>
          </p:nvSpPr>
          <p:spPr>
            <a:xfrm>
              <a:off x="6158405" y="3069812"/>
              <a:ext cx="186021" cy="406050"/>
            </a:xfrm>
            <a:custGeom>
              <a:avLst/>
              <a:gdLst/>
              <a:ahLst/>
              <a:cxnLst/>
              <a:rect l="l" t="t" r="r" b="b"/>
              <a:pathLst>
                <a:path w="186021" h="406050" extrusionOk="0">
                  <a:moveTo>
                    <a:pt x="145028" y="0"/>
                  </a:moveTo>
                  <a:cubicBezTo>
                    <a:pt x="149304" y="38100"/>
                    <a:pt x="194352" y="200882"/>
                    <a:pt x="184659" y="256699"/>
                  </a:cubicBezTo>
                  <a:cubicBezTo>
                    <a:pt x="174965" y="312515"/>
                    <a:pt x="21288" y="406051"/>
                    <a:pt x="21288" y="406051"/>
                  </a:cubicBezTo>
                  <a:lnTo>
                    <a:pt x="0" y="310801"/>
                  </a:lnTo>
                  <a:lnTo>
                    <a:pt x="85534" y="227171"/>
                  </a:lnTo>
                  <a:lnTo>
                    <a:pt x="61965" y="68389"/>
                  </a:lnTo>
                  <a:close/>
                </a:path>
              </a:pathLst>
            </a:custGeom>
            <a:solidFill>
              <a:srgbClr val="9C644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8" name="Google Shape;3101;p47">
              <a:extLst>
                <a:ext uri="{FF2B5EF4-FFF2-40B4-BE49-F238E27FC236}">
                  <a16:creationId xmlns:a16="http://schemas.microsoft.com/office/drawing/2014/main" id="{81CE3F14-164C-98EB-EB40-4E6CFB3309D2}"/>
                </a:ext>
              </a:extLst>
            </p:cNvPr>
            <p:cNvSpPr/>
            <p:nvPr/>
          </p:nvSpPr>
          <p:spPr>
            <a:xfrm>
              <a:off x="6184541" y="2902850"/>
              <a:ext cx="133813" cy="257894"/>
            </a:xfrm>
            <a:custGeom>
              <a:avLst/>
              <a:gdLst/>
              <a:ahLst/>
              <a:cxnLst/>
              <a:rect l="l" t="t" r="r" b="b"/>
              <a:pathLst>
                <a:path w="133813" h="257894" extrusionOk="0">
                  <a:moveTo>
                    <a:pt x="0" y="6275"/>
                  </a:moveTo>
                  <a:cubicBezTo>
                    <a:pt x="30935" y="-8136"/>
                    <a:pt x="67743" y="3008"/>
                    <a:pt x="85534" y="32183"/>
                  </a:cubicBezTo>
                  <a:cubicBezTo>
                    <a:pt x="108153" y="69712"/>
                    <a:pt x="131627" y="198490"/>
                    <a:pt x="133813" y="220492"/>
                  </a:cubicBezTo>
                  <a:cubicBezTo>
                    <a:pt x="133813" y="220492"/>
                    <a:pt x="102071" y="264403"/>
                    <a:pt x="54457" y="257068"/>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9" name="Google Shape;3102;p47">
              <a:extLst>
                <a:ext uri="{FF2B5EF4-FFF2-40B4-BE49-F238E27FC236}">
                  <a16:creationId xmlns:a16="http://schemas.microsoft.com/office/drawing/2014/main" id="{4E5E7E5C-4754-38A0-53A9-B1D2AAA2AC2F}"/>
                </a:ext>
              </a:extLst>
            </p:cNvPr>
            <p:cNvSpPr/>
            <p:nvPr/>
          </p:nvSpPr>
          <p:spPr>
            <a:xfrm>
              <a:off x="5735029" y="4688404"/>
              <a:ext cx="288490" cy="162715"/>
            </a:xfrm>
            <a:custGeom>
              <a:avLst/>
              <a:gdLst/>
              <a:ahLst/>
              <a:cxnLst/>
              <a:rect l="l" t="t" r="r" b="b"/>
              <a:pathLst>
                <a:path w="288490" h="162715" extrusionOk="0">
                  <a:moveTo>
                    <a:pt x="273882" y="39044"/>
                  </a:moveTo>
                  <a:cubicBezTo>
                    <a:pt x="240419" y="48340"/>
                    <a:pt x="204647" y="43997"/>
                    <a:pt x="174377" y="26947"/>
                  </a:cubicBezTo>
                  <a:cubicBezTo>
                    <a:pt x="150428" y="27709"/>
                    <a:pt x="20321" y="-28108"/>
                    <a:pt x="2644" y="18756"/>
                  </a:cubicBezTo>
                  <a:cubicBezTo>
                    <a:pt x="-12847" y="59808"/>
                    <a:pt x="43510" y="97813"/>
                    <a:pt x="73637" y="105147"/>
                  </a:cubicBezTo>
                  <a:cubicBezTo>
                    <a:pt x="139308" y="121054"/>
                    <a:pt x="187683" y="153915"/>
                    <a:pt x="214293" y="159440"/>
                  </a:cubicBezTo>
                  <a:cubicBezTo>
                    <a:pt x="233966" y="163631"/>
                    <a:pt x="259436" y="166393"/>
                    <a:pt x="275118" y="150867"/>
                  </a:cubicBezTo>
                  <a:cubicBezTo>
                    <a:pt x="293935" y="132293"/>
                    <a:pt x="292319" y="63523"/>
                    <a:pt x="273882" y="39044"/>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0" name="Google Shape;3103;p47">
              <a:extLst>
                <a:ext uri="{FF2B5EF4-FFF2-40B4-BE49-F238E27FC236}">
                  <a16:creationId xmlns:a16="http://schemas.microsoft.com/office/drawing/2014/main" id="{3B196832-A3E1-13A8-9297-9648D0D70584}"/>
                </a:ext>
              </a:extLst>
            </p:cNvPr>
            <p:cNvSpPr/>
            <p:nvPr/>
          </p:nvSpPr>
          <p:spPr>
            <a:xfrm>
              <a:off x="5735111" y="4715446"/>
              <a:ext cx="283683" cy="135768"/>
            </a:xfrm>
            <a:custGeom>
              <a:avLst/>
              <a:gdLst/>
              <a:ahLst/>
              <a:cxnLst/>
              <a:rect l="l" t="t" r="r" b="b"/>
              <a:pathLst>
                <a:path w="283683" h="135768" extrusionOk="0">
                  <a:moveTo>
                    <a:pt x="214211" y="121063"/>
                  </a:moveTo>
                  <a:cubicBezTo>
                    <a:pt x="187885" y="115538"/>
                    <a:pt x="139226" y="82963"/>
                    <a:pt x="73555" y="66675"/>
                  </a:cubicBezTo>
                  <a:cubicBezTo>
                    <a:pt x="48275" y="60579"/>
                    <a:pt x="4843" y="32861"/>
                    <a:pt x="471" y="0"/>
                  </a:cubicBezTo>
                  <a:cubicBezTo>
                    <a:pt x="-5422" y="38100"/>
                    <a:pt x="45424" y="71342"/>
                    <a:pt x="73555" y="78200"/>
                  </a:cubicBezTo>
                  <a:cubicBezTo>
                    <a:pt x="139226" y="94107"/>
                    <a:pt x="187600" y="126968"/>
                    <a:pt x="214211" y="132493"/>
                  </a:cubicBezTo>
                  <a:cubicBezTo>
                    <a:pt x="233884" y="136684"/>
                    <a:pt x="259354" y="139446"/>
                    <a:pt x="275035" y="123920"/>
                  </a:cubicBezTo>
                  <a:cubicBezTo>
                    <a:pt x="279074" y="119415"/>
                    <a:pt x="282040" y="114033"/>
                    <a:pt x="283684" y="108204"/>
                  </a:cubicBezTo>
                  <a:cubicBezTo>
                    <a:pt x="263859" y="123254"/>
                    <a:pt x="238094" y="128026"/>
                    <a:pt x="214211" y="121063"/>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1" name="Google Shape;3104;p47">
              <a:extLst>
                <a:ext uri="{FF2B5EF4-FFF2-40B4-BE49-F238E27FC236}">
                  <a16:creationId xmlns:a16="http://schemas.microsoft.com/office/drawing/2014/main" id="{8B8A8F0B-535E-D298-D184-2EE2ACECFA85}"/>
                </a:ext>
              </a:extLst>
            </p:cNvPr>
            <p:cNvSpPr/>
            <p:nvPr/>
          </p:nvSpPr>
          <p:spPr>
            <a:xfrm>
              <a:off x="5946488" y="4593442"/>
              <a:ext cx="288134" cy="162731"/>
            </a:xfrm>
            <a:custGeom>
              <a:avLst/>
              <a:gdLst/>
              <a:ahLst/>
              <a:cxnLst/>
              <a:rect l="l" t="t" r="r" b="b"/>
              <a:pathLst>
                <a:path w="288134" h="162731" extrusionOk="0">
                  <a:moveTo>
                    <a:pt x="273882" y="39041"/>
                  </a:moveTo>
                  <a:cubicBezTo>
                    <a:pt x="240429" y="48319"/>
                    <a:pt x="204675" y="44004"/>
                    <a:pt x="174377" y="27040"/>
                  </a:cubicBezTo>
                  <a:cubicBezTo>
                    <a:pt x="150428" y="27707"/>
                    <a:pt x="20321" y="-28110"/>
                    <a:pt x="2644" y="18753"/>
                  </a:cubicBezTo>
                  <a:cubicBezTo>
                    <a:pt x="-12847" y="59806"/>
                    <a:pt x="43510" y="97810"/>
                    <a:pt x="73637" y="105145"/>
                  </a:cubicBezTo>
                  <a:cubicBezTo>
                    <a:pt x="139308" y="121051"/>
                    <a:pt x="187683" y="153913"/>
                    <a:pt x="214293" y="159533"/>
                  </a:cubicBezTo>
                  <a:cubicBezTo>
                    <a:pt x="234061" y="163628"/>
                    <a:pt x="259436" y="166391"/>
                    <a:pt x="275118" y="150865"/>
                  </a:cubicBezTo>
                  <a:cubicBezTo>
                    <a:pt x="293460" y="132291"/>
                    <a:pt x="291844" y="63521"/>
                    <a:pt x="273882" y="39041"/>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2" name="Google Shape;3105;p47">
              <a:extLst>
                <a:ext uri="{FF2B5EF4-FFF2-40B4-BE49-F238E27FC236}">
                  <a16:creationId xmlns:a16="http://schemas.microsoft.com/office/drawing/2014/main" id="{00861726-26B8-EBD0-2029-D953B6ADB7C9}"/>
                </a:ext>
              </a:extLst>
            </p:cNvPr>
            <p:cNvSpPr/>
            <p:nvPr/>
          </p:nvSpPr>
          <p:spPr>
            <a:xfrm>
              <a:off x="5946095" y="4620482"/>
              <a:ext cx="283683" cy="135691"/>
            </a:xfrm>
            <a:custGeom>
              <a:avLst/>
              <a:gdLst/>
              <a:ahLst/>
              <a:cxnLst/>
              <a:rect l="l" t="t" r="r" b="b"/>
              <a:pathLst>
                <a:path w="283683" h="135691" extrusionOk="0">
                  <a:moveTo>
                    <a:pt x="214211" y="121063"/>
                  </a:moveTo>
                  <a:cubicBezTo>
                    <a:pt x="187885" y="115538"/>
                    <a:pt x="139226" y="82963"/>
                    <a:pt x="73555" y="66675"/>
                  </a:cubicBezTo>
                  <a:cubicBezTo>
                    <a:pt x="48275" y="60579"/>
                    <a:pt x="4842" y="32956"/>
                    <a:pt x="471" y="0"/>
                  </a:cubicBezTo>
                  <a:cubicBezTo>
                    <a:pt x="-5422" y="38100"/>
                    <a:pt x="45424" y="71247"/>
                    <a:pt x="73555" y="78105"/>
                  </a:cubicBezTo>
                  <a:cubicBezTo>
                    <a:pt x="139226" y="94012"/>
                    <a:pt x="187600" y="126873"/>
                    <a:pt x="214211" y="132493"/>
                  </a:cubicBezTo>
                  <a:cubicBezTo>
                    <a:pt x="233979" y="136588"/>
                    <a:pt x="259354" y="139351"/>
                    <a:pt x="275035" y="123825"/>
                  </a:cubicBezTo>
                  <a:cubicBezTo>
                    <a:pt x="279074" y="119320"/>
                    <a:pt x="282039" y="113938"/>
                    <a:pt x="283683" y="108109"/>
                  </a:cubicBezTo>
                  <a:cubicBezTo>
                    <a:pt x="263868" y="123187"/>
                    <a:pt x="238113" y="127997"/>
                    <a:pt x="214211" y="121063"/>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3" name="Google Shape;3106;p47">
              <a:extLst>
                <a:ext uri="{FF2B5EF4-FFF2-40B4-BE49-F238E27FC236}">
                  <a16:creationId xmlns:a16="http://schemas.microsoft.com/office/drawing/2014/main" id="{0724BFAE-FC72-834E-7362-87F0F919EC4A}"/>
                </a:ext>
              </a:extLst>
            </p:cNvPr>
            <p:cNvSpPr/>
            <p:nvPr/>
          </p:nvSpPr>
          <p:spPr>
            <a:xfrm>
              <a:off x="5812467" y="3540156"/>
              <a:ext cx="422006" cy="1193603"/>
            </a:xfrm>
            <a:custGeom>
              <a:avLst/>
              <a:gdLst/>
              <a:ahLst/>
              <a:cxnLst/>
              <a:rect l="l" t="t" r="r" b="b"/>
              <a:pathLst>
                <a:path w="422006" h="1193603" extrusionOk="0">
                  <a:moveTo>
                    <a:pt x="409993" y="738092"/>
                  </a:moveTo>
                  <a:cubicBezTo>
                    <a:pt x="404434" y="689638"/>
                    <a:pt x="394379" y="641804"/>
                    <a:pt x="379961" y="595217"/>
                  </a:cubicBezTo>
                  <a:cubicBezTo>
                    <a:pt x="379961" y="595217"/>
                    <a:pt x="388990" y="471964"/>
                    <a:pt x="393457" y="355092"/>
                  </a:cubicBezTo>
                  <a:cubicBezTo>
                    <a:pt x="398589" y="222504"/>
                    <a:pt x="444397" y="105823"/>
                    <a:pt x="408188" y="0"/>
                  </a:cubicBezTo>
                  <a:lnTo>
                    <a:pt x="0" y="90964"/>
                  </a:lnTo>
                  <a:cubicBezTo>
                    <a:pt x="0" y="90964"/>
                    <a:pt x="24710" y="619601"/>
                    <a:pt x="30222" y="683609"/>
                  </a:cubicBezTo>
                  <a:cubicBezTo>
                    <a:pt x="33216" y="733349"/>
                    <a:pt x="39308" y="782841"/>
                    <a:pt x="48469" y="831818"/>
                  </a:cubicBezTo>
                  <a:cubicBezTo>
                    <a:pt x="67477" y="934402"/>
                    <a:pt x="97414" y="1178528"/>
                    <a:pt x="97414" y="1178528"/>
                  </a:cubicBezTo>
                  <a:cubicBezTo>
                    <a:pt x="140561" y="1203674"/>
                    <a:pt x="197204" y="1189768"/>
                    <a:pt x="197204" y="1189768"/>
                  </a:cubicBezTo>
                  <a:cubicBezTo>
                    <a:pt x="197204" y="1189768"/>
                    <a:pt x="194163" y="881063"/>
                    <a:pt x="191311" y="807148"/>
                  </a:cubicBezTo>
                  <a:cubicBezTo>
                    <a:pt x="187985" y="716851"/>
                    <a:pt x="185229" y="723709"/>
                    <a:pt x="185229" y="723709"/>
                  </a:cubicBezTo>
                  <a:lnTo>
                    <a:pt x="198819" y="499110"/>
                  </a:lnTo>
                  <a:lnTo>
                    <a:pt x="207658" y="387286"/>
                  </a:lnTo>
                  <a:cubicBezTo>
                    <a:pt x="207658" y="387286"/>
                    <a:pt x="218967" y="469392"/>
                    <a:pt x="226665" y="542734"/>
                  </a:cubicBezTo>
                  <a:cubicBezTo>
                    <a:pt x="233033" y="606647"/>
                    <a:pt x="248429" y="664464"/>
                    <a:pt x="265631" y="783526"/>
                  </a:cubicBezTo>
                  <a:cubicBezTo>
                    <a:pt x="280552" y="886777"/>
                    <a:pt x="304787" y="1094232"/>
                    <a:pt x="304787" y="1094232"/>
                  </a:cubicBezTo>
                  <a:cubicBezTo>
                    <a:pt x="347934" y="1119473"/>
                    <a:pt x="406572" y="1098518"/>
                    <a:pt x="406572" y="1098518"/>
                  </a:cubicBezTo>
                  <a:cubicBezTo>
                    <a:pt x="406572" y="1098518"/>
                    <a:pt x="421683" y="827627"/>
                    <a:pt x="409993" y="738092"/>
                  </a:cubicBezTo>
                  <a:close/>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4" name="Google Shape;3107;p47">
              <a:extLst>
                <a:ext uri="{FF2B5EF4-FFF2-40B4-BE49-F238E27FC236}">
                  <a16:creationId xmlns:a16="http://schemas.microsoft.com/office/drawing/2014/main" id="{C07721CB-3A9D-DA23-7F9A-C623D746A5BF}"/>
                </a:ext>
              </a:extLst>
            </p:cNvPr>
            <p:cNvSpPr/>
            <p:nvPr/>
          </p:nvSpPr>
          <p:spPr>
            <a:xfrm>
              <a:off x="5874419" y="2560474"/>
              <a:ext cx="305952" cy="491697"/>
            </a:xfrm>
            <a:custGeom>
              <a:avLst/>
              <a:gdLst/>
              <a:ahLst/>
              <a:cxnLst/>
              <a:rect l="l" t="t" r="r" b="b"/>
              <a:pathLst>
                <a:path w="305952" h="491697" extrusionOk="0">
                  <a:moveTo>
                    <a:pt x="288928" y="350842"/>
                  </a:moveTo>
                  <a:cubicBezTo>
                    <a:pt x="257851" y="352366"/>
                    <a:pt x="234756" y="360367"/>
                    <a:pt x="230860" y="350842"/>
                  </a:cubicBezTo>
                  <a:cubicBezTo>
                    <a:pt x="227496" y="334783"/>
                    <a:pt x="225120" y="318523"/>
                    <a:pt x="223732" y="302169"/>
                  </a:cubicBezTo>
                  <a:cubicBezTo>
                    <a:pt x="227343" y="293120"/>
                    <a:pt x="230385" y="283119"/>
                    <a:pt x="230385" y="283119"/>
                  </a:cubicBezTo>
                  <a:cubicBezTo>
                    <a:pt x="269445" y="259021"/>
                    <a:pt x="281800" y="216444"/>
                    <a:pt x="286932" y="167486"/>
                  </a:cubicBezTo>
                  <a:cubicBezTo>
                    <a:pt x="295676" y="83285"/>
                    <a:pt x="250248" y="9656"/>
                    <a:pt x="166329" y="798"/>
                  </a:cubicBezTo>
                  <a:cubicBezTo>
                    <a:pt x="87353" y="-7393"/>
                    <a:pt x="29285" y="48423"/>
                    <a:pt x="13793" y="124623"/>
                  </a:cubicBezTo>
                  <a:cubicBezTo>
                    <a:pt x="5430" y="162723"/>
                    <a:pt x="-11201" y="233589"/>
                    <a:pt x="11323" y="296073"/>
                  </a:cubicBezTo>
                  <a:cubicBezTo>
                    <a:pt x="23867" y="330744"/>
                    <a:pt x="39834" y="358271"/>
                    <a:pt x="56180" y="363605"/>
                  </a:cubicBezTo>
                  <a:cubicBezTo>
                    <a:pt x="71833" y="363205"/>
                    <a:pt x="87448" y="361834"/>
                    <a:pt x="102939" y="359510"/>
                  </a:cubicBezTo>
                  <a:lnTo>
                    <a:pt x="102939" y="359510"/>
                  </a:lnTo>
                  <a:cubicBezTo>
                    <a:pt x="102939" y="359510"/>
                    <a:pt x="107121" y="382941"/>
                    <a:pt x="110067" y="397610"/>
                  </a:cubicBezTo>
                  <a:cubicBezTo>
                    <a:pt x="113013" y="412278"/>
                    <a:pt x="111777" y="420565"/>
                    <a:pt x="82031" y="438948"/>
                  </a:cubicBezTo>
                  <a:cubicBezTo>
                    <a:pt x="52284" y="457331"/>
                    <a:pt x="127079" y="495241"/>
                    <a:pt x="176023" y="491431"/>
                  </a:cubicBezTo>
                  <a:cubicBezTo>
                    <a:pt x="224968" y="487621"/>
                    <a:pt x="279424" y="458951"/>
                    <a:pt x="294440" y="426851"/>
                  </a:cubicBezTo>
                  <a:cubicBezTo>
                    <a:pt x="311262" y="391514"/>
                    <a:pt x="309837" y="349794"/>
                    <a:pt x="288928" y="350842"/>
                  </a:cubicBezTo>
                  <a:close/>
                </a:path>
              </a:pathLst>
            </a:custGeom>
            <a:solidFill>
              <a:srgbClr val="9C644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5" name="Google Shape;3108;p47">
              <a:extLst>
                <a:ext uri="{FF2B5EF4-FFF2-40B4-BE49-F238E27FC236}">
                  <a16:creationId xmlns:a16="http://schemas.microsoft.com/office/drawing/2014/main" id="{39FD7FFB-B12F-F65B-D7F9-22333F7FA79C}"/>
                </a:ext>
              </a:extLst>
            </p:cNvPr>
            <p:cNvSpPr/>
            <p:nvPr/>
          </p:nvSpPr>
          <p:spPr>
            <a:xfrm>
              <a:off x="5809360" y="2908700"/>
              <a:ext cx="471048" cy="781597"/>
            </a:xfrm>
            <a:custGeom>
              <a:avLst/>
              <a:gdLst/>
              <a:ahLst/>
              <a:cxnLst/>
              <a:rect l="l" t="t" r="r" b="b"/>
              <a:pathLst>
                <a:path w="471048" h="781597" extrusionOk="0">
                  <a:moveTo>
                    <a:pt x="308559" y="7283"/>
                  </a:moveTo>
                  <a:cubicBezTo>
                    <a:pt x="317113" y="28715"/>
                    <a:pt x="295254" y="54908"/>
                    <a:pt x="236901" y="73482"/>
                  </a:cubicBezTo>
                  <a:cubicBezTo>
                    <a:pt x="178547" y="92056"/>
                    <a:pt x="173225" y="68243"/>
                    <a:pt x="173225" y="68243"/>
                  </a:cubicBezTo>
                  <a:cubicBezTo>
                    <a:pt x="173225" y="68243"/>
                    <a:pt x="87691" y="107296"/>
                    <a:pt x="59750" y="126822"/>
                  </a:cubicBezTo>
                  <a:cubicBezTo>
                    <a:pt x="24776" y="151396"/>
                    <a:pt x="9190" y="222072"/>
                    <a:pt x="4438" y="342373"/>
                  </a:cubicBezTo>
                  <a:cubicBezTo>
                    <a:pt x="-979" y="481152"/>
                    <a:pt x="-1454" y="686987"/>
                    <a:pt x="3107" y="722516"/>
                  </a:cubicBezTo>
                  <a:cubicBezTo>
                    <a:pt x="3107" y="722516"/>
                    <a:pt x="68589" y="787952"/>
                    <a:pt x="152412" y="781094"/>
                  </a:cubicBezTo>
                  <a:cubicBezTo>
                    <a:pt x="236235" y="774236"/>
                    <a:pt x="377272" y="699846"/>
                    <a:pt x="411485" y="642410"/>
                  </a:cubicBezTo>
                  <a:cubicBezTo>
                    <a:pt x="410535" y="520776"/>
                    <a:pt x="396279" y="500964"/>
                    <a:pt x="415952" y="430860"/>
                  </a:cubicBezTo>
                  <a:cubicBezTo>
                    <a:pt x="461000" y="270364"/>
                    <a:pt x="484664" y="204641"/>
                    <a:pt x="462806" y="97961"/>
                  </a:cubicBezTo>
                  <a:cubicBezTo>
                    <a:pt x="444748" y="10045"/>
                    <a:pt x="419469" y="-813"/>
                    <a:pt x="384875" y="44"/>
                  </a:cubicBezTo>
                  <a:cubicBezTo>
                    <a:pt x="359329" y="1092"/>
                    <a:pt x="333849" y="3511"/>
                    <a:pt x="308559" y="7283"/>
                  </a:cubicBez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7" name="Google Shape;3109;p47">
              <a:extLst>
                <a:ext uri="{FF2B5EF4-FFF2-40B4-BE49-F238E27FC236}">
                  <a16:creationId xmlns:a16="http://schemas.microsoft.com/office/drawing/2014/main" id="{FAB81C68-BAC1-59D9-0BCC-30E63B25BF33}"/>
                </a:ext>
              </a:extLst>
            </p:cNvPr>
            <p:cNvSpPr/>
            <p:nvPr/>
          </p:nvSpPr>
          <p:spPr>
            <a:xfrm>
              <a:off x="5348856" y="3006224"/>
              <a:ext cx="597933" cy="466333"/>
            </a:xfrm>
            <a:custGeom>
              <a:avLst/>
              <a:gdLst/>
              <a:ahLst/>
              <a:cxnLst/>
              <a:rect l="l" t="t" r="r" b="b"/>
              <a:pathLst>
                <a:path w="597933" h="466333" extrusionOk="0">
                  <a:moveTo>
                    <a:pt x="333219" y="359529"/>
                  </a:moveTo>
                  <a:cubicBezTo>
                    <a:pt x="402027" y="376960"/>
                    <a:pt x="418183" y="333431"/>
                    <a:pt x="427212" y="297522"/>
                  </a:cubicBezTo>
                  <a:cubicBezTo>
                    <a:pt x="449070" y="210368"/>
                    <a:pt x="460855" y="131691"/>
                    <a:pt x="477202" y="82161"/>
                  </a:cubicBezTo>
                  <a:cubicBezTo>
                    <a:pt x="496209" y="23868"/>
                    <a:pt x="516547" y="14629"/>
                    <a:pt x="544773" y="3199"/>
                  </a:cubicBezTo>
                  <a:cubicBezTo>
                    <a:pt x="578037" y="-10136"/>
                    <a:pt x="606548" y="17963"/>
                    <a:pt x="595524" y="92258"/>
                  </a:cubicBezTo>
                  <a:cubicBezTo>
                    <a:pt x="582408" y="180078"/>
                    <a:pt x="565302" y="241705"/>
                    <a:pt x="532513" y="345623"/>
                  </a:cubicBezTo>
                  <a:cubicBezTo>
                    <a:pt x="523960" y="372769"/>
                    <a:pt x="504763" y="420966"/>
                    <a:pt x="476061" y="444302"/>
                  </a:cubicBezTo>
                  <a:cubicBezTo>
                    <a:pt x="440517" y="472877"/>
                    <a:pt x="387106" y="471829"/>
                    <a:pt x="306228" y="451636"/>
                  </a:cubicBezTo>
                  <a:cubicBezTo>
                    <a:pt x="271730" y="443064"/>
                    <a:pt x="233905" y="422394"/>
                    <a:pt x="168708" y="391915"/>
                  </a:cubicBezTo>
                  <a:cubicBezTo>
                    <a:pt x="151222" y="383723"/>
                    <a:pt x="137536" y="378294"/>
                    <a:pt x="103988" y="362577"/>
                  </a:cubicBezTo>
                  <a:cubicBezTo>
                    <a:pt x="70439" y="346861"/>
                    <a:pt x="35370" y="320667"/>
                    <a:pt x="17789" y="295141"/>
                  </a:cubicBezTo>
                  <a:cubicBezTo>
                    <a:pt x="207" y="269614"/>
                    <a:pt x="-2169" y="257041"/>
                    <a:pt x="1442" y="251707"/>
                  </a:cubicBezTo>
                  <a:cubicBezTo>
                    <a:pt x="5909" y="244372"/>
                    <a:pt x="13892" y="245991"/>
                    <a:pt x="23301" y="256755"/>
                  </a:cubicBezTo>
                  <a:cubicBezTo>
                    <a:pt x="36872" y="274966"/>
                    <a:pt x="53646" y="290521"/>
                    <a:pt x="72815" y="302665"/>
                  </a:cubicBezTo>
                  <a:cubicBezTo>
                    <a:pt x="72815" y="302665"/>
                    <a:pt x="51052" y="280186"/>
                    <a:pt x="39267" y="265613"/>
                  </a:cubicBezTo>
                  <a:cubicBezTo>
                    <a:pt x="28727" y="252611"/>
                    <a:pt x="19974" y="238267"/>
                    <a:pt x="13227" y="222941"/>
                  </a:cubicBezTo>
                  <a:cubicBezTo>
                    <a:pt x="7049" y="208082"/>
                    <a:pt x="19879" y="187889"/>
                    <a:pt x="29573" y="198462"/>
                  </a:cubicBezTo>
                  <a:cubicBezTo>
                    <a:pt x="39267" y="209034"/>
                    <a:pt x="44019" y="219893"/>
                    <a:pt x="61791" y="241229"/>
                  </a:cubicBezTo>
                  <a:cubicBezTo>
                    <a:pt x="71124" y="252649"/>
                    <a:pt x="81816" y="262889"/>
                    <a:pt x="93629" y="271709"/>
                  </a:cubicBezTo>
                  <a:cubicBezTo>
                    <a:pt x="82595" y="256641"/>
                    <a:pt x="72777" y="240714"/>
                    <a:pt x="64262" y="224084"/>
                  </a:cubicBezTo>
                  <a:cubicBezTo>
                    <a:pt x="56649" y="211158"/>
                    <a:pt x="52924" y="196309"/>
                    <a:pt x="53523" y="181317"/>
                  </a:cubicBezTo>
                  <a:cubicBezTo>
                    <a:pt x="53998" y="173506"/>
                    <a:pt x="65022" y="164267"/>
                    <a:pt x="75286" y="179031"/>
                  </a:cubicBezTo>
                  <a:cubicBezTo>
                    <a:pt x="84790" y="192270"/>
                    <a:pt x="90682" y="213035"/>
                    <a:pt x="112256" y="235609"/>
                  </a:cubicBezTo>
                  <a:cubicBezTo>
                    <a:pt x="127937" y="251897"/>
                    <a:pt x="141338" y="261327"/>
                    <a:pt x="141718" y="256755"/>
                  </a:cubicBezTo>
                  <a:cubicBezTo>
                    <a:pt x="142098" y="252183"/>
                    <a:pt x="132214" y="243324"/>
                    <a:pt x="126607" y="224274"/>
                  </a:cubicBezTo>
                  <a:cubicBezTo>
                    <a:pt x="121000" y="205224"/>
                    <a:pt x="126607" y="185127"/>
                    <a:pt x="137156" y="182936"/>
                  </a:cubicBezTo>
                  <a:cubicBezTo>
                    <a:pt x="147705" y="180745"/>
                    <a:pt x="145614" y="181317"/>
                    <a:pt x="153978" y="199128"/>
                  </a:cubicBezTo>
                  <a:cubicBezTo>
                    <a:pt x="162341" y="216940"/>
                    <a:pt x="175361" y="230085"/>
                    <a:pt x="185245" y="256278"/>
                  </a:cubicBezTo>
                  <a:cubicBezTo>
                    <a:pt x="190634" y="274624"/>
                    <a:pt x="200423" y="291369"/>
                    <a:pt x="213757" y="305047"/>
                  </a:cubicBezTo>
                  <a:cubicBezTo>
                    <a:pt x="230483" y="323144"/>
                    <a:pt x="267833" y="343051"/>
                    <a:pt x="333219" y="359529"/>
                  </a:cubicBezTo>
                  <a:close/>
                </a:path>
              </a:pathLst>
            </a:custGeom>
            <a:solidFill>
              <a:srgbClr val="9C644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8" name="Google Shape;3110;p47">
              <a:extLst>
                <a:ext uri="{FF2B5EF4-FFF2-40B4-BE49-F238E27FC236}">
                  <a16:creationId xmlns:a16="http://schemas.microsoft.com/office/drawing/2014/main" id="{8CE1D806-A991-75D2-F0C1-442C89960560}"/>
                </a:ext>
              </a:extLst>
            </p:cNvPr>
            <p:cNvSpPr/>
            <p:nvPr/>
          </p:nvSpPr>
          <p:spPr>
            <a:xfrm>
              <a:off x="5786047" y="2996305"/>
              <a:ext cx="182011" cy="266828"/>
            </a:xfrm>
            <a:custGeom>
              <a:avLst/>
              <a:gdLst/>
              <a:ahLst/>
              <a:cxnLst/>
              <a:rect l="l" t="t" r="r" b="b"/>
              <a:pathLst>
                <a:path w="182011" h="266828" extrusionOk="0">
                  <a:moveTo>
                    <a:pt x="133053" y="1213"/>
                  </a:moveTo>
                  <a:cubicBezTo>
                    <a:pt x="87150" y="-5550"/>
                    <a:pt x="54742" y="15119"/>
                    <a:pt x="34404" y="84937"/>
                  </a:cubicBezTo>
                  <a:cubicBezTo>
                    <a:pt x="14066" y="154755"/>
                    <a:pt x="0" y="211905"/>
                    <a:pt x="0" y="211905"/>
                  </a:cubicBezTo>
                  <a:cubicBezTo>
                    <a:pt x="18143" y="238194"/>
                    <a:pt x="45666" y="256502"/>
                    <a:pt x="76886" y="263055"/>
                  </a:cubicBezTo>
                  <a:cubicBezTo>
                    <a:pt x="131818" y="276390"/>
                    <a:pt x="151586" y="250101"/>
                    <a:pt x="151586" y="250101"/>
                  </a:cubicBezTo>
                  <a:cubicBezTo>
                    <a:pt x="151586" y="250101"/>
                    <a:pt x="166886" y="177044"/>
                    <a:pt x="176390" y="127323"/>
                  </a:cubicBezTo>
                  <a:cubicBezTo>
                    <a:pt x="185894" y="77603"/>
                    <a:pt x="189886" y="9594"/>
                    <a:pt x="133053" y="1213"/>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9" name="Google Shape;3111;p47">
              <a:extLst>
                <a:ext uri="{FF2B5EF4-FFF2-40B4-BE49-F238E27FC236}">
                  <a16:creationId xmlns:a16="http://schemas.microsoft.com/office/drawing/2014/main" id="{7C5FE676-A6BC-4827-C961-F7D62DC9D1C5}"/>
                </a:ext>
              </a:extLst>
            </p:cNvPr>
            <p:cNvSpPr/>
            <p:nvPr/>
          </p:nvSpPr>
          <p:spPr>
            <a:xfrm>
              <a:off x="5873666" y="2538911"/>
              <a:ext cx="296973" cy="328330"/>
            </a:xfrm>
            <a:custGeom>
              <a:avLst/>
              <a:gdLst/>
              <a:ahLst/>
              <a:cxnLst/>
              <a:rect l="l" t="t" r="r" b="b"/>
              <a:pathLst>
                <a:path w="296973" h="328330" extrusionOk="0">
                  <a:moveTo>
                    <a:pt x="16733" y="135613"/>
                  </a:moveTo>
                  <a:cubicBezTo>
                    <a:pt x="16733" y="135613"/>
                    <a:pt x="-55876" y="25123"/>
                    <a:pt x="101411" y="2263"/>
                  </a:cubicBezTo>
                  <a:cubicBezTo>
                    <a:pt x="214791" y="-13930"/>
                    <a:pt x="287686" y="59413"/>
                    <a:pt x="296049" y="138280"/>
                  </a:cubicBezTo>
                  <a:cubicBezTo>
                    <a:pt x="304127" y="214003"/>
                    <a:pt x="257558" y="292585"/>
                    <a:pt x="224010" y="323827"/>
                  </a:cubicBezTo>
                  <a:cubicBezTo>
                    <a:pt x="207664" y="329637"/>
                    <a:pt x="172309" y="333352"/>
                    <a:pt x="126026" y="311920"/>
                  </a:cubicBezTo>
                  <a:cubicBezTo>
                    <a:pt x="124144" y="291308"/>
                    <a:pt x="123413" y="270611"/>
                    <a:pt x="123840" y="249913"/>
                  </a:cubicBezTo>
                  <a:cubicBezTo>
                    <a:pt x="123840" y="249913"/>
                    <a:pt x="179152" y="133612"/>
                    <a:pt x="16733" y="135613"/>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4" name="Google Shape;3112;p47">
              <a:extLst>
                <a:ext uri="{FF2B5EF4-FFF2-40B4-BE49-F238E27FC236}">
                  <a16:creationId xmlns:a16="http://schemas.microsoft.com/office/drawing/2014/main" id="{A9C0BE3D-A83B-3853-9B41-D4CAF5828096}"/>
                </a:ext>
              </a:extLst>
            </p:cNvPr>
            <p:cNvSpPr/>
            <p:nvPr/>
          </p:nvSpPr>
          <p:spPr>
            <a:xfrm>
              <a:off x="4255557" y="1955958"/>
              <a:ext cx="334153" cy="334898"/>
            </a:xfrm>
            <a:custGeom>
              <a:avLst/>
              <a:gdLst/>
              <a:ahLst/>
              <a:cxnLst/>
              <a:rect l="l" t="t" r="r" b="b"/>
              <a:pathLst>
                <a:path w="334153" h="334898" extrusionOk="0">
                  <a:moveTo>
                    <a:pt x="334153" y="167449"/>
                  </a:moveTo>
                  <a:cubicBezTo>
                    <a:pt x="334153" y="259929"/>
                    <a:pt x="259351" y="334899"/>
                    <a:pt x="167077" y="334899"/>
                  </a:cubicBezTo>
                  <a:cubicBezTo>
                    <a:pt x="74803" y="334899"/>
                    <a:pt x="0" y="259929"/>
                    <a:pt x="0" y="167449"/>
                  </a:cubicBezTo>
                  <a:cubicBezTo>
                    <a:pt x="0" y="74970"/>
                    <a:pt x="74803" y="0"/>
                    <a:pt x="167077" y="0"/>
                  </a:cubicBezTo>
                  <a:cubicBezTo>
                    <a:pt x="259351" y="0"/>
                    <a:pt x="334153" y="74970"/>
                    <a:pt x="334153" y="167449"/>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5" name="Google Shape;3113;p47">
              <a:extLst>
                <a:ext uri="{FF2B5EF4-FFF2-40B4-BE49-F238E27FC236}">
                  <a16:creationId xmlns:a16="http://schemas.microsoft.com/office/drawing/2014/main" id="{B145AF89-BB0B-3D2B-27F5-C2AB46609F57}"/>
                </a:ext>
              </a:extLst>
            </p:cNvPr>
            <p:cNvSpPr/>
            <p:nvPr/>
          </p:nvSpPr>
          <p:spPr>
            <a:xfrm>
              <a:off x="4197204" y="1948719"/>
              <a:ext cx="450859" cy="225075"/>
            </a:xfrm>
            <a:custGeom>
              <a:avLst/>
              <a:gdLst/>
              <a:ahLst/>
              <a:cxnLst/>
              <a:rect l="l" t="t" r="r" b="b"/>
              <a:pathLst>
                <a:path w="450859" h="225075" extrusionOk="0">
                  <a:moveTo>
                    <a:pt x="225430" y="225076"/>
                  </a:moveTo>
                  <a:cubicBezTo>
                    <a:pt x="162040" y="225076"/>
                    <a:pt x="100645" y="210598"/>
                    <a:pt x="57023" y="185357"/>
                  </a:cubicBezTo>
                  <a:cubicBezTo>
                    <a:pt x="20623" y="164306"/>
                    <a:pt x="0" y="137732"/>
                    <a:pt x="0" y="112586"/>
                  </a:cubicBezTo>
                  <a:cubicBezTo>
                    <a:pt x="0" y="87440"/>
                    <a:pt x="20908" y="60865"/>
                    <a:pt x="57023" y="39719"/>
                  </a:cubicBezTo>
                  <a:cubicBezTo>
                    <a:pt x="100645" y="14478"/>
                    <a:pt x="161564" y="0"/>
                    <a:pt x="225430" y="0"/>
                  </a:cubicBezTo>
                  <a:cubicBezTo>
                    <a:pt x="289295" y="0"/>
                    <a:pt x="350120" y="14478"/>
                    <a:pt x="393837" y="39719"/>
                  </a:cubicBezTo>
                  <a:cubicBezTo>
                    <a:pt x="430237" y="60865"/>
                    <a:pt x="450860" y="87344"/>
                    <a:pt x="450860" y="112586"/>
                  </a:cubicBezTo>
                  <a:cubicBezTo>
                    <a:pt x="450860" y="137827"/>
                    <a:pt x="430046" y="164306"/>
                    <a:pt x="393837" y="185357"/>
                  </a:cubicBezTo>
                  <a:cubicBezTo>
                    <a:pt x="350500" y="210598"/>
                    <a:pt x="288725" y="225076"/>
                    <a:pt x="225430" y="225076"/>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7" name="Google Shape;3114;p47">
              <a:extLst>
                <a:ext uri="{FF2B5EF4-FFF2-40B4-BE49-F238E27FC236}">
                  <a16:creationId xmlns:a16="http://schemas.microsoft.com/office/drawing/2014/main" id="{214161E3-3699-0FCD-B498-D8989D2BCA55}"/>
                </a:ext>
              </a:extLst>
            </p:cNvPr>
            <p:cNvSpPr/>
            <p:nvPr/>
          </p:nvSpPr>
          <p:spPr>
            <a:xfrm>
              <a:off x="4129822" y="1856041"/>
              <a:ext cx="585718" cy="291750"/>
            </a:xfrm>
            <a:custGeom>
              <a:avLst/>
              <a:gdLst/>
              <a:ahLst/>
              <a:cxnLst/>
              <a:rect l="l" t="t" r="r" b="b"/>
              <a:pathLst>
                <a:path w="585718" h="291750" extrusionOk="0">
                  <a:moveTo>
                    <a:pt x="292812" y="291751"/>
                  </a:moveTo>
                  <a:cubicBezTo>
                    <a:pt x="210699" y="291751"/>
                    <a:pt x="131247" y="272701"/>
                    <a:pt x="74225" y="240221"/>
                  </a:cubicBezTo>
                  <a:cubicBezTo>
                    <a:pt x="26706" y="212884"/>
                    <a:pt x="0" y="178499"/>
                    <a:pt x="0" y="145828"/>
                  </a:cubicBezTo>
                  <a:cubicBezTo>
                    <a:pt x="0" y="113157"/>
                    <a:pt x="26991" y="79153"/>
                    <a:pt x="74225" y="51530"/>
                  </a:cubicBezTo>
                  <a:cubicBezTo>
                    <a:pt x="130772" y="18764"/>
                    <a:pt x="210319" y="0"/>
                    <a:pt x="292812" y="0"/>
                  </a:cubicBezTo>
                  <a:cubicBezTo>
                    <a:pt x="375305" y="0"/>
                    <a:pt x="454376" y="19050"/>
                    <a:pt x="511399" y="51530"/>
                  </a:cubicBezTo>
                  <a:cubicBezTo>
                    <a:pt x="558918" y="78772"/>
                    <a:pt x="585718" y="113157"/>
                    <a:pt x="585718" y="145828"/>
                  </a:cubicBezTo>
                  <a:cubicBezTo>
                    <a:pt x="585718" y="178499"/>
                    <a:pt x="558633" y="212503"/>
                    <a:pt x="511399" y="240221"/>
                  </a:cubicBezTo>
                  <a:cubicBezTo>
                    <a:pt x="454471" y="272987"/>
                    <a:pt x="374924" y="291751"/>
                    <a:pt x="292812" y="291751"/>
                  </a:cubicBezTo>
                  <a:close/>
                </a:path>
              </a:pathLst>
            </a:custGeom>
            <a:solidFill>
              <a:srgbClr val="B7C0E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8" name="Google Shape;3115;p47">
              <a:extLst>
                <a:ext uri="{FF2B5EF4-FFF2-40B4-BE49-F238E27FC236}">
                  <a16:creationId xmlns:a16="http://schemas.microsoft.com/office/drawing/2014/main" id="{94D4B044-28C4-B55F-D7E6-BC5297447D8D}"/>
                </a:ext>
              </a:extLst>
            </p:cNvPr>
            <p:cNvSpPr/>
            <p:nvPr/>
          </p:nvSpPr>
          <p:spPr>
            <a:xfrm>
              <a:off x="4129822" y="1818703"/>
              <a:ext cx="585718" cy="291750"/>
            </a:xfrm>
            <a:custGeom>
              <a:avLst/>
              <a:gdLst/>
              <a:ahLst/>
              <a:cxnLst/>
              <a:rect l="l" t="t" r="r" b="b"/>
              <a:pathLst>
                <a:path w="585718" h="291750" extrusionOk="0">
                  <a:moveTo>
                    <a:pt x="292812" y="291751"/>
                  </a:moveTo>
                  <a:cubicBezTo>
                    <a:pt x="210699" y="291751"/>
                    <a:pt x="131247" y="272701"/>
                    <a:pt x="74225" y="240221"/>
                  </a:cubicBezTo>
                  <a:cubicBezTo>
                    <a:pt x="26706" y="212979"/>
                    <a:pt x="0" y="178498"/>
                    <a:pt x="0" y="145923"/>
                  </a:cubicBezTo>
                  <a:cubicBezTo>
                    <a:pt x="0" y="113347"/>
                    <a:pt x="26991" y="79248"/>
                    <a:pt x="74225" y="51530"/>
                  </a:cubicBezTo>
                  <a:cubicBezTo>
                    <a:pt x="130772" y="18764"/>
                    <a:pt x="210319" y="0"/>
                    <a:pt x="292812" y="0"/>
                  </a:cubicBezTo>
                  <a:cubicBezTo>
                    <a:pt x="375305" y="0"/>
                    <a:pt x="454376" y="19050"/>
                    <a:pt x="511399" y="51530"/>
                  </a:cubicBezTo>
                  <a:cubicBezTo>
                    <a:pt x="558918" y="78867"/>
                    <a:pt x="585718" y="113252"/>
                    <a:pt x="585718" y="145923"/>
                  </a:cubicBezTo>
                  <a:cubicBezTo>
                    <a:pt x="585718" y="178594"/>
                    <a:pt x="558633" y="212598"/>
                    <a:pt x="511399" y="240221"/>
                  </a:cubicBezTo>
                  <a:cubicBezTo>
                    <a:pt x="454471" y="272987"/>
                    <a:pt x="374924" y="291751"/>
                    <a:pt x="292812" y="291751"/>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9" name="Google Shape;3116;p47">
              <a:extLst>
                <a:ext uri="{FF2B5EF4-FFF2-40B4-BE49-F238E27FC236}">
                  <a16:creationId xmlns:a16="http://schemas.microsoft.com/office/drawing/2014/main" id="{6DB90E97-25D0-B431-FD22-1F4126959F8A}"/>
                </a:ext>
              </a:extLst>
            </p:cNvPr>
            <p:cNvSpPr/>
            <p:nvPr/>
          </p:nvSpPr>
          <p:spPr>
            <a:xfrm>
              <a:off x="4066052" y="1720024"/>
              <a:ext cx="713163" cy="355663"/>
            </a:xfrm>
            <a:custGeom>
              <a:avLst/>
              <a:gdLst/>
              <a:ahLst/>
              <a:cxnLst/>
              <a:rect l="l" t="t" r="r" b="b"/>
              <a:pathLst>
                <a:path w="713163" h="355663" extrusionOk="0">
                  <a:moveTo>
                    <a:pt x="356582" y="355663"/>
                  </a:moveTo>
                  <a:cubicBezTo>
                    <a:pt x="256412" y="355663"/>
                    <a:pt x="159474" y="332804"/>
                    <a:pt x="90476" y="292894"/>
                  </a:cubicBezTo>
                  <a:cubicBezTo>
                    <a:pt x="32978" y="259556"/>
                    <a:pt x="0" y="217646"/>
                    <a:pt x="0" y="177832"/>
                  </a:cubicBezTo>
                  <a:cubicBezTo>
                    <a:pt x="0" y="138017"/>
                    <a:pt x="32978" y="96107"/>
                    <a:pt x="90476" y="62865"/>
                  </a:cubicBezTo>
                  <a:cubicBezTo>
                    <a:pt x="159474" y="22955"/>
                    <a:pt x="256412" y="0"/>
                    <a:pt x="356582" y="0"/>
                  </a:cubicBezTo>
                  <a:cubicBezTo>
                    <a:pt x="456752" y="0"/>
                    <a:pt x="553596" y="22955"/>
                    <a:pt x="622688" y="62865"/>
                  </a:cubicBezTo>
                  <a:cubicBezTo>
                    <a:pt x="680186" y="96107"/>
                    <a:pt x="713164" y="138017"/>
                    <a:pt x="713164" y="177832"/>
                  </a:cubicBezTo>
                  <a:cubicBezTo>
                    <a:pt x="713164" y="217646"/>
                    <a:pt x="680186" y="259556"/>
                    <a:pt x="622688" y="292894"/>
                  </a:cubicBezTo>
                  <a:cubicBezTo>
                    <a:pt x="553690" y="332804"/>
                    <a:pt x="456657" y="355663"/>
                    <a:pt x="356582" y="355663"/>
                  </a:cubicBezTo>
                  <a:close/>
                </a:path>
              </a:pathLst>
            </a:custGeom>
            <a:solidFill>
              <a:srgbClr val="B7C0E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0" name="Google Shape;3117;p47">
              <a:extLst>
                <a:ext uri="{FF2B5EF4-FFF2-40B4-BE49-F238E27FC236}">
                  <a16:creationId xmlns:a16="http://schemas.microsoft.com/office/drawing/2014/main" id="{F4728895-89EE-C1C3-840D-0D6D6207CA83}"/>
                </a:ext>
              </a:extLst>
            </p:cNvPr>
            <p:cNvSpPr/>
            <p:nvPr/>
          </p:nvSpPr>
          <p:spPr>
            <a:xfrm>
              <a:off x="4066052" y="1674590"/>
              <a:ext cx="713163" cy="355568"/>
            </a:xfrm>
            <a:custGeom>
              <a:avLst/>
              <a:gdLst/>
              <a:ahLst/>
              <a:cxnLst/>
              <a:rect l="l" t="t" r="r" b="b"/>
              <a:pathLst>
                <a:path w="713163" h="355568" extrusionOk="0">
                  <a:moveTo>
                    <a:pt x="356582" y="355568"/>
                  </a:moveTo>
                  <a:cubicBezTo>
                    <a:pt x="256412" y="355568"/>
                    <a:pt x="159474" y="332708"/>
                    <a:pt x="90476" y="292799"/>
                  </a:cubicBezTo>
                  <a:cubicBezTo>
                    <a:pt x="32978" y="259556"/>
                    <a:pt x="0" y="217551"/>
                    <a:pt x="0" y="177737"/>
                  </a:cubicBezTo>
                  <a:cubicBezTo>
                    <a:pt x="0" y="137922"/>
                    <a:pt x="32978" y="96012"/>
                    <a:pt x="90476" y="62770"/>
                  </a:cubicBezTo>
                  <a:cubicBezTo>
                    <a:pt x="159474" y="22860"/>
                    <a:pt x="256412" y="0"/>
                    <a:pt x="356582" y="0"/>
                  </a:cubicBezTo>
                  <a:cubicBezTo>
                    <a:pt x="456752" y="0"/>
                    <a:pt x="553596" y="22860"/>
                    <a:pt x="622688" y="62770"/>
                  </a:cubicBezTo>
                  <a:cubicBezTo>
                    <a:pt x="680186" y="96012"/>
                    <a:pt x="713164" y="138017"/>
                    <a:pt x="713164" y="177832"/>
                  </a:cubicBezTo>
                  <a:cubicBezTo>
                    <a:pt x="713164" y="217646"/>
                    <a:pt x="680186" y="259556"/>
                    <a:pt x="622688" y="292799"/>
                  </a:cubicBezTo>
                  <a:cubicBezTo>
                    <a:pt x="553690" y="332708"/>
                    <a:pt x="456657" y="355568"/>
                    <a:pt x="356582" y="355568"/>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1" name="Google Shape;3118;p47">
              <a:extLst>
                <a:ext uri="{FF2B5EF4-FFF2-40B4-BE49-F238E27FC236}">
                  <a16:creationId xmlns:a16="http://schemas.microsoft.com/office/drawing/2014/main" id="{D65B5622-D5D0-F57D-423D-12C7840BDFD8}"/>
                </a:ext>
              </a:extLst>
            </p:cNvPr>
            <p:cNvSpPr/>
            <p:nvPr/>
          </p:nvSpPr>
          <p:spPr>
            <a:xfrm>
              <a:off x="4013211" y="1574958"/>
              <a:ext cx="818751" cy="408241"/>
            </a:xfrm>
            <a:custGeom>
              <a:avLst/>
              <a:gdLst/>
              <a:ahLst/>
              <a:cxnLst/>
              <a:rect l="l" t="t" r="r" b="b"/>
              <a:pathLst>
                <a:path w="818751" h="408241" extrusionOk="0">
                  <a:moveTo>
                    <a:pt x="409423" y="408242"/>
                  </a:moveTo>
                  <a:cubicBezTo>
                    <a:pt x="294427" y="408242"/>
                    <a:pt x="183138" y="382048"/>
                    <a:pt x="103876" y="336137"/>
                  </a:cubicBezTo>
                  <a:cubicBezTo>
                    <a:pt x="37825" y="298037"/>
                    <a:pt x="0" y="249841"/>
                    <a:pt x="0" y="204121"/>
                  </a:cubicBezTo>
                  <a:cubicBezTo>
                    <a:pt x="0" y="158401"/>
                    <a:pt x="38015" y="110299"/>
                    <a:pt x="103876" y="72009"/>
                  </a:cubicBezTo>
                  <a:cubicBezTo>
                    <a:pt x="183043" y="26194"/>
                    <a:pt x="294427" y="0"/>
                    <a:pt x="409328" y="0"/>
                  </a:cubicBezTo>
                  <a:cubicBezTo>
                    <a:pt x="524229" y="0"/>
                    <a:pt x="635708" y="26194"/>
                    <a:pt x="714875" y="72104"/>
                  </a:cubicBezTo>
                  <a:cubicBezTo>
                    <a:pt x="780926" y="110204"/>
                    <a:pt x="818751" y="158401"/>
                    <a:pt x="818751" y="204121"/>
                  </a:cubicBezTo>
                  <a:cubicBezTo>
                    <a:pt x="818751" y="249841"/>
                    <a:pt x="780736" y="297942"/>
                    <a:pt x="714875" y="336137"/>
                  </a:cubicBezTo>
                  <a:cubicBezTo>
                    <a:pt x="635708" y="382048"/>
                    <a:pt x="524324" y="408242"/>
                    <a:pt x="409423" y="408242"/>
                  </a:cubicBezTo>
                  <a:close/>
                </a:path>
              </a:pathLst>
            </a:custGeom>
            <a:solidFill>
              <a:srgbClr val="B7C0E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2" name="Google Shape;3119;p47">
              <a:extLst>
                <a:ext uri="{FF2B5EF4-FFF2-40B4-BE49-F238E27FC236}">
                  <a16:creationId xmlns:a16="http://schemas.microsoft.com/office/drawing/2014/main" id="{9F6146FC-4CD9-F608-93BD-EFCC39E594DE}"/>
                </a:ext>
              </a:extLst>
            </p:cNvPr>
            <p:cNvSpPr/>
            <p:nvPr/>
          </p:nvSpPr>
          <p:spPr>
            <a:xfrm>
              <a:off x="4013211" y="1522666"/>
              <a:ext cx="818751" cy="408336"/>
            </a:xfrm>
            <a:custGeom>
              <a:avLst/>
              <a:gdLst/>
              <a:ahLst/>
              <a:cxnLst/>
              <a:rect l="l" t="t" r="r" b="b"/>
              <a:pathLst>
                <a:path w="818751" h="408336" extrusionOk="0">
                  <a:moveTo>
                    <a:pt x="409423" y="408337"/>
                  </a:moveTo>
                  <a:cubicBezTo>
                    <a:pt x="294427" y="408337"/>
                    <a:pt x="183138" y="382048"/>
                    <a:pt x="103876" y="336233"/>
                  </a:cubicBezTo>
                  <a:cubicBezTo>
                    <a:pt x="37825" y="298133"/>
                    <a:pt x="0" y="249936"/>
                    <a:pt x="0" y="204216"/>
                  </a:cubicBezTo>
                  <a:cubicBezTo>
                    <a:pt x="0" y="158496"/>
                    <a:pt x="38015" y="110300"/>
                    <a:pt x="103876" y="72104"/>
                  </a:cubicBezTo>
                  <a:cubicBezTo>
                    <a:pt x="183043" y="26289"/>
                    <a:pt x="294427" y="0"/>
                    <a:pt x="409328" y="0"/>
                  </a:cubicBezTo>
                  <a:cubicBezTo>
                    <a:pt x="524229" y="0"/>
                    <a:pt x="635708" y="26289"/>
                    <a:pt x="714875" y="72104"/>
                  </a:cubicBezTo>
                  <a:cubicBezTo>
                    <a:pt x="780926" y="110204"/>
                    <a:pt x="818751" y="158496"/>
                    <a:pt x="818751" y="204216"/>
                  </a:cubicBezTo>
                  <a:cubicBezTo>
                    <a:pt x="818751" y="249936"/>
                    <a:pt x="780736" y="298037"/>
                    <a:pt x="714875" y="336233"/>
                  </a:cubicBezTo>
                  <a:cubicBezTo>
                    <a:pt x="635708" y="382334"/>
                    <a:pt x="524324" y="408337"/>
                    <a:pt x="409423" y="408337"/>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3" name="Google Shape;3120;p47">
              <a:extLst>
                <a:ext uri="{FF2B5EF4-FFF2-40B4-BE49-F238E27FC236}">
                  <a16:creationId xmlns:a16="http://schemas.microsoft.com/office/drawing/2014/main" id="{2DFBEF2B-2918-EA8E-85A0-714883D20E7E}"/>
                </a:ext>
              </a:extLst>
            </p:cNvPr>
            <p:cNvSpPr/>
            <p:nvPr/>
          </p:nvSpPr>
          <p:spPr>
            <a:xfrm>
              <a:off x="3962270" y="1359312"/>
              <a:ext cx="920726" cy="532828"/>
            </a:xfrm>
            <a:custGeom>
              <a:avLst/>
              <a:gdLst/>
              <a:ahLst/>
              <a:cxnLst/>
              <a:rect l="l" t="t" r="r" b="b"/>
              <a:pathLst>
                <a:path w="920726" h="532828" extrusionOk="0">
                  <a:moveTo>
                    <a:pt x="920727" y="266414"/>
                  </a:moveTo>
                  <a:cubicBezTo>
                    <a:pt x="920727" y="413551"/>
                    <a:pt x="714615" y="532828"/>
                    <a:pt x="460363" y="532828"/>
                  </a:cubicBezTo>
                  <a:cubicBezTo>
                    <a:pt x="206112" y="532828"/>
                    <a:pt x="0" y="413551"/>
                    <a:pt x="0" y="266414"/>
                  </a:cubicBezTo>
                  <a:cubicBezTo>
                    <a:pt x="0" y="119278"/>
                    <a:pt x="206112" y="0"/>
                    <a:pt x="460363" y="0"/>
                  </a:cubicBezTo>
                  <a:cubicBezTo>
                    <a:pt x="714615" y="0"/>
                    <a:pt x="920727" y="119278"/>
                    <a:pt x="920727" y="266414"/>
                  </a:cubicBezTo>
                  <a:close/>
                </a:path>
              </a:pathLst>
            </a:custGeom>
            <a:solidFill>
              <a:srgbClr val="FFDF57"/>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4" name="Google Shape;3121;p47">
              <a:extLst>
                <a:ext uri="{FF2B5EF4-FFF2-40B4-BE49-F238E27FC236}">
                  <a16:creationId xmlns:a16="http://schemas.microsoft.com/office/drawing/2014/main" id="{7C32880D-90A6-1D15-1A89-BBEBC5958665}"/>
                </a:ext>
              </a:extLst>
            </p:cNvPr>
            <p:cNvSpPr/>
            <p:nvPr/>
          </p:nvSpPr>
          <p:spPr>
            <a:xfrm>
              <a:off x="4264396" y="969264"/>
              <a:ext cx="40771" cy="635222"/>
            </a:xfrm>
            <a:custGeom>
              <a:avLst/>
              <a:gdLst/>
              <a:ahLst/>
              <a:cxnLst/>
              <a:rect l="l" t="t" r="r" b="b"/>
              <a:pathLst>
                <a:path w="40771" h="635222" extrusionOk="0">
                  <a:moveTo>
                    <a:pt x="0" y="0"/>
                  </a:moveTo>
                  <a:lnTo>
                    <a:pt x="40771" y="0"/>
                  </a:lnTo>
                  <a:lnTo>
                    <a:pt x="40771" y="635222"/>
                  </a:lnTo>
                  <a:lnTo>
                    <a:pt x="0" y="635222"/>
                  </a:lnTo>
                  <a:close/>
                </a:path>
              </a:pathLst>
            </a:custGeom>
            <a:solidFill>
              <a:srgbClr val="D8AA4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5" name="Google Shape;3122;p47">
              <a:extLst>
                <a:ext uri="{FF2B5EF4-FFF2-40B4-BE49-F238E27FC236}">
                  <a16:creationId xmlns:a16="http://schemas.microsoft.com/office/drawing/2014/main" id="{0A2ED494-0FBC-9A9E-D184-3EE22768BF1A}"/>
                </a:ext>
              </a:extLst>
            </p:cNvPr>
            <p:cNvSpPr/>
            <p:nvPr/>
          </p:nvSpPr>
          <p:spPr>
            <a:xfrm>
              <a:off x="4543522" y="969264"/>
              <a:ext cx="40771" cy="635222"/>
            </a:xfrm>
            <a:custGeom>
              <a:avLst/>
              <a:gdLst/>
              <a:ahLst/>
              <a:cxnLst/>
              <a:rect l="l" t="t" r="r" b="b"/>
              <a:pathLst>
                <a:path w="40771" h="635222" extrusionOk="0">
                  <a:moveTo>
                    <a:pt x="0" y="0"/>
                  </a:moveTo>
                  <a:lnTo>
                    <a:pt x="40771" y="0"/>
                  </a:lnTo>
                  <a:lnTo>
                    <a:pt x="40771" y="635222"/>
                  </a:lnTo>
                  <a:lnTo>
                    <a:pt x="0" y="635222"/>
                  </a:lnTo>
                  <a:close/>
                </a:path>
              </a:pathLst>
            </a:custGeom>
            <a:solidFill>
              <a:srgbClr val="D8AA4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6" name="Google Shape;3123;p47">
              <a:extLst>
                <a:ext uri="{FF2B5EF4-FFF2-40B4-BE49-F238E27FC236}">
                  <a16:creationId xmlns:a16="http://schemas.microsoft.com/office/drawing/2014/main" id="{ACD0C542-DEE1-56CA-3621-0E2F9CD52AB1}"/>
                </a:ext>
              </a:extLst>
            </p:cNvPr>
            <p:cNvSpPr/>
            <p:nvPr/>
          </p:nvSpPr>
          <p:spPr>
            <a:xfrm>
              <a:off x="4264396" y="901827"/>
              <a:ext cx="319897" cy="108775"/>
            </a:xfrm>
            <a:custGeom>
              <a:avLst/>
              <a:gdLst/>
              <a:ahLst/>
              <a:cxnLst/>
              <a:rect l="l" t="t" r="r" b="b"/>
              <a:pathLst>
                <a:path w="319897" h="108775" extrusionOk="0">
                  <a:moveTo>
                    <a:pt x="157098" y="108775"/>
                  </a:moveTo>
                  <a:lnTo>
                    <a:pt x="97319" y="53911"/>
                  </a:lnTo>
                  <a:lnTo>
                    <a:pt x="23950" y="103156"/>
                  </a:lnTo>
                  <a:lnTo>
                    <a:pt x="0" y="67532"/>
                  </a:lnTo>
                  <a:lnTo>
                    <a:pt x="101310" y="857"/>
                  </a:lnTo>
                  <a:lnTo>
                    <a:pt x="159379" y="54102"/>
                  </a:lnTo>
                  <a:lnTo>
                    <a:pt x="228946" y="0"/>
                  </a:lnTo>
                  <a:lnTo>
                    <a:pt x="319897" y="67532"/>
                  </a:lnTo>
                  <a:lnTo>
                    <a:pt x="291481" y="100203"/>
                  </a:lnTo>
                  <a:lnTo>
                    <a:pt x="228851" y="53054"/>
                  </a:lnTo>
                  <a:lnTo>
                    <a:pt x="157098" y="108775"/>
                  </a:lnTo>
                  <a:close/>
                </a:path>
              </a:pathLst>
            </a:custGeom>
            <a:solidFill>
              <a:srgbClr val="D8AA4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7" name="Google Shape;3124;p47">
              <a:extLst>
                <a:ext uri="{FF2B5EF4-FFF2-40B4-BE49-F238E27FC236}">
                  <a16:creationId xmlns:a16="http://schemas.microsoft.com/office/drawing/2014/main" id="{148DFF14-B8F1-2AE2-7A51-BD467EC63AA0}"/>
                </a:ext>
              </a:extLst>
            </p:cNvPr>
            <p:cNvSpPr/>
            <p:nvPr/>
          </p:nvSpPr>
          <p:spPr>
            <a:xfrm>
              <a:off x="3749667" y="190500"/>
              <a:ext cx="1343462" cy="1451800"/>
            </a:xfrm>
            <a:custGeom>
              <a:avLst/>
              <a:gdLst/>
              <a:ahLst/>
              <a:cxnLst/>
              <a:rect l="l" t="t" r="r" b="b"/>
              <a:pathLst>
                <a:path w="1343462" h="1451800" extrusionOk="0">
                  <a:moveTo>
                    <a:pt x="1132665" y="1449134"/>
                  </a:moveTo>
                  <a:cubicBezTo>
                    <a:pt x="1133425" y="1389317"/>
                    <a:pt x="1143689" y="1212723"/>
                    <a:pt x="1283870" y="969359"/>
                  </a:cubicBezTo>
                  <a:cubicBezTo>
                    <a:pt x="1449711" y="681419"/>
                    <a:pt x="1276837" y="0"/>
                    <a:pt x="671731" y="0"/>
                  </a:cubicBezTo>
                  <a:cubicBezTo>
                    <a:pt x="66625" y="0"/>
                    <a:pt x="-106249" y="681419"/>
                    <a:pt x="59592" y="969359"/>
                  </a:cubicBezTo>
                  <a:cubicBezTo>
                    <a:pt x="180766" y="1179767"/>
                    <a:pt x="207186" y="1366457"/>
                    <a:pt x="212698" y="1451801"/>
                  </a:cubicBezTo>
                </a:path>
              </a:pathLst>
            </a:custGeom>
            <a:solidFill>
              <a:srgbClr val="FFDF57">
                <a:alpha val="6863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nvGrpSpPr>
            <p:cNvPr id="1038" name="Google Shape;3125;p47">
              <a:extLst>
                <a:ext uri="{FF2B5EF4-FFF2-40B4-BE49-F238E27FC236}">
                  <a16:creationId xmlns:a16="http://schemas.microsoft.com/office/drawing/2014/main" id="{A3F5BAA8-3BF0-8E6D-0BA0-950883F0B465}"/>
                </a:ext>
              </a:extLst>
            </p:cNvPr>
            <p:cNvGrpSpPr/>
            <p:nvPr/>
          </p:nvGrpSpPr>
          <p:grpSpPr>
            <a:xfrm>
              <a:off x="3923682" y="3244965"/>
              <a:ext cx="195764" cy="131404"/>
              <a:chOff x="5733332" y="4102215"/>
              <a:chExt cx="195764" cy="131404"/>
            </a:xfrm>
          </p:grpSpPr>
          <p:sp>
            <p:nvSpPr>
              <p:cNvPr id="2215" name="Google Shape;3126;p47">
                <a:extLst>
                  <a:ext uri="{FF2B5EF4-FFF2-40B4-BE49-F238E27FC236}">
                    <a16:creationId xmlns:a16="http://schemas.microsoft.com/office/drawing/2014/main" id="{B42D3791-7CF1-4F2A-F3A3-71A1335617C9}"/>
                  </a:ext>
                </a:extLst>
              </p:cNvPr>
              <p:cNvSpPr/>
              <p:nvPr/>
            </p:nvSpPr>
            <p:spPr>
              <a:xfrm>
                <a:off x="5734887" y="4131087"/>
                <a:ext cx="177232" cy="100744"/>
              </a:xfrm>
              <a:custGeom>
                <a:avLst/>
                <a:gdLst/>
                <a:ahLst/>
                <a:cxnLst/>
                <a:rect l="l" t="t" r="r" b="b"/>
                <a:pathLst>
                  <a:path w="177232" h="100744" extrusionOk="0">
                    <a:moveTo>
                      <a:pt x="177024" y="99346"/>
                    </a:moveTo>
                    <a:lnTo>
                      <a:pt x="150604" y="74581"/>
                    </a:lnTo>
                    <a:cubicBezTo>
                      <a:pt x="147249" y="69713"/>
                      <a:pt x="143219" y="65351"/>
                      <a:pt x="138629" y="61627"/>
                    </a:cubicBezTo>
                    <a:cubicBezTo>
                      <a:pt x="136623" y="59941"/>
                      <a:pt x="134495" y="58417"/>
                      <a:pt x="132261" y="57055"/>
                    </a:cubicBezTo>
                    <a:lnTo>
                      <a:pt x="98048" y="34195"/>
                    </a:lnTo>
                    <a:lnTo>
                      <a:pt x="60698" y="17621"/>
                    </a:lnTo>
                    <a:cubicBezTo>
                      <a:pt x="58407" y="16564"/>
                      <a:pt x="56060" y="15640"/>
                      <a:pt x="53665" y="14859"/>
                    </a:cubicBezTo>
                    <a:cubicBezTo>
                      <a:pt x="48162" y="13021"/>
                      <a:pt x="42441" y="11935"/>
                      <a:pt x="36653" y="11621"/>
                    </a:cubicBezTo>
                    <a:lnTo>
                      <a:pt x="1109" y="0"/>
                    </a:lnTo>
                    <a:cubicBezTo>
                      <a:pt x="-887" y="0"/>
                      <a:pt x="254" y="3620"/>
                      <a:pt x="1109" y="5144"/>
                    </a:cubicBezTo>
                    <a:lnTo>
                      <a:pt x="4530" y="6572"/>
                    </a:lnTo>
                    <a:cubicBezTo>
                      <a:pt x="8807" y="8192"/>
                      <a:pt x="5196" y="7620"/>
                      <a:pt x="9662" y="10763"/>
                    </a:cubicBezTo>
                    <a:lnTo>
                      <a:pt x="30096" y="16002"/>
                    </a:lnTo>
                    <a:cubicBezTo>
                      <a:pt x="43106" y="15507"/>
                      <a:pt x="55984" y="18822"/>
                      <a:pt x="67160" y="25527"/>
                    </a:cubicBezTo>
                    <a:lnTo>
                      <a:pt x="94246" y="39148"/>
                    </a:lnTo>
                    <a:lnTo>
                      <a:pt x="120287" y="54864"/>
                    </a:lnTo>
                    <a:cubicBezTo>
                      <a:pt x="131729" y="61170"/>
                      <a:pt x="140853" y="70980"/>
                      <a:pt x="146327" y="82868"/>
                    </a:cubicBezTo>
                    <a:lnTo>
                      <a:pt x="160107" y="94012"/>
                    </a:lnTo>
                    <a:cubicBezTo>
                      <a:pt x="164384" y="98012"/>
                      <a:pt x="161913" y="96298"/>
                      <a:pt x="168281" y="97250"/>
                    </a:cubicBezTo>
                    <a:lnTo>
                      <a:pt x="171797" y="100298"/>
                    </a:lnTo>
                    <a:cubicBezTo>
                      <a:pt x="174363" y="100965"/>
                      <a:pt x="178165" y="101060"/>
                      <a:pt x="177024" y="99346"/>
                    </a:cubicBezTo>
                    <a:close/>
                  </a:path>
                </a:pathLst>
              </a:custGeom>
              <a:solidFill>
                <a:srgbClr val="000000">
                  <a:alpha val="2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6" name="Google Shape;3127;p47">
                <a:extLst>
                  <a:ext uri="{FF2B5EF4-FFF2-40B4-BE49-F238E27FC236}">
                    <a16:creationId xmlns:a16="http://schemas.microsoft.com/office/drawing/2014/main" id="{39B642C7-1475-7979-7F8F-E22F5E3FCBCD}"/>
                  </a:ext>
                </a:extLst>
              </p:cNvPr>
              <p:cNvSpPr/>
              <p:nvPr/>
            </p:nvSpPr>
            <p:spPr>
              <a:xfrm>
                <a:off x="5750846" y="4118425"/>
                <a:ext cx="155883" cy="109857"/>
              </a:xfrm>
              <a:custGeom>
                <a:avLst/>
                <a:gdLst/>
                <a:ahLst/>
                <a:cxnLst/>
                <a:rect l="l" t="t" r="r" b="b"/>
                <a:pathLst>
                  <a:path w="155883" h="109857" extrusionOk="0">
                    <a:moveTo>
                      <a:pt x="86746" y="59620"/>
                    </a:moveTo>
                    <a:cubicBezTo>
                      <a:pt x="88855" y="56363"/>
                      <a:pt x="91688" y="53619"/>
                      <a:pt x="95014" y="51619"/>
                    </a:cubicBezTo>
                    <a:cubicBezTo>
                      <a:pt x="99851" y="48647"/>
                      <a:pt x="105525" y="47342"/>
                      <a:pt x="111170" y="47904"/>
                    </a:cubicBezTo>
                    <a:cubicBezTo>
                      <a:pt x="117832" y="48590"/>
                      <a:pt x="124295" y="50600"/>
                      <a:pt x="130178" y="53810"/>
                    </a:cubicBezTo>
                    <a:lnTo>
                      <a:pt x="130843" y="53810"/>
                    </a:lnTo>
                    <a:lnTo>
                      <a:pt x="140347" y="58953"/>
                    </a:lnTo>
                    <a:cubicBezTo>
                      <a:pt x="142818" y="60287"/>
                      <a:pt x="145099" y="61811"/>
                      <a:pt x="147380" y="63335"/>
                    </a:cubicBezTo>
                    <a:lnTo>
                      <a:pt x="151751" y="66573"/>
                    </a:lnTo>
                    <a:cubicBezTo>
                      <a:pt x="158309" y="71812"/>
                      <a:pt x="156408" y="82099"/>
                      <a:pt x="150611" y="90290"/>
                    </a:cubicBezTo>
                    <a:cubicBezTo>
                      <a:pt x="147399" y="94863"/>
                      <a:pt x="143702" y="99082"/>
                      <a:pt x="139587" y="102863"/>
                    </a:cubicBezTo>
                    <a:cubicBezTo>
                      <a:pt x="132231" y="109264"/>
                      <a:pt x="122119" y="111455"/>
                      <a:pt x="112786" y="108674"/>
                    </a:cubicBezTo>
                    <a:cubicBezTo>
                      <a:pt x="108528" y="107331"/>
                      <a:pt x="104413" y="105540"/>
                      <a:pt x="100526" y="103340"/>
                    </a:cubicBezTo>
                    <a:cubicBezTo>
                      <a:pt x="96934" y="101235"/>
                      <a:pt x="93522" y="98815"/>
                      <a:pt x="90357" y="96101"/>
                    </a:cubicBezTo>
                    <a:cubicBezTo>
                      <a:pt x="82374" y="88624"/>
                      <a:pt x="79874" y="76965"/>
                      <a:pt x="84084" y="66859"/>
                    </a:cubicBezTo>
                    <a:cubicBezTo>
                      <a:pt x="84702" y="64354"/>
                      <a:pt x="85596" y="61925"/>
                      <a:pt x="86746" y="59620"/>
                    </a:cubicBezTo>
                    <a:close/>
                    <a:moveTo>
                      <a:pt x="8339" y="11995"/>
                    </a:moveTo>
                    <a:cubicBezTo>
                      <a:pt x="13471" y="4089"/>
                      <a:pt x="22215" y="-1912"/>
                      <a:pt x="29628" y="565"/>
                    </a:cubicBezTo>
                    <a:lnTo>
                      <a:pt x="34380" y="2375"/>
                    </a:lnTo>
                    <a:cubicBezTo>
                      <a:pt x="36784" y="3318"/>
                      <a:pt x="39132" y="4394"/>
                      <a:pt x="41412" y="5613"/>
                    </a:cubicBezTo>
                    <a:lnTo>
                      <a:pt x="50061" y="10090"/>
                    </a:lnTo>
                    <a:lnTo>
                      <a:pt x="50631" y="10090"/>
                    </a:lnTo>
                    <a:cubicBezTo>
                      <a:pt x="56067" y="12967"/>
                      <a:pt x="60772" y="17034"/>
                      <a:pt x="64412" y="21996"/>
                    </a:cubicBezTo>
                    <a:cubicBezTo>
                      <a:pt x="67424" y="26073"/>
                      <a:pt x="68688" y="31178"/>
                      <a:pt x="67928" y="36188"/>
                    </a:cubicBezTo>
                    <a:cubicBezTo>
                      <a:pt x="67358" y="39875"/>
                      <a:pt x="65932" y="43361"/>
                      <a:pt x="63746" y="46380"/>
                    </a:cubicBezTo>
                    <a:cubicBezTo>
                      <a:pt x="61969" y="48533"/>
                      <a:pt x="59964" y="50476"/>
                      <a:pt x="57759" y="52190"/>
                    </a:cubicBezTo>
                    <a:cubicBezTo>
                      <a:pt x="49652" y="60106"/>
                      <a:pt x="37972" y="63116"/>
                      <a:pt x="27062" y="60096"/>
                    </a:cubicBezTo>
                    <a:cubicBezTo>
                      <a:pt x="23241" y="58877"/>
                      <a:pt x="19544" y="57286"/>
                      <a:pt x="16037" y="55334"/>
                    </a:cubicBezTo>
                    <a:cubicBezTo>
                      <a:pt x="12645" y="53238"/>
                      <a:pt x="9461" y="50809"/>
                      <a:pt x="6534" y="48095"/>
                    </a:cubicBezTo>
                    <a:cubicBezTo>
                      <a:pt x="309" y="42285"/>
                      <a:pt x="-1687" y="33236"/>
                      <a:pt x="1497" y="25330"/>
                    </a:cubicBezTo>
                    <a:cubicBezTo>
                      <a:pt x="3274" y="20672"/>
                      <a:pt x="5574" y="16234"/>
                      <a:pt x="8339" y="12090"/>
                    </a:cubicBezTo>
                    <a:close/>
                  </a:path>
                </a:pathLst>
              </a:custGeom>
              <a:solidFill>
                <a:srgbClr val="000000">
                  <a:alpha val="98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7" name="Google Shape;3128;p47">
                <a:extLst>
                  <a:ext uri="{FF2B5EF4-FFF2-40B4-BE49-F238E27FC236}">
                    <a16:creationId xmlns:a16="http://schemas.microsoft.com/office/drawing/2014/main" id="{A2393EDA-1B6C-7D91-D058-0108422A75C6}"/>
                  </a:ext>
                </a:extLst>
              </p:cNvPr>
              <p:cNvSpPr/>
              <p:nvPr/>
            </p:nvSpPr>
            <p:spPr>
              <a:xfrm>
                <a:off x="5733332" y="4130673"/>
                <a:ext cx="192169" cy="73375"/>
              </a:xfrm>
              <a:custGeom>
                <a:avLst/>
                <a:gdLst/>
                <a:ahLst/>
                <a:cxnLst/>
                <a:rect l="l" t="t" r="r" b="b"/>
                <a:pathLst>
                  <a:path w="192169" h="73375" extrusionOk="0">
                    <a:moveTo>
                      <a:pt x="15779" y="11368"/>
                    </a:moveTo>
                    <a:lnTo>
                      <a:pt x="36117" y="9463"/>
                    </a:lnTo>
                    <a:cubicBezTo>
                      <a:pt x="48995" y="8187"/>
                      <a:pt x="61967" y="10768"/>
                      <a:pt x="73372" y="16893"/>
                    </a:cubicBezTo>
                    <a:lnTo>
                      <a:pt x="185611" y="73376"/>
                    </a:lnTo>
                    <a:lnTo>
                      <a:pt x="192169" y="63851"/>
                    </a:lnTo>
                    <a:lnTo>
                      <a:pt x="66529" y="8320"/>
                    </a:lnTo>
                    <a:cubicBezTo>
                      <a:pt x="58974" y="4777"/>
                      <a:pt x="50810" y="2739"/>
                      <a:pt x="42484" y="2320"/>
                    </a:cubicBezTo>
                    <a:lnTo>
                      <a:pt x="2569" y="34"/>
                    </a:lnTo>
                    <a:cubicBezTo>
                      <a:pt x="1381" y="-176"/>
                      <a:pt x="250" y="614"/>
                      <a:pt x="31" y="1805"/>
                    </a:cubicBezTo>
                    <a:cubicBezTo>
                      <a:pt x="-73" y="2424"/>
                      <a:pt x="88" y="3063"/>
                      <a:pt x="478" y="3558"/>
                    </a:cubicBezTo>
                    <a:lnTo>
                      <a:pt x="1523" y="4987"/>
                    </a:lnTo>
                    <a:cubicBezTo>
                      <a:pt x="4869" y="9425"/>
                      <a:pt x="10248" y="11835"/>
                      <a:pt x="15779" y="11368"/>
                    </a:cubicBezTo>
                    <a:close/>
                  </a:path>
                </a:pathLst>
              </a:custGeom>
              <a:solidFill>
                <a:srgbClr val="2B303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8" name="Google Shape;3129;p47">
                <a:extLst>
                  <a:ext uri="{FF2B5EF4-FFF2-40B4-BE49-F238E27FC236}">
                    <a16:creationId xmlns:a16="http://schemas.microsoft.com/office/drawing/2014/main" id="{E4BC3CE8-5ED2-5B14-946E-A612682CCE37}"/>
                  </a:ext>
                </a:extLst>
              </p:cNvPr>
              <p:cNvSpPr/>
              <p:nvPr/>
            </p:nvSpPr>
            <p:spPr>
              <a:xfrm>
                <a:off x="5757380" y="4106036"/>
                <a:ext cx="156130" cy="127583"/>
              </a:xfrm>
              <a:custGeom>
                <a:avLst/>
                <a:gdLst/>
                <a:ahLst/>
                <a:cxnLst/>
                <a:rect l="l" t="t" r="r" b="b"/>
                <a:pathLst>
                  <a:path w="156130" h="127583" extrusionOk="0">
                    <a:moveTo>
                      <a:pt x="136950" y="117539"/>
                    </a:moveTo>
                    <a:lnTo>
                      <a:pt x="128491" y="98489"/>
                    </a:lnTo>
                    <a:cubicBezTo>
                      <a:pt x="123036" y="86601"/>
                      <a:pt x="113950" y="76762"/>
                      <a:pt x="102546" y="70390"/>
                    </a:cubicBezTo>
                    <a:lnTo>
                      <a:pt x="0" y="8858"/>
                    </a:lnTo>
                    <a:lnTo>
                      <a:pt x="5797" y="0"/>
                    </a:lnTo>
                    <a:lnTo>
                      <a:pt x="114236" y="72295"/>
                    </a:lnTo>
                    <a:cubicBezTo>
                      <a:pt x="121439" y="76876"/>
                      <a:pt x="127645" y="82868"/>
                      <a:pt x="132483" y="89916"/>
                    </a:cubicBezTo>
                    <a:lnTo>
                      <a:pt x="155767" y="124016"/>
                    </a:lnTo>
                    <a:cubicBezTo>
                      <a:pt x="156908" y="125730"/>
                      <a:pt x="155197" y="127921"/>
                      <a:pt x="152916" y="127540"/>
                    </a:cubicBezTo>
                    <a:lnTo>
                      <a:pt x="150920" y="127540"/>
                    </a:lnTo>
                    <a:cubicBezTo>
                      <a:pt x="144866" y="126816"/>
                      <a:pt x="139601" y="123044"/>
                      <a:pt x="136950" y="117539"/>
                    </a:cubicBezTo>
                    <a:close/>
                  </a:path>
                </a:pathLst>
              </a:custGeom>
              <a:solidFill>
                <a:srgbClr val="2B303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9" name="Google Shape;3130;p47">
                <a:extLst>
                  <a:ext uri="{FF2B5EF4-FFF2-40B4-BE49-F238E27FC236}">
                    <a16:creationId xmlns:a16="http://schemas.microsoft.com/office/drawing/2014/main" id="{98D95E6C-AEED-197E-9322-E757A9D75592}"/>
                  </a:ext>
                </a:extLst>
              </p:cNvPr>
              <p:cNvSpPr/>
              <p:nvPr/>
            </p:nvSpPr>
            <p:spPr>
              <a:xfrm>
                <a:off x="5834686" y="4162247"/>
                <a:ext cx="73778" cy="62054"/>
              </a:xfrm>
              <a:custGeom>
                <a:avLst/>
                <a:gdLst/>
                <a:ahLst/>
                <a:cxnLst/>
                <a:rect l="l" t="t" r="r" b="b"/>
                <a:pathLst>
                  <a:path w="73778" h="62054" extrusionOk="0">
                    <a:moveTo>
                      <a:pt x="29231" y="178"/>
                    </a:moveTo>
                    <a:cubicBezTo>
                      <a:pt x="35893" y="835"/>
                      <a:pt x="42346" y="2807"/>
                      <a:pt x="48239" y="5988"/>
                    </a:cubicBezTo>
                    <a:lnTo>
                      <a:pt x="48809" y="5988"/>
                    </a:lnTo>
                    <a:lnTo>
                      <a:pt x="58313" y="11036"/>
                    </a:lnTo>
                    <a:cubicBezTo>
                      <a:pt x="60783" y="12465"/>
                      <a:pt x="63064" y="13894"/>
                      <a:pt x="65345" y="15418"/>
                    </a:cubicBezTo>
                    <a:cubicBezTo>
                      <a:pt x="67626" y="16942"/>
                      <a:pt x="68292" y="17608"/>
                      <a:pt x="69717" y="18751"/>
                    </a:cubicBezTo>
                    <a:cubicBezTo>
                      <a:pt x="76180" y="23895"/>
                      <a:pt x="74279" y="34277"/>
                      <a:pt x="68577" y="42373"/>
                    </a:cubicBezTo>
                    <a:cubicBezTo>
                      <a:pt x="65383" y="46993"/>
                      <a:pt x="61658" y="51222"/>
                      <a:pt x="57457" y="54946"/>
                    </a:cubicBezTo>
                    <a:cubicBezTo>
                      <a:pt x="50187" y="61442"/>
                      <a:pt x="40075" y="63681"/>
                      <a:pt x="30752" y="60852"/>
                    </a:cubicBezTo>
                    <a:cubicBezTo>
                      <a:pt x="26503" y="59433"/>
                      <a:pt x="22398" y="57613"/>
                      <a:pt x="18492" y="55422"/>
                    </a:cubicBezTo>
                    <a:cubicBezTo>
                      <a:pt x="14852" y="53384"/>
                      <a:pt x="11440" y="50955"/>
                      <a:pt x="8323" y="48184"/>
                    </a:cubicBezTo>
                    <a:cubicBezTo>
                      <a:pt x="301" y="40764"/>
                      <a:pt x="-2208" y="29105"/>
                      <a:pt x="2050" y="19037"/>
                    </a:cubicBezTo>
                    <a:cubicBezTo>
                      <a:pt x="2763" y="16370"/>
                      <a:pt x="3808" y="13808"/>
                      <a:pt x="5186" y="11417"/>
                    </a:cubicBezTo>
                    <a:cubicBezTo>
                      <a:pt x="7325" y="8179"/>
                      <a:pt x="10147" y="5445"/>
                      <a:pt x="13455" y="3416"/>
                    </a:cubicBezTo>
                    <a:cubicBezTo>
                      <a:pt x="18226" y="663"/>
                      <a:pt x="23757" y="-470"/>
                      <a:pt x="29231" y="178"/>
                    </a:cubicBezTo>
                    <a:close/>
                  </a:path>
                </a:pathLst>
              </a:custGeom>
              <a:solidFill>
                <a:srgbClr val="000000">
                  <a:alpha val="298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20" name="Google Shape;3131;p47">
                <a:extLst>
                  <a:ext uri="{FF2B5EF4-FFF2-40B4-BE49-F238E27FC236}">
                    <a16:creationId xmlns:a16="http://schemas.microsoft.com/office/drawing/2014/main" id="{A6F1692F-2DF0-6E33-F3D7-02121FFD42E5}"/>
                  </a:ext>
                </a:extLst>
              </p:cNvPr>
              <p:cNvSpPr/>
              <p:nvPr/>
            </p:nvSpPr>
            <p:spPr>
              <a:xfrm>
                <a:off x="5745586" y="4102215"/>
                <a:ext cx="183510" cy="128783"/>
              </a:xfrm>
              <a:custGeom>
                <a:avLst/>
                <a:gdLst/>
                <a:ahLst/>
                <a:cxnLst/>
                <a:rect l="l" t="t" r="r" b="b"/>
                <a:pathLst>
                  <a:path w="183510" h="128783" extrusionOk="0">
                    <a:moveTo>
                      <a:pt x="14550" y="1821"/>
                    </a:moveTo>
                    <a:lnTo>
                      <a:pt x="9608" y="9632"/>
                    </a:lnTo>
                    <a:cubicBezTo>
                      <a:pt x="8753" y="10575"/>
                      <a:pt x="8753" y="12022"/>
                      <a:pt x="9608" y="12965"/>
                    </a:cubicBezTo>
                    <a:cubicBezTo>
                      <a:pt x="11347" y="14527"/>
                      <a:pt x="11822" y="17071"/>
                      <a:pt x="10748" y="19157"/>
                    </a:cubicBezTo>
                    <a:lnTo>
                      <a:pt x="2575" y="36301"/>
                    </a:lnTo>
                    <a:cubicBezTo>
                      <a:pt x="-2329" y="46274"/>
                      <a:pt x="-86" y="58304"/>
                      <a:pt x="8087" y="65829"/>
                    </a:cubicBezTo>
                    <a:lnTo>
                      <a:pt x="8087" y="65829"/>
                    </a:lnTo>
                    <a:cubicBezTo>
                      <a:pt x="14997" y="72001"/>
                      <a:pt x="23170" y="76583"/>
                      <a:pt x="32037" y="79259"/>
                    </a:cubicBezTo>
                    <a:lnTo>
                      <a:pt x="32037" y="79259"/>
                    </a:lnTo>
                    <a:cubicBezTo>
                      <a:pt x="45494" y="83374"/>
                      <a:pt x="60111" y="79717"/>
                      <a:pt x="70052" y="69734"/>
                    </a:cubicBezTo>
                    <a:lnTo>
                      <a:pt x="77655" y="62019"/>
                    </a:lnTo>
                    <a:cubicBezTo>
                      <a:pt x="79337" y="60381"/>
                      <a:pt x="80354" y="58171"/>
                      <a:pt x="80506" y="55828"/>
                    </a:cubicBezTo>
                    <a:cubicBezTo>
                      <a:pt x="81029" y="52180"/>
                      <a:pt x="84393" y="49646"/>
                      <a:pt x="88033" y="50170"/>
                    </a:cubicBezTo>
                    <a:cubicBezTo>
                      <a:pt x="88718" y="50265"/>
                      <a:pt x="89383" y="50475"/>
                      <a:pt x="90010" y="50780"/>
                    </a:cubicBezTo>
                    <a:lnTo>
                      <a:pt x="91911" y="51732"/>
                    </a:lnTo>
                    <a:lnTo>
                      <a:pt x="93811" y="52875"/>
                    </a:lnTo>
                    <a:cubicBezTo>
                      <a:pt x="96321" y="54694"/>
                      <a:pt x="96891" y="58209"/>
                      <a:pt x="95075" y="60723"/>
                    </a:cubicBezTo>
                    <a:cubicBezTo>
                      <a:pt x="94572" y="61419"/>
                      <a:pt x="93906" y="62000"/>
                      <a:pt x="93146" y="62400"/>
                    </a:cubicBezTo>
                    <a:cubicBezTo>
                      <a:pt x="91008" y="63533"/>
                      <a:pt x="89307" y="65343"/>
                      <a:pt x="88299" y="67543"/>
                    </a:cubicBezTo>
                    <a:lnTo>
                      <a:pt x="84023" y="77068"/>
                    </a:lnTo>
                    <a:cubicBezTo>
                      <a:pt x="78482" y="89508"/>
                      <a:pt x="81770" y="104119"/>
                      <a:pt x="92101" y="112978"/>
                    </a:cubicBezTo>
                    <a:lnTo>
                      <a:pt x="92101" y="112978"/>
                    </a:lnTo>
                    <a:cubicBezTo>
                      <a:pt x="99362" y="119398"/>
                      <a:pt x="107877" y="124227"/>
                      <a:pt x="117096" y="127170"/>
                    </a:cubicBezTo>
                    <a:lnTo>
                      <a:pt x="117096" y="127170"/>
                    </a:lnTo>
                    <a:cubicBezTo>
                      <a:pt x="129156" y="131066"/>
                      <a:pt x="142366" y="127780"/>
                      <a:pt x="151214" y="118693"/>
                    </a:cubicBezTo>
                    <a:lnTo>
                      <a:pt x="165470" y="103643"/>
                    </a:lnTo>
                    <a:cubicBezTo>
                      <a:pt x="167409" y="101700"/>
                      <a:pt x="170250" y="100967"/>
                      <a:pt x="172883" y="101738"/>
                    </a:cubicBezTo>
                    <a:cubicBezTo>
                      <a:pt x="174290" y="102224"/>
                      <a:pt x="175858" y="101767"/>
                      <a:pt x="176780" y="100595"/>
                    </a:cubicBezTo>
                    <a:lnTo>
                      <a:pt x="182577" y="92594"/>
                    </a:lnTo>
                    <a:cubicBezTo>
                      <a:pt x="183822" y="91108"/>
                      <a:pt x="183822" y="88937"/>
                      <a:pt x="182577" y="87451"/>
                    </a:cubicBezTo>
                    <a:cubicBezTo>
                      <a:pt x="173501" y="78412"/>
                      <a:pt x="163047" y="70887"/>
                      <a:pt x="151595" y="65162"/>
                    </a:cubicBezTo>
                    <a:lnTo>
                      <a:pt x="142091" y="60019"/>
                    </a:lnTo>
                    <a:cubicBezTo>
                      <a:pt x="135058" y="56180"/>
                      <a:pt x="127341" y="53789"/>
                      <a:pt x="119377" y="52970"/>
                    </a:cubicBezTo>
                    <a:lnTo>
                      <a:pt x="112344" y="52208"/>
                    </a:lnTo>
                    <a:cubicBezTo>
                      <a:pt x="110776" y="52284"/>
                      <a:pt x="109236" y="51732"/>
                      <a:pt x="108067" y="50684"/>
                    </a:cubicBezTo>
                    <a:cubicBezTo>
                      <a:pt x="107373" y="49703"/>
                      <a:pt x="106461" y="48884"/>
                      <a:pt x="105406" y="48303"/>
                    </a:cubicBezTo>
                    <a:lnTo>
                      <a:pt x="97613" y="44112"/>
                    </a:lnTo>
                    <a:lnTo>
                      <a:pt x="89820" y="39826"/>
                    </a:lnTo>
                    <a:cubicBezTo>
                      <a:pt x="88699" y="39254"/>
                      <a:pt x="87463" y="38930"/>
                      <a:pt x="86208" y="38873"/>
                    </a:cubicBezTo>
                    <a:cubicBezTo>
                      <a:pt x="84374" y="38826"/>
                      <a:pt x="82664" y="37949"/>
                      <a:pt x="81552" y="36492"/>
                    </a:cubicBezTo>
                    <a:lnTo>
                      <a:pt x="77750" y="31349"/>
                    </a:lnTo>
                    <a:cubicBezTo>
                      <a:pt x="73359" y="25453"/>
                      <a:pt x="67667" y="20661"/>
                      <a:pt x="61118" y="17347"/>
                    </a:cubicBezTo>
                    <a:lnTo>
                      <a:pt x="52470" y="12775"/>
                    </a:lnTo>
                    <a:cubicBezTo>
                      <a:pt x="42244" y="6698"/>
                      <a:pt x="31058" y="2412"/>
                      <a:pt x="19397" y="107"/>
                    </a:cubicBezTo>
                    <a:cubicBezTo>
                      <a:pt x="17591" y="-275"/>
                      <a:pt x="15719" y="383"/>
                      <a:pt x="14550" y="1821"/>
                    </a:cubicBezTo>
                    <a:close/>
                    <a:moveTo>
                      <a:pt x="93906" y="72020"/>
                    </a:moveTo>
                    <a:cubicBezTo>
                      <a:pt x="96045" y="68782"/>
                      <a:pt x="98867" y="66048"/>
                      <a:pt x="102175" y="64019"/>
                    </a:cubicBezTo>
                    <a:cubicBezTo>
                      <a:pt x="107012" y="61048"/>
                      <a:pt x="112696" y="59781"/>
                      <a:pt x="118331" y="60400"/>
                    </a:cubicBezTo>
                    <a:cubicBezTo>
                      <a:pt x="124993" y="61057"/>
                      <a:pt x="131447" y="63029"/>
                      <a:pt x="137339" y="66210"/>
                    </a:cubicBezTo>
                    <a:lnTo>
                      <a:pt x="137909" y="66210"/>
                    </a:lnTo>
                    <a:lnTo>
                      <a:pt x="147413" y="71258"/>
                    </a:lnTo>
                    <a:cubicBezTo>
                      <a:pt x="149884" y="72687"/>
                      <a:pt x="152165" y="74116"/>
                      <a:pt x="154446" y="75640"/>
                    </a:cubicBezTo>
                    <a:cubicBezTo>
                      <a:pt x="156727" y="77164"/>
                      <a:pt x="157392" y="77831"/>
                      <a:pt x="158817" y="78974"/>
                    </a:cubicBezTo>
                    <a:cubicBezTo>
                      <a:pt x="165280" y="84117"/>
                      <a:pt x="163379" y="94499"/>
                      <a:pt x="157677" y="102596"/>
                    </a:cubicBezTo>
                    <a:cubicBezTo>
                      <a:pt x="154484" y="107215"/>
                      <a:pt x="150758" y="111444"/>
                      <a:pt x="146558" y="115168"/>
                    </a:cubicBezTo>
                    <a:cubicBezTo>
                      <a:pt x="139287" y="121665"/>
                      <a:pt x="129175" y="123903"/>
                      <a:pt x="119852" y="121074"/>
                    </a:cubicBezTo>
                    <a:cubicBezTo>
                      <a:pt x="115604" y="119655"/>
                      <a:pt x="111498" y="117835"/>
                      <a:pt x="107592" y="115645"/>
                    </a:cubicBezTo>
                    <a:cubicBezTo>
                      <a:pt x="103952" y="113606"/>
                      <a:pt x="100540" y="111178"/>
                      <a:pt x="97423" y="108406"/>
                    </a:cubicBezTo>
                    <a:cubicBezTo>
                      <a:pt x="89402" y="100986"/>
                      <a:pt x="86893" y="89327"/>
                      <a:pt x="91150" y="79259"/>
                    </a:cubicBezTo>
                    <a:cubicBezTo>
                      <a:pt x="91768" y="76745"/>
                      <a:pt x="92690" y="74306"/>
                      <a:pt x="93906" y="72020"/>
                    </a:cubicBezTo>
                    <a:close/>
                    <a:moveTo>
                      <a:pt x="15405" y="24395"/>
                    </a:moveTo>
                    <a:cubicBezTo>
                      <a:pt x="20632" y="16585"/>
                      <a:pt x="29281" y="10584"/>
                      <a:pt x="36789" y="13060"/>
                    </a:cubicBezTo>
                    <a:cubicBezTo>
                      <a:pt x="38404" y="13546"/>
                      <a:pt x="39992" y="14118"/>
                      <a:pt x="41541" y="14775"/>
                    </a:cubicBezTo>
                    <a:cubicBezTo>
                      <a:pt x="43917" y="15727"/>
                      <a:pt x="46293" y="16871"/>
                      <a:pt x="48574" y="18014"/>
                    </a:cubicBezTo>
                    <a:lnTo>
                      <a:pt x="57222" y="22585"/>
                    </a:lnTo>
                    <a:lnTo>
                      <a:pt x="57792" y="22585"/>
                    </a:lnTo>
                    <a:cubicBezTo>
                      <a:pt x="63190" y="25519"/>
                      <a:pt x="67885" y="29577"/>
                      <a:pt x="71573" y="34492"/>
                    </a:cubicBezTo>
                    <a:cubicBezTo>
                      <a:pt x="74576" y="38607"/>
                      <a:pt x="75802" y="43750"/>
                      <a:pt x="74994" y="48779"/>
                    </a:cubicBezTo>
                    <a:cubicBezTo>
                      <a:pt x="74452" y="52437"/>
                      <a:pt x="73017" y="55904"/>
                      <a:pt x="70812" y="58876"/>
                    </a:cubicBezTo>
                    <a:cubicBezTo>
                      <a:pt x="69064" y="61076"/>
                      <a:pt x="67049" y="63057"/>
                      <a:pt x="64825" y="64781"/>
                    </a:cubicBezTo>
                    <a:cubicBezTo>
                      <a:pt x="56709" y="72677"/>
                      <a:pt x="45038" y="75687"/>
                      <a:pt x="34128" y="72687"/>
                    </a:cubicBezTo>
                    <a:cubicBezTo>
                      <a:pt x="30326" y="71458"/>
                      <a:pt x="26658" y="69830"/>
                      <a:pt x="23198" y="67829"/>
                    </a:cubicBezTo>
                    <a:cubicBezTo>
                      <a:pt x="19777" y="65810"/>
                      <a:pt x="16584" y="63410"/>
                      <a:pt x="13695" y="60685"/>
                    </a:cubicBezTo>
                    <a:cubicBezTo>
                      <a:pt x="7479" y="54828"/>
                      <a:pt x="5483" y="45760"/>
                      <a:pt x="8658" y="37825"/>
                    </a:cubicBezTo>
                    <a:cubicBezTo>
                      <a:pt x="10454" y="33158"/>
                      <a:pt x="12716" y="28691"/>
                      <a:pt x="15405" y="24491"/>
                    </a:cubicBezTo>
                    <a:close/>
                  </a:path>
                </a:pathLst>
              </a:custGeom>
              <a:solidFill>
                <a:srgbClr val="2B303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21" name="Google Shape;3132;p47">
                <a:extLst>
                  <a:ext uri="{FF2B5EF4-FFF2-40B4-BE49-F238E27FC236}">
                    <a16:creationId xmlns:a16="http://schemas.microsoft.com/office/drawing/2014/main" id="{D997293C-B0A5-F505-D482-046677828F46}"/>
                  </a:ext>
                </a:extLst>
              </p:cNvPr>
              <p:cNvSpPr/>
              <p:nvPr/>
            </p:nvSpPr>
            <p:spPr>
              <a:xfrm>
                <a:off x="5752081" y="4128325"/>
                <a:ext cx="64221" cy="49275"/>
              </a:xfrm>
              <a:custGeom>
                <a:avLst/>
                <a:gdLst/>
                <a:ahLst/>
                <a:cxnLst/>
                <a:rect l="l" t="t" r="r" b="b"/>
                <a:pathLst>
                  <a:path w="64221" h="49275" extrusionOk="0">
                    <a:moveTo>
                      <a:pt x="57569" y="40196"/>
                    </a:moveTo>
                    <a:cubicBezTo>
                      <a:pt x="49481" y="48149"/>
                      <a:pt x="37782" y="51159"/>
                      <a:pt x="26872" y="48101"/>
                    </a:cubicBezTo>
                    <a:cubicBezTo>
                      <a:pt x="23118" y="46987"/>
                      <a:pt x="19487" y="45491"/>
                      <a:pt x="16037" y="43624"/>
                    </a:cubicBezTo>
                    <a:cubicBezTo>
                      <a:pt x="12597" y="41634"/>
                      <a:pt x="9404" y="39233"/>
                      <a:pt x="6534" y="36481"/>
                    </a:cubicBezTo>
                    <a:cubicBezTo>
                      <a:pt x="309" y="30671"/>
                      <a:pt x="-1687" y="21622"/>
                      <a:pt x="1497" y="13716"/>
                    </a:cubicBezTo>
                    <a:cubicBezTo>
                      <a:pt x="3369" y="8896"/>
                      <a:pt x="5754" y="4296"/>
                      <a:pt x="8624" y="0"/>
                    </a:cubicBezTo>
                    <a:lnTo>
                      <a:pt x="8624" y="0"/>
                    </a:lnTo>
                    <a:cubicBezTo>
                      <a:pt x="5992" y="4010"/>
                      <a:pt x="3797" y="8287"/>
                      <a:pt x="2067" y="12763"/>
                    </a:cubicBezTo>
                    <a:cubicBezTo>
                      <a:pt x="-1107" y="20698"/>
                      <a:pt x="888" y="29766"/>
                      <a:pt x="7104" y="35623"/>
                    </a:cubicBezTo>
                    <a:cubicBezTo>
                      <a:pt x="9993" y="38348"/>
                      <a:pt x="13186" y="40748"/>
                      <a:pt x="16608" y="42767"/>
                    </a:cubicBezTo>
                    <a:cubicBezTo>
                      <a:pt x="20067" y="44767"/>
                      <a:pt x="23735" y="46396"/>
                      <a:pt x="27537" y="47625"/>
                    </a:cubicBezTo>
                    <a:cubicBezTo>
                      <a:pt x="38447" y="50625"/>
                      <a:pt x="50118" y="47615"/>
                      <a:pt x="58234" y="39719"/>
                    </a:cubicBezTo>
                    <a:cubicBezTo>
                      <a:pt x="60439" y="38005"/>
                      <a:pt x="62444" y="36061"/>
                      <a:pt x="64222" y="33909"/>
                    </a:cubicBezTo>
                    <a:lnTo>
                      <a:pt x="63556" y="34099"/>
                    </a:lnTo>
                    <a:cubicBezTo>
                      <a:pt x="61827" y="36376"/>
                      <a:pt x="59812" y="38424"/>
                      <a:pt x="57569" y="40196"/>
                    </a:cubicBezTo>
                    <a:close/>
                  </a:path>
                </a:pathLst>
              </a:custGeom>
              <a:solidFill>
                <a:srgbClr val="1F232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496" name="Google Shape;3133;p47">
                <a:extLst>
                  <a:ext uri="{FF2B5EF4-FFF2-40B4-BE49-F238E27FC236}">
                    <a16:creationId xmlns:a16="http://schemas.microsoft.com/office/drawing/2014/main" id="{1C4FF1B2-BFFA-E6D5-68B5-63359CD0FA02}"/>
                  </a:ext>
                </a:extLst>
              </p:cNvPr>
              <p:cNvSpPr/>
              <p:nvPr/>
            </p:nvSpPr>
            <p:spPr>
              <a:xfrm>
                <a:off x="5833480" y="4174426"/>
                <a:ext cx="68642" cy="51616"/>
              </a:xfrm>
              <a:custGeom>
                <a:avLst/>
                <a:gdLst/>
                <a:ahLst/>
                <a:cxnLst/>
                <a:rect l="l" t="t" r="r" b="b"/>
                <a:pathLst>
                  <a:path w="68642" h="51616" extrusionOk="0">
                    <a:moveTo>
                      <a:pt x="57428" y="44577"/>
                    </a:moveTo>
                    <a:cubicBezTo>
                      <a:pt x="50139" y="51044"/>
                      <a:pt x="40027" y="53245"/>
                      <a:pt x="30722" y="50387"/>
                    </a:cubicBezTo>
                    <a:cubicBezTo>
                      <a:pt x="26465" y="49044"/>
                      <a:pt x="22350" y="47254"/>
                      <a:pt x="18463" y="45053"/>
                    </a:cubicBezTo>
                    <a:cubicBezTo>
                      <a:pt x="14870" y="42948"/>
                      <a:pt x="11458" y="40529"/>
                      <a:pt x="8293" y="37814"/>
                    </a:cubicBezTo>
                    <a:cubicBezTo>
                      <a:pt x="310" y="30337"/>
                      <a:pt x="-2189" y="18679"/>
                      <a:pt x="2021" y="8572"/>
                    </a:cubicBezTo>
                    <a:cubicBezTo>
                      <a:pt x="2772" y="5953"/>
                      <a:pt x="3827" y="3429"/>
                      <a:pt x="5157" y="1048"/>
                    </a:cubicBezTo>
                    <a:lnTo>
                      <a:pt x="5917" y="0"/>
                    </a:lnTo>
                    <a:cubicBezTo>
                      <a:pt x="4616" y="2343"/>
                      <a:pt x="3589" y="4839"/>
                      <a:pt x="2876" y="7429"/>
                    </a:cubicBezTo>
                    <a:cubicBezTo>
                      <a:pt x="-1381" y="17497"/>
                      <a:pt x="1128" y="29165"/>
                      <a:pt x="9149" y="36576"/>
                    </a:cubicBezTo>
                    <a:cubicBezTo>
                      <a:pt x="12266" y="39348"/>
                      <a:pt x="15678" y="41777"/>
                      <a:pt x="19318" y="43815"/>
                    </a:cubicBezTo>
                    <a:cubicBezTo>
                      <a:pt x="23224" y="46006"/>
                      <a:pt x="27330" y="47825"/>
                      <a:pt x="31578" y="49244"/>
                    </a:cubicBezTo>
                    <a:cubicBezTo>
                      <a:pt x="40901" y="52073"/>
                      <a:pt x="51013" y="49835"/>
                      <a:pt x="58283" y="43339"/>
                    </a:cubicBezTo>
                    <a:cubicBezTo>
                      <a:pt x="62142" y="39881"/>
                      <a:pt x="65620" y="36023"/>
                      <a:pt x="68643" y="31813"/>
                    </a:cubicBezTo>
                    <a:lnTo>
                      <a:pt x="68643" y="31813"/>
                    </a:lnTo>
                    <a:cubicBezTo>
                      <a:pt x="65440" y="36509"/>
                      <a:pt x="61667" y="40795"/>
                      <a:pt x="57428" y="44577"/>
                    </a:cubicBezTo>
                    <a:close/>
                  </a:path>
                </a:pathLst>
              </a:custGeom>
              <a:solidFill>
                <a:srgbClr val="1F232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497" name="Google Shape;3134;p47">
                <a:extLst>
                  <a:ext uri="{FF2B5EF4-FFF2-40B4-BE49-F238E27FC236}">
                    <a16:creationId xmlns:a16="http://schemas.microsoft.com/office/drawing/2014/main" id="{F42AF231-0CA2-089D-513E-A87C23C79EAD}"/>
                  </a:ext>
                </a:extLst>
              </p:cNvPr>
              <p:cNvSpPr/>
              <p:nvPr/>
            </p:nvSpPr>
            <p:spPr>
              <a:xfrm>
                <a:off x="5752373" y="4115091"/>
                <a:ext cx="68187" cy="61619"/>
              </a:xfrm>
              <a:custGeom>
                <a:avLst/>
                <a:gdLst/>
                <a:ahLst/>
                <a:cxnLst/>
                <a:rect l="l" t="t" r="r" b="b"/>
                <a:pathLst>
                  <a:path w="68187" h="61619" extrusionOk="0">
                    <a:moveTo>
                      <a:pt x="64786" y="21997"/>
                    </a:moveTo>
                    <a:cubicBezTo>
                      <a:pt x="61098" y="17082"/>
                      <a:pt x="56403" y="13024"/>
                      <a:pt x="51005" y="10090"/>
                    </a:cubicBezTo>
                    <a:lnTo>
                      <a:pt x="50435" y="10090"/>
                    </a:lnTo>
                    <a:lnTo>
                      <a:pt x="41787" y="5518"/>
                    </a:lnTo>
                    <a:cubicBezTo>
                      <a:pt x="39506" y="4375"/>
                      <a:pt x="37130" y="3232"/>
                      <a:pt x="34754" y="2280"/>
                    </a:cubicBezTo>
                    <a:cubicBezTo>
                      <a:pt x="33205" y="1623"/>
                      <a:pt x="31617" y="1051"/>
                      <a:pt x="30002" y="565"/>
                    </a:cubicBezTo>
                    <a:cubicBezTo>
                      <a:pt x="22494" y="-1911"/>
                      <a:pt x="13845" y="4090"/>
                      <a:pt x="8618" y="11900"/>
                    </a:cubicBezTo>
                    <a:cubicBezTo>
                      <a:pt x="5767" y="16205"/>
                      <a:pt x="3382" y="20806"/>
                      <a:pt x="1490" y="25616"/>
                    </a:cubicBezTo>
                    <a:cubicBezTo>
                      <a:pt x="-1684" y="33551"/>
                      <a:pt x="312" y="42618"/>
                      <a:pt x="6527" y="48476"/>
                    </a:cubicBezTo>
                    <a:cubicBezTo>
                      <a:pt x="9417" y="51200"/>
                      <a:pt x="12610" y="53601"/>
                      <a:pt x="16031" y="55620"/>
                    </a:cubicBezTo>
                    <a:cubicBezTo>
                      <a:pt x="19491" y="57620"/>
                      <a:pt x="23159" y="59249"/>
                      <a:pt x="26960" y="60478"/>
                    </a:cubicBezTo>
                    <a:cubicBezTo>
                      <a:pt x="37871" y="63478"/>
                      <a:pt x="49542" y="60468"/>
                      <a:pt x="57658" y="52572"/>
                    </a:cubicBezTo>
                    <a:cubicBezTo>
                      <a:pt x="59882" y="50848"/>
                      <a:pt x="61896" y="48867"/>
                      <a:pt x="63645" y="46666"/>
                    </a:cubicBezTo>
                    <a:cubicBezTo>
                      <a:pt x="65850" y="43695"/>
                      <a:pt x="67285" y="40228"/>
                      <a:pt x="67827" y="36570"/>
                    </a:cubicBezTo>
                    <a:cubicBezTo>
                      <a:pt x="68825" y="31503"/>
                      <a:pt x="67732" y="26235"/>
                      <a:pt x="64786" y="21997"/>
                    </a:cubicBezTo>
                    <a:close/>
                  </a:path>
                </a:pathLst>
              </a:custGeom>
              <a:solidFill>
                <a:srgbClr val="000000">
                  <a:alpha val="298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grpSp>
          <p:nvGrpSpPr>
            <p:cNvPr id="1039" name="Google Shape;3135;p47">
              <a:extLst>
                <a:ext uri="{FF2B5EF4-FFF2-40B4-BE49-F238E27FC236}">
                  <a16:creationId xmlns:a16="http://schemas.microsoft.com/office/drawing/2014/main" id="{71A1F5F7-2EBD-4BAE-F697-6AD9FD61661D}"/>
                </a:ext>
              </a:extLst>
            </p:cNvPr>
            <p:cNvGrpSpPr/>
            <p:nvPr/>
          </p:nvGrpSpPr>
          <p:grpSpPr>
            <a:xfrm flipH="1">
              <a:off x="3829267" y="2465054"/>
              <a:ext cx="683694" cy="518573"/>
              <a:chOff x="6621095" y="1452181"/>
              <a:chExt cx="330894" cy="250785"/>
            </a:xfrm>
          </p:grpSpPr>
          <p:sp>
            <p:nvSpPr>
              <p:cNvPr id="2210" name="Google Shape;3136;p47">
                <a:extLst>
                  <a:ext uri="{FF2B5EF4-FFF2-40B4-BE49-F238E27FC236}">
                    <a16:creationId xmlns:a16="http://schemas.microsoft.com/office/drawing/2014/main" id="{D75BAA52-96A8-105E-3508-19E107A8147B}"/>
                  </a:ext>
                </a:extLst>
              </p:cNvPr>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1" name="Google Shape;3137;p47">
                <a:extLst>
                  <a:ext uri="{FF2B5EF4-FFF2-40B4-BE49-F238E27FC236}">
                    <a16:creationId xmlns:a16="http://schemas.microsoft.com/office/drawing/2014/main" id="{4A19CE13-76F9-6E29-18BA-35407268A7A2}"/>
                  </a:ext>
                </a:extLst>
              </p:cNvPr>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2" name="Google Shape;3138;p47">
                <a:extLst>
                  <a:ext uri="{FF2B5EF4-FFF2-40B4-BE49-F238E27FC236}">
                    <a16:creationId xmlns:a16="http://schemas.microsoft.com/office/drawing/2014/main" id="{129FF5AC-4D2E-A1C9-AD92-2882F7F2D9AE}"/>
                  </a:ext>
                </a:extLst>
              </p:cNvPr>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3" name="Google Shape;3139;p47">
                <a:extLst>
                  <a:ext uri="{FF2B5EF4-FFF2-40B4-BE49-F238E27FC236}">
                    <a16:creationId xmlns:a16="http://schemas.microsoft.com/office/drawing/2014/main" id="{FE51CF8B-7EBA-B5EB-3816-51ABCA191727}"/>
                  </a:ext>
                </a:extLst>
              </p:cNvPr>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4" name="Google Shape;3140;p47">
                <a:extLst>
                  <a:ext uri="{FF2B5EF4-FFF2-40B4-BE49-F238E27FC236}">
                    <a16:creationId xmlns:a16="http://schemas.microsoft.com/office/drawing/2014/main" id="{B9839FE2-EF90-A19B-9051-C5707AAC8EFE}"/>
                  </a:ext>
                </a:extLst>
              </p:cNvPr>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sp>
          <p:nvSpPr>
            <p:cNvPr id="1040" name="Google Shape;3141;p47">
              <a:extLst>
                <a:ext uri="{FF2B5EF4-FFF2-40B4-BE49-F238E27FC236}">
                  <a16:creationId xmlns:a16="http://schemas.microsoft.com/office/drawing/2014/main" id="{2888AF78-BA09-9830-A871-D23994029B89}"/>
                </a:ext>
              </a:extLst>
            </p:cNvPr>
            <p:cNvSpPr/>
            <p:nvPr/>
          </p:nvSpPr>
          <p:spPr>
            <a:xfrm rot="-1803147">
              <a:off x="6082659" y="320502"/>
              <a:ext cx="40427" cy="70097"/>
            </a:xfrm>
            <a:custGeom>
              <a:avLst/>
              <a:gdLst/>
              <a:ahLst/>
              <a:cxnLst/>
              <a:rect l="l" t="t" r="r" b="b"/>
              <a:pathLst>
                <a:path w="49989" h="86677" extrusionOk="0">
                  <a:moveTo>
                    <a:pt x="49990" y="43339"/>
                  </a:moveTo>
                  <a:cubicBezTo>
                    <a:pt x="49990" y="67274"/>
                    <a:pt x="38799" y="86678"/>
                    <a:pt x="24995" y="86678"/>
                  </a:cubicBezTo>
                  <a:cubicBezTo>
                    <a:pt x="11190" y="86678"/>
                    <a:pt x="0" y="67274"/>
                    <a:pt x="0" y="43339"/>
                  </a:cubicBezTo>
                  <a:cubicBezTo>
                    <a:pt x="0" y="19403"/>
                    <a:pt x="11190" y="0"/>
                    <a:pt x="24995" y="0"/>
                  </a:cubicBezTo>
                  <a:cubicBezTo>
                    <a:pt x="38799" y="0"/>
                    <a:pt x="49990" y="19403"/>
                    <a:pt x="49990" y="43339"/>
                  </a:cubicBez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1" name="Google Shape;3142;p47">
              <a:extLst>
                <a:ext uri="{FF2B5EF4-FFF2-40B4-BE49-F238E27FC236}">
                  <a16:creationId xmlns:a16="http://schemas.microsoft.com/office/drawing/2014/main" id="{27E325DD-20DD-7C09-11E2-6E53BD7D48E4}"/>
                </a:ext>
              </a:extLst>
            </p:cNvPr>
            <p:cNvSpPr/>
            <p:nvPr/>
          </p:nvSpPr>
          <p:spPr>
            <a:xfrm>
              <a:off x="5777153" y="2115925"/>
              <a:ext cx="669353" cy="387341"/>
            </a:xfrm>
            <a:custGeom>
              <a:avLst/>
              <a:gdLst/>
              <a:ahLst/>
              <a:cxnLst/>
              <a:rect l="l" t="t" r="r" b="b"/>
              <a:pathLst>
                <a:path w="828920" h="479679" extrusionOk="0">
                  <a:moveTo>
                    <a:pt x="828920" y="239840"/>
                  </a:moveTo>
                  <a:cubicBezTo>
                    <a:pt x="828920" y="372299"/>
                    <a:pt x="643360" y="479679"/>
                    <a:pt x="414460" y="479679"/>
                  </a:cubicBezTo>
                  <a:cubicBezTo>
                    <a:pt x="185560" y="479679"/>
                    <a:pt x="0" y="372299"/>
                    <a:pt x="0" y="239840"/>
                  </a:cubicBezTo>
                  <a:cubicBezTo>
                    <a:pt x="0" y="107380"/>
                    <a:pt x="185560" y="0"/>
                    <a:pt x="414460" y="0"/>
                  </a:cubicBezTo>
                  <a:cubicBezTo>
                    <a:pt x="643360" y="0"/>
                    <a:pt x="828920" y="107380"/>
                    <a:pt x="828920" y="239840"/>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2" name="Google Shape;3143;p47">
              <a:extLst>
                <a:ext uri="{FF2B5EF4-FFF2-40B4-BE49-F238E27FC236}">
                  <a16:creationId xmlns:a16="http://schemas.microsoft.com/office/drawing/2014/main" id="{6D8456F7-3FED-3FCE-B39E-B5F377DB9B91}"/>
                </a:ext>
              </a:extLst>
            </p:cNvPr>
            <p:cNvSpPr/>
            <p:nvPr/>
          </p:nvSpPr>
          <p:spPr>
            <a:xfrm>
              <a:off x="5964040" y="276791"/>
              <a:ext cx="375852" cy="551229"/>
            </a:xfrm>
            <a:custGeom>
              <a:avLst/>
              <a:gdLst/>
              <a:ahLst/>
              <a:cxnLst/>
              <a:rect l="l" t="t" r="r" b="b"/>
              <a:pathLst>
                <a:path w="465451" h="682637" extrusionOk="0">
                  <a:moveTo>
                    <a:pt x="164035" y="22597"/>
                  </a:moveTo>
                  <a:cubicBezTo>
                    <a:pt x="182568" y="-7216"/>
                    <a:pt x="324079" y="-26837"/>
                    <a:pt x="370648" y="93368"/>
                  </a:cubicBezTo>
                  <a:cubicBezTo>
                    <a:pt x="388325" y="138898"/>
                    <a:pt x="385569" y="255293"/>
                    <a:pt x="400299" y="328540"/>
                  </a:cubicBezTo>
                  <a:cubicBezTo>
                    <a:pt x="415030" y="401788"/>
                    <a:pt x="449909" y="442840"/>
                    <a:pt x="462359" y="502562"/>
                  </a:cubicBezTo>
                  <a:cubicBezTo>
                    <a:pt x="474809" y="562284"/>
                    <a:pt x="454471" y="661534"/>
                    <a:pt x="311724" y="679060"/>
                  </a:cubicBezTo>
                  <a:cubicBezTo>
                    <a:pt x="168977" y="696586"/>
                    <a:pt x="59209" y="646390"/>
                    <a:pt x="25470" y="600765"/>
                  </a:cubicBezTo>
                  <a:cubicBezTo>
                    <a:pt x="-8268" y="555140"/>
                    <a:pt x="-8934" y="457890"/>
                    <a:pt x="26135" y="406169"/>
                  </a:cubicBezTo>
                  <a:cubicBezTo>
                    <a:pt x="61204" y="354448"/>
                    <a:pt x="87720" y="311776"/>
                    <a:pt x="86865" y="244244"/>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3" name="Google Shape;3144;p47">
              <a:extLst>
                <a:ext uri="{FF2B5EF4-FFF2-40B4-BE49-F238E27FC236}">
                  <a16:creationId xmlns:a16="http://schemas.microsoft.com/office/drawing/2014/main" id="{8F04A45C-4915-B69E-084C-3C67442C5D5C}"/>
                </a:ext>
              </a:extLst>
            </p:cNvPr>
            <p:cNvSpPr/>
            <p:nvPr/>
          </p:nvSpPr>
          <p:spPr>
            <a:xfrm>
              <a:off x="5952425" y="673402"/>
              <a:ext cx="70057" cy="407712"/>
            </a:xfrm>
            <a:custGeom>
              <a:avLst/>
              <a:gdLst/>
              <a:ahLst/>
              <a:cxnLst/>
              <a:rect l="l" t="t" r="r" b="b"/>
              <a:pathLst>
                <a:path w="86758" h="504907" extrusionOk="0">
                  <a:moveTo>
                    <a:pt x="8870" y="34023"/>
                  </a:moveTo>
                  <a:cubicBezTo>
                    <a:pt x="8870" y="34023"/>
                    <a:pt x="-24678" y="271196"/>
                    <a:pt x="38712" y="439789"/>
                  </a:cubicBezTo>
                  <a:cubicBezTo>
                    <a:pt x="102102" y="608381"/>
                    <a:pt x="84520" y="396355"/>
                    <a:pt x="84520" y="396355"/>
                  </a:cubicBezTo>
                  <a:lnTo>
                    <a:pt x="69314" y="345967"/>
                  </a:lnTo>
                  <a:cubicBezTo>
                    <a:pt x="69314" y="345967"/>
                    <a:pt x="56579" y="152038"/>
                    <a:pt x="61807" y="104508"/>
                  </a:cubicBezTo>
                  <a:cubicBezTo>
                    <a:pt x="67033" y="56979"/>
                    <a:pt x="65798" y="16116"/>
                    <a:pt x="69314" y="12306"/>
                  </a:cubicBezTo>
                  <a:cubicBezTo>
                    <a:pt x="72831" y="8497"/>
                    <a:pt x="56674" y="972"/>
                    <a:pt x="50307" y="19"/>
                  </a:cubicBezTo>
                  <a:cubicBezTo>
                    <a:pt x="43939" y="-933"/>
                    <a:pt x="8870" y="34023"/>
                    <a:pt x="8870" y="34023"/>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4" name="Google Shape;3145;p47">
              <a:extLst>
                <a:ext uri="{FF2B5EF4-FFF2-40B4-BE49-F238E27FC236}">
                  <a16:creationId xmlns:a16="http://schemas.microsoft.com/office/drawing/2014/main" id="{B87C924E-690A-8BF5-1F21-A7E768C575CF}"/>
                </a:ext>
              </a:extLst>
            </p:cNvPr>
            <p:cNvSpPr/>
            <p:nvPr/>
          </p:nvSpPr>
          <p:spPr>
            <a:xfrm>
              <a:off x="5992903" y="271657"/>
              <a:ext cx="179035" cy="222681"/>
            </a:xfrm>
            <a:custGeom>
              <a:avLst/>
              <a:gdLst/>
              <a:ahLst/>
              <a:cxnLst/>
              <a:rect l="l" t="t" r="r" b="b"/>
              <a:pathLst>
                <a:path w="221715" h="275766" extrusionOk="0">
                  <a:moveTo>
                    <a:pt x="221716" y="8191"/>
                  </a:moveTo>
                  <a:cubicBezTo>
                    <a:pt x="221716" y="8191"/>
                    <a:pt x="115178" y="-22575"/>
                    <a:pt x="50648" y="35147"/>
                  </a:cubicBezTo>
                  <a:cubicBezTo>
                    <a:pt x="-8371" y="87915"/>
                    <a:pt x="-3429" y="159734"/>
                    <a:pt x="5125" y="193452"/>
                  </a:cubicBezTo>
                  <a:cubicBezTo>
                    <a:pt x="13678" y="227171"/>
                    <a:pt x="30975" y="273176"/>
                    <a:pt x="57681" y="275748"/>
                  </a:cubicBezTo>
                  <a:cubicBezTo>
                    <a:pt x="84386" y="278320"/>
                    <a:pt x="221716" y="8191"/>
                    <a:pt x="221716" y="8191"/>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5" name="Google Shape;3146;p47">
              <a:extLst>
                <a:ext uri="{FF2B5EF4-FFF2-40B4-BE49-F238E27FC236}">
                  <a16:creationId xmlns:a16="http://schemas.microsoft.com/office/drawing/2014/main" id="{90EB6D96-FDC6-915F-29BF-635CEC4C308F}"/>
                </a:ext>
              </a:extLst>
            </p:cNvPr>
            <p:cNvSpPr/>
            <p:nvPr/>
          </p:nvSpPr>
          <p:spPr>
            <a:xfrm>
              <a:off x="6027515" y="513497"/>
              <a:ext cx="222025" cy="248990"/>
            </a:xfrm>
            <a:custGeom>
              <a:avLst/>
              <a:gdLst/>
              <a:ahLst/>
              <a:cxnLst/>
              <a:rect l="l" t="t" r="r" b="b"/>
              <a:pathLst>
                <a:path w="274953" h="308347" extrusionOk="0">
                  <a:moveTo>
                    <a:pt x="219342" y="0"/>
                  </a:moveTo>
                  <a:cubicBezTo>
                    <a:pt x="219342" y="0"/>
                    <a:pt x="212310" y="119063"/>
                    <a:pt x="214495" y="127825"/>
                  </a:cubicBezTo>
                  <a:cubicBezTo>
                    <a:pt x="216681" y="136588"/>
                    <a:pt x="261159" y="144971"/>
                    <a:pt x="273609" y="155353"/>
                  </a:cubicBezTo>
                  <a:cubicBezTo>
                    <a:pt x="286059" y="165735"/>
                    <a:pt x="208983" y="286512"/>
                    <a:pt x="169828" y="304419"/>
                  </a:cubicBezTo>
                  <a:cubicBezTo>
                    <a:pt x="130672" y="322326"/>
                    <a:pt x="9308" y="276606"/>
                    <a:pt x="945" y="216122"/>
                  </a:cubicBezTo>
                  <a:cubicBezTo>
                    <a:pt x="-6848" y="160401"/>
                    <a:pt x="35634" y="117158"/>
                    <a:pt x="51981" y="101822"/>
                  </a:cubicBezTo>
                  <a:cubicBezTo>
                    <a:pt x="63100" y="100841"/>
                    <a:pt x="74276" y="100555"/>
                    <a:pt x="85434" y="100965"/>
                  </a:cubicBezTo>
                  <a:lnTo>
                    <a:pt x="89045" y="43243"/>
                  </a:lnTo>
                  <a:cubicBezTo>
                    <a:pt x="142457" y="26575"/>
                    <a:pt x="219342" y="0"/>
                    <a:pt x="219342" y="0"/>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6" name="Google Shape;3147;p47">
              <a:extLst>
                <a:ext uri="{FF2B5EF4-FFF2-40B4-BE49-F238E27FC236}">
                  <a16:creationId xmlns:a16="http://schemas.microsoft.com/office/drawing/2014/main" id="{7976ED81-B3FF-73D0-575B-8DCA85A09045}"/>
                </a:ext>
              </a:extLst>
            </p:cNvPr>
            <p:cNvSpPr/>
            <p:nvPr/>
          </p:nvSpPr>
          <p:spPr>
            <a:xfrm>
              <a:off x="5963282" y="594790"/>
              <a:ext cx="323371" cy="372912"/>
            </a:xfrm>
            <a:custGeom>
              <a:avLst/>
              <a:gdLst/>
              <a:ahLst/>
              <a:cxnLst/>
              <a:rect l="l" t="t" r="r" b="b"/>
              <a:pathLst>
                <a:path w="400459" h="461811" extrusionOk="0">
                  <a:moveTo>
                    <a:pt x="315417" y="38688"/>
                  </a:moveTo>
                  <a:cubicBezTo>
                    <a:pt x="348776" y="43832"/>
                    <a:pt x="386981" y="61739"/>
                    <a:pt x="392208" y="80027"/>
                  </a:cubicBezTo>
                  <a:cubicBezTo>
                    <a:pt x="398290" y="101363"/>
                    <a:pt x="411216" y="202042"/>
                    <a:pt x="382704" y="278718"/>
                  </a:cubicBezTo>
                  <a:cubicBezTo>
                    <a:pt x="354193" y="355394"/>
                    <a:pt x="334330" y="404067"/>
                    <a:pt x="317793" y="437024"/>
                  </a:cubicBezTo>
                  <a:cubicBezTo>
                    <a:pt x="317793" y="437024"/>
                    <a:pt x="173431" y="499126"/>
                    <a:pt x="57009" y="426737"/>
                  </a:cubicBezTo>
                  <a:cubicBezTo>
                    <a:pt x="57009" y="426737"/>
                    <a:pt x="49026" y="344631"/>
                    <a:pt x="48456" y="300721"/>
                  </a:cubicBezTo>
                  <a:cubicBezTo>
                    <a:pt x="-58937" y="206804"/>
                    <a:pt x="32870" y="91171"/>
                    <a:pt x="123916" y="969"/>
                  </a:cubicBezTo>
                  <a:cubicBezTo>
                    <a:pt x="134807" y="-136"/>
                    <a:pt x="145784" y="-298"/>
                    <a:pt x="156704" y="493"/>
                  </a:cubicBezTo>
                  <a:cubicBezTo>
                    <a:pt x="156704" y="493"/>
                    <a:pt x="75447" y="96791"/>
                    <a:pt x="131899" y="151464"/>
                  </a:cubicBezTo>
                  <a:cubicBezTo>
                    <a:pt x="252693" y="114793"/>
                    <a:pt x="276737" y="60405"/>
                    <a:pt x="315417" y="38688"/>
                  </a:cubicBez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7" name="Google Shape;3148;p47">
              <a:extLst>
                <a:ext uri="{FF2B5EF4-FFF2-40B4-BE49-F238E27FC236}">
                  <a16:creationId xmlns:a16="http://schemas.microsoft.com/office/drawing/2014/main" id="{C0B3D9F3-EC0A-1D05-C62A-8B8E92703220}"/>
                </a:ext>
              </a:extLst>
            </p:cNvPr>
            <p:cNvSpPr/>
            <p:nvPr/>
          </p:nvSpPr>
          <p:spPr>
            <a:xfrm>
              <a:off x="6020709" y="289521"/>
              <a:ext cx="238064" cy="294179"/>
            </a:xfrm>
            <a:custGeom>
              <a:avLst/>
              <a:gdLst/>
              <a:ahLst/>
              <a:cxnLst/>
              <a:rect l="l" t="t" r="r" b="b"/>
              <a:pathLst>
                <a:path w="294816" h="364308" extrusionOk="0">
                  <a:moveTo>
                    <a:pt x="6143" y="129898"/>
                  </a:moveTo>
                  <a:lnTo>
                    <a:pt x="6143" y="129898"/>
                  </a:lnTo>
                  <a:cubicBezTo>
                    <a:pt x="18118" y="53698"/>
                    <a:pt x="73240" y="-4405"/>
                    <a:pt x="151931" y="263"/>
                  </a:cubicBezTo>
                  <a:cubicBezTo>
                    <a:pt x="235318" y="4873"/>
                    <a:pt x="299183" y="76348"/>
                    <a:pt x="294583" y="159921"/>
                  </a:cubicBezTo>
                  <a:cubicBezTo>
                    <a:pt x="291970" y="207365"/>
                    <a:pt x="267307" y="250837"/>
                    <a:pt x="227961" y="277345"/>
                  </a:cubicBezTo>
                  <a:cubicBezTo>
                    <a:pt x="225244" y="288937"/>
                    <a:pt x="221157" y="300157"/>
                    <a:pt x="215797" y="310778"/>
                  </a:cubicBezTo>
                  <a:cubicBezTo>
                    <a:pt x="187855" y="343353"/>
                    <a:pt x="113916" y="363927"/>
                    <a:pt x="89492" y="364308"/>
                  </a:cubicBezTo>
                  <a:cubicBezTo>
                    <a:pt x="68298" y="364308"/>
                    <a:pt x="50146" y="344782"/>
                    <a:pt x="30283" y="311921"/>
                  </a:cubicBezTo>
                  <a:cubicBezTo>
                    <a:pt x="-10774" y="243436"/>
                    <a:pt x="-319" y="167617"/>
                    <a:pt x="6143" y="129898"/>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8" name="Google Shape;3149;p47">
              <a:extLst>
                <a:ext uri="{FF2B5EF4-FFF2-40B4-BE49-F238E27FC236}">
                  <a16:creationId xmlns:a16="http://schemas.microsoft.com/office/drawing/2014/main" id="{6FB42C8F-52C4-74E9-F0D4-DB184BDE9D6B}"/>
                </a:ext>
              </a:extLst>
            </p:cNvPr>
            <p:cNvSpPr/>
            <p:nvPr/>
          </p:nvSpPr>
          <p:spPr>
            <a:xfrm>
              <a:off x="6029967" y="288305"/>
              <a:ext cx="239492" cy="225171"/>
            </a:xfrm>
            <a:custGeom>
              <a:avLst/>
              <a:gdLst/>
              <a:ahLst/>
              <a:cxnLst/>
              <a:rect l="l" t="t" r="r" b="b"/>
              <a:pathLst>
                <a:path w="296585" h="278850" extrusionOk="0">
                  <a:moveTo>
                    <a:pt x="164891" y="3197"/>
                  </a:moveTo>
                  <a:cubicBezTo>
                    <a:pt x="220108" y="13961"/>
                    <a:pt x="265441" y="29582"/>
                    <a:pt x="280457" y="83874"/>
                  </a:cubicBezTo>
                  <a:cubicBezTo>
                    <a:pt x="290721" y="121307"/>
                    <a:pt x="304121" y="192554"/>
                    <a:pt x="291386" y="222653"/>
                  </a:cubicBezTo>
                  <a:lnTo>
                    <a:pt x="283403" y="244370"/>
                  </a:lnTo>
                  <a:lnTo>
                    <a:pt x="216876" y="278851"/>
                  </a:lnTo>
                  <a:cubicBezTo>
                    <a:pt x="216876" y="278851"/>
                    <a:pt x="185704" y="252848"/>
                    <a:pt x="195398" y="176457"/>
                  </a:cubicBezTo>
                  <a:cubicBezTo>
                    <a:pt x="194980" y="166227"/>
                    <a:pt x="191692" y="156321"/>
                    <a:pt x="185894" y="147882"/>
                  </a:cubicBezTo>
                  <a:cubicBezTo>
                    <a:pt x="181580" y="140729"/>
                    <a:pt x="178367" y="132956"/>
                    <a:pt x="176390" y="124832"/>
                  </a:cubicBezTo>
                  <a:cubicBezTo>
                    <a:pt x="168531" y="104162"/>
                    <a:pt x="153001" y="87332"/>
                    <a:pt x="133053" y="77873"/>
                  </a:cubicBezTo>
                  <a:cubicBezTo>
                    <a:pt x="83348" y="49870"/>
                    <a:pt x="10454" y="74063"/>
                    <a:pt x="0" y="84160"/>
                  </a:cubicBezTo>
                  <a:cubicBezTo>
                    <a:pt x="33929" y="14627"/>
                    <a:pt x="100645" y="-9376"/>
                    <a:pt x="164891" y="3197"/>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9" name="Google Shape;3150;p47">
              <a:extLst>
                <a:ext uri="{FF2B5EF4-FFF2-40B4-BE49-F238E27FC236}">
                  <a16:creationId xmlns:a16="http://schemas.microsoft.com/office/drawing/2014/main" id="{5D277840-6516-11DD-FF5B-A24F39FA03F2}"/>
                </a:ext>
              </a:extLst>
            </p:cNvPr>
            <p:cNvSpPr/>
            <p:nvPr/>
          </p:nvSpPr>
          <p:spPr>
            <a:xfrm>
              <a:off x="6069645" y="2237688"/>
              <a:ext cx="188076" cy="143860"/>
            </a:xfrm>
            <a:custGeom>
              <a:avLst/>
              <a:gdLst/>
              <a:ahLst/>
              <a:cxnLst/>
              <a:rect l="l" t="t" r="r" b="b"/>
              <a:pathLst>
                <a:path w="232912" h="178155" extrusionOk="0">
                  <a:moveTo>
                    <a:pt x="216022" y="5"/>
                  </a:moveTo>
                  <a:cubicBezTo>
                    <a:pt x="188081" y="22769"/>
                    <a:pt x="144649" y="7053"/>
                    <a:pt x="142558" y="9053"/>
                  </a:cubicBezTo>
                  <a:cubicBezTo>
                    <a:pt x="114047" y="37628"/>
                    <a:pt x="71755" y="62489"/>
                    <a:pt x="40202" y="87444"/>
                  </a:cubicBezTo>
                  <a:cubicBezTo>
                    <a:pt x="22810" y="101160"/>
                    <a:pt x="-4276" y="119543"/>
                    <a:pt x="571" y="145927"/>
                  </a:cubicBezTo>
                  <a:cubicBezTo>
                    <a:pt x="9410" y="193076"/>
                    <a:pt x="84775" y="178598"/>
                    <a:pt x="113191" y="164120"/>
                  </a:cubicBezTo>
                  <a:cubicBezTo>
                    <a:pt x="141608" y="149642"/>
                    <a:pt x="164797" y="126020"/>
                    <a:pt x="191692" y="109066"/>
                  </a:cubicBezTo>
                  <a:cubicBezTo>
                    <a:pt x="210700" y="97064"/>
                    <a:pt x="229708" y="90873"/>
                    <a:pt x="232749" y="66584"/>
                  </a:cubicBezTo>
                  <a:cubicBezTo>
                    <a:pt x="234555" y="51916"/>
                    <a:pt x="220964" y="-567"/>
                    <a:pt x="216022" y="5"/>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0" name="Google Shape;3151;p47">
              <a:extLst>
                <a:ext uri="{FF2B5EF4-FFF2-40B4-BE49-F238E27FC236}">
                  <a16:creationId xmlns:a16="http://schemas.microsoft.com/office/drawing/2014/main" id="{022B20DB-9ADE-7450-FF44-BBEF41D8249D}"/>
                </a:ext>
              </a:extLst>
            </p:cNvPr>
            <p:cNvSpPr/>
            <p:nvPr/>
          </p:nvSpPr>
          <p:spPr>
            <a:xfrm>
              <a:off x="6070415" y="2283614"/>
              <a:ext cx="187263" cy="97891"/>
            </a:xfrm>
            <a:custGeom>
              <a:avLst/>
              <a:gdLst/>
              <a:ahLst/>
              <a:cxnLst/>
              <a:rect l="l" t="t" r="r" b="b"/>
              <a:pathLst>
                <a:path w="231905" h="121227" extrusionOk="0">
                  <a:moveTo>
                    <a:pt x="231417" y="0"/>
                  </a:moveTo>
                  <a:cubicBezTo>
                    <a:pt x="227711" y="23241"/>
                    <a:pt x="209083" y="29623"/>
                    <a:pt x="190076" y="41434"/>
                  </a:cubicBezTo>
                  <a:cubicBezTo>
                    <a:pt x="162705" y="58483"/>
                    <a:pt x="138660" y="83058"/>
                    <a:pt x="110244" y="97441"/>
                  </a:cubicBezTo>
                  <a:cubicBezTo>
                    <a:pt x="84013" y="110776"/>
                    <a:pt x="18437" y="124015"/>
                    <a:pt x="0" y="90392"/>
                  </a:cubicBezTo>
                  <a:cubicBezTo>
                    <a:pt x="10074" y="135826"/>
                    <a:pt x="84108" y="121539"/>
                    <a:pt x="112240" y="107251"/>
                  </a:cubicBezTo>
                  <a:cubicBezTo>
                    <a:pt x="140371" y="92964"/>
                    <a:pt x="163845" y="69151"/>
                    <a:pt x="190741" y="52197"/>
                  </a:cubicBezTo>
                  <a:cubicBezTo>
                    <a:pt x="209748" y="40196"/>
                    <a:pt x="228756" y="34004"/>
                    <a:pt x="231797" y="9715"/>
                  </a:cubicBezTo>
                  <a:cubicBezTo>
                    <a:pt x="232025" y="6477"/>
                    <a:pt x="231892" y="3219"/>
                    <a:pt x="231417" y="0"/>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1" name="Google Shape;3152;p47">
              <a:extLst>
                <a:ext uri="{FF2B5EF4-FFF2-40B4-BE49-F238E27FC236}">
                  <a16:creationId xmlns:a16="http://schemas.microsoft.com/office/drawing/2014/main" id="{53A35A6E-9C73-9480-89AE-5F5AC8BE5217}"/>
                </a:ext>
              </a:extLst>
            </p:cNvPr>
            <p:cNvSpPr/>
            <p:nvPr/>
          </p:nvSpPr>
          <p:spPr>
            <a:xfrm>
              <a:off x="5927157" y="2205996"/>
              <a:ext cx="172547" cy="133696"/>
            </a:xfrm>
            <a:custGeom>
              <a:avLst/>
              <a:gdLst/>
              <a:ahLst/>
              <a:cxnLst/>
              <a:rect l="l" t="t" r="r" b="b"/>
              <a:pathLst>
                <a:path w="213680" h="165568" extrusionOk="0">
                  <a:moveTo>
                    <a:pt x="196496" y="5"/>
                  </a:moveTo>
                  <a:cubicBezTo>
                    <a:pt x="170931" y="20864"/>
                    <a:pt x="132345" y="9530"/>
                    <a:pt x="130445" y="11054"/>
                  </a:cubicBezTo>
                  <a:cubicBezTo>
                    <a:pt x="104404" y="37247"/>
                    <a:pt x="65819" y="59726"/>
                    <a:pt x="36927" y="82491"/>
                  </a:cubicBezTo>
                  <a:cubicBezTo>
                    <a:pt x="20961" y="95064"/>
                    <a:pt x="-3939" y="111924"/>
                    <a:pt x="528" y="136022"/>
                  </a:cubicBezTo>
                  <a:cubicBezTo>
                    <a:pt x="8606" y="179265"/>
                    <a:pt x="77604" y="165930"/>
                    <a:pt x="103644" y="152786"/>
                  </a:cubicBezTo>
                  <a:cubicBezTo>
                    <a:pt x="129684" y="139641"/>
                    <a:pt x="151163" y="117638"/>
                    <a:pt x="175588" y="102303"/>
                  </a:cubicBezTo>
                  <a:cubicBezTo>
                    <a:pt x="193170" y="91350"/>
                    <a:pt x="210466" y="85634"/>
                    <a:pt x="213603" y="63441"/>
                  </a:cubicBezTo>
                  <a:cubicBezTo>
                    <a:pt x="214838" y="50011"/>
                    <a:pt x="201058" y="-567"/>
                    <a:pt x="196496" y="5"/>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2" name="Google Shape;3153;p47">
              <a:extLst>
                <a:ext uri="{FF2B5EF4-FFF2-40B4-BE49-F238E27FC236}">
                  <a16:creationId xmlns:a16="http://schemas.microsoft.com/office/drawing/2014/main" id="{4F2AD686-E737-BD64-95E0-C1260F34C7C1}"/>
                </a:ext>
              </a:extLst>
            </p:cNvPr>
            <p:cNvSpPr/>
            <p:nvPr/>
          </p:nvSpPr>
          <p:spPr>
            <a:xfrm>
              <a:off x="5927737" y="2249998"/>
              <a:ext cx="171800" cy="89748"/>
            </a:xfrm>
            <a:custGeom>
              <a:avLst/>
              <a:gdLst/>
              <a:ahLst/>
              <a:cxnLst/>
              <a:rect l="l" t="t" r="r" b="b"/>
              <a:pathLst>
                <a:path w="212755" h="111143" extrusionOk="0">
                  <a:moveTo>
                    <a:pt x="212124" y="0"/>
                  </a:moveTo>
                  <a:cubicBezTo>
                    <a:pt x="208798" y="21241"/>
                    <a:pt x="191691" y="27146"/>
                    <a:pt x="174109" y="38100"/>
                  </a:cubicBezTo>
                  <a:cubicBezTo>
                    <a:pt x="149019" y="53721"/>
                    <a:pt x="126590" y="76200"/>
                    <a:pt x="100930" y="89344"/>
                  </a:cubicBezTo>
                  <a:cubicBezTo>
                    <a:pt x="76886" y="101632"/>
                    <a:pt x="16917" y="113728"/>
                    <a:pt x="0" y="82867"/>
                  </a:cubicBezTo>
                  <a:cubicBezTo>
                    <a:pt x="9504" y="124492"/>
                    <a:pt x="76980" y="111442"/>
                    <a:pt x="102736" y="98393"/>
                  </a:cubicBezTo>
                  <a:cubicBezTo>
                    <a:pt x="128491" y="85344"/>
                    <a:pt x="150255" y="63246"/>
                    <a:pt x="174679" y="47911"/>
                  </a:cubicBezTo>
                  <a:cubicBezTo>
                    <a:pt x="192261" y="36957"/>
                    <a:pt x="209558" y="31242"/>
                    <a:pt x="212694" y="9049"/>
                  </a:cubicBezTo>
                  <a:cubicBezTo>
                    <a:pt x="212866" y="6020"/>
                    <a:pt x="212676" y="2981"/>
                    <a:pt x="212124" y="0"/>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3" name="Google Shape;3154;p47">
              <a:extLst>
                <a:ext uri="{FF2B5EF4-FFF2-40B4-BE49-F238E27FC236}">
                  <a16:creationId xmlns:a16="http://schemas.microsoft.com/office/drawing/2014/main" id="{6BAF77AE-D96F-A2E7-1196-DB02971A3721}"/>
                </a:ext>
              </a:extLst>
            </p:cNvPr>
            <p:cNvSpPr/>
            <p:nvPr/>
          </p:nvSpPr>
          <p:spPr>
            <a:xfrm>
              <a:off x="5955035" y="963103"/>
              <a:ext cx="368082" cy="1288142"/>
            </a:xfrm>
            <a:custGeom>
              <a:avLst/>
              <a:gdLst/>
              <a:ahLst/>
              <a:cxnLst/>
              <a:rect l="l" t="t" r="r" b="b"/>
              <a:pathLst>
                <a:path w="455829" h="1595222" extrusionOk="0">
                  <a:moveTo>
                    <a:pt x="11434" y="236696"/>
                  </a:moveTo>
                  <a:cubicBezTo>
                    <a:pt x="23694" y="140208"/>
                    <a:pt x="58953" y="0"/>
                    <a:pt x="58953" y="0"/>
                  </a:cubicBezTo>
                  <a:cubicBezTo>
                    <a:pt x="92720" y="15859"/>
                    <a:pt x="129281" y="24889"/>
                    <a:pt x="166536" y="26575"/>
                  </a:cubicBezTo>
                  <a:cubicBezTo>
                    <a:pt x="228691" y="29718"/>
                    <a:pt x="328101" y="10859"/>
                    <a:pt x="328101" y="10859"/>
                  </a:cubicBezTo>
                  <a:cubicBezTo>
                    <a:pt x="345540" y="41281"/>
                    <a:pt x="364576" y="70752"/>
                    <a:pt x="385123" y="99155"/>
                  </a:cubicBezTo>
                  <a:cubicBezTo>
                    <a:pt x="412875" y="137731"/>
                    <a:pt x="466856" y="222409"/>
                    <a:pt x="453836" y="370332"/>
                  </a:cubicBezTo>
                  <a:cubicBezTo>
                    <a:pt x="445282" y="467011"/>
                    <a:pt x="391301" y="877443"/>
                    <a:pt x="391301" y="877443"/>
                  </a:cubicBezTo>
                  <a:cubicBezTo>
                    <a:pt x="412295" y="946490"/>
                    <a:pt x="423452" y="1018156"/>
                    <a:pt x="424469" y="1090327"/>
                  </a:cubicBezTo>
                  <a:cubicBezTo>
                    <a:pt x="423899" y="1150048"/>
                    <a:pt x="408218" y="1251490"/>
                    <a:pt x="390635" y="1345311"/>
                  </a:cubicBezTo>
                  <a:lnTo>
                    <a:pt x="358418" y="1578293"/>
                  </a:lnTo>
                  <a:cubicBezTo>
                    <a:pt x="358418" y="1578293"/>
                    <a:pt x="315556" y="1609344"/>
                    <a:pt x="284953" y="1587341"/>
                  </a:cubicBezTo>
                  <a:lnTo>
                    <a:pt x="288850" y="1359408"/>
                  </a:lnTo>
                  <a:cubicBezTo>
                    <a:pt x="285049" y="1303592"/>
                    <a:pt x="279346" y="1221296"/>
                    <a:pt x="276020" y="1168908"/>
                  </a:cubicBezTo>
                  <a:cubicBezTo>
                    <a:pt x="270223" y="1083183"/>
                    <a:pt x="254921" y="947356"/>
                    <a:pt x="250550" y="913352"/>
                  </a:cubicBezTo>
                  <a:cubicBezTo>
                    <a:pt x="246178" y="879348"/>
                    <a:pt x="235249" y="820103"/>
                    <a:pt x="230117" y="753618"/>
                  </a:cubicBezTo>
                  <a:cubicBezTo>
                    <a:pt x="224985" y="687134"/>
                    <a:pt x="199895" y="349282"/>
                    <a:pt x="199895" y="349282"/>
                  </a:cubicBezTo>
                  <a:lnTo>
                    <a:pt x="196473" y="412528"/>
                  </a:lnTo>
                  <a:cubicBezTo>
                    <a:pt x="196473" y="412528"/>
                    <a:pt x="193147" y="515303"/>
                    <a:pt x="178416" y="641985"/>
                  </a:cubicBezTo>
                  <a:cubicBezTo>
                    <a:pt x="163685" y="768668"/>
                    <a:pt x="158553" y="824960"/>
                    <a:pt x="158553" y="824960"/>
                  </a:cubicBezTo>
                  <a:cubicBezTo>
                    <a:pt x="158553" y="824960"/>
                    <a:pt x="184118" y="872109"/>
                    <a:pt x="187065" y="906780"/>
                  </a:cubicBezTo>
                  <a:cubicBezTo>
                    <a:pt x="189630" y="934212"/>
                    <a:pt x="220898" y="1150906"/>
                    <a:pt x="202271" y="1261110"/>
                  </a:cubicBezTo>
                  <a:lnTo>
                    <a:pt x="164256" y="1541336"/>
                  </a:lnTo>
                  <a:cubicBezTo>
                    <a:pt x="144782" y="1554832"/>
                    <a:pt x="120015" y="1558090"/>
                    <a:pt x="97729" y="1550098"/>
                  </a:cubicBezTo>
                  <a:lnTo>
                    <a:pt x="75205" y="1267682"/>
                  </a:lnTo>
                  <a:cubicBezTo>
                    <a:pt x="60094" y="1160145"/>
                    <a:pt x="27686" y="932307"/>
                    <a:pt x="23124" y="902684"/>
                  </a:cubicBezTo>
                  <a:cubicBezTo>
                    <a:pt x="16662" y="863727"/>
                    <a:pt x="11340" y="844487"/>
                    <a:pt x="4117" y="721709"/>
                  </a:cubicBezTo>
                  <a:cubicBezTo>
                    <a:pt x="-3106" y="598932"/>
                    <a:pt x="-920" y="333185"/>
                    <a:pt x="11434" y="236696"/>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4" name="Google Shape;3155;p47">
              <a:extLst>
                <a:ext uri="{FF2B5EF4-FFF2-40B4-BE49-F238E27FC236}">
                  <a16:creationId xmlns:a16="http://schemas.microsoft.com/office/drawing/2014/main" id="{2A468AD7-F25A-93E7-0D9B-946E78D756A7}"/>
                </a:ext>
              </a:extLst>
            </p:cNvPr>
            <p:cNvSpPr/>
            <p:nvPr/>
          </p:nvSpPr>
          <p:spPr>
            <a:xfrm>
              <a:off x="5939457" y="937334"/>
              <a:ext cx="391797" cy="856741"/>
            </a:xfrm>
            <a:custGeom>
              <a:avLst/>
              <a:gdLst/>
              <a:ahLst/>
              <a:cxnLst/>
              <a:rect l="l" t="t" r="r" b="b"/>
              <a:pathLst>
                <a:path w="485198" h="1060979" extrusionOk="0">
                  <a:moveTo>
                    <a:pt x="347391" y="12859"/>
                  </a:moveTo>
                  <a:lnTo>
                    <a:pt x="430264" y="179832"/>
                  </a:lnTo>
                  <a:cubicBezTo>
                    <a:pt x="430264" y="179832"/>
                    <a:pt x="556855" y="365474"/>
                    <a:pt x="425702" y="842772"/>
                  </a:cubicBezTo>
                  <a:lnTo>
                    <a:pt x="450317" y="990029"/>
                  </a:lnTo>
                  <a:cubicBezTo>
                    <a:pt x="450317" y="990029"/>
                    <a:pt x="202078" y="1149668"/>
                    <a:pt x="35952" y="990029"/>
                  </a:cubicBezTo>
                  <a:cubicBezTo>
                    <a:pt x="35952" y="990029"/>
                    <a:pt x="-21641" y="548926"/>
                    <a:pt x="8961" y="345567"/>
                  </a:cubicBezTo>
                  <a:cubicBezTo>
                    <a:pt x="26011" y="228591"/>
                    <a:pt x="51871" y="113071"/>
                    <a:pt x="86322" y="0"/>
                  </a:cubicBezTo>
                  <a:cubicBezTo>
                    <a:pt x="86322" y="0"/>
                    <a:pt x="126998" y="45053"/>
                    <a:pt x="336367" y="15335"/>
                  </a:cubicBezTo>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5" name="Google Shape;3156;p47">
              <a:extLst>
                <a:ext uri="{FF2B5EF4-FFF2-40B4-BE49-F238E27FC236}">
                  <a16:creationId xmlns:a16="http://schemas.microsoft.com/office/drawing/2014/main" id="{33FB1E05-4796-3319-63CE-9A17E3AA3EC3}"/>
                </a:ext>
              </a:extLst>
            </p:cNvPr>
            <p:cNvSpPr/>
            <p:nvPr/>
          </p:nvSpPr>
          <p:spPr>
            <a:xfrm>
              <a:off x="5733626" y="681017"/>
              <a:ext cx="564393" cy="492344"/>
            </a:xfrm>
            <a:custGeom>
              <a:avLst/>
              <a:gdLst/>
              <a:ahLst/>
              <a:cxnLst/>
              <a:rect l="l" t="t" r="r" b="b"/>
              <a:pathLst>
                <a:path w="698939" h="609714" extrusionOk="0">
                  <a:moveTo>
                    <a:pt x="82790" y="448837"/>
                  </a:moveTo>
                  <a:cubicBezTo>
                    <a:pt x="101798" y="452457"/>
                    <a:pt x="119950" y="448361"/>
                    <a:pt x="146561" y="455600"/>
                  </a:cubicBezTo>
                  <a:cubicBezTo>
                    <a:pt x="166452" y="461905"/>
                    <a:pt x="187190" y="465125"/>
                    <a:pt x="208050" y="465125"/>
                  </a:cubicBezTo>
                  <a:cubicBezTo>
                    <a:pt x="230669" y="465125"/>
                    <a:pt x="294155" y="433407"/>
                    <a:pt x="348611" y="395116"/>
                  </a:cubicBezTo>
                  <a:cubicBezTo>
                    <a:pt x="412762" y="350063"/>
                    <a:pt x="476437" y="272244"/>
                    <a:pt x="499436" y="234811"/>
                  </a:cubicBezTo>
                  <a:cubicBezTo>
                    <a:pt x="548951" y="154038"/>
                    <a:pt x="596375" y="70695"/>
                    <a:pt x="611011" y="28023"/>
                  </a:cubicBezTo>
                  <a:cubicBezTo>
                    <a:pt x="628498" y="-23222"/>
                    <a:pt x="628118" y="11640"/>
                    <a:pt x="658530" y="10878"/>
                  </a:cubicBezTo>
                  <a:cubicBezTo>
                    <a:pt x="693979" y="10020"/>
                    <a:pt x="713082" y="23070"/>
                    <a:pt x="686471" y="92602"/>
                  </a:cubicBezTo>
                  <a:cubicBezTo>
                    <a:pt x="659860" y="162135"/>
                    <a:pt x="635626" y="210522"/>
                    <a:pt x="576322" y="292627"/>
                  </a:cubicBezTo>
                  <a:cubicBezTo>
                    <a:pt x="532918" y="354245"/>
                    <a:pt x="479260" y="407918"/>
                    <a:pt x="417704" y="451314"/>
                  </a:cubicBezTo>
                  <a:cubicBezTo>
                    <a:pt x="363608" y="489280"/>
                    <a:pt x="305151" y="520589"/>
                    <a:pt x="243595" y="544563"/>
                  </a:cubicBezTo>
                  <a:cubicBezTo>
                    <a:pt x="225823" y="551898"/>
                    <a:pt x="214513" y="561709"/>
                    <a:pt x="182295" y="579615"/>
                  </a:cubicBezTo>
                  <a:cubicBezTo>
                    <a:pt x="150381" y="597951"/>
                    <a:pt x="114514" y="608276"/>
                    <a:pt x="77753" y="609714"/>
                  </a:cubicBezTo>
                  <a:cubicBezTo>
                    <a:pt x="46961" y="608953"/>
                    <a:pt x="35937" y="603809"/>
                    <a:pt x="33371" y="597522"/>
                  </a:cubicBezTo>
                  <a:cubicBezTo>
                    <a:pt x="30139" y="589617"/>
                    <a:pt x="36127" y="584188"/>
                    <a:pt x="50193" y="582854"/>
                  </a:cubicBezTo>
                  <a:cubicBezTo>
                    <a:pt x="72688" y="582521"/>
                    <a:pt x="94936" y="578101"/>
                    <a:pt x="115864" y="569805"/>
                  </a:cubicBezTo>
                  <a:cubicBezTo>
                    <a:pt x="115864" y="569805"/>
                    <a:pt x="85166" y="574186"/>
                    <a:pt x="66634" y="575139"/>
                  </a:cubicBezTo>
                  <a:cubicBezTo>
                    <a:pt x="50088" y="576034"/>
                    <a:pt x="33504" y="574729"/>
                    <a:pt x="17310" y="571234"/>
                  </a:cubicBezTo>
                  <a:cubicBezTo>
                    <a:pt x="1723" y="567519"/>
                    <a:pt x="-7020" y="545421"/>
                    <a:pt x="7140" y="543706"/>
                  </a:cubicBezTo>
                  <a:cubicBezTo>
                    <a:pt x="21301" y="541992"/>
                    <a:pt x="32706" y="544659"/>
                    <a:pt x="60267" y="542849"/>
                  </a:cubicBezTo>
                  <a:cubicBezTo>
                    <a:pt x="74845" y="541935"/>
                    <a:pt x="89272" y="539277"/>
                    <a:pt x="103224" y="534943"/>
                  </a:cubicBezTo>
                  <a:cubicBezTo>
                    <a:pt x="84805" y="535105"/>
                    <a:pt x="66396" y="533772"/>
                    <a:pt x="48197" y="530943"/>
                  </a:cubicBezTo>
                  <a:cubicBezTo>
                    <a:pt x="33390" y="529543"/>
                    <a:pt x="19296" y="523885"/>
                    <a:pt x="7615" y="514655"/>
                  </a:cubicBezTo>
                  <a:cubicBezTo>
                    <a:pt x="1628" y="509702"/>
                    <a:pt x="583" y="495605"/>
                    <a:pt x="18450" y="495605"/>
                  </a:cubicBezTo>
                  <a:cubicBezTo>
                    <a:pt x="34511" y="495605"/>
                    <a:pt x="54659" y="503035"/>
                    <a:pt x="84976" y="498844"/>
                  </a:cubicBezTo>
                  <a:cubicBezTo>
                    <a:pt x="107310" y="495700"/>
                    <a:pt x="122992" y="490462"/>
                    <a:pt x="119190" y="487509"/>
                  </a:cubicBezTo>
                  <a:cubicBezTo>
                    <a:pt x="115388" y="484556"/>
                    <a:pt x="102748" y="487509"/>
                    <a:pt x="84311" y="480746"/>
                  </a:cubicBezTo>
                  <a:cubicBezTo>
                    <a:pt x="65874" y="473983"/>
                    <a:pt x="52949" y="457791"/>
                    <a:pt x="57225" y="448075"/>
                  </a:cubicBezTo>
                  <a:cubicBezTo>
                    <a:pt x="61502" y="438360"/>
                    <a:pt x="63593" y="445313"/>
                    <a:pt x="82790" y="448837"/>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08" name="Google Shape;3157;p47">
              <a:extLst>
                <a:ext uri="{FF2B5EF4-FFF2-40B4-BE49-F238E27FC236}">
                  <a16:creationId xmlns:a16="http://schemas.microsoft.com/office/drawing/2014/main" id="{E7D0A120-4A45-902D-7CDB-7A6C617AE227}"/>
                </a:ext>
              </a:extLst>
            </p:cNvPr>
            <p:cNvSpPr/>
            <p:nvPr/>
          </p:nvSpPr>
          <p:spPr>
            <a:xfrm>
              <a:off x="6171801" y="649512"/>
              <a:ext cx="135912" cy="159574"/>
            </a:xfrm>
            <a:custGeom>
              <a:avLst/>
              <a:gdLst/>
              <a:ahLst/>
              <a:cxnLst/>
              <a:rect l="l" t="t" r="r" b="b"/>
              <a:pathLst>
                <a:path w="168312" h="197615" extrusionOk="0">
                  <a:moveTo>
                    <a:pt x="127446" y="197527"/>
                  </a:moveTo>
                  <a:cubicBezTo>
                    <a:pt x="127446" y="197527"/>
                    <a:pt x="46188" y="201813"/>
                    <a:pt x="0" y="150759"/>
                  </a:cubicBezTo>
                  <a:lnTo>
                    <a:pt x="50085" y="45984"/>
                  </a:lnTo>
                  <a:cubicBezTo>
                    <a:pt x="50085" y="45984"/>
                    <a:pt x="73179" y="-12023"/>
                    <a:pt x="127351" y="2264"/>
                  </a:cubicBezTo>
                  <a:cubicBezTo>
                    <a:pt x="181522" y="16552"/>
                    <a:pt x="182378" y="92942"/>
                    <a:pt x="127446" y="197527"/>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09" name="Google Shape;3158;p47">
              <a:extLst>
                <a:ext uri="{FF2B5EF4-FFF2-40B4-BE49-F238E27FC236}">
                  <a16:creationId xmlns:a16="http://schemas.microsoft.com/office/drawing/2014/main" id="{5B4676F5-BA42-50BE-0CF7-94F7AF0B7221}"/>
                </a:ext>
              </a:extLst>
            </p:cNvPr>
            <p:cNvSpPr/>
            <p:nvPr/>
          </p:nvSpPr>
          <p:spPr>
            <a:xfrm>
              <a:off x="5953447" y="594810"/>
              <a:ext cx="109819" cy="115441"/>
            </a:xfrm>
            <a:custGeom>
              <a:avLst/>
              <a:gdLst/>
              <a:ahLst/>
              <a:cxnLst/>
              <a:rect l="l" t="t" r="r" b="b"/>
              <a:pathLst>
                <a:path w="135999" h="142961" extrusionOk="0">
                  <a:moveTo>
                    <a:pt x="135999" y="944"/>
                  </a:moveTo>
                  <a:cubicBezTo>
                    <a:pt x="135999" y="944"/>
                    <a:pt x="70043" y="-19249"/>
                    <a:pt x="0" y="127150"/>
                  </a:cubicBezTo>
                  <a:lnTo>
                    <a:pt x="26231" y="142962"/>
                  </a:lnTo>
                  <a:cubicBezTo>
                    <a:pt x="26231" y="142962"/>
                    <a:pt x="95133" y="38473"/>
                    <a:pt x="135999" y="944"/>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196596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395728"/>
            <a:ext cx="457200" cy="402336"/>
          </a:xfrm>
          <a:prstGeom prst="rect">
            <a:avLst/>
          </a:prstGeom>
          <a:noFill/>
          <a:ln/>
        </p:spPr>
        <p:txBody>
          <a:bodyPr wrap="square" lIns="0" tIns="0" rIns="0" bIns="0" rtlCol="0" anchor="ctr"/>
          <a:lstStyle/>
          <a:p>
            <a:pPr marL="0" indent="0" algn="ctr">
              <a:buNone/>
            </a:pPr>
            <a:r>
              <a:rPr lang="en-US" sz="2200" b="1" dirty="0">
                <a:solidFill>
                  <a:srgbClr val="FFFFFF"/>
                </a:solidFill>
                <a:latin typeface="Raleway" pitchFamily="34" charset="0"/>
                <a:ea typeface="Raleway" pitchFamily="34" charset="-122"/>
                <a:cs typeface="Raleway" pitchFamily="34" charset="-120"/>
              </a:rPr>
              <a:t>2</a:t>
            </a:r>
            <a:endParaRPr lang="en-US" sz="2200" dirty="0"/>
          </a:p>
        </p:txBody>
      </p:sp>
      <p:sp>
        <p:nvSpPr>
          <p:cNvPr id="6" name="Text 4"/>
          <p:cNvSpPr/>
          <p:nvPr/>
        </p:nvSpPr>
        <p:spPr>
          <a:xfrm>
            <a:off x="1417320" y="157276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a:t>
            </a:r>
            <a:endParaRPr lang="en-US" sz="1600" dirty="0"/>
          </a:p>
        </p:txBody>
      </p:sp>
      <p:sp>
        <p:nvSpPr>
          <p:cNvPr id="7" name="Text 5"/>
          <p:cNvSpPr/>
          <p:nvPr/>
        </p:nvSpPr>
        <p:spPr>
          <a:xfrm>
            <a:off x="1417320" y="192024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Introduction to Semantic Kernel</a:t>
            </a:r>
            <a:endParaRPr lang="en-US" sz="3600" dirty="0"/>
          </a:p>
        </p:txBody>
      </p:sp>
      <p:sp>
        <p:nvSpPr>
          <p:cNvPr id="8" name="Text 6"/>
          <p:cNvSpPr/>
          <p:nvPr/>
        </p:nvSpPr>
        <p:spPr>
          <a:xfrm>
            <a:off x="1463040" y="324612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Introduce the key AI concepts and Semantic Kernel fundamentals.</a:t>
            </a:r>
            <a:endParaRPr lang="en-US" sz="1600" dirty="0"/>
          </a:p>
        </p:txBody>
      </p:sp>
      <p:sp>
        <p:nvSpPr>
          <p:cNvPr id="9" name="Shape 7"/>
          <p:cNvSpPr/>
          <p:nvPr/>
        </p:nvSpPr>
        <p:spPr>
          <a:xfrm>
            <a:off x="8321040" y="123444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23444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178308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178308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08483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3566160"/>
            <a:ext cx="1097280" cy="548640"/>
          </a:xfrm>
          <a:prstGeom prst="rect">
            <a:avLst/>
          </a:prstGeom>
          <a:noFill/>
          <a:ln/>
        </p:spPr>
        <p:txBody>
          <a:bodyPr wrap="square" lIns="0" tIns="0" rIns="0" bIns="0" rtlCol="0" anchor="ctr"/>
          <a:lstStyle/>
          <a:p>
            <a:pPr marL="0" indent="0">
              <a:buNone/>
            </a:pPr>
            <a:r>
              <a:rPr lang="en-US" sz="3500" b="1" dirty="0">
                <a:solidFill>
                  <a:srgbClr val="00AED6"/>
                </a:solidFill>
                <a:latin typeface="Raleway" pitchFamily="34" charset="0"/>
                <a:ea typeface="Raleway" pitchFamily="34" charset="-122"/>
                <a:cs typeface="Raleway" pitchFamily="34" charset="-120"/>
              </a:rPr>
              <a:t>AI</a:t>
            </a:r>
            <a:endParaRPr lang="en-US" sz="3500" dirty="0"/>
          </a:p>
        </p:txBody>
      </p:sp>
      <p:sp>
        <p:nvSpPr>
          <p:cNvPr id="15" name="Shape 13"/>
          <p:cNvSpPr/>
          <p:nvPr/>
        </p:nvSpPr>
        <p:spPr>
          <a:xfrm>
            <a:off x="9473184" y="292608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a:t>
            </a:r>
            <a:endParaRPr lang="en-US" sz="900" dirty="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the topics covered in this foundational section.</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458384"/>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sz="2800" b="0">
                <a:solidFill>
                  <a:srgbClr val="00AED6"/>
                </a:solidFill>
                <a:latin typeface="Barlow"/>
              </a:rPr>
              <a:t>▸ </a:t>
            </a:r>
            <a:r>
              <a:rPr lang="en-US" sz="2800" b="0" i="0">
                <a:solidFill>
                  <a:srgbClr val="374151"/>
                </a:solidFill>
                <a:latin typeface="Barlow"/>
              </a:rPr>
              <a:t>Section focus: Introduce the key AI concepts and Semantic Kernel fundamentals.</a:t>
            </a:r>
          </a:p>
          <a:p>
            <a:pPr algn="l">
              <a:spcBef>
                <a:spcPts val="0"/>
              </a:spcBef>
              <a:spcAft>
                <a:spcPts val="600"/>
              </a:spcAft>
            </a:pPr>
            <a:r>
              <a:rPr sz="2800" b="0">
                <a:solidFill>
                  <a:srgbClr val="00AED6"/>
                </a:solidFill>
                <a:latin typeface="Barlow"/>
              </a:rPr>
              <a:t>▸ </a:t>
            </a:r>
            <a:r>
              <a:rPr lang="en-US" sz="2800" b="0" i="0">
                <a:solidFill>
                  <a:srgbClr val="374151"/>
                </a:solidFill>
                <a:latin typeface="Barlow"/>
              </a:rPr>
              <a:t>Concepts are introduced before code, so demos have context.</a:t>
            </a:r>
          </a:p>
          <a:p>
            <a:pPr algn="l">
              <a:spcBef>
                <a:spcPts val="0"/>
              </a:spcBef>
              <a:spcAft>
                <a:spcPts val="600"/>
              </a:spcAft>
            </a:pPr>
            <a:r>
              <a:rPr sz="2800" b="0">
                <a:solidFill>
                  <a:srgbClr val="00AED6"/>
                </a:solidFill>
                <a:latin typeface="Barlow"/>
              </a:rPr>
              <a:t>▸ </a:t>
            </a:r>
            <a:r>
              <a:rPr lang="en-US" sz="2800" b="0" i="0">
                <a:solidFill>
                  <a:srgbClr val="374151"/>
                </a:solidFill>
                <a:latin typeface="Barlow"/>
              </a:rPr>
              <a:t>Each demo moves the same project forward rather than creating unrelated samples.</a:t>
            </a:r>
          </a:p>
          <a:p>
            <a:pPr algn="l">
              <a:spcBef>
                <a:spcPts val="0"/>
              </a:spcBef>
              <a:spcAft>
                <a:spcPts val="600"/>
              </a:spcAft>
            </a:pPr>
            <a:r>
              <a:rPr sz="2800" b="0">
                <a:solidFill>
                  <a:srgbClr val="00AED6"/>
                </a:solidFill>
                <a:latin typeface="Barlow"/>
              </a:rPr>
              <a:t>▸ </a:t>
            </a:r>
            <a:r>
              <a:rPr lang="en-US" sz="2800" b="0" i="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dirty="0">
                <a:solidFill>
                  <a:srgbClr val="007DB8"/>
                </a:solidFill>
                <a:latin typeface="Raleway" pitchFamily="34" charset="0"/>
                <a:ea typeface="Raleway" pitchFamily="34" charset="-122"/>
                <a:cs typeface="Raleway" pitchFamily="34" charset="-120"/>
              </a:rPr>
              <a:t>Introduction to Semantic Kernel Roadmap</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dirty="0"/>
          </a:p>
        </p:txBody>
      </p:sp>
      <p:sp>
        <p:nvSpPr>
          <p:cNvPr id="21" name="Shape 19"/>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2" name="Text 20"/>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13</a:t>
            </a:r>
            <a:endParaRPr lang="en-US" sz="900" dirty="0"/>
          </a:p>
        </p:txBody>
      </p:sp>
      <p:sp>
        <p:nvSpPr>
          <p:cNvPr id="23" name="Text 21"/>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a:t>
            </a:r>
            <a:endParaRPr lang="en-US" sz="750" dirty="0"/>
          </a:p>
        </p:txBody>
      </p:sp>
      <p:sp>
        <p:nvSpPr>
          <p:cNvPr id="24" name="TextBox 23"/>
          <p:cNvSpPr txBox="1"/>
          <p:nvPr/>
        </p:nvSpPr>
        <p:spPr>
          <a:xfrm>
            <a:off x="822960" y="1591056"/>
            <a:ext cx="5257800" cy="2200602"/>
          </a:xfrm>
          <a:prstGeom prst="rect">
            <a:avLst/>
          </a:prstGeom>
          <a:noFill/>
        </p:spPr>
        <p:txBody>
          <a:bodyPr wrap="square" lIns="0" tIns="0" rIns="0" bIns="0" anchor="t">
            <a:spAutoFit/>
          </a:bodyPr>
          <a:lstStyle/>
          <a:p>
            <a:pPr algn="l">
              <a:spcBef>
                <a:spcPts val="0"/>
              </a:spcBef>
              <a:spcAft>
                <a:spcPts val="600"/>
              </a:spcAft>
            </a:pPr>
            <a:r>
              <a:rPr sz="3200" b="0" dirty="0">
                <a:solidFill>
                  <a:srgbClr val="00AED6"/>
                </a:solidFill>
                <a:latin typeface="Barlow"/>
              </a:rPr>
              <a:t>▸ </a:t>
            </a:r>
            <a:r>
              <a:rPr lang="en-US" sz="2200" b="0" i="0" dirty="0">
                <a:solidFill>
                  <a:srgbClr val="374151"/>
                </a:solidFill>
                <a:latin typeface="Barlow"/>
              </a:rPr>
              <a:t>1. Section Overview</a:t>
            </a:r>
          </a:p>
          <a:p>
            <a:pPr algn="l">
              <a:spcBef>
                <a:spcPts val="0"/>
              </a:spcBef>
              <a:spcAft>
                <a:spcPts val="600"/>
              </a:spcAft>
            </a:pPr>
            <a:r>
              <a:rPr sz="3200" b="0" dirty="0">
                <a:solidFill>
                  <a:srgbClr val="00AED6"/>
                </a:solidFill>
                <a:latin typeface="Barlow"/>
              </a:rPr>
              <a:t>▸ </a:t>
            </a:r>
            <a:r>
              <a:rPr lang="en-US" sz="2200" b="0" i="0" dirty="0">
                <a:solidFill>
                  <a:srgbClr val="374151"/>
                </a:solidFill>
                <a:latin typeface="Barlow"/>
              </a:rPr>
              <a:t>2. What is an LLM?</a:t>
            </a:r>
          </a:p>
          <a:p>
            <a:pPr algn="l">
              <a:spcBef>
                <a:spcPts val="0"/>
              </a:spcBef>
              <a:spcAft>
                <a:spcPts val="600"/>
              </a:spcAft>
            </a:pPr>
            <a:r>
              <a:rPr sz="3200" b="0" dirty="0">
                <a:solidFill>
                  <a:srgbClr val="00AED6"/>
                </a:solidFill>
                <a:latin typeface="Barlow"/>
              </a:rPr>
              <a:t>▸ </a:t>
            </a:r>
            <a:r>
              <a:rPr lang="en-US" sz="2200" b="0" i="0" dirty="0">
                <a:solidFill>
                  <a:srgbClr val="374151"/>
                </a:solidFill>
                <a:latin typeface="Barlow"/>
              </a:rPr>
              <a:t>3. What is Generative AI?</a:t>
            </a:r>
          </a:p>
          <a:p>
            <a:pPr algn="l">
              <a:spcBef>
                <a:spcPts val="0"/>
              </a:spcBef>
              <a:spcAft>
                <a:spcPts val="600"/>
              </a:spcAft>
            </a:pPr>
            <a:r>
              <a:rPr sz="3200" b="0" dirty="0">
                <a:solidFill>
                  <a:srgbClr val="00AED6"/>
                </a:solidFill>
                <a:latin typeface="Barlow"/>
              </a:rPr>
              <a:t>▸ </a:t>
            </a:r>
            <a:r>
              <a:rPr lang="en-US" sz="2200" b="0" i="0" dirty="0">
                <a:solidFill>
                  <a:srgbClr val="374151"/>
                </a:solidFill>
                <a:latin typeface="Barlow"/>
              </a:rPr>
              <a:t>4. What is Semantic Kernel?</a:t>
            </a:r>
          </a:p>
        </p:txBody>
      </p:sp>
      <p:sp>
        <p:nvSpPr>
          <p:cNvPr id="25" name="TextBox 24"/>
          <p:cNvSpPr txBox="1"/>
          <p:nvPr/>
        </p:nvSpPr>
        <p:spPr>
          <a:xfrm>
            <a:off x="6400800" y="1591056"/>
            <a:ext cx="4892040" cy="2631490"/>
          </a:xfrm>
          <a:prstGeom prst="rect">
            <a:avLst/>
          </a:prstGeom>
          <a:noFill/>
        </p:spPr>
        <p:txBody>
          <a:bodyPr wrap="square" lIns="0" tIns="0" rIns="0" bIns="0" anchor="t">
            <a:spAutoFit/>
          </a:bodyPr>
          <a:lstStyle/>
          <a:p>
            <a:pPr algn="l">
              <a:spcBef>
                <a:spcPts val="0"/>
              </a:spcBef>
              <a:spcAft>
                <a:spcPts val="600"/>
              </a:spcAft>
            </a:pPr>
            <a:r>
              <a:rPr lang="en-US" sz="2200" b="0" dirty="0">
                <a:solidFill>
                  <a:srgbClr val="00AED6"/>
                </a:solidFill>
                <a:latin typeface="Barlow"/>
              </a:rPr>
              <a:t>▸ </a:t>
            </a:r>
            <a:r>
              <a:rPr sz="2200" b="0" i="0" dirty="0">
                <a:solidFill>
                  <a:srgbClr val="374151"/>
                </a:solidFill>
                <a:latin typeface="Barlow"/>
              </a:rPr>
              <a:t>5. Why Use Semantic Kernel Instead of Calling the Model Directly?</a:t>
            </a:r>
          </a:p>
          <a:p>
            <a:pPr algn="l">
              <a:spcBef>
                <a:spcPts val="0"/>
              </a:spcBef>
              <a:spcAft>
                <a:spcPts val="600"/>
              </a:spcAft>
            </a:pPr>
            <a:r>
              <a:rPr lang="en-US" sz="2200" b="0" dirty="0">
                <a:solidFill>
                  <a:srgbClr val="00AED6"/>
                </a:solidFill>
                <a:latin typeface="Barlow"/>
              </a:rPr>
              <a:t>▸ </a:t>
            </a:r>
            <a:r>
              <a:rPr sz="2200" b="0" i="0" dirty="0">
                <a:solidFill>
                  <a:srgbClr val="374151"/>
                </a:solidFill>
                <a:latin typeface="Barlow"/>
              </a:rPr>
              <a:t>6. Semantic Kernel vs Microsoft Agent Framework</a:t>
            </a:r>
          </a:p>
          <a:p>
            <a:pPr algn="l">
              <a:spcBef>
                <a:spcPts val="0"/>
              </a:spcBef>
              <a:spcAft>
                <a:spcPts val="600"/>
              </a:spcAft>
            </a:pPr>
            <a:r>
              <a:rPr lang="en-US" sz="2200" b="0" dirty="0">
                <a:solidFill>
                  <a:srgbClr val="00AED6"/>
                </a:solidFill>
                <a:latin typeface="Barlow"/>
              </a:rPr>
              <a:t>▸ </a:t>
            </a:r>
            <a:r>
              <a:rPr sz="2200" b="0" i="0" dirty="0">
                <a:solidFill>
                  <a:srgbClr val="374151"/>
                </a:solidFill>
                <a:latin typeface="Barlow"/>
              </a:rPr>
              <a:t>7. Understanding AI Agents in Business Context</a:t>
            </a:r>
          </a:p>
          <a:p>
            <a:pPr algn="l">
              <a:spcBef>
                <a:spcPts val="0"/>
              </a:spcBef>
              <a:spcAft>
                <a:spcPts val="600"/>
              </a:spcAft>
            </a:pPr>
            <a:r>
              <a:rPr lang="en-US" sz="2200" b="0" dirty="0">
                <a:solidFill>
                  <a:srgbClr val="00AED6"/>
                </a:solidFill>
                <a:latin typeface="Barlow"/>
              </a:rPr>
              <a:t>▸ </a:t>
            </a:r>
            <a:r>
              <a:rPr sz="2200" b="0" i="0" dirty="0">
                <a:solidFill>
                  <a:srgbClr val="374151"/>
                </a:solidFill>
                <a:latin typeface="Barlow"/>
              </a:rPr>
              <a:t>8. Section Review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xEl>
                                              <p:pRg st="1" end="1"/>
                                            </p:txEl>
                                          </p:spTgt>
                                        </p:tgtEl>
                                        <p:attrNameLst>
                                          <p:attrName>style.visibility</p:attrName>
                                        </p:attrNameLst>
                                      </p:cBhvr>
                                      <p:to>
                                        <p:strVal val="visible"/>
                                      </p:to>
                                    </p:set>
                                    <p:animEffect transition="in" filter="fade">
                                      <p:cBhvr>
                                        <p:cTn id="12" dur="500"/>
                                        <p:tgtEl>
                                          <p:spTgt spid="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xEl>
                                              <p:pRg st="2" end="2"/>
                                            </p:txEl>
                                          </p:spTgt>
                                        </p:tgtEl>
                                        <p:attrNameLst>
                                          <p:attrName>style.visibility</p:attrName>
                                        </p:attrNameLst>
                                      </p:cBhvr>
                                      <p:to>
                                        <p:strVal val="visible"/>
                                      </p:to>
                                    </p:set>
                                    <p:animEffect transition="in" filter="fade">
                                      <p:cBhvr>
                                        <p:cTn id="17" dur="500"/>
                                        <p:tgtEl>
                                          <p:spTgt spid="2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xEl>
                                              <p:pRg st="3" end="3"/>
                                            </p:txEl>
                                          </p:spTgt>
                                        </p:tgtEl>
                                        <p:attrNameLst>
                                          <p:attrName>style.visibility</p:attrName>
                                        </p:attrNameLst>
                                      </p:cBhvr>
                                      <p:to>
                                        <p:strVal val="visible"/>
                                      </p:to>
                                    </p:set>
                                    <p:animEffect transition="in" filter="fade">
                                      <p:cBhvr>
                                        <p:cTn id="22" dur="500"/>
                                        <p:tgtEl>
                                          <p:spTgt spid="2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animEffect transition="in" filter="fade">
                                      <p:cBhvr>
                                        <p:cTn id="27" dur="500"/>
                                        <p:tgtEl>
                                          <p:spTgt spid="2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xEl>
                                              <p:pRg st="1" end="1"/>
                                            </p:txEl>
                                          </p:spTgt>
                                        </p:tgtEl>
                                        <p:attrNameLst>
                                          <p:attrName>style.visibility</p:attrName>
                                        </p:attrNameLst>
                                      </p:cBhvr>
                                      <p:to>
                                        <p:strVal val="visible"/>
                                      </p:to>
                                    </p:set>
                                    <p:animEffect transition="in" filter="fade">
                                      <p:cBhvr>
                                        <p:cTn id="32" dur="500"/>
                                        <p:tgtEl>
                                          <p:spTgt spid="25">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
                                            <p:txEl>
                                              <p:pRg st="2" end="2"/>
                                            </p:txEl>
                                          </p:spTgt>
                                        </p:tgtEl>
                                        <p:attrNameLst>
                                          <p:attrName>style.visibility</p:attrName>
                                        </p:attrNameLst>
                                      </p:cBhvr>
                                      <p:to>
                                        <p:strVal val="visible"/>
                                      </p:to>
                                    </p:set>
                                    <p:animEffect transition="in" filter="fade">
                                      <p:cBhvr>
                                        <p:cTn id="37" dur="500"/>
                                        <p:tgtEl>
                                          <p:spTgt spid="25">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
                                            <p:txEl>
                                              <p:pRg st="3" end="3"/>
                                            </p:txEl>
                                          </p:spTgt>
                                        </p:tgtEl>
                                        <p:attrNameLst>
                                          <p:attrName>style.visibility</p:attrName>
                                        </p:attrNameLst>
                                      </p:cBhvr>
                                      <p:to>
                                        <p:strVal val="visible"/>
                                      </p:to>
                                    </p:set>
                                    <p:animEffect transition="in" filter="fade">
                                      <p:cBhvr>
                                        <p:cTn id="42" dur="500"/>
                                        <p:tgtEl>
                                          <p:spTgt spid="2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2.2 — What is an LLM?</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large language models are and how they are used in applications.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Developer takeaway</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Use the model for language tasks: explanation, summarization, transformation, and generation.</a:t>
            </a:r>
            <a:endParaRPr lang="en-US" sz="1120"/>
          </a:p>
          <a:p>
            <a:pPr marL="0" indent="0">
              <a:buNone/>
            </a:pPr>
            <a:r>
              <a:rPr lang="en-US" sz="2200">
                <a:solidFill>
                  <a:srgbClr val="374151"/>
                </a:solidFill>
                <a:latin typeface="Barlow" pitchFamily="34" charset="0"/>
                <a:ea typeface="Barlow" pitchFamily="34" charset="-122"/>
                <a:cs typeface="Barlow" pitchFamily="34" charset="-120"/>
              </a:rPr>
              <a:t>Do not treat model output as authoritative without grounding or validation.</a:t>
            </a:r>
            <a:endParaRPr lang="en-US" sz="1120"/>
          </a:p>
          <a:p>
            <a:pPr marL="0" indent="0">
              <a:buNone/>
            </a:pPr>
            <a:r>
              <a:rPr lang="en-US" sz="2200">
                <a:solidFill>
                  <a:srgbClr val="374151"/>
                </a:solidFill>
                <a:latin typeface="Barlow" pitchFamily="34" charset="0"/>
                <a:ea typeface="Barlow" pitchFamily="34" charset="-122"/>
                <a:cs typeface="Barlow" pitchFamily="34" charset="-120"/>
              </a:rPr>
              <a:t>Course connection: later RAG and citations supply the missing business context.</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14</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2.2</a:t>
            </a:r>
            <a:endParaRPr lang="en-US" sz="750"/>
          </a:p>
        </p:txBody>
      </p:sp>
      <p:sp>
        <p:nvSpPr>
          <p:cNvPr id="21" name="TextBox 20"/>
          <p:cNvSpPr txBox="1"/>
          <p:nvPr/>
        </p:nvSpPr>
        <p:spPr>
          <a:xfrm>
            <a:off x="822960" y="1682496"/>
            <a:ext cx="525780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 language model predicts likely next tokens from context.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Inputs are converted to tokens, vectors, and attention patterns.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Responses are generated one token at a time, not retrieved as fixed answers.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model does not automatically know your current business data.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2.3 — What is Generative AI?</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Distinguish generative AI from broader AI concepts and understand common usage patterns.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Application view</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Good GenAI apps combine model reasoning with system design.</a:t>
            </a:r>
            <a:endParaRPr lang="en-US" sz="1120"/>
          </a:p>
          <a:p>
            <a:pPr marL="0" indent="0">
              <a:buNone/>
            </a:pPr>
            <a:r>
              <a:rPr lang="en-US" sz="2200">
                <a:solidFill>
                  <a:srgbClr val="374151"/>
                </a:solidFill>
                <a:latin typeface="Barlow" pitchFamily="34" charset="0"/>
                <a:ea typeface="Barlow" pitchFamily="34" charset="-122"/>
                <a:cs typeface="Barlow" pitchFamily="34" charset="-120"/>
              </a:rPr>
              <a:t>Semantic Kernel provides orchestration between the model, prompts, plugins, and business code.</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 portal project uses GenAI as a feature inside real workflows.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2.3</a:t>
            </a:r>
            <a:endParaRPr lang="en-US" sz="750"/>
          </a:p>
        </p:txBody>
      </p:sp>
      <p:sp>
        <p:nvSpPr>
          <p:cNvPr id="21" name="TextBox 20"/>
          <p:cNvSpPr txBox="1"/>
          <p:nvPr/>
        </p:nvSpPr>
        <p:spPr>
          <a:xfrm>
            <a:off x="822960" y="1682496"/>
            <a:ext cx="5257800" cy="3954929"/>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Generative AI creates new text, code, images, or structured responses from prompts.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In .NET applications, it often appears as assistants, copilots, document processors, and workflow helpers.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value comes from pairing generation with context, tools, and application boundaries.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Uncontrolled generation is not enough for enterprise systems.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2.4 — What is Semantic Kernel?</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Semantic Kernel as an orchestration layer for AI-enabled applications.</a:t>
            </a:r>
            <a:endParaRPr lang="en-US" sz="1250"/>
          </a:p>
        </p:txBody>
      </p:sp>
      <p:sp>
        <p:nvSpPr>
          <p:cNvPr id="13" name="Shape 11"/>
          <p:cNvSpPr/>
          <p:nvPr/>
        </p:nvSpPr>
        <p:spPr>
          <a:xfrm>
            <a:off x="612648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14" name="Text 12"/>
          <p:cNvSpPr/>
          <p:nvPr/>
        </p:nvSpPr>
        <p:spPr>
          <a:xfrm>
            <a:off x="619963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App</a:t>
            </a:r>
            <a:endParaRPr lang="en-US" sz="1150"/>
          </a:p>
        </p:txBody>
      </p:sp>
      <p:sp>
        <p:nvSpPr>
          <p:cNvPr id="15" name="Shape 13"/>
          <p:cNvSpPr/>
          <p:nvPr/>
        </p:nvSpPr>
        <p:spPr>
          <a:xfrm>
            <a:off x="7059168" y="2331720"/>
            <a:ext cx="100584" cy="0"/>
          </a:xfrm>
          <a:prstGeom prst="line">
            <a:avLst/>
          </a:prstGeom>
          <a:noFill/>
          <a:ln w="25400">
            <a:solidFill>
              <a:srgbClr val="00AED6"/>
            </a:solidFill>
            <a:prstDash val="solid"/>
            <a:headEnd type="none"/>
            <a:tailEnd type="triangle"/>
          </a:ln>
        </p:spPr>
        <p:txBody>
          <a:bodyPr/>
          <a:lstStyle/>
          <a:p>
            <a:endParaRPr/>
          </a:p>
        </p:txBody>
      </p:sp>
      <p:sp>
        <p:nvSpPr>
          <p:cNvPr id="16" name="Shape 14"/>
          <p:cNvSpPr/>
          <p:nvPr/>
        </p:nvSpPr>
        <p:spPr>
          <a:xfrm>
            <a:off x="7178040" y="1920240"/>
            <a:ext cx="914400" cy="822960"/>
          </a:xfrm>
          <a:prstGeom prst="roundRect">
            <a:avLst>
              <a:gd name="adj" fmla="val 5556"/>
            </a:avLst>
          </a:prstGeom>
          <a:solidFill>
            <a:srgbClr val="E6F7FB"/>
          </a:solidFill>
          <a:ln w="12700">
            <a:solidFill>
              <a:srgbClr val="C9D4E2"/>
            </a:solidFill>
            <a:prstDash val="solid"/>
          </a:ln>
        </p:spPr>
        <p:txBody>
          <a:bodyPr/>
          <a:lstStyle/>
          <a:p>
            <a:endParaRPr/>
          </a:p>
        </p:txBody>
      </p:sp>
      <p:sp>
        <p:nvSpPr>
          <p:cNvPr id="17" name="Text 15"/>
          <p:cNvSpPr/>
          <p:nvPr/>
        </p:nvSpPr>
        <p:spPr>
          <a:xfrm>
            <a:off x="725119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07DB8"/>
                </a:solidFill>
                <a:latin typeface="Raleway" pitchFamily="34" charset="0"/>
                <a:ea typeface="Raleway" pitchFamily="34" charset="-122"/>
                <a:cs typeface="Raleway" pitchFamily="34" charset="-120"/>
              </a:rPr>
              <a:t>Kernel</a:t>
            </a:r>
            <a:endParaRPr lang="en-US" sz="1150"/>
          </a:p>
        </p:txBody>
      </p:sp>
      <p:sp>
        <p:nvSpPr>
          <p:cNvPr id="18" name="Shape 16"/>
          <p:cNvSpPr/>
          <p:nvPr/>
        </p:nvSpPr>
        <p:spPr>
          <a:xfrm>
            <a:off x="8110728" y="2331720"/>
            <a:ext cx="100584" cy="0"/>
          </a:xfrm>
          <a:prstGeom prst="line">
            <a:avLst/>
          </a:prstGeom>
          <a:noFill/>
          <a:ln w="25400">
            <a:solidFill>
              <a:srgbClr val="00AED6"/>
            </a:solidFill>
            <a:prstDash val="solid"/>
            <a:headEnd type="none"/>
            <a:tailEnd type="triangle"/>
          </a:ln>
        </p:spPr>
        <p:txBody>
          <a:bodyPr/>
          <a:lstStyle/>
          <a:p>
            <a:endParaRPr/>
          </a:p>
        </p:txBody>
      </p:sp>
      <p:sp>
        <p:nvSpPr>
          <p:cNvPr id="19" name="Shape 17"/>
          <p:cNvSpPr/>
          <p:nvPr/>
        </p:nvSpPr>
        <p:spPr>
          <a:xfrm>
            <a:off x="822960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0" name="Text 18"/>
          <p:cNvSpPr/>
          <p:nvPr/>
        </p:nvSpPr>
        <p:spPr>
          <a:xfrm>
            <a:off x="830275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Plugins</a:t>
            </a:r>
            <a:endParaRPr lang="en-US" sz="1150"/>
          </a:p>
        </p:txBody>
      </p:sp>
      <p:sp>
        <p:nvSpPr>
          <p:cNvPr id="21" name="Shape 19"/>
          <p:cNvSpPr/>
          <p:nvPr/>
        </p:nvSpPr>
        <p:spPr>
          <a:xfrm>
            <a:off x="9162288" y="2331720"/>
            <a:ext cx="100584" cy="0"/>
          </a:xfrm>
          <a:prstGeom prst="line">
            <a:avLst/>
          </a:prstGeom>
          <a:noFill/>
          <a:ln w="25400">
            <a:solidFill>
              <a:srgbClr val="00AED6"/>
            </a:solidFill>
            <a:prstDash val="solid"/>
            <a:headEnd type="none"/>
            <a:tailEnd type="triangle"/>
          </a:ln>
        </p:spPr>
        <p:txBody>
          <a:bodyPr/>
          <a:lstStyle/>
          <a:p>
            <a:endParaRPr/>
          </a:p>
        </p:txBody>
      </p:sp>
      <p:sp>
        <p:nvSpPr>
          <p:cNvPr id="22" name="Shape 20"/>
          <p:cNvSpPr/>
          <p:nvPr/>
        </p:nvSpPr>
        <p:spPr>
          <a:xfrm>
            <a:off x="928116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3" name="Text 21"/>
          <p:cNvSpPr/>
          <p:nvPr/>
        </p:nvSpPr>
        <p:spPr>
          <a:xfrm>
            <a:off x="935431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Model</a:t>
            </a:r>
            <a:endParaRPr lang="en-US" sz="1150"/>
          </a:p>
        </p:txBody>
      </p:sp>
      <p:sp>
        <p:nvSpPr>
          <p:cNvPr id="24" name="Shape 22"/>
          <p:cNvSpPr/>
          <p:nvPr/>
        </p:nvSpPr>
        <p:spPr>
          <a:xfrm>
            <a:off x="10213848" y="2331720"/>
            <a:ext cx="100584" cy="0"/>
          </a:xfrm>
          <a:prstGeom prst="line">
            <a:avLst/>
          </a:prstGeom>
          <a:noFill/>
          <a:ln w="25400">
            <a:solidFill>
              <a:srgbClr val="00AED6"/>
            </a:solidFill>
            <a:prstDash val="solid"/>
            <a:headEnd type="none"/>
            <a:tailEnd type="triangle"/>
          </a:ln>
        </p:spPr>
        <p:txBody>
          <a:bodyPr/>
          <a:lstStyle/>
          <a:p>
            <a:endParaRPr/>
          </a:p>
        </p:txBody>
      </p:sp>
      <p:sp>
        <p:nvSpPr>
          <p:cNvPr id="25" name="Shape 23"/>
          <p:cNvSpPr/>
          <p:nvPr/>
        </p:nvSpPr>
        <p:spPr>
          <a:xfrm>
            <a:off x="1033272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6" name="Text 24"/>
          <p:cNvSpPr/>
          <p:nvPr/>
        </p:nvSpPr>
        <p:spPr>
          <a:xfrm>
            <a:off x="1040587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Result</a:t>
            </a:r>
            <a:endParaRPr lang="en-US" sz="1150"/>
          </a:p>
        </p:txBody>
      </p:sp>
      <p:sp>
        <p:nvSpPr>
          <p:cNvPr id="27" name="Shape 2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8" name="Text 2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16</a:t>
            </a:r>
            <a:endParaRPr lang="en-US" sz="900"/>
          </a:p>
        </p:txBody>
      </p:sp>
      <p:sp>
        <p:nvSpPr>
          <p:cNvPr id="29" name="Text 2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2.4</a:t>
            </a:r>
            <a:endParaRPr lang="en-US" sz="750"/>
          </a:p>
        </p:txBody>
      </p:sp>
      <p:sp>
        <p:nvSpPr>
          <p:cNvPr id="30" name="TextBox 29"/>
          <p:cNvSpPr txBox="1"/>
          <p:nvPr/>
        </p:nvSpPr>
        <p:spPr>
          <a:xfrm>
            <a:off x="822960" y="1591056"/>
            <a:ext cx="5257800" cy="3954929"/>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Semantic Kernel is a lightweight SDK for integrating AI models into C#, Python, and Java applications.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acts as middleware between application code, model services, plugins, prompts, and workflows.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kernel gives developers a central place to register services and expose callable capabilities.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This course uses SK as the orchestration layer, not just as a chat wrapper.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fade">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fade">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fade">
                                      <p:cBhvr>
                                        <p:cTn id="22"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2.5 — Why Use Semantic Kernel Instead of Calling the Model Directly?</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Understand abstraction, extensibility, portability, and structured orchestration benefits.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Decision rule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Use direct calls when the app only needs one simple request-response flow.</a:t>
            </a:r>
            <a:endParaRPr lang="en-US" sz="1120"/>
          </a:p>
          <a:p>
            <a:pPr marL="0" indent="0">
              <a:buNone/>
            </a:pPr>
            <a:r>
              <a:rPr lang="en-US" sz="2200">
                <a:solidFill>
                  <a:srgbClr val="374151"/>
                </a:solidFill>
                <a:latin typeface="Barlow" pitchFamily="34" charset="0"/>
                <a:ea typeface="Barlow" pitchFamily="34" charset="-122"/>
                <a:cs typeface="Barlow" pitchFamily="34" charset="-120"/>
              </a:rPr>
              <a:t>Use Semantic Kernel when you need plugins, prompt assets, tool calling, RAG, filters, or observability.</a:t>
            </a:r>
            <a:endParaRPr lang="en-US" sz="1120"/>
          </a:p>
          <a:p>
            <a:pPr marL="0" indent="0">
              <a:buNone/>
            </a:pPr>
            <a:r>
              <a:rPr lang="en-US" sz="2200">
                <a:solidFill>
                  <a:srgbClr val="374151"/>
                </a:solidFill>
                <a:latin typeface="Barlow" pitchFamily="34" charset="0"/>
                <a:ea typeface="Barlow" pitchFamily="34" charset="-122"/>
                <a:cs typeface="Barlow" pitchFamily="34" charset="-120"/>
              </a:rPr>
              <a:t>Course decision: start simple in console, then move to a portal where orchestration matters.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17</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2.5</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Direct SDK calls are fine for simple prompts and prototypes.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Semantic Kernel adds provider abstraction, prompt organization, plugin orchestration, and function calling.</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helps centralize AI behavior so the application remains maintainable.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becomes more valuable as the system grows beyond basic chat.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2.6 — Semantic Kernel vs Microsoft Agent Framework</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Understand where Semantic Kernel fits relative to newer agentic orchestration choices.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Course positioning</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Teach SK deeply for plugins, prompt composition, RAG, and enterprise readiness.</a:t>
            </a:r>
            <a:endParaRPr lang="en-US" sz="1120"/>
          </a:p>
          <a:p>
            <a:pPr marL="0" indent="0">
              <a:buNone/>
            </a:pPr>
            <a:r>
              <a:rPr lang="en-US" sz="2200">
                <a:solidFill>
                  <a:srgbClr val="374151"/>
                </a:solidFill>
                <a:latin typeface="Barlow" pitchFamily="34" charset="0"/>
                <a:ea typeface="Barlow" pitchFamily="34" charset="-122"/>
                <a:cs typeface="Barlow" pitchFamily="34" charset="-120"/>
              </a:rPr>
              <a:t>Mention Agent Framework as the next step for deeper agentic applications.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Avoid shifting the course into a competing framework too early.</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18</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2.6</a:t>
            </a:r>
            <a:endParaRPr lang="en-US" sz="750"/>
          </a:p>
        </p:txBody>
      </p:sp>
      <p:sp>
        <p:nvSpPr>
          <p:cNvPr id="21" name="TextBox 20"/>
          <p:cNvSpPr txBox="1"/>
          <p:nvPr/>
        </p:nvSpPr>
        <p:spPr>
          <a:xfrm>
            <a:off x="822960" y="1682496"/>
            <a:ext cx="5257800" cy="4293483"/>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Semantic Kernel focuses on kernel orchestration, plugins, prompts, model services, filters, and integration patterns.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Microsoft Agent Framework is positioned for new agentic and multi-agent orchestration scenarios.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comparison is important, but this course still centers on Semantic Kernel because it teaches reusable AI app primitives.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portal project demonstrates SK in a commercial application context.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2.7 — Understanding AI Agents in Business Context</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AI agents are and where they fit in modern business solutions.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Enterprise lens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Avoid promising “autonomous magic.”</a:t>
            </a:r>
            <a:endParaRPr lang="en-US" sz="1120"/>
          </a:p>
          <a:p>
            <a:pPr marL="0" indent="0">
              <a:buNone/>
            </a:pPr>
            <a:r>
              <a:rPr lang="en-US" sz="2200">
                <a:solidFill>
                  <a:srgbClr val="374151"/>
                </a:solidFill>
                <a:latin typeface="Barlow" pitchFamily="34" charset="0"/>
                <a:ea typeface="Barlow" pitchFamily="34" charset="-122"/>
                <a:cs typeface="Barlow" pitchFamily="34" charset="-120"/>
              </a:rPr>
              <a:t>Frame the assistant as a controlled application participant.</a:t>
            </a:r>
            <a:endParaRPr lang="en-US" sz="1120"/>
          </a:p>
          <a:p>
            <a:pPr marL="0" indent="0">
              <a:buNone/>
            </a:pPr>
            <a:r>
              <a:rPr lang="en-US" sz="2200">
                <a:solidFill>
                  <a:srgbClr val="374151"/>
                </a:solidFill>
                <a:latin typeface="Barlow" pitchFamily="34" charset="0"/>
                <a:ea typeface="Barlow" pitchFamily="34" charset="-122"/>
                <a:cs typeface="Barlow" pitchFamily="34" charset="-120"/>
              </a:rPr>
              <a:t>Business value comes from faster triage, better summaries, and safer action preparation.</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19</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Lesson 2.7</a:t>
            </a:r>
            <a:endParaRPr lang="en-US" sz="750"/>
          </a:p>
        </p:txBody>
      </p:sp>
      <p:sp>
        <p:nvSpPr>
          <p:cNvPr id="21" name="TextBox 20"/>
          <p:cNvSpPr txBox="1"/>
          <p:nvPr/>
        </p:nvSpPr>
        <p:spPr>
          <a:xfrm>
            <a:off x="822960" y="1682496"/>
            <a:ext cx="5257800" cy="3954929"/>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An agent-like system can interpret intent, call tools, use context, and support decisions.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In business apps, the useful pattern is often a constrained copilot, not full autonomy.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Agents must operate inside permissions, audit trails, and human approval 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a:t>
            </a:r>
            <a:r>
              <a:rPr lang="en-US" sz="2200" b="0" i="0" err="1">
                <a:solidFill>
                  <a:srgbClr val="374151"/>
                </a:solidFill>
                <a:latin typeface="Barlow"/>
              </a:rPr>
              <a:t>KnowledgeOps</a:t>
            </a:r>
            <a:r>
              <a:rPr lang="en-US" sz="2200" b="0" i="0">
                <a:solidFill>
                  <a:srgbClr val="374151"/>
                </a:solidFill>
                <a:latin typeface="Barlow"/>
              </a:rPr>
              <a:t> portal embeds Copilot behavior into documents, requests, and approvals.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2.8 — Section Review</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dirty="0">
                <a:solidFill>
                  <a:srgbClr val="697586"/>
                </a:solidFill>
                <a:latin typeface="Barlow" pitchFamily="34" charset="0"/>
                <a:ea typeface="Barlow" pitchFamily="34" charset="-122"/>
                <a:cs typeface="Barlow" pitchFamily="34" charset="-120"/>
              </a:rPr>
              <a:t>Key takeaways and transition to the next section.</a:t>
            </a:r>
            <a:endParaRPr lang="en-US" sz="1250" dirty="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Takeaway 1</a:t>
            </a:r>
            <a:endParaRPr lang="en-US" sz="1350" dirty="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Reinforce the relationship between LLMs, generative AI, Semantic Kernel, and agents.</a:t>
            </a:r>
            <a:endParaRPr lang="en-US" sz="1100" dirty="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Takeaway 2</a:t>
            </a:r>
            <a:endParaRPr lang="en-US" sz="1350" dirty="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dirty="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Takeaway 3</a:t>
            </a:r>
            <a:endParaRPr lang="en-US" sz="1350" dirty="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dirty="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Takeaway 4</a:t>
            </a:r>
            <a:endParaRPr lang="en-US" sz="1350" dirty="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dirty="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Environment Setup and Starter Solution</a:t>
            </a:r>
            <a:endParaRPr lang="en-US" sz="1300" dirty="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20</a:t>
            </a:r>
            <a:endParaRPr lang="en-US" sz="900" dirty="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Review</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196596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395728"/>
            <a:ext cx="457200" cy="402336"/>
          </a:xfrm>
          <a:prstGeom prst="rect">
            <a:avLst/>
          </a:prstGeom>
          <a:noFill/>
          <a:ln/>
        </p:spPr>
        <p:txBody>
          <a:bodyPr wrap="square" lIns="0" tIns="0" rIns="0" bIns="0" rtlCol="0" anchor="ctr"/>
          <a:lstStyle/>
          <a:p>
            <a:pPr marL="0" indent="0" algn="ctr">
              <a:buNone/>
            </a:pPr>
            <a:r>
              <a:rPr lang="en-US" sz="2200" b="1" dirty="0">
                <a:solidFill>
                  <a:srgbClr val="FFFFFF"/>
                </a:solidFill>
                <a:latin typeface="Raleway" pitchFamily="34" charset="0"/>
                <a:ea typeface="Raleway" pitchFamily="34" charset="-122"/>
                <a:cs typeface="Raleway" pitchFamily="34" charset="-120"/>
              </a:rPr>
              <a:t>3</a:t>
            </a:r>
            <a:endParaRPr lang="en-US" sz="2200" dirty="0"/>
          </a:p>
        </p:txBody>
      </p:sp>
      <p:sp>
        <p:nvSpPr>
          <p:cNvPr id="6" name="Text 4"/>
          <p:cNvSpPr/>
          <p:nvPr/>
        </p:nvSpPr>
        <p:spPr>
          <a:xfrm>
            <a:off x="1417320" y="157276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a:t>
            </a:r>
            <a:endParaRPr lang="en-US" sz="1600" dirty="0"/>
          </a:p>
        </p:txBody>
      </p:sp>
      <p:sp>
        <p:nvSpPr>
          <p:cNvPr id="7" name="Text 5"/>
          <p:cNvSpPr/>
          <p:nvPr/>
        </p:nvSpPr>
        <p:spPr>
          <a:xfrm>
            <a:off x="1417320" y="192024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Environment Setup and Starter Solution</a:t>
            </a:r>
            <a:endParaRPr lang="en-US" sz="3600" dirty="0"/>
          </a:p>
        </p:txBody>
      </p:sp>
      <p:sp>
        <p:nvSpPr>
          <p:cNvPr id="8" name="Text 6"/>
          <p:cNvSpPr/>
          <p:nvPr/>
        </p:nvSpPr>
        <p:spPr>
          <a:xfrm>
            <a:off x="1463040" y="324612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Prepare the development environment and starter solution.</a:t>
            </a:r>
            <a:endParaRPr lang="en-US" sz="1600" dirty="0"/>
          </a:p>
        </p:txBody>
      </p:sp>
      <p:sp>
        <p:nvSpPr>
          <p:cNvPr id="9" name="Shape 7"/>
          <p:cNvSpPr/>
          <p:nvPr/>
        </p:nvSpPr>
        <p:spPr>
          <a:xfrm>
            <a:off x="8321040" y="123444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23444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178308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178308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08483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3566160"/>
            <a:ext cx="1097280" cy="548640"/>
          </a:xfrm>
          <a:prstGeom prst="rect">
            <a:avLst/>
          </a:prstGeom>
          <a:noFill/>
          <a:ln/>
        </p:spPr>
        <p:txBody>
          <a:bodyPr wrap="square" lIns="0" tIns="0" rIns="0" bIns="0" rtlCol="0" anchor="ctr"/>
          <a:lstStyle/>
          <a:p>
            <a:pPr marL="0" indent="0">
              <a:buNone/>
            </a:pPr>
            <a:r>
              <a:rPr lang="en-US" sz="3500" b="1" dirty="0">
                <a:solidFill>
                  <a:srgbClr val="00AED6"/>
                </a:solidFill>
                <a:latin typeface="Raleway" pitchFamily="34" charset="0"/>
                <a:ea typeface="Raleway" pitchFamily="34" charset="-122"/>
                <a:cs typeface="Raleway" pitchFamily="34" charset="-120"/>
              </a:rPr>
              <a:t>AI</a:t>
            </a:r>
            <a:endParaRPr lang="en-US" sz="3500" dirty="0"/>
          </a:p>
        </p:txBody>
      </p:sp>
      <p:sp>
        <p:nvSpPr>
          <p:cNvPr id="15" name="Shape 13"/>
          <p:cNvSpPr/>
          <p:nvPr/>
        </p:nvSpPr>
        <p:spPr>
          <a:xfrm>
            <a:off x="9473184" y="292608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21</a:t>
            </a:r>
            <a:endParaRPr lang="en-US" sz="900" dirty="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3.1 — Section Overview</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the tools, services, and project structure used in the course.</a:t>
            </a:r>
            <a:endParaRPr lang="en-US" sz="1250" dirty="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22</a:t>
            </a:r>
            <a:endParaRPr lang="en-US" sz="900" dirty="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Lesson 3.1</a:t>
            </a:r>
            <a:endParaRPr lang="en-US" sz="750" dirty="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Section focus: Prepare the development environment and starter solution.</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Concepts are introduced before code, so demos have context.</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Each demo moves the same project forward rather than creating unrelated samples.</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3.2 — Install .NET 10, Tools, and Extensions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Set up the required SDKs, IDE support, and local tooling.</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learner can build and run .NET 10 projects locally.</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1. Verify the .NET SDK with dotnet --info.</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Confirm Visual Studio or VS Code extensions are installed.</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Create or open the course workspace.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Validate the terminal and package restore workflow.</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dotnet --info</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new list</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code --version</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24</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Lesson 3.2</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3.3 — Azure OpenAI Prerequisites and Resource Planning</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Understand what Azure resources are needed and how model deployments fit into the solution.</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Planning checklist</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Record endpoint and deployment names carefully.</a:t>
            </a:r>
            <a:endParaRPr lang="en-US" sz="1120"/>
          </a:p>
          <a:p>
            <a:pPr marL="0" indent="0">
              <a:buNone/>
            </a:pPr>
            <a:r>
              <a:rPr lang="en-US" sz="2200">
                <a:solidFill>
                  <a:srgbClr val="374151"/>
                </a:solidFill>
                <a:latin typeface="Barlow" pitchFamily="34" charset="0"/>
                <a:ea typeface="Barlow" pitchFamily="34" charset="-122"/>
                <a:cs typeface="Barlow" pitchFamily="34" charset="-120"/>
              </a:rPr>
              <a:t>Never hard-code secrets in source control.</a:t>
            </a:r>
            <a:endParaRPr lang="en-US" sz="1120"/>
          </a:p>
          <a:p>
            <a:pPr marL="0" indent="0">
              <a:buNone/>
            </a:pPr>
            <a:r>
              <a:rPr lang="en-US" sz="2200">
                <a:solidFill>
                  <a:srgbClr val="374151"/>
                </a:solidFill>
                <a:latin typeface="Barlow" pitchFamily="34" charset="0"/>
                <a:ea typeface="Barlow" pitchFamily="34" charset="-122"/>
                <a:cs typeface="Barlow" pitchFamily="34" charset="-120"/>
              </a:rPr>
              <a:t>Use configuration and secret storage from the beginning.</a:t>
            </a:r>
            <a:endParaRPr lang="en-US" sz="1120"/>
          </a:p>
        </p:txBody>
      </p:sp>
      <p:sp>
        <p:nvSpPr>
          <p:cNvPr id="18" name="Shape 16"/>
          <p:cNvSpPr/>
          <p:nvPr/>
        </p:nvSpPr>
        <p:spPr>
          <a:xfrm>
            <a:off x="11452860" y="6355080"/>
            <a:ext cx="736092"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555730" y="6565392"/>
            <a:ext cx="514350" cy="292608"/>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Lesson 3.3</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Plan the Azure OpenAI resource, deployment names, endpoint, API key, or identity strategy.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Separate local development settings from production configuration.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Choose chat and embedding deployments that match the course scenarios.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Keep quotas, regions, and model availability in mind.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3.4 — Create the Starter Solution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Build the initial .NET 10 solution structure that evolves through the course.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repo has a clean baseline solution ready for Semantic Kernel integration.</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1. Create the solution folder and starter projects.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Add class library boundaries for AI, portal, and domain logic.</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initial project references.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Commit the clean baseline.</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dotnet new sln -n KnowledgeOpsPortal</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new console -n KnowledgeOps.Console</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new mvc -n KnowledgeOps.Web</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26</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Lesson 3.4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3.5 — Configure Secrets and App Settings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Store endpoints, keys, and environment settings securely.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app can access configuration without hard-coded secrets.</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1. Create local configuration keys.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Store Azure OpenAI endpoint and deployment names safely.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Avoid committing secrets to source control.</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Read configuration from the app at runtime.</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dotnet user-secrets init</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user-secrets set "AzureOpenAI:Endpoint" "..."</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user-secrets set "AzureOpenAI:DeploymentName" "..."</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27</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Lesson 3.5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3.6 — Verify the Baseline Application Runs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has a working starting point before Semantic Kernel is added.</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baseline is stable and ready for Semantic Kernel integration.</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Restore packages and build the solution.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Run the console and web projects if present.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Confirm configuration loads without secret errors.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Create a clean checkpoint before adding AI packages.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Lesson 3.6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3.7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Confirm the baseline environment is ready for development.</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dirty="0">
                <a:solidFill>
                  <a:srgbClr val="374151"/>
                </a:solidFill>
                <a:latin typeface="Barlow" pitchFamily="34" charset="0"/>
                <a:ea typeface="Barlow" pitchFamily="34" charset="-122"/>
                <a:cs typeface="Barlow" pitchFamily="34" charset="-120"/>
              </a:rPr>
              <a:t>Next: Building Your First Kernel</a:t>
            </a:r>
            <a:endParaRPr lang="en-US" sz="1300" dirty="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29</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3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4</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Building Your First Kernel</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Create the first working Semantic Kernel console application.</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30</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a:t>
            </a:r>
            <a:endParaRPr lang="en-US" sz="7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4.1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the kernel fits inside a Semantic Kernel application.</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31</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Section focus: Create the first working Semantic Kernel console application.</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Concepts are introduced before code so demos have context.</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Each demo moves the same project forward rather than creating unrelated samples.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Building Your First Kernel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1" name="Shape 19"/>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2" name="Text 20"/>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32</a:t>
            </a:r>
            <a:endParaRPr lang="en-US" sz="900"/>
          </a:p>
        </p:txBody>
      </p:sp>
      <p:sp>
        <p:nvSpPr>
          <p:cNvPr id="23" name="Text 21"/>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a:t>
            </a:r>
            <a:endParaRPr lang="en-US" sz="750"/>
          </a:p>
        </p:txBody>
      </p:sp>
      <p:sp>
        <p:nvSpPr>
          <p:cNvPr id="24" name="TextBox 23"/>
          <p:cNvSpPr txBox="1"/>
          <p:nvPr/>
        </p:nvSpPr>
        <p:spPr>
          <a:xfrm>
            <a:off x="822960" y="1591056"/>
            <a:ext cx="5257800" cy="2600712"/>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1. Section Overview</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2. Understanding the Kernel, Services, and Connectors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3. Add Semantic Kernel to the Solution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4. Register Azure OpenAI Chat Services [Demo]</a:t>
            </a:r>
          </a:p>
        </p:txBody>
      </p:sp>
      <p:sp>
        <p:nvSpPr>
          <p:cNvPr id="25" name="TextBox 24"/>
          <p:cNvSpPr txBox="1"/>
          <p:nvPr/>
        </p:nvSpPr>
        <p:spPr>
          <a:xfrm>
            <a:off x="6400800" y="1591056"/>
            <a:ext cx="4892040" cy="2262158"/>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5. Build a First Chat Completion Console Flow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6. Add Basic Chat History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7. Refactor the Kernel Setup into Reusable Services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8. Section Review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xEl>
                                              <p:pRg st="1" end="1"/>
                                            </p:txEl>
                                          </p:spTgt>
                                        </p:tgtEl>
                                        <p:attrNameLst>
                                          <p:attrName>style.visibility</p:attrName>
                                        </p:attrNameLst>
                                      </p:cBhvr>
                                      <p:to>
                                        <p:strVal val="visible"/>
                                      </p:to>
                                    </p:set>
                                    <p:animEffect transition="in" filter="fade">
                                      <p:cBhvr>
                                        <p:cTn id="12" dur="500"/>
                                        <p:tgtEl>
                                          <p:spTgt spid="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xEl>
                                              <p:pRg st="2" end="2"/>
                                            </p:txEl>
                                          </p:spTgt>
                                        </p:tgtEl>
                                        <p:attrNameLst>
                                          <p:attrName>style.visibility</p:attrName>
                                        </p:attrNameLst>
                                      </p:cBhvr>
                                      <p:to>
                                        <p:strVal val="visible"/>
                                      </p:to>
                                    </p:set>
                                    <p:animEffect transition="in" filter="fade">
                                      <p:cBhvr>
                                        <p:cTn id="17" dur="500"/>
                                        <p:tgtEl>
                                          <p:spTgt spid="2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xEl>
                                              <p:pRg st="3" end="3"/>
                                            </p:txEl>
                                          </p:spTgt>
                                        </p:tgtEl>
                                        <p:attrNameLst>
                                          <p:attrName>style.visibility</p:attrName>
                                        </p:attrNameLst>
                                      </p:cBhvr>
                                      <p:to>
                                        <p:strVal val="visible"/>
                                      </p:to>
                                    </p:set>
                                    <p:animEffect transition="in" filter="fade">
                                      <p:cBhvr>
                                        <p:cTn id="22" dur="500"/>
                                        <p:tgtEl>
                                          <p:spTgt spid="2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animEffect transition="in" filter="fade">
                                      <p:cBhvr>
                                        <p:cTn id="27" dur="500"/>
                                        <p:tgtEl>
                                          <p:spTgt spid="2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xEl>
                                              <p:pRg st="1" end="1"/>
                                            </p:txEl>
                                          </p:spTgt>
                                        </p:tgtEl>
                                        <p:attrNameLst>
                                          <p:attrName>style.visibility</p:attrName>
                                        </p:attrNameLst>
                                      </p:cBhvr>
                                      <p:to>
                                        <p:strVal val="visible"/>
                                      </p:to>
                                    </p:set>
                                    <p:animEffect transition="in" filter="fade">
                                      <p:cBhvr>
                                        <p:cTn id="32" dur="500"/>
                                        <p:tgtEl>
                                          <p:spTgt spid="25">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
                                            <p:txEl>
                                              <p:pRg st="2" end="2"/>
                                            </p:txEl>
                                          </p:spTgt>
                                        </p:tgtEl>
                                        <p:attrNameLst>
                                          <p:attrName>style.visibility</p:attrName>
                                        </p:attrNameLst>
                                      </p:cBhvr>
                                      <p:to>
                                        <p:strVal val="visible"/>
                                      </p:to>
                                    </p:set>
                                    <p:animEffect transition="in" filter="fade">
                                      <p:cBhvr>
                                        <p:cTn id="37" dur="500"/>
                                        <p:tgtEl>
                                          <p:spTgt spid="25">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
                                            <p:txEl>
                                              <p:pRg st="3" end="3"/>
                                            </p:txEl>
                                          </p:spTgt>
                                        </p:tgtEl>
                                        <p:attrNameLst>
                                          <p:attrName>style.visibility</p:attrName>
                                        </p:attrNameLst>
                                      </p:cBhvr>
                                      <p:to>
                                        <p:strVal val="visible"/>
                                      </p:to>
                                    </p:set>
                                    <p:animEffect transition="in" filter="fade">
                                      <p:cBhvr>
                                        <p:cTn id="42" dur="500"/>
                                        <p:tgtEl>
                                          <p:spTgt spid="2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2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name="Slide 3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4.2 — Understanding the Kernel, Services, and Connectors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Explain the kernel as the central orchestrator in Semantic Kernel.</a:t>
            </a:r>
            <a:endParaRPr lang="en-US" sz="1250"/>
          </a:p>
        </p:txBody>
      </p:sp>
      <p:sp>
        <p:nvSpPr>
          <p:cNvPr id="13" name="Shape 11"/>
          <p:cNvSpPr/>
          <p:nvPr/>
        </p:nvSpPr>
        <p:spPr>
          <a:xfrm>
            <a:off x="612648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14" name="Text 12"/>
          <p:cNvSpPr/>
          <p:nvPr/>
        </p:nvSpPr>
        <p:spPr>
          <a:xfrm>
            <a:off x="619963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Services</a:t>
            </a:r>
            <a:endParaRPr lang="en-US" sz="1150"/>
          </a:p>
        </p:txBody>
      </p:sp>
      <p:sp>
        <p:nvSpPr>
          <p:cNvPr id="15" name="Shape 13"/>
          <p:cNvSpPr/>
          <p:nvPr/>
        </p:nvSpPr>
        <p:spPr>
          <a:xfrm>
            <a:off x="7059168" y="2331720"/>
            <a:ext cx="100584" cy="0"/>
          </a:xfrm>
          <a:prstGeom prst="line">
            <a:avLst/>
          </a:prstGeom>
          <a:noFill/>
          <a:ln w="25400">
            <a:solidFill>
              <a:srgbClr val="00AED6"/>
            </a:solidFill>
            <a:prstDash val="solid"/>
            <a:headEnd type="none"/>
            <a:tailEnd type="triangle"/>
          </a:ln>
        </p:spPr>
        <p:txBody>
          <a:bodyPr/>
          <a:lstStyle/>
          <a:p>
            <a:endParaRPr/>
          </a:p>
        </p:txBody>
      </p:sp>
      <p:sp>
        <p:nvSpPr>
          <p:cNvPr id="16" name="Shape 14"/>
          <p:cNvSpPr/>
          <p:nvPr/>
        </p:nvSpPr>
        <p:spPr>
          <a:xfrm>
            <a:off x="7178040" y="1920240"/>
            <a:ext cx="914400" cy="822960"/>
          </a:xfrm>
          <a:prstGeom prst="roundRect">
            <a:avLst>
              <a:gd name="adj" fmla="val 5556"/>
            </a:avLst>
          </a:prstGeom>
          <a:solidFill>
            <a:srgbClr val="E6F7FB"/>
          </a:solidFill>
          <a:ln w="12700">
            <a:solidFill>
              <a:srgbClr val="C9D4E2"/>
            </a:solidFill>
            <a:prstDash val="solid"/>
          </a:ln>
        </p:spPr>
        <p:txBody>
          <a:bodyPr/>
          <a:lstStyle/>
          <a:p>
            <a:endParaRPr/>
          </a:p>
        </p:txBody>
      </p:sp>
      <p:sp>
        <p:nvSpPr>
          <p:cNvPr id="17" name="Text 15"/>
          <p:cNvSpPr/>
          <p:nvPr/>
        </p:nvSpPr>
        <p:spPr>
          <a:xfrm>
            <a:off x="725119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07DB8"/>
                </a:solidFill>
                <a:latin typeface="Raleway" pitchFamily="34" charset="0"/>
                <a:ea typeface="Raleway" pitchFamily="34" charset="-122"/>
                <a:cs typeface="Raleway" pitchFamily="34" charset="-120"/>
              </a:rPr>
              <a:t>Kernel</a:t>
            </a:r>
            <a:endParaRPr lang="en-US" sz="1150"/>
          </a:p>
        </p:txBody>
      </p:sp>
      <p:sp>
        <p:nvSpPr>
          <p:cNvPr id="18" name="Shape 16"/>
          <p:cNvSpPr/>
          <p:nvPr/>
        </p:nvSpPr>
        <p:spPr>
          <a:xfrm>
            <a:off x="8110728" y="2331720"/>
            <a:ext cx="100584" cy="0"/>
          </a:xfrm>
          <a:prstGeom prst="line">
            <a:avLst/>
          </a:prstGeom>
          <a:noFill/>
          <a:ln w="25400">
            <a:solidFill>
              <a:srgbClr val="00AED6"/>
            </a:solidFill>
            <a:prstDash val="solid"/>
            <a:headEnd type="none"/>
            <a:tailEnd type="triangle"/>
          </a:ln>
        </p:spPr>
        <p:txBody>
          <a:bodyPr/>
          <a:lstStyle/>
          <a:p>
            <a:endParaRPr/>
          </a:p>
        </p:txBody>
      </p:sp>
      <p:sp>
        <p:nvSpPr>
          <p:cNvPr id="19" name="Shape 17"/>
          <p:cNvSpPr/>
          <p:nvPr/>
        </p:nvSpPr>
        <p:spPr>
          <a:xfrm>
            <a:off x="822960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0" name="Text 18"/>
          <p:cNvSpPr/>
          <p:nvPr/>
        </p:nvSpPr>
        <p:spPr>
          <a:xfrm>
            <a:off x="830275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Prompt</a:t>
            </a:r>
            <a:endParaRPr lang="en-US" sz="1150"/>
          </a:p>
        </p:txBody>
      </p:sp>
      <p:sp>
        <p:nvSpPr>
          <p:cNvPr id="21" name="Shape 19"/>
          <p:cNvSpPr/>
          <p:nvPr/>
        </p:nvSpPr>
        <p:spPr>
          <a:xfrm>
            <a:off x="9162288" y="2331720"/>
            <a:ext cx="100584" cy="0"/>
          </a:xfrm>
          <a:prstGeom prst="line">
            <a:avLst/>
          </a:prstGeom>
          <a:noFill/>
          <a:ln w="25400">
            <a:solidFill>
              <a:srgbClr val="00AED6"/>
            </a:solidFill>
            <a:prstDash val="solid"/>
            <a:headEnd type="none"/>
            <a:tailEnd type="triangle"/>
          </a:ln>
        </p:spPr>
        <p:txBody>
          <a:bodyPr/>
          <a:lstStyle/>
          <a:p>
            <a:endParaRPr/>
          </a:p>
        </p:txBody>
      </p:sp>
      <p:sp>
        <p:nvSpPr>
          <p:cNvPr id="22" name="Shape 20"/>
          <p:cNvSpPr/>
          <p:nvPr/>
        </p:nvSpPr>
        <p:spPr>
          <a:xfrm>
            <a:off x="928116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3" name="Text 21"/>
          <p:cNvSpPr/>
          <p:nvPr/>
        </p:nvSpPr>
        <p:spPr>
          <a:xfrm>
            <a:off x="935431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Plugin</a:t>
            </a:r>
            <a:endParaRPr lang="en-US" sz="1150"/>
          </a:p>
        </p:txBody>
      </p:sp>
      <p:sp>
        <p:nvSpPr>
          <p:cNvPr id="24" name="Shape 22"/>
          <p:cNvSpPr/>
          <p:nvPr/>
        </p:nvSpPr>
        <p:spPr>
          <a:xfrm>
            <a:off x="10213848" y="2331720"/>
            <a:ext cx="100584" cy="0"/>
          </a:xfrm>
          <a:prstGeom prst="line">
            <a:avLst/>
          </a:prstGeom>
          <a:noFill/>
          <a:ln w="25400">
            <a:solidFill>
              <a:srgbClr val="00AED6"/>
            </a:solidFill>
            <a:prstDash val="solid"/>
            <a:headEnd type="none"/>
            <a:tailEnd type="triangle"/>
          </a:ln>
        </p:spPr>
        <p:txBody>
          <a:bodyPr/>
          <a:lstStyle/>
          <a:p>
            <a:endParaRPr/>
          </a:p>
        </p:txBody>
      </p:sp>
      <p:sp>
        <p:nvSpPr>
          <p:cNvPr id="25" name="Shape 23"/>
          <p:cNvSpPr/>
          <p:nvPr/>
        </p:nvSpPr>
        <p:spPr>
          <a:xfrm>
            <a:off x="1033272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6" name="Text 24"/>
          <p:cNvSpPr/>
          <p:nvPr/>
        </p:nvSpPr>
        <p:spPr>
          <a:xfrm>
            <a:off x="1040587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Output</a:t>
            </a:r>
            <a:endParaRPr lang="en-US" sz="1150"/>
          </a:p>
        </p:txBody>
      </p:sp>
      <p:sp>
        <p:nvSpPr>
          <p:cNvPr id="27" name="Shape 2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8" name="Text 2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33</a:t>
            </a:r>
            <a:endParaRPr lang="en-US" sz="900"/>
          </a:p>
        </p:txBody>
      </p:sp>
      <p:sp>
        <p:nvSpPr>
          <p:cNvPr id="29" name="Text 2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4.2</a:t>
            </a:r>
            <a:endParaRPr lang="en-US" sz="750"/>
          </a:p>
        </p:txBody>
      </p:sp>
      <p:sp>
        <p:nvSpPr>
          <p:cNvPr id="30" name="TextBox 29"/>
          <p:cNvSpPr txBox="1"/>
          <p:nvPr/>
        </p:nvSpPr>
        <p:spPr>
          <a:xfrm>
            <a:off x="822960" y="159105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kernel is the central object that knows about AI services, plugins, and execution context.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Connectors integrate the application with model providers such as Azure OpenAI.</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Services are registered once and reused through application workflows.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This centralization is what later enables logging, filters, and controlled orchestration.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fade">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fade">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fade">
                                      <p:cBhvr>
                                        <p:cTn id="22"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name="Slide 3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4.3 — Add Semantic Kernel to the Solution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Install and reference the core packages correctly.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project compiles with Semantic Kernel referenced.</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the Semantic Kernel NuGet package.</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Confirm the package reference restores.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Create the first kernel builder location.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Prepare model service registration.</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dotnet add package Microsoft.SemanticKernel</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34</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4.4 — Register Azure OpenAI Chat Services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Connect the project to Azure OpenAI through Semantic Kernel.</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kernel has a registered chat completion service.</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1. Read endpoint, deployment, and key from configuration.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Register Azure OpenAI chat completion with the kernel builder.</a:t>
            </a:r>
            <a:endParaRPr lang="en-US" sz="1160"/>
          </a:p>
          <a:p>
            <a:pPr marL="0" indent="0">
              <a:buNone/>
            </a:pPr>
            <a:r>
              <a:rPr lang="en-US" sz="2200">
                <a:solidFill>
                  <a:srgbClr val="374151"/>
                </a:solidFill>
                <a:latin typeface="Barlow" pitchFamily="34" charset="0"/>
                <a:ea typeface="Barlow" pitchFamily="34" charset="-122"/>
                <a:cs typeface="Barlow" pitchFamily="34" charset="-120"/>
              </a:rPr>
              <a:t>3. Validate service construction.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Prepare the first call.</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var builder = Kernel.CreateBuilder();</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builder.AddAzureOpenAIChatCompletion(</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    deploymentName, endpoint, apiKey);</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var kernel = builder.Build();</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35</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4.5 — Build a First Chat Completion Console Flow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Send a prompt, receive a response, and understand the execution flow.</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console app successfully receives a response from Azure OpenAI via Semantic Kernel.</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user prompt.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Invoke the model through the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3. Display the model response.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Explain the request/response flow.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36</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4.6 — Add Basic Chat History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Maintain short conversational context correctly.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assistant can respond with awareness of the previous turn.</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ChatHistory object.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Add system and user messages.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Send history to the chat completion service.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Show improved continuity across turns.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37</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4.7 — Refactor the Kernel Setup into Reusable Services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Move from one-off code to maintainable application architecture.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app uses maintainable service boundaries instead of one-off demo code.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Extract kernel creation into a dedicated factory or service.</a:t>
            </a:r>
            <a:endParaRPr lang="en-US" sz="1160"/>
          </a:p>
          <a:p>
            <a:pPr marL="0" indent="0">
              <a:buNone/>
            </a:pPr>
            <a:r>
              <a:rPr lang="en-US" sz="2200">
                <a:solidFill>
                  <a:srgbClr val="374151"/>
                </a:solidFill>
                <a:latin typeface="Barlow" pitchFamily="34" charset="0"/>
                <a:ea typeface="Barlow" pitchFamily="34" charset="-122"/>
                <a:cs typeface="Barlow" pitchFamily="34" charset="-120"/>
              </a:rPr>
              <a:t>2. Move configuration reads out of Program.cs demo code.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a small interface for the AI workflow.</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Run the previous prompt flow through the new service.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Lesson 4.7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4.8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can configure and run a basic kernel-backed application.</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Semantic Kernel Plugins</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39</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4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5</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Semantic Kernel Plugins</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Introduce plugins, prompts, reusable prompt assets, and prompt engineering fundamentals.</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40</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a:t>
            </a:r>
            <a:endParaRPr lang="en-US" sz="75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plugins and prompts extend the capabilities of a kernel.</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41</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Section focus: Introduce plugins, prompts, reusable prompt assets, and prompt engineering fundamentals.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Concepts are introduced before code so demos have context.</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Each demo moves the same project forward rather than creating unrelated samples.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name="Slide 4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Semantic Kernel Plugins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3" name="Text 21"/>
          <p:cNvSpPr/>
          <p:nvPr/>
        </p:nvSpPr>
        <p:spPr>
          <a:xfrm>
            <a:off x="868680" y="5577840"/>
            <a:ext cx="8229600" cy="27432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Theory lessons first, then targeted demos.</a:t>
            </a:r>
            <a:endParaRPr lang="en-US" sz="120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42</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a:t>
            </a:r>
            <a:endParaRPr lang="en-US" sz="750"/>
          </a:p>
        </p:txBody>
      </p:sp>
      <p:sp>
        <p:nvSpPr>
          <p:cNvPr id="27" name="TextBox 26"/>
          <p:cNvSpPr txBox="1"/>
          <p:nvPr/>
        </p:nvSpPr>
        <p:spPr>
          <a:xfrm>
            <a:off x="822960" y="1591056"/>
            <a:ext cx="5257800" cy="267765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1. Section Overview</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2. Introduction to Plugins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3. Using Built-In Plugins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4. Prompt Engineering for Application Developers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5. Prompt Templates, Variables, and Arguments</a:t>
            </a:r>
          </a:p>
        </p:txBody>
      </p:sp>
      <p:sp>
        <p:nvSpPr>
          <p:cNvPr id="28" name="TextBox 27"/>
          <p:cNvSpPr txBox="1"/>
          <p:nvPr/>
        </p:nvSpPr>
        <p:spPr>
          <a:xfrm>
            <a:off x="6400800" y="1591056"/>
            <a:ext cx="489204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6. Create Reusable Prompt Templates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7. Add Personas and Role-Based Prompting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8. Build a Semantic Prompt Plugin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9. Store Prompts in Files and Organize Them Cleanly [Demo]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fade">
                                      <p:cBhvr>
                                        <p:cTn id="32" dur="500"/>
                                        <p:tgtEl>
                                          <p:spTgt spid="2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xEl>
                                              <p:pRg st="1" end="1"/>
                                            </p:txEl>
                                          </p:spTgt>
                                        </p:tgtEl>
                                        <p:attrNameLst>
                                          <p:attrName>style.visibility</p:attrName>
                                        </p:attrNameLst>
                                      </p:cBhvr>
                                      <p:to>
                                        <p:strVal val="visible"/>
                                      </p:to>
                                    </p:set>
                                    <p:animEffect transition="in" filter="fade">
                                      <p:cBhvr>
                                        <p:cTn id="37" dur="500"/>
                                        <p:tgtEl>
                                          <p:spTgt spid="2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xEl>
                                              <p:pRg st="2" end="2"/>
                                            </p:txEl>
                                          </p:spTgt>
                                        </p:tgtEl>
                                        <p:attrNameLst>
                                          <p:attrName>style.visibility</p:attrName>
                                        </p:attrNameLst>
                                      </p:cBhvr>
                                      <p:to>
                                        <p:strVal val="visible"/>
                                      </p:to>
                                    </p:set>
                                    <p:animEffect transition="in" filter="fade">
                                      <p:cBhvr>
                                        <p:cTn id="42" dur="500"/>
                                        <p:tgtEl>
                                          <p:spTgt spid="2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xEl>
                                              <p:pRg st="3" end="3"/>
                                            </p:txEl>
                                          </p:spTgt>
                                        </p:tgtEl>
                                        <p:attrNameLst>
                                          <p:attrName>style.visibility</p:attrName>
                                        </p:attrNameLst>
                                      </p:cBhvr>
                                      <p:to>
                                        <p:strVal val="visible"/>
                                      </p:to>
                                    </p:set>
                                    <p:animEffect transition="in" filter="fade">
                                      <p:cBhvr>
                                        <p:cTn id="47"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28"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name="Slide 4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5.2 — Introduction to Plugins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a plugin is and how the kernel invokes plugin functionality.</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Plugin mental model</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Plugins are the bridge between language intent and application capability.</a:t>
            </a:r>
            <a:endParaRPr lang="en-US" sz="1120"/>
          </a:p>
          <a:p>
            <a:pPr marL="0" indent="0">
              <a:buNone/>
            </a:pPr>
            <a:r>
              <a:rPr lang="en-US" sz="2200">
                <a:solidFill>
                  <a:srgbClr val="374151"/>
                </a:solidFill>
                <a:latin typeface="Barlow" pitchFamily="34" charset="0"/>
                <a:ea typeface="Barlow" pitchFamily="34" charset="-122"/>
                <a:cs typeface="Barlow" pitchFamily="34" charset="-120"/>
              </a:rPr>
              <a:t>In the portal, plugins expose document, request, approval, and audit operations.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Treat plugins as contracts, not random helper methods.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43</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5.2</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 plugin is a group of functions the kernel can invoke.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Plugin functions can be native C# methods or prompt-backed semantic functions.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Function names, descriptions, and parameters influence discoverability.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Good plugin design makes AI behavior more predictable.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name="Slide 4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5.3 — Using Built-In Plugins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Learn how to use built-in plugin features, such as time and summarization.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kernel invokes built-in functionality without custom code.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Register a built-in plugin.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Call a plugin function manually.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Use the function output in the conversation.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Discuss when built-in plugins are sufficient.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5.4 — Prompt Engineering for Application Developers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Learn how to write application-grade prompts instead of ad hoc chat prompts.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Prompt design rule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Prefer instructions that are specific to the business workflow.</a:t>
            </a:r>
            <a:endParaRPr lang="en-US" sz="1120"/>
          </a:p>
          <a:p>
            <a:pPr marL="0" indent="0">
              <a:buNone/>
            </a:pPr>
            <a:r>
              <a:rPr lang="en-US" sz="2200">
                <a:solidFill>
                  <a:srgbClr val="374151"/>
                </a:solidFill>
                <a:latin typeface="Barlow" pitchFamily="34" charset="0"/>
                <a:ea typeface="Barlow" pitchFamily="34" charset="-122"/>
                <a:cs typeface="Barlow" pitchFamily="34" charset="-120"/>
              </a:rPr>
              <a:t>Keep sensitive or changing facts out of hard-coded prompts.</a:t>
            </a:r>
            <a:endParaRPr lang="en-US" sz="1120"/>
          </a:p>
          <a:p>
            <a:pPr marL="0" indent="0">
              <a:buNone/>
            </a:pPr>
            <a:r>
              <a:rPr lang="en-US" sz="2200">
                <a:solidFill>
                  <a:srgbClr val="374151"/>
                </a:solidFill>
                <a:latin typeface="Barlow" pitchFamily="34" charset="0"/>
                <a:ea typeface="Barlow" pitchFamily="34" charset="-122"/>
                <a:cs typeface="Barlow" pitchFamily="34" charset="-120"/>
              </a:rPr>
              <a:t>Use grounding and validation for important outputs.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5.4</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Application prompts should be explicit, scoped, and testable.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Prompts should include role, task, constraints, context, and output expectations.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Prompt quality affects reliability, cost, and downstream workflow behavior.</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Prompts should be versioned and organized like other application assets.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name="Slide 4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5.5 — Prompt Templates, Variables, and Arguments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Semantic Kernel templating supports reusable instructions.</a:t>
            </a:r>
            <a:endParaRPr lang="en-US" sz="1250"/>
          </a:p>
        </p:txBody>
      </p:sp>
      <p:sp>
        <p:nvSpPr>
          <p:cNvPr id="13" name="Shape 11"/>
          <p:cNvSpPr/>
          <p:nvPr/>
        </p:nvSpPr>
        <p:spPr>
          <a:xfrm>
            <a:off x="612648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14" name="Text 12"/>
          <p:cNvSpPr/>
          <p:nvPr/>
        </p:nvSpPr>
        <p:spPr>
          <a:xfrm>
            <a:off x="619963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Template</a:t>
            </a:r>
            <a:endParaRPr lang="en-US" sz="1150"/>
          </a:p>
        </p:txBody>
      </p:sp>
      <p:sp>
        <p:nvSpPr>
          <p:cNvPr id="15" name="Shape 13"/>
          <p:cNvSpPr/>
          <p:nvPr/>
        </p:nvSpPr>
        <p:spPr>
          <a:xfrm>
            <a:off x="7059168" y="2331720"/>
            <a:ext cx="100584" cy="0"/>
          </a:xfrm>
          <a:prstGeom prst="line">
            <a:avLst/>
          </a:prstGeom>
          <a:noFill/>
          <a:ln w="25400">
            <a:solidFill>
              <a:srgbClr val="00AED6"/>
            </a:solidFill>
            <a:prstDash val="solid"/>
            <a:headEnd type="none"/>
            <a:tailEnd type="triangle"/>
          </a:ln>
        </p:spPr>
        <p:txBody>
          <a:bodyPr/>
          <a:lstStyle/>
          <a:p>
            <a:endParaRPr/>
          </a:p>
        </p:txBody>
      </p:sp>
      <p:sp>
        <p:nvSpPr>
          <p:cNvPr id="16" name="Shape 14"/>
          <p:cNvSpPr/>
          <p:nvPr/>
        </p:nvSpPr>
        <p:spPr>
          <a:xfrm>
            <a:off x="7178040" y="1920240"/>
            <a:ext cx="914400" cy="822960"/>
          </a:xfrm>
          <a:prstGeom prst="roundRect">
            <a:avLst>
              <a:gd name="adj" fmla="val 5556"/>
            </a:avLst>
          </a:prstGeom>
          <a:solidFill>
            <a:srgbClr val="E6F7FB"/>
          </a:solidFill>
          <a:ln w="12700">
            <a:solidFill>
              <a:srgbClr val="C9D4E2"/>
            </a:solidFill>
            <a:prstDash val="solid"/>
          </a:ln>
        </p:spPr>
        <p:txBody>
          <a:bodyPr/>
          <a:lstStyle/>
          <a:p>
            <a:endParaRPr/>
          </a:p>
        </p:txBody>
      </p:sp>
      <p:sp>
        <p:nvSpPr>
          <p:cNvPr id="17" name="Text 15"/>
          <p:cNvSpPr/>
          <p:nvPr/>
        </p:nvSpPr>
        <p:spPr>
          <a:xfrm>
            <a:off x="725119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07DB8"/>
                </a:solidFill>
                <a:latin typeface="Raleway" pitchFamily="34" charset="0"/>
                <a:ea typeface="Raleway" pitchFamily="34" charset="-122"/>
                <a:cs typeface="Raleway" pitchFamily="34" charset="-120"/>
              </a:rPr>
              <a:t>Variables</a:t>
            </a:r>
            <a:endParaRPr lang="en-US" sz="1150"/>
          </a:p>
        </p:txBody>
      </p:sp>
      <p:sp>
        <p:nvSpPr>
          <p:cNvPr id="18" name="Shape 16"/>
          <p:cNvSpPr/>
          <p:nvPr/>
        </p:nvSpPr>
        <p:spPr>
          <a:xfrm>
            <a:off x="8110728" y="2331720"/>
            <a:ext cx="100584" cy="0"/>
          </a:xfrm>
          <a:prstGeom prst="line">
            <a:avLst/>
          </a:prstGeom>
          <a:noFill/>
          <a:ln w="25400">
            <a:solidFill>
              <a:srgbClr val="00AED6"/>
            </a:solidFill>
            <a:prstDash val="solid"/>
            <a:headEnd type="none"/>
            <a:tailEnd type="triangle"/>
          </a:ln>
        </p:spPr>
        <p:txBody>
          <a:bodyPr/>
          <a:lstStyle/>
          <a:p>
            <a:endParaRPr/>
          </a:p>
        </p:txBody>
      </p:sp>
      <p:sp>
        <p:nvSpPr>
          <p:cNvPr id="19" name="Shape 17"/>
          <p:cNvSpPr/>
          <p:nvPr/>
        </p:nvSpPr>
        <p:spPr>
          <a:xfrm>
            <a:off x="822960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0" name="Text 18"/>
          <p:cNvSpPr/>
          <p:nvPr/>
        </p:nvSpPr>
        <p:spPr>
          <a:xfrm>
            <a:off x="8302752" y="2185416"/>
            <a:ext cx="768096" cy="228600"/>
          </a:xfrm>
          <a:prstGeom prst="rect">
            <a:avLst/>
          </a:prstGeom>
          <a:noFill/>
          <a:ln/>
        </p:spPr>
        <p:txBody>
          <a:bodyPr wrap="square" lIns="0" tIns="0" rIns="0" bIns="0" rtlCol="0" anchor="ctr">
            <a:normAutofit fontScale="92500"/>
          </a:bodyPr>
          <a:lstStyle/>
          <a:p>
            <a:pPr marL="0" indent="0" algn="ctr">
              <a:buNone/>
            </a:pPr>
            <a:r>
              <a:rPr lang="en-US" sz="1150" b="1">
                <a:solidFill>
                  <a:srgbClr val="0A2F4D"/>
                </a:solidFill>
                <a:latin typeface="Raleway" pitchFamily="34" charset="0"/>
                <a:ea typeface="Raleway" pitchFamily="34" charset="-122"/>
                <a:cs typeface="Raleway" pitchFamily="34" charset="-120"/>
              </a:rPr>
              <a:t>Arguments</a:t>
            </a:r>
            <a:endParaRPr lang="en-US" sz="1150"/>
          </a:p>
        </p:txBody>
      </p:sp>
      <p:sp>
        <p:nvSpPr>
          <p:cNvPr id="21" name="Shape 19"/>
          <p:cNvSpPr/>
          <p:nvPr/>
        </p:nvSpPr>
        <p:spPr>
          <a:xfrm>
            <a:off x="9162288" y="2331720"/>
            <a:ext cx="100584" cy="0"/>
          </a:xfrm>
          <a:prstGeom prst="line">
            <a:avLst/>
          </a:prstGeom>
          <a:noFill/>
          <a:ln w="25400">
            <a:solidFill>
              <a:srgbClr val="00AED6"/>
            </a:solidFill>
            <a:prstDash val="solid"/>
            <a:headEnd type="none"/>
            <a:tailEnd type="triangle"/>
          </a:ln>
        </p:spPr>
        <p:txBody>
          <a:bodyPr/>
          <a:lstStyle/>
          <a:p>
            <a:endParaRPr/>
          </a:p>
        </p:txBody>
      </p:sp>
      <p:sp>
        <p:nvSpPr>
          <p:cNvPr id="22" name="Shape 20"/>
          <p:cNvSpPr/>
          <p:nvPr/>
        </p:nvSpPr>
        <p:spPr>
          <a:xfrm>
            <a:off x="928116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3" name="Text 21"/>
          <p:cNvSpPr/>
          <p:nvPr/>
        </p:nvSpPr>
        <p:spPr>
          <a:xfrm>
            <a:off x="935431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Kernel</a:t>
            </a:r>
            <a:endParaRPr lang="en-US" sz="1150"/>
          </a:p>
        </p:txBody>
      </p:sp>
      <p:sp>
        <p:nvSpPr>
          <p:cNvPr id="24" name="Shape 22"/>
          <p:cNvSpPr/>
          <p:nvPr/>
        </p:nvSpPr>
        <p:spPr>
          <a:xfrm>
            <a:off x="10213848" y="2331720"/>
            <a:ext cx="100584" cy="0"/>
          </a:xfrm>
          <a:prstGeom prst="line">
            <a:avLst/>
          </a:prstGeom>
          <a:noFill/>
          <a:ln w="25400">
            <a:solidFill>
              <a:srgbClr val="00AED6"/>
            </a:solidFill>
            <a:prstDash val="solid"/>
            <a:headEnd type="none"/>
            <a:tailEnd type="triangle"/>
          </a:ln>
        </p:spPr>
        <p:txBody>
          <a:bodyPr/>
          <a:lstStyle/>
          <a:p>
            <a:endParaRPr/>
          </a:p>
        </p:txBody>
      </p:sp>
      <p:sp>
        <p:nvSpPr>
          <p:cNvPr id="25" name="Shape 23"/>
          <p:cNvSpPr/>
          <p:nvPr/>
        </p:nvSpPr>
        <p:spPr>
          <a:xfrm>
            <a:off x="1033272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6" name="Text 24"/>
          <p:cNvSpPr/>
          <p:nvPr/>
        </p:nvSpPr>
        <p:spPr>
          <a:xfrm>
            <a:off x="1040587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Response</a:t>
            </a:r>
            <a:endParaRPr lang="en-US" sz="1150"/>
          </a:p>
        </p:txBody>
      </p:sp>
      <p:sp>
        <p:nvSpPr>
          <p:cNvPr id="27" name="Shape 2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8" name="Text 2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46</a:t>
            </a:r>
            <a:endParaRPr lang="en-US" sz="900"/>
          </a:p>
        </p:txBody>
      </p:sp>
      <p:sp>
        <p:nvSpPr>
          <p:cNvPr id="29" name="Text 2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5.5</a:t>
            </a:r>
            <a:endParaRPr lang="en-US" sz="750"/>
          </a:p>
        </p:txBody>
      </p:sp>
      <p:sp>
        <p:nvSpPr>
          <p:cNvPr id="30" name="TextBox 29"/>
          <p:cNvSpPr txBox="1"/>
          <p:nvPr/>
        </p:nvSpPr>
        <p:spPr>
          <a:xfrm>
            <a:off x="822960" y="1591056"/>
            <a:ext cx="525780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Prompt templates let you reuse one instruction pattern with different inputs.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Variables inject runtime data such as document text, case status, or user intent.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Arguments separate prompt structure from runtime values.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Templates reduce duplication and make prompt iteration easier.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fade">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fade">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fade">
                                      <p:cBhvr>
                                        <p:cTn id="22"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name="Slide 4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5.6 — Create Reusable Prompt Templates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Build prompt templates for project-specific assistant behavior.</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same prompt template works with different business inputs.</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Write a prompt template with variables.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Supply KernelArguments at runtime.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Invoke the prompt through the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Compare reusable behavior across inputs.</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var args = new KernelArguments { ["input"] = text };</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var result = await kernel.InvokePromptAsync(prompt, args);</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47</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5.7 — Add Personas and Role-Based Prompting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Shape assistant tone, domain behavior, and response constraints.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assistant response style and constraints become more consistent.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system-level role instructions.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Compare generic vs role-guided output.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Inject portal-specific behavior constraints.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Keep the persona professional and bounded.</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5.8 — Build a Semantic Prompt Plugin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Organize prompt behavior into a reusable semantic plugin.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Prompt behavior is packaged as a reusable semantic plugin.</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prompt plugin folder.</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Add the prompt text and configuration file.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Register the plugin with the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Invoke the prompt-backed function by name.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5.8</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5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5.9 — Store Prompts in Files and Organize Them Cleanly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Externalize prompts for maintainability and team collaboration.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Prompts are maintainable assets instead of strings scattered through code.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Move hard-coded prompts into files.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Organize prompts by feature area.</a:t>
            </a:r>
            <a:endParaRPr lang="en-US" sz="1160"/>
          </a:p>
          <a:p>
            <a:pPr marL="0" indent="0">
              <a:buNone/>
            </a:pPr>
            <a:r>
              <a:rPr lang="en-US" sz="2200">
                <a:solidFill>
                  <a:srgbClr val="374151"/>
                </a:solidFill>
                <a:latin typeface="Barlow" pitchFamily="34" charset="0"/>
                <a:ea typeface="Barlow" pitchFamily="34" charset="-122"/>
                <a:cs typeface="Barlow" pitchFamily="34" charset="-120"/>
              </a:rPr>
              <a:t>3. Load prompts through the plugin or prompt service.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Confirm the same demo still works after externalization.</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50</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5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5.10 — Test and Tune Prompt Quality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Compare outputs and refine prompts using practical criteria.</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learner sees prompt tuning as a testable engineering activity.</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two or three prompt variants.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Run each variant against the same input.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Compare clarity, grounding, and usefulness.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Keep the best-performing version as the checkpoint.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Lesson 5.10</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5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5.11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can create and organize prompt-based plugins effectively.</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Plugins and Native Functions</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52</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5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6</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Plugins and Native Functions</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Extend the console app with native functions, local logic, and automatic invocation.</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53</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a:t>
            </a:r>
            <a:endParaRPr lang="en-US" sz="75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plugins and native functions expose business capabilities.</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54</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Section focus: Extend the console app with native functions, local logic, and automatic invocation.</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Concepts are introduced before code so demos have context.</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Each demo moves the same project forward rather than creating unrelated samples.</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name="Slide 5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Plugins and Native Functions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3" name="Text 21"/>
          <p:cNvSpPr/>
          <p:nvPr/>
        </p:nvSpPr>
        <p:spPr>
          <a:xfrm>
            <a:off x="868680" y="5577840"/>
            <a:ext cx="8229600" cy="27432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Theory lessons first, then targeted demos.</a:t>
            </a:r>
            <a:endParaRPr lang="en-US" sz="120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55</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a:t>
            </a:r>
            <a:endParaRPr lang="en-US" sz="750"/>
          </a:p>
        </p:txBody>
      </p:sp>
      <p:sp>
        <p:nvSpPr>
          <p:cNvPr id="27" name="TextBox 26"/>
          <p:cNvSpPr txBox="1"/>
          <p:nvPr/>
        </p:nvSpPr>
        <p:spPr>
          <a:xfrm>
            <a:off x="822960" y="1591056"/>
            <a:ext cx="5257800" cy="301621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1. Section Overview</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2. Understanding Plugins, Functions, and Discoverability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3. Build the First Native Plugin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4. Add Descriptions and Parameters That Improve Tool Selection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5. Use Built-In Plugins Where Appropriate [Demo]</a:t>
            </a:r>
          </a:p>
        </p:txBody>
      </p:sp>
      <p:sp>
        <p:nvSpPr>
          <p:cNvPr id="28" name="TextBox 27"/>
          <p:cNvSpPr txBox="1"/>
          <p:nvPr/>
        </p:nvSpPr>
        <p:spPr>
          <a:xfrm>
            <a:off x="6400800" y="1591056"/>
            <a:ext cx="4892040" cy="2600712"/>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6. Combine Prompt Templates with Plugin Calls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7. Use Functions Inside Prompts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8. Automatically Invoking Functions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9. Configure Automatic Function Invocation [Demo]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fade">
                                      <p:cBhvr>
                                        <p:cTn id="32" dur="500"/>
                                        <p:tgtEl>
                                          <p:spTgt spid="2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xEl>
                                              <p:pRg st="1" end="1"/>
                                            </p:txEl>
                                          </p:spTgt>
                                        </p:tgtEl>
                                        <p:attrNameLst>
                                          <p:attrName>style.visibility</p:attrName>
                                        </p:attrNameLst>
                                      </p:cBhvr>
                                      <p:to>
                                        <p:strVal val="visible"/>
                                      </p:to>
                                    </p:set>
                                    <p:animEffect transition="in" filter="fade">
                                      <p:cBhvr>
                                        <p:cTn id="37" dur="500"/>
                                        <p:tgtEl>
                                          <p:spTgt spid="2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xEl>
                                              <p:pRg st="2" end="2"/>
                                            </p:txEl>
                                          </p:spTgt>
                                        </p:tgtEl>
                                        <p:attrNameLst>
                                          <p:attrName>style.visibility</p:attrName>
                                        </p:attrNameLst>
                                      </p:cBhvr>
                                      <p:to>
                                        <p:strVal val="visible"/>
                                      </p:to>
                                    </p:set>
                                    <p:animEffect transition="in" filter="fade">
                                      <p:cBhvr>
                                        <p:cTn id="42" dur="500"/>
                                        <p:tgtEl>
                                          <p:spTgt spid="2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xEl>
                                              <p:pRg st="3" end="3"/>
                                            </p:txEl>
                                          </p:spTgt>
                                        </p:tgtEl>
                                        <p:attrNameLst>
                                          <p:attrName>style.visibility</p:attrName>
                                        </p:attrNameLst>
                                      </p:cBhvr>
                                      <p:to>
                                        <p:strVal val="visible"/>
                                      </p:to>
                                    </p:set>
                                    <p:animEffect transition="in" filter="fade">
                                      <p:cBhvr>
                                        <p:cTn id="47"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28"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name="Slide 5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6.2 — Understanding Plugins, Functions, and Discoverability</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Learn what makes a function usable by the model and by the kernel.</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Discoverability checklist</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 function should do one clear thing.</a:t>
            </a:r>
            <a:endParaRPr lang="en-US" sz="1120"/>
          </a:p>
          <a:p>
            <a:pPr marL="0" indent="0">
              <a:buNone/>
            </a:pPr>
            <a:r>
              <a:rPr lang="en-US" sz="2200">
                <a:solidFill>
                  <a:srgbClr val="374151"/>
                </a:solidFill>
                <a:latin typeface="Barlow" pitchFamily="34" charset="0"/>
                <a:ea typeface="Barlow" pitchFamily="34" charset="-122"/>
                <a:cs typeface="Barlow" pitchFamily="34" charset="-120"/>
              </a:rPr>
              <a:t>Read operations can often be invoked automatically.</a:t>
            </a:r>
            <a:endParaRPr lang="en-US" sz="1120"/>
          </a:p>
          <a:p>
            <a:pPr marL="0" indent="0">
              <a:buNone/>
            </a:pPr>
            <a:r>
              <a:rPr lang="en-US" sz="2200">
                <a:solidFill>
                  <a:srgbClr val="374151"/>
                </a:solidFill>
                <a:latin typeface="Barlow" pitchFamily="34" charset="0"/>
                <a:ea typeface="Barlow" pitchFamily="34" charset="-122"/>
                <a:cs typeface="Barlow" pitchFamily="34" charset="-120"/>
              </a:rPr>
              <a:t>Write operations need confirmation, authorization, and audit logging.</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56</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6.2</a:t>
            </a:r>
            <a:endParaRPr lang="en-US" sz="750"/>
          </a:p>
        </p:txBody>
      </p:sp>
      <p:sp>
        <p:nvSpPr>
          <p:cNvPr id="21" name="TextBox 20"/>
          <p:cNvSpPr txBox="1"/>
          <p:nvPr/>
        </p:nvSpPr>
        <p:spPr>
          <a:xfrm>
            <a:off x="822960" y="1682496"/>
            <a:ext cx="525780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model uses names and descriptions to decide when a function is relevant.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Parameters must be typed, named clearly, and described in plain language.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Overloaded, vague, or side-effect-heavy functions make orchestration unreliable.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best plugin functions are narrow, testable, and aligned to a business action.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name="Slide 5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6.3 — Build the First Native Plugin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Create a plugin that exposes business logic to the kernel.</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Native C# logic is available as a Semantic Kernel plugin function.</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C# plugin class.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Add KernelFunction attributes and descriptions.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Register the plugin with the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Invoke the plugin from the app.</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[KernelFunction, Description("Get request details by ID")]</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public Task&lt;RequestDto&gt; GetRequestAsync(int requestId) { ... }</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57</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5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6.4 — Add Descriptions and Parameters That Improve Tool Selection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Make plugin methods easier for the model to choose and call correctly.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model has better metadata for selecting the right function.</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descriptions to plugin classes and functions.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Describe parameters in business language.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Run before/after prompts that require tool selection.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Observe improved function selection.</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6.5 — Use Built-In Plugins Where Appropriate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Apply built-in utilities without bloating custom code.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kernel invokes built-in functionality without custom code.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Register a built-in plugin.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Call a plugin function manually.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Use the function output in the conversation.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Discuss when built-in plugins are sufficient.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name="Slide 6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6.6 — Combine Prompt Templates with Plugin Calls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Blend instructions and executable functions in one flow.</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same prompt template works with different business inputs.</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Write a prompt template with variables.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Supply KernelArguments at runtime.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Invoke the prompt through the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Compare reusable behavior across inputs.</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var args = new KernelArguments { ["input"] = text };</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var result = await kernel.InvokePromptAsync(prompt, args);</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60</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6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6.7 — Use Functions Inside Prompts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Inject function output into prompt execution for smarter results.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prompt can incorporate function results without manually building every string.</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a function call expression or function-backed value.</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Supply input variables to the prompt.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Run the prompt and inspect the resolved context.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4. Discuss when nested function use is appropriate.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6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6.8 — Automatically Invoking Functions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when and why automatic function calling is useful.</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Safety boundary</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Good for read-only lookups and controlled helper functions.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Be cautious with state-changing operations.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 course later adds confirmation gates and action cards.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62</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6.8</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Automatic invocation lets the model request available functions when the user intent requires them.</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kernel executes function calls and returns results back to the model for continued reasoning.</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This can support multi-step interactions without manually wiring every branch.</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must be paired with tool design, permissions, and validation.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name="Slide 6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6.9 — Configure Automatic Function Invocation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Enable the kernel to choose and invoke registered functions automatically.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model can request the right function and use the result to answer.</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Register multiple plugin functions.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Enable automatic function choice behavior.</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Ask a request that requires tool use.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Inspect which function was invoked and why.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name="Slide 6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6.10 — Design Rules for Good Plugins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when logic should live in prompts, functions, or application code.</a:t>
            </a:r>
            <a:endParaRPr lang="en-US" sz="125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Lesson 6.10</a:t>
            </a:r>
            <a:endParaRPr lang="en-US" sz="750"/>
          </a:p>
        </p:txBody>
      </p:sp>
      <p:sp>
        <p:nvSpPr>
          <p:cNvPr id="18" name="TextBox 17"/>
          <p:cNvSpPr txBox="1"/>
          <p:nvPr/>
        </p:nvSpPr>
        <p:spPr>
          <a:xfrm>
            <a:off x="868680" y="1591056"/>
            <a:ext cx="10287000" cy="2000548"/>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Design plugins around business capabilities, not random code utilities.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Use clear names, descriptions, and parameter contracts.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Keep side effects explicit and auditable.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Separate read-only functions from state-changing functions.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Prefer small composable functions over large ambiguous functions.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name="Slide 6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6.11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can build console-based AI workflows using prompts and native functions.</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Moving into ASP.NET Core</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65</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name="Slide 6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7</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Moving into ASP.NET Core</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Translate console concepts into a real ASP.NET Core business portal.</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66</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a:t>
            </a:r>
            <a:endParaRPr lang="en-US" sz="75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7.1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console-based Semantic Kernel concepts map into a web application.</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67</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Lesson 7.1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Section focus: Translate console concepts into a real ASP.NET Core business portal.</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Concepts are introduced before code so demos have context.</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Each demo moves the same project forward rather than creating unrelated samples.</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name="Slide 6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Moving into ASP.NET Core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3" name="Text 21"/>
          <p:cNvSpPr/>
          <p:nvPr/>
        </p:nvSpPr>
        <p:spPr>
          <a:xfrm>
            <a:off x="868680" y="5577840"/>
            <a:ext cx="8229600" cy="27432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Theory lessons first, then targeted demos.</a:t>
            </a:r>
            <a:endParaRPr lang="en-US" sz="120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68</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a:t>
            </a:r>
            <a:endParaRPr lang="en-US" sz="750"/>
          </a:p>
        </p:txBody>
      </p:sp>
      <p:sp>
        <p:nvSpPr>
          <p:cNvPr id="27" name="TextBox 26"/>
          <p:cNvSpPr txBox="1"/>
          <p:nvPr/>
        </p:nvSpPr>
        <p:spPr>
          <a:xfrm>
            <a:off x="822960" y="1591056"/>
            <a:ext cx="5257800" cy="335476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1. Section Overview</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2. Create the ASP.NET Core MVC Starter Portal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3. Add Semantic Kernel to ASP.NET Core Dependency Injection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4. Build a Semantic Kernel Service Layer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5. Add the Documents Area to the Portal [Demo]</a:t>
            </a:r>
          </a:p>
        </p:txBody>
      </p:sp>
      <p:sp>
        <p:nvSpPr>
          <p:cNvPr id="28" name="TextBox 27"/>
          <p:cNvSpPr txBox="1"/>
          <p:nvPr/>
        </p:nvSpPr>
        <p:spPr>
          <a:xfrm>
            <a:off x="6400800" y="1591056"/>
            <a:ext cx="489204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6. Add the Requests Area to the Portal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7. Build an Embedded Copilot Panel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8. Pass Page Context into the Copilot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9. Test the Embedded Copilot Experience [Demo]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fade">
                                      <p:cBhvr>
                                        <p:cTn id="32" dur="500"/>
                                        <p:tgtEl>
                                          <p:spTgt spid="2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xEl>
                                              <p:pRg st="1" end="1"/>
                                            </p:txEl>
                                          </p:spTgt>
                                        </p:tgtEl>
                                        <p:attrNameLst>
                                          <p:attrName>style.visibility</p:attrName>
                                        </p:attrNameLst>
                                      </p:cBhvr>
                                      <p:to>
                                        <p:strVal val="visible"/>
                                      </p:to>
                                    </p:set>
                                    <p:animEffect transition="in" filter="fade">
                                      <p:cBhvr>
                                        <p:cTn id="37" dur="500"/>
                                        <p:tgtEl>
                                          <p:spTgt spid="2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xEl>
                                              <p:pRg st="2" end="2"/>
                                            </p:txEl>
                                          </p:spTgt>
                                        </p:tgtEl>
                                        <p:attrNameLst>
                                          <p:attrName>style.visibility</p:attrName>
                                        </p:attrNameLst>
                                      </p:cBhvr>
                                      <p:to>
                                        <p:strVal val="visible"/>
                                      </p:to>
                                    </p:set>
                                    <p:animEffect transition="in" filter="fade">
                                      <p:cBhvr>
                                        <p:cTn id="42" dur="500"/>
                                        <p:tgtEl>
                                          <p:spTgt spid="2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xEl>
                                              <p:pRg st="3" end="3"/>
                                            </p:txEl>
                                          </p:spTgt>
                                        </p:tgtEl>
                                        <p:attrNameLst>
                                          <p:attrName>style.visibility</p:attrName>
                                        </p:attrNameLst>
                                      </p:cBhvr>
                                      <p:to>
                                        <p:strVal val="visible"/>
                                      </p:to>
                                    </p:set>
                                    <p:animEffect transition="in" filter="fade">
                                      <p:cBhvr>
                                        <p:cTn id="47"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28"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name="Slide 6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7.2 — Create the ASP.NET Core MVC Starter Portal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Build the baseline business website that will host the embedded copilot.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app is now a real website, not a standalone chat interface.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the MVC web project.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Add dashboard, documents, and requests navigation.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sample data and layout.</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Run the portal without AI first.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Lesson 7.2</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name="Slide 7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7.3 — Add Semantic Kernel to ASP.NET Core Dependency Injection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Move kernel configuration into the ASP.NET Core composition root.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web application can use Semantic Kernel through normal ASP.NET Core service patterns.</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1. Move kernel setup into Program.cs or extension methods.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Register Semantic Kernel services with DI.</a:t>
            </a:r>
            <a:endParaRPr lang="en-US" sz="1160"/>
          </a:p>
          <a:p>
            <a:pPr marL="0" indent="0">
              <a:buNone/>
            </a:pPr>
            <a:r>
              <a:rPr lang="en-US" sz="2200">
                <a:solidFill>
                  <a:srgbClr val="374151"/>
                </a:solidFill>
                <a:latin typeface="Barlow" pitchFamily="34" charset="0"/>
                <a:ea typeface="Barlow" pitchFamily="34" charset="-122"/>
                <a:cs typeface="Barlow" pitchFamily="34" charset="-120"/>
              </a:rPr>
              <a:t>3. Inject the AI service into controllers or page handlers.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Verify scoped service usage.</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builder.Services.AddSingleton(sp =&gt; {</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    var kb = Kernel.CreateBuilder();</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    kb.AddAzureOpenAIChatCompletion(...);</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    return kb.Build();</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70</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Lesson 7.3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name="Slide 7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7.4 — Build a Semantic Kernel Service Layer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Separate kernel orchestration from controllers and UI code.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Controllers remain thin while AI orchestration lives in testable application services.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portal AI service interface.</a:t>
            </a:r>
            <a:endParaRPr lang="en-US" sz="1160"/>
          </a:p>
          <a:p>
            <a:pPr marL="0" indent="0">
              <a:buNone/>
            </a:pPr>
            <a:r>
              <a:rPr lang="en-US" sz="2200">
                <a:solidFill>
                  <a:srgbClr val="374151"/>
                </a:solidFill>
                <a:latin typeface="Barlow" pitchFamily="34" charset="0"/>
                <a:ea typeface="Barlow" pitchFamily="34" charset="-122"/>
                <a:cs typeface="Barlow" pitchFamily="34" charset="-120"/>
              </a:rPr>
              <a:t>2. Inject Kernel and domain services into the AI service.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Move prompt invocation behind the service layer.</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Return typed responses to controllers or handlers.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Lesson 7.4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name="Slide 7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7.5 — Add the Documents Area to the Portal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Introduce a business-facing area where users can interact with managed content.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portal has a real document context for AI features.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document list and details pages.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Create a document model and seed sample records.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actions for summary and document-specific copilot use.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Verify navigation from dashboard to document details.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Lesson 7.5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7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7.6 — Add the Requests Area to the Portal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Add another business context where AI assistance can provide value.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portal has a workflow record type where AI can support triage and next steps.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request list and details pages.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Seed realistic request statuses and owners.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request-specific action points.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Prepare the page for copilot assistance.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Lesson 7.6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name="Slide 7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7.7 — Build an Embedded Copilot Panel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Add a contextual assistant panel to the website instead of building a standalone chat app.</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assistant appears inside the business portal as an embedded copilot.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the panel markup and script hook.</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Connect the panel to the copilot endpoint.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Pass current page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Render responses in context.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Lesson 7.7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name="Slide 7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7.8 — Pass Page Context into the Copilot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Make the assistant aware of the current document, request, or page context.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copilot is context-aware instead of being a disconnected chat panel.</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Capture the current record type and record ID.</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Send page context with the copilot request.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Load matching document or request data server-side.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Confirm the assistant references the current page accurately.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75</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Lesson 7.8</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7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7.9 — Test the Embedded Copilot Experience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Verify that the assistant works as part of the portal workflow.</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embedded copilot works as a portal feature across business pages.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Open a document and request page.</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Ask context-specific questions from each page.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Verify the assistant changes behavior by page context.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4. Fix any missing routing or context payload issues.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76</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Lesson 7.9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name="Slide 7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7.10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Confirm the assistant now works inside ASP.NET Core.</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Contextual Assistance, History, and Grounding</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77</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name="Slide 7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8</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Contextual Assistance, History, and Grounding</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Add persistence, document intelligence, RAG, citations, and memory to the portal.</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78</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a:t>
            </a:r>
            <a:endParaRPr lang="en-US" sz="75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makes an embedded copilot context-aware and useful.</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79</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Section focus: Add persistence, document intelligence, RAG, citations, and memory to the portal.</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Concepts are introduced before code so demos have context.</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Each demo moves the same project forward rather than creating unrelated samples.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name="Slide 8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Contextual Assistance, History, and Grounding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3" name="Text 21"/>
          <p:cNvSpPr/>
          <p:nvPr/>
        </p:nvSpPr>
        <p:spPr>
          <a:xfrm>
            <a:off x="868680" y="5577840"/>
            <a:ext cx="8229600" cy="27432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Theory lessons first, then targeted demos.</a:t>
            </a:r>
            <a:endParaRPr lang="en-US" sz="120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80</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a:t>
            </a:r>
            <a:endParaRPr lang="en-US" sz="750"/>
          </a:p>
        </p:txBody>
      </p:sp>
      <p:sp>
        <p:nvSpPr>
          <p:cNvPr id="27" name="TextBox 26"/>
          <p:cNvSpPr txBox="1"/>
          <p:nvPr/>
        </p:nvSpPr>
        <p:spPr>
          <a:xfrm>
            <a:off x="822960" y="1591056"/>
            <a:ext cx="5257800" cy="301621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1. Section Overview</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2. Persist Copilot Conversations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3. Reload Historical Context into Semantic Kernel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4. Add Document Upload Support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5. Extract Text from PDFs with IronPDF [Demo]</a:t>
            </a:r>
          </a:p>
        </p:txBody>
      </p:sp>
      <p:sp>
        <p:nvSpPr>
          <p:cNvPr id="28" name="TextBox 27"/>
          <p:cNvSpPr txBox="1"/>
          <p:nvPr/>
        </p:nvSpPr>
        <p:spPr>
          <a:xfrm>
            <a:off x="6400800" y="1591056"/>
            <a:ext cx="4892040" cy="2600712"/>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6. Handle Scanned PDFs with OCR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7. Build a Document Preprocessing Pipeline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8. Core RAG Concepts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9. Prepare Document Chunks and Metadata [Demo]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fade">
                                      <p:cBhvr>
                                        <p:cTn id="32" dur="500"/>
                                        <p:tgtEl>
                                          <p:spTgt spid="2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xEl>
                                              <p:pRg st="1" end="1"/>
                                            </p:txEl>
                                          </p:spTgt>
                                        </p:tgtEl>
                                        <p:attrNameLst>
                                          <p:attrName>style.visibility</p:attrName>
                                        </p:attrNameLst>
                                      </p:cBhvr>
                                      <p:to>
                                        <p:strVal val="visible"/>
                                      </p:to>
                                    </p:set>
                                    <p:animEffect transition="in" filter="fade">
                                      <p:cBhvr>
                                        <p:cTn id="37" dur="500"/>
                                        <p:tgtEl>
                                          <p:spTgt spid="2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xEl>
                                              <p:pRg st="2" end="2"/>
                                            </p:txEl>
                                          </p:spTgt>
                                        </p:tgtEl>
                                        <p:attrNameLst>
                                          <p:attrName>style.visibility</p:attrName>
                                        </p:attrNameLst>
                                      </p:cBhvr>
                                      <p:to>
                                        <p:strVal val="visible"/>
                                      </p:to>
                                    </p:set>
                                    <p:animEffect transition="in" filter="fade">
                                      <p:cBhvr>
                                        <p:cTn id="42" dur="500"/>
                                        <p:tgtEl>
                                          <p:spTgt spid="2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xEl>
                                              <p:pRg st="3" end="3"/>
                                            </p:txEl>
                                          </p:spTgt>
                                        </p:tgtEl>
                                        <p:attrNameLst>
                                          <p:attrName>style.visibility</p:attrName>
                                        </p:attrNameLst>
                                      </p:cBhvr>
                                      <p:to>
                                        <p:strVal val="visible"/>
                                      </p:to>
                                    </p:set>
                                    <p:animEffect transition="in" filter="fade">
                                      <p:cBhvr>
                                        <p:cTn id="47"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28"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name="Slide 8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8.2 — Persist Copilot Conversations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Store user and assistant interactions per portal context.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Copilot conversations survive page reloads and are scoped to business records.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conversation and message entities.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Store messages by user, record type, and record ID.</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Save both user and assistant turns.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Inspect persisted messages in the database.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8.2</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name="Slide 8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8.3 — Reload Historical Context into Semantic Kernel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Rehydrate prior conversations for follow-up questions.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assistant can continue a conversation in the correct portal context.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Load prior turns for the current record.</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Convert stored messages into chat history.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Limit history to a manageable context window.</a:t>
            </a:r>
            <a:endParaRPr lang="en-US" sz="1160"/>
          </a:p>
          <a:p>
            <a:pPr marL="0" indent="0">
              <a:buNone/>
            </a:pPr>
            <a:r>
              <a:rPr lang="en-US" sz="2200">
                <a:solidFill>
                  <a:srgbClr val="374151"/>
                </a:solidFill>
                <a:latin typeface="Barlow" pitchFamily="34" charset="0"/>
                <a:ea typeface="Barlow" pitchFamily="34" charset="-122"/>
                <a:cs typeface="Barlow" pitchFamily="34" charset="-120"/>
              </a:rPr>
              <a:t>4. Ask a follow-up question that depends on history.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name="Slide 8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8.4 — Add Document Upload Support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Allow users to submit PDFs into the application workflow.</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portal accepts business documents for AI processing.</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upload form and validation.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Store uploaded file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3. Persist the document record.</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Prepare the file for extraction.</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name="Slide 8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8.5 — Extract Text from PDFs with IronPDF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Pull machine-readable text from uploaded documents.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PDF content is available to the AI pipeline as text.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Load the uploaded PDF.</a:t>
            </a:r>
            <a:endParaRPr lang="en-US" sz="1160"/>
          </a:p>
          <a:p>
            <a:pPr marL="0" indent="0">
              <a:buNone/>
            </a:pPr>
            <a:r>
              <a:rPr lang="en-US" sz="2200">
                <a:solidFill>
                  <a:srgbClr val="374151"/>
                </a:solidFill>
                <a:latin typeface="Barlow" pitchFamily="34" charset="0"/>
                <a:ea typeface="Barlow" pitchFamily="34" charset="-122"/>
                <a:cs typeface="Barlow" pitchFamily="34" charset="-120"/>
              </a:rPr>
              <a:t>2. Extract text using IronPDF.</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Store extracted text or document segments.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Handle extraction failures gracefully.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name="Slide 8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8.6 — Handle Scanned PDFs with OCR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Process image-based PDFs that do not already contain readable text.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Scanned documents can be included in the same AI processing pipeline.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Identify an image-based PDF.</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Run OCR extraction.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Store OCR output with source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Compare results with text-based extraction.</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85</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name="Slide 8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8.7 — Build a Document Preprocessing Pipeline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Move from raw PDF text extraction into structured ingestion.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Raw PDF text becomes structured, traceable input for RAG.</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Normalize extracted 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Split content into page or section units.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Attach document ID, page number, and source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Persist processed content for downstream retrieval.</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86</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name="Slide 8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8.8 — Core RAG Concepts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chunking, embeddings, retrieval, and grounded response generation.</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RAG design lens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RAG is not just vector search.</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 answer still needs prompt design, source tracking, and UI transparency.</a:t>
            </a:r>
            <a:endParaRPr lang="en-US" sz="1120"/>
          </a:p>
          <a:p>
            <a:pPr marL="0" indent="0">
              <a:buNone/>
            </a:pPr>
            <a:r>
              <a:rPr lang="en-US" sz="2200">
                <a:solidFill>
                  <a:srgbClr val="374151"/>
                </a:solidFill>
                <a:latin typeface="Barlow" pitchFamily="34" charset="0"/>
                <a:ea typeface="Barlow" pitchFamily="34" charset="-122"/>
                <a:cs typeface="Barlow" pitchFamily="34" charset="-120"/>
              </a:rPr>
              <a:t>Enterprise value comes from auditable answers over business documents.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87</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8.8</a:t>
            </a:r>
            <a:endParaRPr lang="en-US" sz="750"/>
          </a:p>
        </p:txBody>
      </p:sp>
      <p:sp>
        <p:nvSpPr>
          <p:cNvPr id="21" name="TextBox 20"/>
          <p:cNvSpPr txBox="1"/>
          <p:nvPr/>
        </p:nvSpPr>
        <p:spPr>
          <a:xfrm>
            <a:off x="822960" y="1682496"/>
            <a:ext cx="525780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RAG retrieves relevant knowledge before asking the model to answer.</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standard flow is ingest → chunk → embed → search → ground → answer.</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Metadata controls traceability, filtering, and source references.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Grounding reduces unsupported answers and helps with domain-specific knowledge.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name="Slide 8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8.9 — Prepare Document Chunks and Metadata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Convert extracted document text into retrieval-ready chunks.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document content is retrieval-ready with useful metadata.</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Choose a chunk size and overlap strategy.</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Create chunks from processed document 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Attach metadata such as document ID, title, page, and section.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Persist chunks ready for embedding.</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name="Slide 8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8.10 — Generate Embeddings and Store Searchable Knowledge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Build the knowledge layer behind the copilot.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portal has a searchable knowledge layer behind the copilot.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chunks from processed document 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Generate embeddings for each chunk.</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Store vector records with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Verify records are searchable.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8.10</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name="Slide 9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8.11 — Retrieve Relevant Content for User Questions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Select the right document context at runtime.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assistant can select relevant context before answering.</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Accept a user question.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Search the indexed chunks.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Return top matching content with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Prepare retrieved context for the response prompt.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90</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8.11</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name="Slide 9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8.12 — Ground Responses with Retrieved Knowledge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Improve factuality and business relevance in responses.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Answers are based on retrieved portal content rather than unverified model knowledge.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Combine the user question with retrieved context.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Constrain the prompt to use available sources.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Generate a grounded answer.</a:t>
            </a:r>
            <a:endParaRPr lang="en-US" sz="1160"/>
          </a:p>
          <a:p>
            <a:pPr marL="0" indent="0">
              <a:buNone/>
            </a:pPr>
            <a:r>
              <a:rPr lang="en-US" sz="2200">
                <a:solidFill>
                  <a:srgbClr val="374151"/>
                </a:solidFill>
                <a:latin typeface="Barlow" pitchFamily="34" charset="0"/>
                <a:ea typeface="Barlow" pitchFamily="34" charset="-122"/>
                <a:cs typeface="Barlow" pitchFamily="34" charset="-120"/>
              </a:rPr>
              <a:t>4. Handle insufficient evidence gracefully.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8.12</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name="Slide 9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8.13 — Show Citations or Source References in the UI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Increase trust and traceability for end users.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Users can see where the answer came from.</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Carry source metadata from retrieval.</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Render references beside the answer.</a:t>
            </a:r>
            <a:endParaRPr lang="en-US" sz="1160"/>
          </a:p>
          <a:p>
            <a:pPr marL="0" indent="0">
              <a:buNone/>
            </a:pPr>
            <a:r>
              <a:rPr lang="en-US" sz="2200">
                <a:solidFill>
                  <a:srgbClr val="374151"/>
                </a:solidFill>
                <a:latin typeface="Barlow" pitchFamily="34" charset="0"/>
                <a:ea typeface="Barlow" pitchFamily="34" charset="-122"/>
                <a:cs typeface="Barlow" pitchFamily="34" charset="-120"/>
              </a:rPr>
              <a:t>3. Link references back to documents or pages.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Validate traceability.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8.13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name="Slide 9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8.14 — Improve Responses with Summarized Context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Prevent context overload while retaining important facts.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Long interactions remain useful without uncontrolled context growth.</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Detect when conversation history is getting long.</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Summarize older turns into compact memory.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Keep recent turns plus summary in the prompt.</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Verify the assistant still remembers key facts.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Lesson 8.14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name="Slide 9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8.15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Confirm the portal supports contextual, document-aware, grounded assistance.</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Enterprise Actions, Guardrails, and Workflow Orchestration</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94</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name="Slide 9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9</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fontScale="92500"/>
          </a:bodyPr>
          <a:lstStyle/>
          <a:p>
            <a:pPr marL="0" indent="0">
              <a:buNone/>
            </a:pPr>
            <a:r>
              <a:rPr lang="en-US" sz="3600" b="1" dirty="0">
                <a:solidFill>
                  <a:srgbClr val="007DB8"/>
                </a:solidFill>
                <a:latin typeface="Raleway" pitchFamily="34" charset="0"/>
                <a:ea typeface="Raleway" pitchFamily="34" charset="-122"/>
                <a:cs typeface="Raleway" pitchFamily="34" charset="-120"/>
              </a:rPr>
              <a:t>Enterprise Actions, Guardrails, and Workflow Orchestration</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Move beyond answers and support safe business workflows.</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95</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a:t>
            </a:r>
            <a:endParaRPr lang="en-US" sz="75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9.1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the embedded copilot can support commercial workflows.</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96</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Section focus: Move beyond answers and support safe business workflows.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Concepts are introduced before code so demos have context.</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Each demo moves the same project forward rather than creating unrelated samples.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name="Slide 9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Enterprise Actions, Guardrails, and Workflow Orchestration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3" name="Text 21"/>
          <p:cNvSpPr/>
          <p:nvPr/>
        </p:nvSpPr>
        <p:spPr>
          <a:xfrm>
            <a:off x="868680" y="5577840"/>
            <a:ext cx="8229600" cy="27432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Theory lessons first, then targeted demos.</a:t>
            </a:r>
            <a:endParaRPr lang="en-US" sz="120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97</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a:t>
            </a:r>
            <a:endParaRPr lang="en-US" sz="750"/>
          </a:p>
        </p:txBody>
      </p:sp>
      <p:sp>
        <p:nvSpPr>
          <p:cNvPr id="27" name="TextBox 26"/>
          <p:cNvSpPr txBox="1"/>
          <p:nvPr/>
        </p:nvSpPr>
        <p:spPr>
          <a:xfrm>
            <a:off x="822960" y="1591056"/>
            <a:ext cx="5257800" cy="335476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1. Section Overview</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2. Reuse Console Plugins in the Web Application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3. Trigger Business Actions from the Copilot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4. Add Confirmation Gates for Sensitive Operations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5. Add Authorization Checks for Sensitive Actions [Demo]</a:t>
            </a:r>
          </a:p>
        </p:txBody>
      </p:sp>
      <p:sp>
        <p:nvSpPr>
          <p:cNvPr id="28" name="TextBox 27"/>
          <p:cNvSpPr txBox="1"/>
          <p:nvPr/>
        </p:nvSpPr>
        <p:spPr>
          <a:xfrm>
            <a:off x="6400800" y="1591056"/>
            <a:ext cx="489204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6. Add Basic Guardrails and Input Validation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7. Log Action Requests and Outcomes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8. Build a Request Triage Workflow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9. Build an Approval Preparation Workflow [Demo]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fade">
                                      <p:cBhvr>
                                        <p:cTn id="32" dur="500"/>
                                        <p:tgtEl>
                                          <p:spTgt spid="2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xEl>
                                              <p:pRg st="1" end="1"/>
                                            </p:txEl>
                                          </p:spTgt>
                                        </p:tgtEl>
                                        <p:attrNameLst>
                                          <p:attrName>style.visibility</p:attrName>
                                        </p:attrNameLst>
                                      </p:cBhvr>
                                      <p:to>
                                        <p:strVal val="visible"/>
                                      </p:to>
                                    </p:set>
                                    <p:animEffect transition="in" filter="fade">
                                      <p:cBhvr>
                                        <p:cTn id="37" dur="500"/>
                                        <p:tgtEl>
                                          <p:spTgt spid="2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xEl>
                                              <p:pRg st="2" end="2"/>
                                            </p:txEl>
                                          </p:spTgt>
                                        </p:tgtEl>
                                        <p:attrNameLst>
                                          <p:attrName>style.visibility</p:attrName>
                                        </p:attrNameLst>
                                      </p:cBhvr>
                                      <p:to>
                                        <p:strVal val="visible"/>
                                      </p:to>
                                    </p:set>
                                    <p:animEffect transition="in" filter="fade">
                                      <p:cBhvr>
                                        <p:cTn id="42" dur="500"/>
                                        <p:tgtEl>
                                          <p:spTgt spid="2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xEl>
                                              <p:pRg st="3" end="3"/>
                                            </p:txEl>
                                          </p:spTgt>
                                        </p:tgtEl>
                                        <p:attrNameLst>
                                          <p:attrName>style.visibility</p:attrName>
                                        </p:attrNameLst>
                                      </p:cBhvr>
                                      <p:to>
                                        <p:strVal val="visible"/>
                                      </p:to>
                                    </p:set>
                                    <p:animEffect transition="in" filter="fade">
                                      <p:cBhvr>
                                        <p:cTn id="47"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28"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name="Slide 9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9.2 — Reuse Console Plugins in the Web Application</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Carry forward plugin concepts from the console app into the portal.</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Translation pattern</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Console: learn the primitive.</a:t>
            </a:r>
            <a:endParaRPr lang="en-US" sz="1120"/>
          </a:p>
          <a:p>
            <a:pPr marL="0" indent="0">
              <a:buNone/>
            </a:pPr>
            <a:r>
              <a:rPr lang="en-US" sz="2200">
                <a:solidFill>
                  <a:srgbClr val="374151"/>
                </a:solidFill>
                <a:latin typeface="Barlow" pitchFamily="34" charset="0"/>
                <a:ea typeface="Barlow" pitchFamily="34" charset="-122"/>
                <a:cs typeface="Barlow" pitchFamily="34" charset="-120"/>
              </a:rPr>
              <a:t>Portal: apply the primitive in a business workflow.</a:t>
            </a:r>
            <a:endParaRPr lang="en-US" sz="1120"/>
          </a:p>
          <a:p>
            <a:pPr marL="0" indent="0">
              <a:buNone/>
            </a:pPr>
            <a:r>
              <a:rPr lang="en-US" sz="2200">
                <a:solidFill>
                  <a:srgbClr val="374151"/>
                </a:solidFill>
                <a:latin typeface="Barlow" pitchFamily="34" charset="0"/>
                <a:ea typeface="Barlow" pitchFamily="34" charset="-122"/>
                <a:cs typeface="Barlow" pitchFamily="34" charset="-120"/>
              </a:rPr>
              <a:t>This transition prevents the course from becoming a disconnected demo collection.</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98</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9.2</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console demos taught the mechanics of plugins and function invocation.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web portal reuses the same ideas with real application services and records.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Plugin classes should depend on application services, not controller code.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This keeps the AI layer testable and maintainable.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name="Slide 9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9.3 — Trigger Business Actions from the Copilot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Support practical actions such as summaries, recommendations, and internal notes.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copilot produces reviewable business actions, not just text answers.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Define an action proposal object.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Let the copilot prepare a summary or recommendation.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Render the proposal in the portal instead of executing blindly.</a:t>
            </a:r>
            <a:endParaRPr lang="en-US" sz="1160"/>
          </a:p>
          <a:p>
            <a:pPr marL="0" indent="0">
              <a:buNone/>
            </a:pPr>
            <a:r>
              <a:rPr lang="en-US" sz="2200">
                <a:solidFill>
                  <a:srgbClr val="374151"/>
                </a:solidFill>
                <a:latin typeface="Barlow" pitchFamily="34" charset="0"/>
                <a:ea typeface="Barlow" pitchFamily="34" charset="-122"/>
                <a:cs typeface="Barlow" pitchFamily="34" charset="-120"/>
              </a:rPr>
              <a:t>4. Store the suggested action for review.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name="Slide 10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9.4 — Add Confirmation Gates for Sensitive Operations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Require user approval before state-changing actions are executed.</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Sensitive actions cannot run without explicit human approval.</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Classify an action as read-only or state-changing.</a:t>
            </a:r>
            <a:endParaRPr lang="en-US" sz="1160"/>
          </a:p>
          <a:p>
            <a:pPr marL="0" indent="0">
              <a:buNone/>
            </a:pPr>
            <a:r>
              <a:rPr lang="en-US" sz="2200">
                <a:solidFill>
                  <a:srgbClr val="374151"/>
                </a:solidFill>
                <a:latin typeface="Barlow" pitchFamily="34" charset="0"/>
                <a:ea typeface="Barlow" pitchFamily="34" charset="-122"/>
                <a:cs typeface="Barlow" pitchFamily="34" charset="-120"/>
              </a:rPr>
              <a:t>2. Generate an action proposal.</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Require user confirmation before execution.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Block automatic writes.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100</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name="Slide 10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9.5 — Add Authorization Checks for Sensitive Actions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Ensure only authorized users can approve, escalate, or modify records through the copilot.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copilot respects application authorization boundaries.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Check current user permissions.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Gate plugin execution by role or policy.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Return safe refusal messages for unauthorized actions.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Log authorization failures.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name="Slide 10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9.6 — Add Basic Guardrails and Input Validation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Constrain risky behavior and improve reliability in AI-assisted workflows.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portal blocks malformed or unsafe AI-assisted operations.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Validate request payloads before reaching the model.</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Reject unsupported record types or action names.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safe refusal behavior for invalid operations.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Test with normal and risky inputs.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name="Slide 10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9.7 — Log Action Requests and Outcomes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Capture what the assistant suggested, what the user approved, and what happened.</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system can explain what the assistant proposed and what the user approved.</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audit entries for suggested actions.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Record user confirmation or rejection.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Capture final execution result.</a:t>
            </a:r>
            <a:endParaRPr lang="en-US" sz="1160"/>
          </a:p>
          <a:p>
            <a:pPr marL="0" indent="0">
              <a:buNone/>
            </a:pPr>
            <a:r>
              <a:rPr lang="en-US" sz="2200">
                <a:solidFill>
                  <a:srgbClr val="374151"/>
                </a:solidFill>
                <a:latin typeface="Barlow" pitchFamily="34" charset="0"/>
                <a:ea typeface="Barlow" pitchFamily="34" charset="-122"/>
                <a:cs typeface="Barlow" pitchFamily="34" charset="-120"/>
              </a:rPr>
              <a:t>4. Display audit history on the record page.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name="Slide 10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9.8 — Build a Request Triage Workflow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Classify, summarize, and route incoming business requests.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A request moves through a practical AI-assisted triage workflow.</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Classify an incoming request.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Summarize the user need and missing information.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Recommend owner, priority, and next step.</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Persist the triage result for review.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9.8</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name="Slide 10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9.9 — Build an Approval Preparation Workflow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Prepare an approval brief that combines portal data and AI summarization.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copilot prepares decisions without bypassing human control.</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Collect document and request context.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Generate an approval brief with rationale and risks.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Present the brief for human review.</a:t>
            </a:r>
            <a:endParaRPr lang="en-US" sz="1160"/>
          </a:p>
          <a:p>
            <a:pPr marL="0" indent="0">
              <a:buNone/>
            </a:pPr>
            <a:r>
              <a:rPr lang="en-US" sz="2200">
                <a:solidFill>
                  <a:srgbClr val="374151"/>
                </a:solidFill>
                <a:latin typeface="Barlow" pitchFamily="34" charset="0"/>
                <a:ea typeface="Barlow" pitchFamily="34" charset="-122"/>
                <a:cs typeface="Barlow" pitchFamily="34" charset="-120"/>
              </a:rPr>
              <a:t>4. Log the prepared recommendation.</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105</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name="Slide 10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9.10 — Human-in-the-Loop Workflow Design</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where the user must stay in control and where automation is appropriate.</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Control model</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Automate low-risk support tasks.</a:t>
            </a:r>
            <a:endParaRPr lang="en-US" sz="1120"/>
          </a:p>
          <a:p>
            <a:pPr marL="0" indent="0">
              <a:buNone/>
            </a:pPr>
            <a:r>
              <a:rPr lang="en-US" sz="2200">
                <a:solidFill>
                  <a:srgbClr val="374151"/>
                </a:solidFill>
                <a:latin typeface="Barlow" pitchFamily="34" charset="0"/>
                <a:ea typeface="Barlow" pitchFamily="34" charset="-122"/>
                <a:cs typeface="Barlow" pitchFamily="34" charset="-120"/>
              </a:rPr>
              <a:t>Require confirmation for write operations.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Require authorization for sensitive workflows.</a:t>
            </a:r>
            <a:endParaRPr lang="en-US" sz="1120"/>
          </a:p>
          <a:p>
            <a:pPr marL="0" indent="0">
              <a:buNone/>
            </a:pPr>
            <a:r>
              <a:rPr lang="en-US" sz="2200">
                <a:solidFill>
                  <a:srgbClr val="374151"/>
                </a:solidFill>
                <a:latin typeface="Barlow" pitchFamily="34" charset="0"/>
                <a:ea typeface="Barlow" pitchFamily="34" charset="-122"/>
                <a:cs typeface="Barlow" pitchFamily="34" charset="-120"/>
              </a:rPr>
              <a:t>Capture rationale for compliance and trust.</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106</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Lesson 9.10</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Human-in-the-loop means AI can recommend, prepare, or summarize, but users approve key actions.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Use it when actions affect records, customers, compliance, payments, or operational state.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UI should make suggested actions reviewable before execution.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audit log should capture suggestion, user decision, and final outcome.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name="Slide 10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9.11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can build a commercially relevant AI-enabled web application.</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Observability, Evaluation, and Production Readiness</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107</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name="Slide 10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10</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Observability, Evaluation, and Production Readiness</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Make the solution observable, testable, and deployment-ready.</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108</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a:t>
            </a:r>
            <a:endParaRPr lang="en-US" sz="75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10.1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why working AI features are not enough for production-ready systems.</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109</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Section focus: Make the solution observable, testable, and deployment-ready.</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Concepts are introduced before code so demos have context.</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Each demo moves the same project forward rather than creating unrelated samples.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name="Slide 1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Observability, Evaluation, and Production Readiness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3" name="Text 21"/>
          <p:cNvSpPr/>
          <p:nvPr/>
        </p:nvSpPr>
        <p:spPr>
          <a:xfrm>
            <a:off x="868680" y="5577840"/>
            <a:ext cx="8229600" cy="27432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Theory lessons first, then targeted demos.</a:t>
            </a:r>
            <a:endParaRPr lang="en-US" sz="120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110</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a:t>
            </a:r>
            <a:endParaRPr lang="en-US" sz="750"/>
          </a:p>
        </p:txBody>
      </p:sp>
      <p:sp>
        <p:nvSpPr>
          <p:cNvPr id="27" name="TextBox 26"/>
          <p:cNvSpPr txBox="1"/>
          <p:nvPr/>
        </p:nvSpPr>
        <p:spPr>
          <a:xfrm>
            <a:off x="822960" y="1591056"/>
            <a:ext cx="5257800" cy="335476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1. Section Overview</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2. Why Observability Matters for Semantic Kernel Applications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3. Add Semantic Kernel Logging and Telemetry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4. Add OpenTelemetry for Copilot Requests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5. Observe Function Calls and Workflow Paths [Demo]</a:t>
            </a:r>
          </a:p>
        </p:txBody>
      </p:sp>
      <p:sp>
        <p:nvSpPr>
          <p:cNvPr id="28" name="TextBox 27"/>
          <p:cNvSpPr txBox="1"/>
          <p:nvPr/>
        </p:nvSpPr>
        <p:spPr>
          <a:xfrm>
            <a:off x="6400800" y="1591056"/>
            <a:ext cx="489204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6. Build a Small Evaluation Set for Key Portal Tasks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7. Compare Outputs and Improve Prompt and Plugin Quality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8. Review Reliability, Cost, and UX Tradeoffs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9. Prepare the Portal for Deployment [Demo]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fade">
                                      <p:cBhvr>
                                        <p:cTn id="32" dur="500"/>
                                        <p:tgtEl>
                                          <p:spTgt spid="2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xEl>
                                              <p:pRg st="1" end="1"/>
                                            </p:txEl>
                                          </p:spTgt>
                                        </p:tgtEl>
                                        <p:attrNameLst>
                                          <p:attrName>style.visibility</p:attrName>
                                        </p:attrNameLst>
                                      </p:cBhvr>
                                      <p:to>
                                        <p:strVal val="visible"/>
                                      </p:to>
                                    </p:set>
                                    <p:animEffect transition="in" filter="fade">
                                      <p:cBhvr>
                                        <p:cTn id="37" dur="500"/>
                                        <p:tgtEl>
                                          <p:spTgt spid="2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xEl>
                                              <p:pRg st="2" end="2"/>
                                            </p:txEl>
                                          </p:spTgt>
                                        </p:tgtEl>
                                        <p:attrNameLst>
                                          <p:attrName>style.visibility</p:attrName>
                                        </p:attrNameLst>
                                      </p:cBhvr>
                                      <p:to>
                                        <p:strVal val="visible"/>
                                      </p:to>
                                    </p:set>
                                    <p:animEffect transition="in" filter="fade">
                                      <p:cBhvr>
                                        <p:cTn id="42" dur="500"/>
                                        <p:tgtEl>
                                          <p:spTgt spid="2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xEl>
                                              <p:pRg st="3" end="3"/>
                                            </p:txEl>
                                          </p:spTgt>
                                        </p:tgtEl>
                                        <p:attrNameLst>
                                          <p:attrName>style.visibility</p:attrName>
                                        </p:attrNameLst>
                                      </p:cBhvr>
                                      <p:to>
                                        <p:strVal val="visible"/>
                                      </p:to>
                                    </p:set>
                                    <p:animEffect transition="in" filter="fade">
                                      <p:cBhvr>
                                        <p:cTn id="47"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28"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name="Slide 1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10.2 — Why Observability Matters for Semantic Kernel Applications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logs, traces, and metrics reveal about copilot behavior.</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Production lens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Observe prompts and requests without leaking secrets.</a:t>
            </a:r>
            <a:endParaRPr lang="en-US" sz="1120"/>
          </a:p>
          <a:p>
            <a:pPr marL="0" indent="0">
              <a:buNone/>
            </a:pPr>
            <a:r>
              <a:rPr lang="en-US" sz="2200">
                <a:solidFill>
                  <a:srgbClr val="374151"/>
                </a:solidFill>
                <a:latin typeface="Barlow" pitchFamily="34" charset="0"/>
                <a:ea typeface="Barlow" pitchFamily="34" charset="-122"/>
                <a:cs typeface="Barlow" pitchFamily="34" charset="-120"/>
              </a:rPr>
              <a:t>Trace model calls, plugin calls, and workflow branches.</a:t>
            </a:r>
            <a:endParaRPr lang="en-US" sz="1120"/>
          </a:p>
          <a:p>
            <a:pPr marL="0" indent="0">
              <a:buNone/>
            </a:pPr>
            <a:r>
              <a:rPr lang="en-US" sz="2200">
                <a:solidFill>
                  <a:srgbClr val="374151"/>
                </a:solidFill>
                <a:latin typeface="Barlow" pitchFamily="34" charset="0"/>
                <a:ea typeface="Barlow" pitchFamily="34" charset="-122"/>
                <a:cs typeface="Barlow" pitchFamily="34" charset="-120"/>
              </a:rPr>
              <a:t>Measure latency, failures, token usage, and user outcomes.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111</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10.2</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AI failures can be prompt-related, retrieval-related, model-related, plugin-related, or permission-related.</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Logs reveal what happened; traces show the path; metrics show behavior over time.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Observability is required to debug latency, cost, function calls, and quality regressions.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turns the copilot from a demo into an operable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name="Slide 1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10.3 — Add Semantic Kernel Logging and Telemetry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Capture useful runtime details for troubleshooting and operational insight.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AI workflow is visible enough to troubleshoot.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logging scopes around copilot requests.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Trace model calls and plugin calls.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Capture latency and outcome 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Inspect the trace during a sample workflow.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name="Slide 1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10.4 — Add OpenTelemetry for Copilot Requests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Trace requests through the web app, Semantic Kernel layer, and business actions.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End-to-end traces show how one copilot request flows through the web app, Semantic Kernel, and downstream actions.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OpenTelemetry packages and service registration.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Instrument ASP.NET Core request handling and outbound AI calls.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Export traces to a local collector or observability backend.</a:t>
            </a:r>
            <a:endParaRPr lang="en-US" sz="1160"/>
          </a:p>
          <a:p>
            <a:pPr marL="0" indent="0">
              <a:buNone/>
            </a:pPr>
            <a:r>
              <a:rPr lang="en-US" sz="2200">
                <a:solidFill>
                  <a:srgbClr val="374151"/>
                </a:solidFill>
                <a:latin typeface="Barlow" pitchFamily="34" charset="0"/>
                <a:ea typeface="Barlow" pitchFamily="34" charset="-122"/>
                <a:cs typeface="Barlow" pitchFamily="34" charset="-120"/>
              </a:rPr>
              <a:t>4. Follow one copilot request across layers.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name="Slide 1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10.5 — Observe Function Calls and Workflow Paths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See which plugins were selected, what actions were proposed, and where failures occur.</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team can inspect which functions ran, which workflow branch was taken, and where failures occurred.</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Emit telemetry for plugin selection and function execution.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Correlate function calls with request IDs and record context.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Capture workflow branch decisions, refusals, and failures.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Review one successful path and one failed path.</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name="Slide 1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10.6 — Build a Small Evaluation Set for Key Portal Tasks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Create repeatable checks for document summarization, grounded Q&amp;A, and triage quality.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team can repeatedly test AI behavior after changes.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test prompts for key portal tasks.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Define expected traits of good responses.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Run responses through an evaluation harness.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Record regressions and improvement opportunities.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115</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name="Slide 1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10.7 — Compare Outputs and Improve Prompt and Plugin Quality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Use evaluation feedback to improve accuracy, consistency, and user trust.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Quality improvements are based on repeatable evidence, not intuition alone.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Run the same task against the evaluation set.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Compare outputs before and after prompt/plugin changes.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Record improvements and regressions.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Update prompts or descriptions based on findings.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116</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name="Slide 1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10.8 — Review Reliability, Cost, and UX Tradeoffs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the practical balance between model quality, latency, token usage, and user experience.</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Tradeoff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Higher-quality models often improve answers, but they can increase latency and operating cost.</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Tradeoff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More context can improve relevance, but too much context can slow responses and dilute the most useful signal.</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Tradeoff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Guardrails, retrieval, and workflow checks improve trust, but they add engineering and operational complexity.</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Design rule</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Optimize for useful, observable, and affordable workflows instead of maximum model output everywhere.</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Prepare the Portal for Deployment [Demo]</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117</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10.8</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name="Slide 1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10.9 — Prepare the Portal for Deployment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Finalize configuration, secrets, environments, and deployment readiness.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portal is ready for a controlled cloud deployment.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Review environment variables and secrets.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Configure production settings.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Prepare database and storage dependencies.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Run a deployment readiness checklist.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name="Slide 1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10.10 — Final Enterprise Portal Walkthrough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Review the completed application from end to end.</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Learners see the complete enterprise-style Semantic Kernel solution end to end.</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Start from the dashboard.</a:t>
            </a:r>
            <a:endParaRPr lang="en-US" sz="1160"/>
          </a:p>
          <a:p>
            <a:pPr marL="0" indent="0">
              <a:buNone/>
            </a:pPr>
            <a:r>
              <a:rPr lang="en-US" sz="2200">
                <a:solidFill>
                  <a:srgbClr val="374151"/>
                </a:solidFill>
                <a:latin typeface="Barlow" pitchFamily="34" charset="0"/>
                <a:ea typeface="Barlow" pitchFamily="34" charset="-122"/>
                <a:cs typeface="Barlow" pitchFamily="34" charset="-120"/>
              </a:rPr>
              <a:t>2. Walk through documents, requests, copilot actions, RAG, and guardrails.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Show observability and evaluation checkpoints.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Summarize how every section contributed to the final system.</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Lesson 10.10</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name="Slide 1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10.11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can build a commercially credible, observable, and controllable Semantic Kernel solution.</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Conclusion and Next Steps</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120</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name="Slide 12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11</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Conclusion and Next Steps</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Close the course and point learners toward practical next steps.</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121</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a:t>
            </a:r>
            <a:endParaRPr lang="en-US" sz="75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2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11.1 — Course Recap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697586"/>
                </a:solidFill>
                <a:latin typeface="Barlow" pitchFamily="34" charset="0"/>
                <a:ea typeface="Barlow" pitchFamily="34" charset="-122"/>
                <a:cs typeface="Barlow" pitchFamily="34" charset="-120"/>
              </a:rPr>
              <a:t>Review the path from kernels, prompts, and plugins to the final embedded copilot.</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Recap lens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Ask: Which Semantic Kernel primitives became application features?</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Which console lessons carried directly into the portal?</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Which production concerns shaped the final design?</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122</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 · Lesson 11.1</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Review the path from kernels, prompts, and plugins to the final embedded copilot.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Reconnect the console lessons to the portal architecture, RAG flow, and action patterns.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Highlight the checkpoints learners should now be able to reproduce on their own.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Reinforce that every advanced feature was built from the same core Semantic Kernel primitives.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name="Slide 12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11.2 — What You Built and What You Learned</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Map kernels, prompts, plugins, RAG, guardrails, and telemetry to concrete portal features.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Skill mapping</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Ask: Which skill can you now explain with confidence?</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Which feature can you now implement from scratch?</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Which production concern can you now evaluate before shipping?</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123</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 · Lesson 11.2</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Map kernels, prompts, plugins, RAG, guardrails, and telemetry to concrete portal features.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Separate what the model should do from what should remain deterministic application code.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Show how the final project demonstrates both AI integration and enterprise application discipline.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Encourage learners to describe this build as a portfolio-ready, commercially relevant project.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name="Slide 12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11.3 — Where to Go Next with Semantic Kernel</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77500" lnSpcReduction="20000"/>
          </a:bodyPr>
          <a:lstStyle/>
          <a:p>
            <a:pPr marL="0" indent="0">
              <a:buNone/>
            </a:pPr>
            <a:r>
              <a:rPr lang="en-US" sz="2200">
                <a:solidFill>
                  <a:srgbClr val="697586"/>
                </a:solidFill>
                <a:latin typeface="Barlow" pitchFamily="34" charset="0"/>
                <a:ea typeface="Barlow" pitchFamily="34" charset="-122"/>
                <a:cs typeface="Barlow" pitchFamily="34" charset="-120"/>
              </a:rPr>
              <a:t>Identify next-step topics such as advanced orchestration, memory, enterprise integrations, and agentic systems.</a:t>
            </a:r>
            <a:endParaRPr lang="en-US" sz="125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 · Lesson 11.3</a:t>
            </a:r>
            <a:endParaRPr lang="en-US" sz="750"/>
          </a:p>
        </p:txBody>
      </p:sp>
      <p:sp>
        <p:nvSpPr>
          <p:cNvPr id="18" name="TextBox 17"/>
          <p:cNvSpPr txBox="1"/>
          <p:nvPr/>
        </p:nvSpPr>
        <p:spPr>
          <a:xfrm>
            <a:off x="868680" y="1591056"/>
            <a:ext cx="10287000" cy="2000548"/>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Explore deeper orchestration patterns and process workflows.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Study advanced memory strategies and retrieval systems.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Evaluate Microsoft Agent Framework for new multi-agent scenarios.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Connect Semantic Kernel to existing enterprise APIs and data sources.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Build a portfolio project that demonstrates production thinking.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name="Slide 12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11.4 — Conclusion</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77500" lnSpcReduction="20000"/>
          </a:bodyPr>
          <a:lstStyle/>
          <a:p>
            <a:pPr marL="0" indent="0">
              <a:buNone/>
            </a:pPr>
            <a:r>
              <a:rPr lang="en-US" sz="2200">
                <a:solidFill>
                  <a:srgbClr val="697586"/>
                </a:solidFill>
                <a:latin typeface="Barlow" pitchFamily="34" charset="0"/>
                <a:ea typeface="Barlow" pitchFamily="34" charset="-122"/>
                <a:cs typeface="Barlow" pitchFamily="34" charset="-120"/>
              </a:rPr>
              <a:t>Close the course by emphasizing a repeatable approach for integrating AI into .NET systems.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Closing message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Ask: What is the next practical improvement you would make?</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Which part of the portal would you deploy or extend first?</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How will you keep future AI features observable and controlled?</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 · Lesson 11.4</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Close the course by emphasizing a repeatable approach for integrating AI into .NET systems.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Encourage learners to start with clear workflows, then add prompts, plugins, retrieval, and controls deliberately.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Remind them that trustworthy AI features combine model capability with application discipline.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Point them toward the next step: extend, deploy, measure, and keep learning.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name="Slide 12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Documentation Reference Points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Use these sources while recording and updating the course.</a:t>
            </a:r>
            <a:endParaRPr lang="en-US" sz="125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126</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References</a:t>
            </a:r>
            <a:endParaRPr lang="en-US" sz="750"/>
          </a:p>
        </p:txBody>
      </p:sp>
      <p:sp>
        <p:nvSpPr>
          <p:cNvPr id="18" name="TextBox 17"/>
          <p:cNvSpPr txBox="1"/>
          <p:nvPr/>
        </p:nvSpPr>
        <p:spPr>
          <a:xfrm>
            <a:off x="822960" y="1636776"/>
            <a:ext cx="10287000" cy="335476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Microsoft Learn: Semantic Kernel overview, kernel concepts, plugins, filters, observability, and process patterns.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Microsoft Learn: .NET AI templates and Microsoft.Extensions.AI quickstarts for ecosystem context.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Microsoft Learn: Microsoft Agent Framework overview for the comparison lesson and future direction.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IronPDF documentation: PDF text extraction, OCR, and AI-enabled PDF workflows.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Course reference transcripts: business alignment, contextual knowledge, real applications, memory, and logging.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alew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TotalTime>
  <Words>16003</Words>
  <Application>Microsoft Office PowerPoint</Application>
  <PresentationFormat>Widescreen</PresentationFormat>
  <Paragraphs>1782</Paragraphs>
  <Slides>122</Slides>
  <Notes>122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122</vt:i4>
      </vt:variant>
    </vt:vector>
  </HeadingPairs>
  <TitlesOfParts>
    <vt:vector size="132" baseType="lpstr">
      <vt:lpstr>Arial</vt:lpstr>
      <vt:lpstr>Barlow</vt:lpstr>
      <vt:lpstr>Barlow Light</vt:lpstr>
      <vt:lpstr>Calibri</vt:lpstr>
      <vt:lpstr>Cascadia Code</vt:lpstr>
      <vt:lpstr>Raleway</vt:lpstr>
      <vt:lpstr>Raleway Thin</vt:lpstr>
      <vt:lpstr>Segoe UI Emoji</vt:lpstr>
      <vt:lpstr>Office Theme</vt:lpstr>
      <vt:lpstr>Gaoler template</vt:lpstr>
      <vt:lpstr>PowerPoint Presentation</vt:lpstr>
      <vt:lpstr>HELLO!</vt:lpstr>
      <vt:lpstr>PowerPoint Presentation</vt:lpstr>
      <vt:lpstr>PowerPoint Presentation</vt:lpstr>
      <vt:lpstr>PowerPoint Presentation</vt:lpstr>
      <vt:lpstr>Pre-requisites</vt:lpstr>
      <vt:lpstr>Welcome!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Code With Trev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Semantic Kernel SDK with Azure OpenAI and .NET 10 - Full Lesson Deck</dc:title>
  <dc:subject>Understanding Semantic Kernel SDK with Azure OpenAI and .NET 10</dc:subject>
  <dc:creator>Trevoir Williams</dc:creator>
  <cp:lastModifiedBy>Trevoir Williams</cp:lastModifiedBy>
  <cp:revision>1</cp:revision>
  <dcterms:created xsi:type="dcterms:W3CDTF">2026-04-29T17:02:58Z</dcterms:created>
  <dcterms:modified xsi:type="dcterms:W3CDTF">2026-04-29T21:00:58Z</dcterms:modified>
</cp:coreProperties>
</file>